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60" r:id="rId4"/>
  </p:sldMasterIdLst>
  <p:notesMasterIdLst>
    <p:notesMasterId r:id="rId84"/>
  </p:notesMasterIdLst>
  <p:handoutMasterIdLst>
    <p:handoutMasterId r:id="rId85"/>
  </p:handoutMasterIdLst>
  <p:sldIdLst>
    <p:sldId id="788" r:id="rId5"/>
    <p:sldId id="774" r:id="rId6"/>
    <p:sldId id="1416" r:id="rId7"/>
    <p:sldId id="1374" r:id="rId8"/>
    <p:sldId id="1286" r:id="rId9"/>
    <p:sldId id="1380" r:id="rId10"/>
    <p:sldId id="1319" r:id="rId11"/>
    <p:sldId id="1219" r:id="rId12"/>
    <p:sldId id="1188" r:id="rId13"/>
    <p:sldId id="1176" r:id="rId14"/>
    <p:sldId id="1333" r:id="rId15"/>
    <p:sldId id="1341" r:id="rId16"/>
    <p:sldId id="1375" r:id="rId17"/>
    <p:sldId id="1339" r:id="rId18"/>
    <p:sldId id="1377" r:id="rId19"/>
    <p:sldId id="1475" r:id="rId20"/>
    <p:sldId id="1392" r:id="rId21"/>
    <p:sldId id="1271" r:id="rId22"/>
    <p:sldId id="1447" r:id="rId23"/>
    <p:sldId id="1281" r:id="rId24"/>
    <p:sldId id="1287" r:id="rId25"/>
    <p:sldId id="1448" r:id="rId26"/>
    <p:sldId id="1288" r:id="rId27"/>
    <p:sldId id="1290" r:id="rId28"/>
    <p:sldId id="1449" r:id="rId29"/>
    <p:sldId id="1291" r:id="rId30"/>
    <p:sldId id="1293" r:id="rId31"/>
    <p:sldId id="1260" r:id="rId32"/>
    <p:sldId id="1294" r:id="rId33"/>
    <p:sldId id="1316" r:id="rId34"/>
    <p:sldId id="1317" r:id="rId35"/>
    <p:sldId id="1295" r:id="rId36"/>
    <p:sldId id="1450" r:id="rId37"/>
    <p:sldId id="1451" r:id="rId38"/>
    <p:sldId id="1452" r:id="rId39"/>
    <p:sldId id="1453" r:id="rId40"/>
    <p:sldId id="1454" r:id="rId41"/>
    <p:sldId id="1455" r:id="rId42"/>
    <p:sldId id="1456" r:id="rId43"/>
    <p:sldId id="1457" r:id="rId44"/>
    <p:sldId id="1458" r:id="rId45"/>
    <p:sldId id="1459" r:id="rId46"/>
    <p:sldId id="1460" r:id="rId47"/>
    <p:sldId id="1461" r:id="rId48"/>
    <p:sldId id="1462" r:id="rId49"/>
    <p:sldId id="1463" r:id="rId50"/>
    <p:sldId id="1272" r:id="rId51"/>
    <p:sldId id="1464" r:id="rId52"/>
    <p:sldId id="1465" r:id="rId53"/>
    <p:sldId id="1466" r:id="rId54"/>
    <p:sldId id="1261" r:id="rId55"/>
    <p:sldId id="1303" r:id="rId56"/>
    <p:sldId id="1302" r:id="rId57"/>
    <p:sldId id="1305" r:id="rId58"/>
    <p:sldId id="1306" r:id="rId59"/>
    <p:sldId id="1307" r:id="rId60"/>
    <p:sldId id="1308" r:id="rId61"/>
    <p:sldId id="1301" r:id="rId62"/>
    <p:sldId id="1304" r:id="rId63"/>
    <p:sldId id="1469" r:id="rId64"/>
    <p:sldId id="1411" r:id="rId65"/>
    <p:sldId id="1413" r:id="rId66"/>
    <p:sldId id="1412" r:id="rId67"/>
    <p:sldId id="1262" r:id="rId68"/>
    <p:sldId id="1263" r:id="rId69"/>
    <p:sldId id="1414" r:id="rId70"/>
    <p:sldId id="1471" r:id="rId71"/>
    <p:sldId id="1472" r:id="rId72"/>
    <p:sldId id="1309" r:id="rId73"/>
    <p:sldId id="1313" r:id="rId74"/>
    <p:sldId id="1312" r:id="rId75"/>
    <p:sldId id="1311" r:id="rId76"/>
    <p:sldId id="1314" r:id="rId77"/>
    <p:sldId id="1473" r:id="rId78"/>
    <p:sldId id="1419" r:id="rId79"/>
    <p:sldId id="1467" r:id="rId80"/>
    <p:sldId id="1468" r:id="rId81"/>
    <p:sldId id="1334" r:id="rId82"/>
    <p:sldId id="772" r:id="rId83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FF"/>
    <a:srgbClr val="00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128" autoAdjust="0"/>
    <p:restoredTop sz="94690"/>
  </p:normalViewPr>
  <p:slideViewPr>
    <p:cSldViewPr>
      <p:cViewPr varScale="1">
        <p:scale>
          <a:sx n="83" d="100"/>
          <a:sy n="83" d="100"/>
        </p:scale>
        <p:origin x="992" y="51"/>
      </p:cViewPr>
      <p:guideLst>
        <p:guide orient="horz" pos="912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2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63" Type="http://schemas.openxmlformats.org/officeDocument/2006/relationships/slide" Target="slides/slide59.xml"/><Relationship Id="rId68" Type="http://schemas.openxmlformats.org/officeDocument/2006/relationships/slide" Target="slides/slide64.xml"/><Relationship Id="rId84" Type="http://schemas.openxmlformats.org/officeDocument/2006/relationships/notesMaster" Target="notesMasters/notesMaster1.xml"/><Relationship Id="rId89" Type="http://schemas.openxmlformats.org/officeDocument/2006/relationships/tableStyles" Target="tableStyles.xml"/><Relationship Id="rId16" Type="http://schemas.openxmlformats.org/officeDocument/2006/relationships/slide" Target="slides/slide12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74" Type="http://schemas.openxmlformats.org/officeDocument/2006/relationships/slide" Target="slides/slide70.xml"/><Relationship Id="rId79" Type="http://schemas.openxmlformats.org/officeDocument/2006/relationships/slide" Target="slides/slide75.xml"/><Relationship Id="rId5" Type="http://schemas.openxmlformats.org/officeDocument/2006/relationships/slide" Target="slides/slide1.xml"/><Relationship Id="rId90" Type="http://schemas.microsoft.com/office/2016/11/relationships/changesInfo" Target="changesInfos/changesInfo1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56" Type="http://schemas.openxmlformats.org/officeDocument/2006/relationships/slide" Target="slides/slide52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77" Type="http://schemas.openxmlformats.org/officeDocument/2006/relationships/slide" Target="slides/slide73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80" Type="http://schemas.openxmlformats.org/officeDocument/2006/relationships/slide" Target="slides/slide76.xml"/><Relationship Id="rId85" Type="http://schemas.openxmlformats.org/officeDocument/2006/relationships/handoutMaster" Target="handoutMasters/handoutMaster1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59" Type="http://schemas.openxmlformats.org/officeDocument/2006/relationships/slide" Target="slides/slide55.xml"/><Relationship Id="rId67" Type="http://schemas.openxmlformats.org/officeDocument/2006/relationships/slide" Target="slides/slide63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slide" Target="slides/slide50.xml"/><Relationship Id="rId62" Type="http://schemas.openxmlformats.org/officeDocument/2006/relationships/slide" Target="slides/slide58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83" Type="http://schemas.openxmlformats.org/officeDocument/2006/relationships/slide" Target="slides/slide79.xml"/><Relationship Id="rId88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slide" Target="slides/slide53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slide" Target="slides/slide48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81" Type="http://schemas.openxmlformats.org/officeDocument/2006/relationships/slide" Target="slides/slide77.xml"/><Relationship Id="rId86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viewProps" Target="viewProps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" Type="http://schemas.openxmlformats.org/officeDocument/2006/relationships/slide" Target="slides/slide15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d Maruf" userId="6f647de5-aeca-43cd-b76c-e84c6089bcf4" providerId="ADAL" clId="{454EA235-5655-4D39-9599-63250755168D}"/>
  </pc:docChgLst>
  <pc:docChgLst>
    <pc:chgData name="Ahamed, Md Maruf [E CPE]" userId="6f647de5-aeca-43cd-b76c-e84c6089bcf4" providerId="ADAL" clId="{C727F2A5-1A96-4FB8-99A2-A774562420F0}"/>
    <pc:docChg chg="undo custSel addSld delSld modSld sldOrd">
      <pc:chgData name="Ahamed, Md Maruf [E CPE]" userId="6f647de5-aeca-43cd-b76c-e84c6089bcf4" providerId="ADAL" clId="{C727F2A5-1A96-4FB8-99A2-A774562420F0}" dt="2022-02-24T17:07:14.560" v="54" actId="478"/>
      <pc:docMkLst>
        <pc:docMk/>
      </pc:docMkLst>
      <pc:sldChg chg="modSp ord">
        <pc:chgData name="Ahamed, Md Maruf [E CPE]" userId="6f647de5-aeca-43cd-b76c-e84c6089bcf4" providerId="ADAL" clId="{C727F2A5-1A96-4FB8-99A2-A774562420F0}" dt="2022-02-24T16:57:57.278" v="33" actId="255"/>
        <pc:sldMkLst>
          <pc:docMk/>
          <pc:sldMk cId="1865281566" sldId="774"/>
        </pc:sldMkLst>
        <pc:spChg chg="mod">
          <ac:chgData name="Ahamed, Md Maruf [E CPE]" userId="6f647de5-aeca-43cd-b76c-e84c6089bcf4" providerId="ADAL" clId="{C727F2A5-1A96-4FB8-99A2-A774562420F0}" dt="2022-02-24T16:57:57.278" v="33" actId="255"/>
          <ac:spMkLst>
            <pc:docMk/>
            <pc:sldMk cId="1865281566" sldId="774"/>
            <ac:spMk id="207875" creationId="{D583FDE5-0A59-BD41-A182-AC71C16B0812}"/>
          </ac:spMkLst>
        </pc:spChg>
      </pc:sldChg>
      <pc:sldChg chg="delSp">
        <pc:chgData name="Ahamed, Md Maruf [E CPE]" userId="6f647de5-aeca-43cd-b76c-e84c6089bcf4" providerId="ADAL" clId="{C727F2A5-1A96-4FB8-99A2-A774562420F0}" dt="2022-02-24T17:01:34.091" v="42" actId="478"/>
        <pc:sldMkLst>
          <pc:docMk/>
          <pc:sldMk cId="0" sldId="1176"/>
        </pc:sldMkLst>
        <pc:inkChg chg="del">
          <ac:chgData name="Ahamed, Md Maruf [E CPE]" userId="6f647de5-aeca-43cd-b76c-e84c6089bcf4" providerId="ADAL" clId="{C727F2A5-1A96-4FB8-99A2-A774562420F0}" dt="2022-02-24T17:01:34.091" v="42" actId="478"/>
          <ac:inkMkLst>
            <pc:docMk/>
            <pc:sldMk cId="0" sldId="1176"/>
            <ac:inkMk id="3" creationId="{2FE1EEF1-A707-42A1-9B2E-9795A24DC888}"/>
          </ac:inkMkLst>
        </pc:inkChg>
      </pc:sldChg>
      <pc:sldChg chg="del">
        <pc:chgData name="Ahamed, Md Maruf [E CPE]" userId="6f647de5-aeca-43cd-b76c-e84c6089bcf4" providerId="ADAL" clId="{C727F2A5-1A96-4FB8-99A2-A774562420F0}" dt="2022-02-24T16:58:44.485" v="34" actId="2696"/>
        <pc:sldMkLst>
          <pc:docMk/>
          <pc:sldMk cId="0" sldId="1183"/>
        </pc:sldMkLst>
      </pc:sldChg>
      <pc:sldChg chg="delSp">
        <pc:chgData name="Ahamed, Md Maruf [E CPE]" userId="6f647de5-aeca-43cd-b76c-e84c6089bcf4" providerId="ADAL" clId="{C727F2A5-1A96-4FB8-99A2-A774562420F0}" dt="2022-02-24T17:06:42.069" v="53" actId="478"/>
        <pc:sldMkLst>
          <pc:docMk/>
          <pc:sldMk cId="0" sldId="1262"/>
        </pc:sldMkLst>
        <pc:inkChg chg="del">
          <ac:chgData name="Ahamed, Md Maruf [E CPE]" userId="6f647de5-aeca-43cd-b76c-e84c6089bcf4" providerId="ADAL" clId="{C727F2A5-1A96-4FB8-99A2-A774562420F0}" dt="2022-02-24T17:06:42.069" v="53" actId="478"/>
          <ac:inkMkLst>
            <pc:docMk/>
            <pc:sldMk cId="0" sldId="1262"/>
            <ac:inkMk id="2" creationId="{FF8D6F2A-C2C3-4B98-B1C7-B1D945891D66}"/>
          </ac:inkMkLst>
        </pc:inkChg>
      </pc:sldChg>
      <pc:sldChg chg="delSp">
        <pc:chgData name="Ahamed, Md Maruf [E CPE]" userId="6f647de5-aeca-43cd-b76c-e84c6089bcf4" providerId="ADAL" clId="{C727F2A5-1A96-4FB8-99A2-A774562420F0}" dt="2022-02-24T17:03:15.834" v="43" actId="478"/>
        <pc:sldMkLst>
          <pc:docMk/>
          <pc:sldMk cId="0" sldId="1271"/>
        </pc:sldMkLst>
        <pc:inkChg chg="del">
          <ac:chgData name="Ahamed, Md Maruf [E CPE]" userId="6f647de5-aeca-43cd-b76c-e84c6089bcf4" providerId="ADAL" clId="{C727F2A5-1A96-4FB8-99A2-A774562420F0}" dt="2022-02-24T17:03:15.834" v="43" actId="478"/>
          <ac:inkMkLst>
            <pc:docMk/>
            <pc:sldMk cId="0" sldId="1271"/>
            <ac:inkMk id="2" creationId="{A566C89D-5D37-47DF-A336-0F2E933F0CDB}"/>
          </ac:inkMkLst>
        </pc:inkChg>
      </pc:sldChg>
      <pc:sldChg chg="addSp delSp modSp">
        <pc:chgData name="Ahamed, Md Maruf [E CPE]" userId="6f647de5-aeca-43cd-b76c-e84c6089bcf4" providerId="ADAL" clId="{C727F2A5-1A96-4FB8-99A2-A774562420F0}" dt="2022-02-24T17:06:09.325" v="51" actId="478"/>
        <pc:sldMkLst>
          <pc:docMk/>
          <pc:sldMk cId="0" sldId="1301"/>
        </pc:sldMkLst>
        <pc:spChg chg="add del">
          <ac:chgData name="Ahamed, Md Maruf [E CPE]" userId="6f647de5-aeca-43cd-b76c-e84c6089bcf4" providerId="ADAL" clId="{C727F2A5-1A96-4FB8-99A2-A774562420F0}" dt="2022-02-24T17:06:05.643" v="49" actId="478"/>
          <ac:spMkLst>
            <pc:docMk/>
            <pc:sldMk cId="0" sldId="1301"/>
            <ac:spMk id="134150" creationId="{99232DAB-053C-419F-B9D5-51F2D2D13CD9}"/>
          </ac:spMkLst>
        </pc:spChg>
        <pc:inkChg chg="del mod">
          <ac:chgData name="Ahamed, Md Maruf [E CPE]" userId="6f647de5-aeca-43cd-b76c-e84c6089bcf4" providerId="ADAL" clId="{C727F2A5-1A96-4FB8-99A2-A774562420F0}" dt="2022-02-24T17:06:09.325" v="51" actId="478"/>
          <ac:inkMkLst>
            <pc:docMk/>
            <pc:sldMk cId="0" sldId="1301"/>
            <ac:inkMk id="2" creationId="{B10381D7-CA1F-4C1A-9A0F-9194CD7AD1F3}"/>
          </ac:inkMkLst>
        </pc:inkChg>
      </pc:sldChg>
      <pc:sldChg chg="delSp">
        <pc:chgData name="Ahamed, Md Maruf [E CPE]" userId="6f647de5-aeca-43cd-b76c-e84c6089bcf4" providerId="ADAL" clId="{C727F2A5-1A96-4FB8-99A2-A774562420F0}" dt="2022-02-24T17:05:26.256" v="46" actId="478"/>
        <pc:sldMkLst>
          <pc:docMk/>
          <pc:sldMk cId="0" sldId="1306"/>
        </pc:sldMkLst>
        <pc:inkChg chg="del">
          <ac:chgData name="Ahamed, Md Maruf [E CPE]" userId="6f647de5-aeca-43cd-b76c-e84c6089bcf4" providerId="ADAL" clId="{C727F2A5-1A96-4FB8-99A2-A774562420F0}" dt="2022-02-24T17:05:26.256" v="46" actId="478"/>
          <ac:inkMkLst>
            <pc:docMk/>
            <pc:sldMk cId="0" sldId="1306"/>
            <ac:inkMk id="2" creationId="{EFC0082C-DC8C-4145-94B8-8C374D078D2B}"/>
          </ac:inkMkLst>
        </pc:inkChg>
      </pc:sldChg>
      <pc:sldChg chg="delSp">
        <pc:chgData name="Ahamed, Md Maruf [E CPE]" userId="6f647de5-aeca-43cd-b76c-e84c6089bcf4" providerId="ADAL" clId="{C727F2A5-1A96-4FB8-99A2-A774562420F0}" dt="2022-02-24T17:05:52.586" v="47" actId="478"/>
        <pc:sldMkLst>
          <pc:docMk/>
          <pc:sldMk cId="0" sldId="1308"/>
        </pc:sldMkLst>
        <pc:inkChg chg="del">
          <ac:chgData name="Ahamed, Md Maruf [E CPE]" userId="6f647de5-aeca-43cd-b76c-e84c6089bcf4" providerId="ADAL" clId="{C727F2A5-1A96-4FB8-99A2-A774562420F0}" dt="2022-02-24T17:05:52.586" v="47" actId="478"/>
          <ac:inkMkLst>
            <pc:docMk/>
            <pc:sldMk cId="0" sldId="1308"/>
            <ac:inkMk id="2" creationId="{6B1C3C71-BCAE-4DA6-A4A0-E18B44F22B7E}"/>
          </ac:inkMkLst>
        </pc:inkChg>
      </pc:sldChg>
      <pc:sldChg chg="delSp">
        <pc:chgData name="Ahamed, Md Maruf [E CPE]" userId="6f647de5-aeca-43cd-b76c-e84c6089bcf4" providerId="ADAL" clId="{C727F2A5-1A96-4FB8-99A2-A774562420F0}" dt="2022-02-24T17:07:14.560" v="54" actId="478"/>
        <pc:sldMkLst>
          <pc:docMk/>
          <pc:sldMk cId="0" sldId="1314"/>
        </pc:sldMkLst>
        <pc:inkChg chg="del">
          <ac:chgData name="Ahamed, Md Maruf [E CPE]" userId="6f647de5-aeca-43cd-b76c-e84c6089bcf4" providerId="ADAL" clId="{C727F2A5-1A96-4FB8-99A2-A774562420F0}" dt="2022-02-24T17:07:14.560" v="54" actId="478"/>
          <ac:inkMkLst>
            <pc:docMk/>
            <pc:sldMk cId="0" sldId="1314"/>
            <ac:inkMk id="2" creationId="{B12A186B-5008-4B8C-B1A7-03225A565CB7}"/>
          </ac:inkMkLst>
        </pc:inkChg>
      </pc:sldChg>
      <pc:sldChg chg="delSp">
        <pc:chgData name="Ahamed, Md Maruf [E CPE]" userId="6f647de5-aeca-43cd-b76c-e84c6089bcf4" providerId="ADAL" clId="{C727F2A5-1A96-4FB8-99A2-A774562420F0}" dt="2022-02-24T17:04:13.343" v="44" actId="478"/>
        <pc:sldMkLst>
          <pc:docMk/>
          <pc:sldMk cId="0" sldId="1317"/>
        </pc:sldMkLst>
        <pc:inkChg chg="del">
          <ac:chgData name="Ahamed, Md Maruf [E CPE]" userId="6f647de5-aeca-43cd-b76c-e84c6089bcf4" providerId="ADAL" clId="{C727F2A5-1A96-4FB8-99A2-A774562420F0}" dt="2022-02-24T17:04:13.343" v="44" actId="478"/>
          <ac:inkMkLst>
            <pc:docMk/>
            <pc:sldMk cId="0" sldId="1317"/>
            <ac:inkMk id="2" creationId="{16F360D1-98E3-4440-8E77-455300DBE10C}"/>
          </ac:inkMkLst>
        </pc:inkChg>
      </pc:sldChg>
      <pc:sldChg chg="del">
        <pc:chgData name="Ahamed, Md Maruf [E CPE]" userId="6f647de5-aeca-43cd-b76c-e84c6089bcf4" providerId="ADAL" clId="{C727F2A5-1A96-4FB8-99A2-A774562420F0}" dt="2022-02-24T16:59:46.910" v="35" actId="2696"/>
        <pc:sldMkLst>
          <pc:docMk/>
          <pc:sldMk cId="0" sldId="1335"/>
        </pc:sldMkLst>
      </pc:sldChg>
      <pc:sldChg chg="del">
        <pc:chgData name="Ahamed, Md Maruf [E CPE]" userId="6f647de5-aeca-43cd-b76c-e84c6089bcf4" providerId="ADAL" clId="{C727F2A5-1A96-4FB8-99A2-A774562420F0}" dt="2022-02-24T17:00:00.828" v="37" actId="2696"/>
        <pc:sldMkLst>
          <pc:docMk/>
          <pc:sldMk cId="0" sldId="1336"/>
        </pc:sldMkLst>
      </pc:sldChg>
      <pc:sldChg chg="del">
        <pc:chgData name="Ahamed, Md Maruf [E CPE]" userId="6f647de5-aeca-43cd-b76c-e84c6089bcf4" providerId="ADAL" clId="{C727F2A5-1A96-4FB8-99A2-A774562420F0}" dt="2022-02-24T16:59:48.319" v="36" actId="2696"/>
        <pc:sldMkLst>
          <pc:docMk/>
          <pc:sldMk cId="0" sldId="1346"/>
        </pc:sldMkLst>
      </pc:sldChg>
      <pc:sldChg chg="del">
        <pc:chgData name="Ahamed, Md Maruf [E CPE]" userId="6f647de5-aeca-43cd-b76c-e84c6089bcf4" providerId="ADAL" clId="{C727F2A5-1A96-4FB8-99A2-A774562420F0}" dt="2022-02-24T17:00:36.346" v="40" actId="2696"/>
        <pc:sldMkLst>
          <pc:docMk/>
          <pc:sldMk cId="0" sldId="1376"/>
        </pc:sldMkLst>
      </pc:sldChg>
      <pc:sldChg chg="add del">
        <pc:chgData name="Ahamed, Md Maruf [E CPE]" userId="6f647de5-aeca-43cd-b76c-e84c6089bcf4" providerId="ADAL" clId="{C727F2A5-1A96-4FB8-99A2-A774562420F0}" dt="2022-02-24T17:00:28.682" v="39" actId="2696"/>
        <pc:sldMkLst>
          <pc:docMk/>
          <pc:sldMk cId="0" sldId="1377"/>
        </pc:sldMkLst>
      </pc:sldChg>
      <pc:sldChg chg="delSp">
        <pc:chgData name="Ahamed, Md Maruf [E CPE]" userId="6f647de5-aeca-43cd-b76c-e84c6089bcf4" providerId="ADAL" clId="{C727F2A5-1A96-4FB8-99A2-A774562420F0}" dt="2022-02-24T17:06:25.795" v="52" actId="478"/>
        <pc:sldMkLst>
          <pc:docMk/>
          <pc:sldMk cId="0" sldId="1411"/>
        </pc:sldMkLst>
        <pc:inkChg chg="del">
          <ac:chgData name="Ahamed, Md Maruf [E CPE]" userId="6f647de5-aeca-43cd-b76c-e84c6089bcf4" providerId="ADAL" clId="{C727F2A5-1A96-4FB8-99A2-A774562420F0}" dt="2022-02-24T17:06:25.795" v="52" actId="478"/>
          <ac:inkMkLst>
            <pc:docMk/>
            <pc:sldMk cId="0" sldId="1411"/>
            <ac:inkMk id="2" creationId="{57EAFC0B-33E5-4EDD-B0DB-837E6AAEC7FE}"/>
          </ac:inkMkLst>
        </pc:inkChg>
      </pc:sldChg>
      <pc:sldChg chg="modSp">
        <pc:chgData name="Ahamed, Md Maruf [E CPE]" userId="6f647de5-aeca-43cd-b76c-e84c6089bcf4" providerId="ADAL" clId="{C727F2A5-1A96-4FB8-99A2-A774562420F0}" dt="2022-02-24T16:55:41.109" v="0" actId="6549"/>
        <pc:sldMkLst>
          <pc:docMk/>
          <pc:sldMk cId="26564086" sldId="1416"/>
        </pc:sldMkLst>
        <pc:spChg chg="mod">
          <ac:chgData name="Ahamed, Md Maruf [E CPE]" userId="6f647de5-aeca-43cd-b76c-e84c6089bcf4" providerId="ADAL" clId="{C727F2A5-1A96-4FB8-99A2-A774562420F0}" dt="2022-02-24T16:55:41.109" v="0" actId="6549"/>
          <ac:spMkLst>
            <pc:docMk/>
            <pc:sldMk cId="26564086" sldId="1416"/>
            <ac:spMk id="4" creationId="{CA5AE38B-8B29-4CFD-8DC4-49E537DD3855}"/>
          </ac:spMkLst>
        </pc:spChg>
      </pc:sldChg>
      <pc:sldChg chg="delSp">
        <pc:chgData name="Ahamed, Md Maruf [E CPE]" userId="6f647de5-aeca-43cd-b76c-e84c6089bcf4" providerId="ADAL" clId="{C727F2A5-1A96-4FB8-99A2-A774562420F0}" dt="2022-02-24T17:04:37.017" v="45" actId="478"/>
        <pc:sldMkLst>
          <pc:docMk/>
          <pc:sldMk cId="0" sldId="1455"/>
        </pc:sldMkLst>
        <pc:inkChg chg="del">
          <ac:chgData name="Ahamed, Md Maruf [E CPE]" userId="6f647de5-aeca-43cd-b76c-e84c6089bcf4" providerId="ADAL" clId="{C727F2A5-1A96-4FB8-99A2-A774562420F0}" dt="2022-02-24T17:04:37.017" v="45" actId="478"/>
          <ac:inkMkLst>
            <pc:docMk/>
            <pc:sldMk cId="0" sldId="1455"/>
            <ac:inkMk id="2" creationId="{86A79B42-CA57-42F9-B28C-A9EB624ADBE6}"/>
          </ac:inkMkLst>
        </pc:inkChg>
      </pc:sldChg>
      <pc:sldChg chg="del">
        <pc:chgData name="Ahamed, Md Maruf [E CPE]" userId="6f647de5-aeca-43cd-b76c-e84c6089bcf4" providerId="ADAL" clId="{C727F2A5-1A96-4FB8-99A2-A774562420F0}" dt="2022-02-24T17:00:53.080" v="41" actId="2696"/>
        <pc:sldMkLst>
          <pc:docMk/>
          <pc:sldMk cId="3301645441" sldId="1474"/>
        </pc:sldMkLst>
      </pc:sldChg>
    </pc:docChg>
  </pc:docChgLst>
  <pc:docChgLst>
    <pc:chgData name="Ahamed, Md Maruf [E CPE]" userId="6f647de5-aeca-43cd-b76c-e84c6089bcf4" providerId="ADAL" clId="{7249622C-C0F8-404B-B413-94E6EBF6EABF}"/>
  </pc:docChgLst>
  <pc:docChgLst>
    <pc:chgData name="Ahamed, Md Maruf [E CPE]" userId="6f647de5-aeca-43cd-b76c-e84c6089bcf4" providerId="ADAL" clId="{6336CD4D-9FAA-4EB1-A069-811AF4913405}"/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F16A246E-1165-E245-A7EB-0772963E03C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2440F699-AA4E-4A4F-915B-4E190BCFD03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EA62CF11-F0EA-0848-BA90-DDCC4F4E76E9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ABB4707E-3172-FE4D-BE44-CD82F8236D0E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85064E9-D108-4958-BC0A-32345D0A6B4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09-16T19:25:05.71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20458 2866 1256 0,'0'0'28'0,"0"0"5"0,-6 0 2 0,0 0 0 0,6 0-35 0,-6-6 0 0,0 6 0 0,0 0 0 15,0 0 30-15,0 0-1 0,0 0 0 0,0 0 0 16,0 0 11-16,0 0 3 0,6 0 0 0,-6 0 0 15,6 0-1-15,-6 0 0 0,6 0 0 0,-6 0 0 16,6 0-6-16,0 0 0 0,0 0-1 0,0 0 0 16,0 0-9-16,0 0-2 0,0 0 0 0,0 0 0 15,0 0-5-15,0 0-2 0,0 0 0 0,0 0 0 16,0 0-3-16,0 0-1 0,0 0 0 0,6 6 0 16,0-6-5-16,3 2 0 0,0 4-8 0,3-4 12 15,0 3 0-15,3-2-1 16,3 0 0-16,0 5 0 0,-1-8 6 0,4 2 2 0,0 4 0 0,0-6 0 15,0 0-3-15,5 0 0 0,-2 0 0 0,3 0 0 0,3 0-8 16,0 0-8-16,-1-6 9 0,-2 6-9 0,3 0 0 0,-6 0 0 16,0 6 0-16,-4-6 0 15,1 2 8-15,0 4-8 0,-6-6 0 0,3 0 9 0,-6 0-9 0,3 0 0 16,-6 0 0-16,2 0 0 0,-2 0 0 0,0 0 0 16,0 0 0-16,-3 0 0 0,0-6 0 15,0 6 0-15,-3 0 0 0,-3 0 0 0,0 0 0 0,6 0 0 16,-3-2 0-16,-3 2 8 0,0 0-8 0,0 0 0 15,0 0 0-15,0 0 0 0,0 0 0 0,0 0 0 0,0 0 0 16,0 0 0-16,0 0 0 0,0 0 0 0,0-6 0 16,-3 4 0-16,0-6 0 0,0 5 0 0,-3 0 0 0,0-2 0 15,0 3 0-15,-3-6 8 0,0 2-8 0,0 4 8 16,-2-6-8-16,2 2 0 0,-3-1 0 0,0-1 0 31,0 2 0-31,0 1 0 0,3 0 0 0,-3-1 0 0,0-2 0 0,3 3 0 0,0 3 0 0,-3-4 0 16,4 4 0-16,2-4 0 0,0 6 11 0,0-5-11 15,0 5 11-15,6 0-11 0,0 0 12 0,0 0-12 16,0 0 9-16,0 0-9 0,0 0 0 0,0 0 9 78,0 0-9-78,0 0 0 0,0 0 0 0,3 0 8 16,6 5-8-16,-3-5 0 0,3 3 0 0,2 2 0 0,-2 1 0 0,3-4 8 0,0 3-8 0,0-2 0 0,3 2 0 0,-3-2 0 0,0 2 0 0,3-2 0 0,-3 2 8 15,-1 1-8-15,1-4 8 0,0 4-8 0,0-4 0 0,-3 3 0 0,3-2 0 0,-6 2 0 0,3 1 0 0,-3 2 0 0,0-6 0 0,0 6 0 0,-3-3 0 0,-3 1 0 16,0 2 0-16,0 0 8 0,-3 0-8 0,-3 0 0 16,0-1 9-16,0 7-9 0,-3-6 8 0,3 2-8 15,-3 1 10-15,0-3-10 0,0 2 10 0,0-2-10 16,0-2 10-16,3 2-10 0,-3-1 8 0,4-1-8 16,-1-1 0-16,0 3 0 0,3-5 0 0,-3 2-8 15,6-5-1-15,-6 3 0 31,6-3-32-31,0 0-7 0,0 0 0 0,0 0-614 0,0 0-122 0</inkml:trace>
  <inkml:trace contextRef="#ctx0" brushRef="#br0" timeOffset="1599.25">19839 2858 849 0,'0'0'18'0,"0"0"4"0,-3 8 1 0,-3 0 2 0,3-1-25 0,0-1 0 0,-3 4 0 0,3-2 0 16,-3 0 40-16,3 0 2 0,0-3 1 0,-3 3 0 16,6-8 23-16,-3 6 5 0,3-6 1 0,0 0 0 31,-3 8 0-31,3-8 0 0,0 0 0 0,0 0 0 0,0 0 2 0,0 0 1 0,0 0 0 0,0 0 0 15,-3-6-22-15,3 4-4 0,-3-4-1 0,3 4 0 16,0-9-12-16,0 9-2 0,3-6-1 0,0 0 0 16,0 0-18-16,3-3-4 0,-3 1-1 0,3 2 0 15,0 2 1-15,3-2 0 0,-3 3 0 0,3-3 0 16,2 6-3-16,-2-4 0 0,0 4 0 0,3-4 0 16,0 4 1-16,-3-1 0 0,3 0 0 0,-3 1 0 15,0-1-9-15,0 3 0 0,0 0 0 0,0 3 0 16,0-3 0-16,-4 2 0 0,-2 1 0 0,0 2 0 15,0 1 0-15,-3-6 0 16,0 8 0-16,-3-1 0 0,-3-1-12 0,1 4 1 0,-4-2 1 0,0 5 0 63,-3 1 10-63,3 2 0 0,-3-3 0 0,-3 5 8 0,3-2-44 0,0 3-8 0,0-1-1 0,3 1-1 0,0-6 24 0,1 3 5 0,-1 0 1 15,0-3 0-15,3-5 16 0,3 3 0 0,-3-1 0 0,3 1 0 0,0-3 0 0,0 0 0 0,0-3 0 0,3 3 0 0,0 0 0 16,0-3 0-16,0 3 0 0,3-5 0 0,3 2 0 0,-3 0 0 15,3-2 0-15,0 2 9 0,0-5-1 0,3 3-8 16,2-3 12-16,1 0-4 0,0 0 5 0,0 0 1 16,3 5 0-16,0-5 0 0,3 0-2 0,0 0-1 0,0 0 0 0,-4 0 0 15,4 0-11-15,0 3 0 0,0-3 0 0,-3 2 0 32,3-2-48-32,0 3-4 0,-4 0-2 0</inkml:trace>
  <inkml:trace contextRef="#ctx0" brushRef="#br0" timeOffset="2865.36">20359 4874 1314 0,'-14'0'37'0,"5"0"8"0,0 3-36 0,0-3-9 0,0 0 0 0,-3 2 0 16,6-2 0-16,-3 3 0 16,0 0 0-16,0-3 0 0,0 0 61 0,3 2 7 0,6-2 2 0,0 0 0 15,0 0-10-15,0 0-3 0,0 0 0 0,0 0 0 16,0 0-5-16,0 0 0 0,0 0-1 15,0 0 0-15,9 0-11 0,0 0-3 0,3 0 0 0,0 0 0 16,3 0-13-16,0 0-2 0,3-2-1 0,2 2 0 16,4 0-7-16,0 0-2 15,0 0 0-15,3 0 0 0,-4 2-4 0,4-2-8 0,-3-2 11 0,3 2-11 16,0-3 0-16,-1 0 0 0,1 1 0 0,3-1 0 16,0 3 0-16,-3-5 10 15,-1 2-10-15,-2 3 8 0,0-3-8 0,-3 3 0 0,-3 0 0 0,-3 0 0 16,-1 0 0-16,-2 0 0 0,0 0 9 0,-6 0-9 15,3 0 0-15,-3 0 0 16,0 0 0-16,-6 0 0 0,0 0 8 0,0 0-8 0,0 0 8 0,0 0-8 16,0 0 8-16,0 0-8 0,0 0 10 0,0 0-10 15,0 0 0-15,0 0 8 0,0 0-8 0,0 0 0 0,-3-5 0 0,0 2 9 16,0-2-9-16,-3-3 8 16,0 3 0-16,0 0 0 0,-3-3 0 0,0 2 0 0,0-2 8 0,-2 0 2 15,-1 1 0-15,-3-1 0 16,0 2 2-16,0-2 0 0,3 0 0 0,-3 6 0 0,3-9-4 0,0 6 0 15,0 0 0-15,1-1 0 63,2 4-3-63,0 2-1 0,0-6 0 0,0 1 0 0,3 5-2 0,6 0-1 0,0 0 0 0,0 0 0 0,0 0-9 0,0 0 10 0,0 0-10 0,0 0 10 0,6 0-10 0,3 5 0 0,3 1 9 0,-3-4-9 0,3 4 0 0,2-1 0 16,1 0 0-16,0 6 8 0,0-9-8 0,0 6 0 15,0-2 0-15,0 2 0 0,0 0 0 0,-1 2 0 0,-2-2 0 0,0 3 0 16,-3-3 0-16,0 0 0 0,-3-1 0 0,0 1 0 15,0 0 0-15,-3 3 0 0,0-6 0 0,-3 3 0 16,0 0 0-16,0 0 0 0,-3 0 0 0,0-3 0 16,-3 3 0-16,0 0 0 0,0 0 0 0,0-3 0 15,-3 1 0-15,0-1 0 0,0 0 0 0,-2 3-8 16,-1 0 22-16,3-8 5 0,-3 3 1 0,0 2 0 16,0-2-68-1,0-1-12-15,0 1-4 0,0 0 0 16,3-3-51-16,0 0-10 0,3 0-3 0,0 0-819 0</inkml:trace>
  <inkml:trace contextRef="#ctx0" brushRef="#br0" timeOffset="3547.05">19065 4916 1056 0,'0'0'30'0,"0"0"6"0,0 0-28 0,-6 0-8 0,0 0 0 0,6 0 0 16,0 0 64-16,-6 0 11 0,6 0 2 0,-6 0 1 0,6 0 5 0,0 0 1 15,0 0 0-15,0 0 0 16,0 0-16-16,0 0-4 0,0 0 0 0,0 0 0 0,0 0-9 0,0 0-3 15,0 0 0-15,0 0 0 16,6 3-9-16,0-3-3 0,3 3 0 0,3-3 0 0,-1 0-7 0,1 0-1 16,6 0-1-16,-3 2 0 0,6-2-5 0,-3 3-1 15,3-1 0 1,-1 1 0-16,1 0-11 0,-3 2-2 0,3-5-1 0,-3 5 0 0,0-2-11 0,-3 0 0 0,-1-1 9 16,1 1-9-16,-3-3 0 0,0 3 0 0,0-3 0 0,-3 0-12 31,3 0-13-31,-3 0-3 0,-3 0-1 0,3 0 0 15,-3-3-108-15,0 3-22 0,0-3-4 0</inkml:trace>
  <inkml:trace contextRef="#ctx0" brushRef="#br0" timeOffset="4131.55">19761 4887 1011 0,'0'0'28'0,"0"0"8"0,-6 3-36 0,6-3 0 16,-6-3 0-16,0 1 0 0,-3 2 98 0,3-3 13 15,6 3 2-15,-6-3 1 0,0 1-12 0,1 2-2 16,5 0-1-16,-6-3 0 0,0-2-23 0,6 5-4 16,0 0 0-16,-3-6-1 0,3 1-21 0,0 2-4 15,0-2-1-15,0 0 0 0,3 0-12 0,3 2-2 16,-3-5-1-16,3 3 0 0,-1-1-2 0,1 1-1 16,0 2 0-16,0-2 0 0,3 0-8 0,0 5-2 15,0-8 0-15,-3 5 0 0,3 1-3 0,-3-1-1 16,0 3 0-16,3-3 0 0,-3 3-13 0,0 0 0 0,0 0 8 0,3 0-8 15,-3 3 0-15,0 0 0 0,-1 2 0 0,1 3 0 16,0-3 0-16,-3 0 0 16,0 3-9-16,-3 3 9 0,0 0-15 0,-3-4 3 0,-3 4 1 0,0 5 0 15,-2-5 0-15,2 4 0 0,-3-1 0 0,-3 1 0 16,3 1-3-16,-3 0-1 0,0 0 0 0,0 3 0 16,0-1 6-16,0-5 1 15,0 1 0-15,0 2 0 0,1-3 8 0,2 0 0 0,0 0 0 0,0-2-8 16,3-1 8-16,0-2 0 0,3 0 0 0,0-2 0 15,3-1 0-15,0-5 9 16,0 10-9-16,3-10 0 0,3 3 16 0,0 0-4 0,0-3-1 0,0 0 0 16,6 0 9-16,-3 0 3 0,2 0 0 0,4-3 0 15,0 0-1-15,-3 3 0 0,6-5 0 0,-3 2 0 16,3 1-8-16,3-1-2 0,-1 1 0 0,1-1 0 16,3-2-12-16,-3 2 0 0,0-2 0 0,3 2 0 15,-4 0-36-15,1-5-9 0,0 6-3 0,0-4 0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3-03T21:13:31.05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20205 3133 460 0,'0'0'41'0,"0"0"-33"16,-3-3-8-16,3-2 0 0,-3-3 187 0,3 2 35 16,0 1 7-16,0 5 2 0,0 0-97 0,0-5-19 15,0-3-4-15,0 8-1 0,0-5-28 0,0 5-6 0,0 0 0 0,0 0-1 16,0 0-9-16,0 0-2 0,0 0 0 0,0 0 0 16,0 0-29-16,0 0-7 0,0 0 0 0,0 0-1 15,0 0-10-15,0 0-1 0,-3 10-1 0,3-4 0 16,0 1-15-16,-3 1 11 0,3 3-11 0,0 2 10 15,0-5 6-15,0 11 0 0,0-6 1 0,0 0 0 16,3 0-17-16,-3 1 0 0,0-1 0 16,3-3 0-16,-3 6 0 0,3 3 0 0,-3-6 0 0,3-5 0 15,-3 5 0-15,3-2 0 0,-3-3 0 0,3 2 0 16,-3-2-48 0,3 0-12-16,-3 0-4 0,3-3 0 0,-3 1 52 0,0-6 12 0,0 0 0 0,3 5 0 15,-3-5-208-15,0 0-38 0,0 0-8 16,0 0-2-16</inkml:trace>
  <inkml:trace contextRef="#ctx0" brushRef="#br0" timeOffset="338">20360 3215 1497 0,'0'0'66'0,"0"0"14"0,-3-6-64 0,3 6-16 16,-6 0 0-16,6 0 0 0,-6 0 88 0,3-5 15 16,-3 2 2-16,0 1 1 0,6 2-16 0,-6 0-3 15,6 0-1-15,0 0 0 0,-6 2-69 0,3 6-17 16,3-8 0-16,0 6 0 0,-3 2 55 0,3-3 7 15,-3 3 2-15,3 0 0 0,3 2-52 0,-3-4-12 16,3 2 0-16,0 5 0 0,0-5 0 0,-3 2 0 16,3-2 0-16,0 6 0 0,0-9 0 0,3 3 0 15,-3 0 0-15,6-3 0 0,-6 0 0 0,6-5 0 16,-3 0 0-16,3 0 0 0,-3 0 0 0,0-5 0 0,0 0 0 16,-3 2 0-16,3-2 0 0,0-3-12 0,-3-5 3 15,3 7 0-15,0-7 9 0,-3 2 12 16,0-2-2-16,0-3-1 0,-3 3-9 0,3 0 0 0,-3 0 0 0,-3-3 0 15,0 3 53-15,0-1 9 0,-3 4 2 0,3-1 0 32,3 3-73-32,-6-2-15 0,-3 2-2 0,-3 2-1 0,0 4-8 15,3-4-1-15,-3 6-1 0,3-5 0 0,-3 5-22 0,-3 5-4 16,6-5-1-16,-2 6-614 0,-1-4-123 0</inkml:trace>
  <inkml:trace contextRef="#ctx0" brushRef="#br0" timeOffset="1071.45">20000 5088 864 0,'0'0'76'0,"0"0"-60"15,0 0-16-15,0 0 0 0,0 0 181 0,0 0 34 16,0 0 6-16,0 0 2 0,0 0-63 0,0 0-12 16,0 0-2-16,0 0-1 0,-3 0-65 0,3 0-12 15,0 0-4-15,-3 3 0 0,0 2-51 0,0 0-13 16,0 0 0-16,3 3 0 0,0 0 54 0,0 3 8 16,0-3 2-16,-3 2 0 0,3 1-52 0,0 2-12 0,0 0 0 0,3 3 0 15,-3-2 0-15,0-1 0 0,0 3 0 0,0-3 0 16,3 3 0-16,-3-3 0 0,0 0 0 15,0 0 0 1,3 1-48-16,-3-4-13 0,0 1-3 0,3-1 0 16,0-2 0-16,-3 6 0 0,6-9 0 0,-3 3 0 15,-3-8-153-15,6 0-31 0,9 2-7 0,0-4-1 0</inkml:trace>
  <inkml:trace contextRef="#ctx0" brushRef="#br0" timeOffset="1399.36">20179 5202 1695 0,'0'0'37'0,"0"0"8"0,0-3 2 0,0 3 1 0,0-8-39 0,0 8-9 0,-3-5 0 0,3 5 0 0,-6 0 112 0,6 0 20 16,-3-5 4-16,3 5 0 0,-9 0-57 0,9 0-12 16,-3 5-3-16,-3-3 0 0,0 4-51 0,3-1-13 15,-3 8 0-15,3-7 0 0,0 2 0 0,0-3 0 16,3 5 0-16,0 1 0 0,-3-3 0 0,6 0 0 16,-3 0 0-16,0 5 0 0,3-5 0 0,0 5 0 15,0-8 0-15,0 6 0 0,0-3 0 0,3 0 0 16,-3-3 0-16,3 1 0 0,0-1 0 0,0-3 0 15,3 1 0-15,-1 0 0 0,1-3 0 0,0 0 0 16,0-3 0-16,3 0 0 0,-3 1 0 0,0-3 0 16,-3-1 0-16,0-2 0 15,0 3 0-15,-6 0 0 0,0-1 0 0,0-7 0 0,3 5 0 0,-3 3 0 16,0-8 0-16,0-3 0 0,0 3 54 0,0-1 8 16,-3 4 2-16,3-3 0 0,-3 2-52 0,0 3-12 15,-3-3 0-15,3 4 0 0,-3 1 0 0,0 1 0 0,0 2 0 16,0 1 0-1,-3 2-48-15,0 0-13 0,0 0-3 0,0 5-682 0,-2-2-137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3-03T22:29:38.54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18570 7438 1623 0,'0'0'36'0,"0"0"7"0,0 0 1 0,0-5 2 0,3-1-37 0,0 4-9 0,0-4 0 16,3 1 0 31,0 0 114-47,0-3 21 0,3 3 4 0,0-1 1 0,0-2-40 0,3 3-8 0,3 0-2 0,0-1 0 15,0 1-30-15,0 0-7 0,2 0-1 0,1-1 0 0,0 4-24 0,0-1-4 0,-3 0-2 0,0 3 0 0,0 0-14 0,-3 0-8 0,-4 3 8 0,1 0-8 16,0-1 0-16,-3 4 0 0,-3-4 0 0,0 6 0 15,-3 0-18-15,-3 3-5 0,0-1-1 0,-3 4 0 32,-3 1-31-32,-3 1-6 0,1 3-2 0,-1-1 0 15,-3 3-17-15,-3 1-4 0,3-4-1 0,-3 1 0 0,3-3 30 0,3 2 7 16,-3-5 0-16,4 1 1 0,-1 1 31 0,3-1 5 16,3-4 2-16,0 3 0 0,0-2 9 0,3-3 0 0,0-3 0 0,3 3 0 15,0-5 18-15,3 2 6 0,3 0 0 0,-3-2 1 16,6 0 24-16,0-3 5 0,0 2 1 0,3 1 0 15,2-3 6-15,1 0 2 0,3 0 0 0,0 0 0 16,0 0-11-16,3 0-3 0,0-3 0 0,-4 3 0 0,4 0-25 0,-3-2-4 16,0 2-2-16,3 0 0 15,-6-3-18-15,0 3 0 0,-4 0 0 0,1-3-9 16,0 3-31-16,0-2-5 16,-3 2-2-16,3-3 0 0,-3 1-181 0,-3-1-36 0,0-10-7 15,3 5-1-15</inkml:trace>
  <inkml:trace contextRef="#ctx0" brushRef="#br0" timeOffset="814.816">18966 7099 1764 0,'0'0'39'0,"0"0"8"0,0 0 1 0,0 0 1 0,0-5-39 0,0 5-10 0,3-3 0 16,-3 3 0-16,0 0 104 0,0 0 18 16,0 0 4-16,0 0 1 0,0 0-59 0,0 0-11 0,3 3-2 0,3 2-1 15,-3-2-26-15,0 5-6 16,0 0-1-16,0 2 0 0,0 1-21 0,0-3 9 16,0 2-9-16,0 1 0 0,0 0 0 0,0-1 0 0,0-2 0 0,-3 3 0 15,3-3 0-15,-3 0 0 0,3 0 0 0,-3-1 0 16,0-1 0-16,-3-1 0 0,3-5 0 0,0 0 0 15,0 0 0-15,0 0 0 0,0 0 0 0,0 0 0 16,0 0 8-16,0 0 2 0,-3-5 0 0,3-1 0 16,-3-4 10-16,3-1 1 0,0-2 1 0,0 0 0 15,3-3 0-15,3-5 0 0,-3 2 0 0,0-5 0 16,3 3-2-16,3 3 0 0,-3-3 0 0,3 5 0 16,0-3-3-16,-3 6-1 0,3 2 0 0,-1 1 0 15,1 2-3-15,0 3-1 0,0-1 0 16,-3 1 0-16,3 2-3 0,-3 3-1 0,3 0 0 0,0 3 0 15,-3 0-8-15,3 2 8 0,-3 3-8 0,3 0 8 16,-3 2-8-16,0 1 0 16,0 2 0-16,-3 0 0 0,2 3 0 0,-2 0 0 0,3 0 0 0,-3 0 0 15,0 2 0-15,-3-2-9 0,3 0 9 0,-3-3-13 16,3 1-8-16,-3-1-2 0,0 0 0 16,-3-2 0-16,3-1-15 0,0 1-3 0,-3-3-1 0,3 0 0 15,0-3-96-15,-3 3-19 0,3-8-4 0,0 0-853 16</inkml:trace>
  <inkml:trace contextRef="#ctx0" brushRef="#br0" timeOffset="1021.622">19368 7184 1861 0,'0'0'40'0,"0"0"9"0,0 0 2 0,0 0 2 0,0 0-42 0,0 0-11 16,0 0 0-16,0 0 0 0,6-3 94 0,-3 3 17 0,3-2 3 0,0-1 1 15,0 0-35-15,0 3-8 0,0-2 0 0,0-1-1 16,0 0-17-16,0 3-3 0,3-2-1 0,0-1 0 16,0 0-14-16,0 1-4 0,2-1 0 0,-2 3 0 15,3-5-16-15,0 2-4 16,-3 1-1-16,3-1 0 0,3 0-11 0,-3 3 0 0,0-2 0 0,0-1 0 47,2 0-16-47,-2 3-6 0,0-5-1 0,0 2 0 0,0 1-115 0,0-1-23 0,-3-2-5 0,0 2-904 0</inkml:trace>
  <inkml:trace contextRef="#ctx0" brushRef="#br0" timeOffset="1356.478">19767 6933 2214 0,'0'0'48'0,"-3"-6"11"0,3 4 1 0,0-4 3 0,-3 4-51 0,3-4-12 15,0 4 0-15,3-4 0 16,-3 4 107-16,0 2 18 0,3-6 4 0,-3 6 1 0,0 0-41 0,0 0-8 15,3-2-1-15,-3 2-1 16,0 0-26-16,0 0-5 0,0 0 0 0,0 0-1 0,3 2-15 0,0 4-2 16,0-1-1-16,0 3 0 0,0-3-9 0,-3 1-3 15,3 2 0-15,-3 2 0 0,0-2-9 0,0 3-8 16,0 2 12-16,0 0-12 0,0 3 8 0,-3 0-8 16,3 0 0-16,0 2 0 0,0-2 0 0,-3 3 0 15,3-3 0-15,0 2 0 0,-3-2 9 0,3-3-9 0,0 3 0 0,-3-3 9 16,3 3-9-16,0-5 0 0,0-1 0 0,3 1 0 31,-3-1-116-31,0-2-26 0,3 0-5 0,0 0-1 16,0 0-121-16,-3-8-25 0</inkml:trace>
  <inkml:trace contextRef="#ctx0" brushRef="#br0" timeOffset="2789.11">20199 7448 1074 0,'0'0'30'0,"0"0"8"0,0 0-30 0,0 0-8 0,0 0 0 0,0 0 0 16,0 0 104-16,0 0 19 0,0 0 4 0,0 0 1 0,0 0 0 0,0 0 0 15,0 0 0-15,0 0 0 0,0 0-52 0,0 6-9 16,0-6-3-16,0 5 0 15,3 0 0-15,0 1 0 0,3-4 0 0,-3 4 0 0,3-1 0 0,-1-2 0 16,1-1 0-16,3 3 0 0,0-2-51 0,3 0-13 16,3-1 0-16,-3 1 0 0,3 0 54 0,3-1 8 15,0 1 2-15,2 0 0 0,1-3-64 0,3 2-12 16,-3-2-2-16,3 0-1 0,0 0 15 0,-1 0-12 16,-2-2 12-16,3 2-12 15,-3-6-32-15,-3 4-5 0,3-1-2 0,-4-2 0 16,4-1-184-16,-3-1-37 0,15-9-7 0,-6 0-605 0</inkml:trace>
  <inkml:trace contextRef="#ctx0" brushRef="#br0" timeOffset="3082.335">20979 7221 1698 0,'0'0'48'0,"0"0"11"0,0 0-47 0,0-5-12 0,0 5 0 0,-3-6 0 15,3 6 149-15,0 0 28 0,0 0 6 0,0 0 1 16,0 0-60-16,0 0-11 0,0 0-2 0,0 0-1 15,0 0-46-15,0 0-8 0,0 0-3 0,0 0 0 16,0 0-21-16,0 8-5 0,-3-2-1 0,3 4 0 16,0-2-13-16,-3 3-2 0,3-1-1 0,-3 3 0 15,3 1-10-15,0-1 0 0,0 3 9 0,0 0-9 16,-3 2 0-16,3 1 0 0,0 2 0 0,-3 3 0 16,3 0 0-16,0-1 0 0,0 1 0 0,0 3 0 15,0-6 0-15,0 3 0 0,-3-3 0 0,3 0 0 16,-3 0-24-16,3-2-4 0,-3-1 0 0,0-5 0 15,0 3-88-15,0-5-19 0,0 2-3 0,-3-5-643 16,3 3-129-16</inkml:trace>
  <inkml:trace contextRef="#ctx0" brushRef="#br0" timeOffset="3452.369">21154 7017 1958 0,'-3'-13'43'0,"0"5"9"0,3 3 1 0,0-3 3 0,0 0-45 0,3 0-11 0,0 3 0 0,0-3 0 15,0 5 106-15,0-2 19 0,3 2 4 0,-3 3 1 16,-3 0-43-16,9 0-9 0,-3 3-2 0,0-1 0 16,3 1-25-16,-3 5-6 0,3 0-1 0,3 2 0 15,-3 6-17-15,-1 3-4 0,4 2-1 0,-3 6 0 16,3-1-8-16,0 3-2 0,-3 0 0 0,3 3 0 15,0-3-12-15,-3 3 8 0,3-3-8 0,-6 0 0 47,0 3-19-47,0 0-9 0,-3 2-3 0,0 0 0 0,-1 3 31 0,-2-2 0 0,0-1 0 0,0 1 0 0,0-4 0 0,-2 1 0 0,-4-3 0 0,0 0 0 16,-3-2 0-16,0 2 0 0,-6-3 0 0,0 1 0 16,0-1 0-16,-3 3 0 0,-3-2 0 0,1-1 0 15,-4 1-57-15,-3-3-6 0,0-1-1 0,0-2 0 16,-2 1-156-16,-1-6-31 0,-3 2-6 0</inkml:trace>
  <inkml:trace contextRef="#ctx0" brushRef="#br0" timeOffset="3923.586">18499 7057 1792 0,'-12'-13'51'0,"6"5"10"0,0 0-49 0,0 0-12 0,0 0 0 0,0 3 0 15,0-3 85-15,0 2 15 16,1 1 2-16,-1 0 1 0,0 2-57 0,0 0-11 0,-3 3-3 0,0 6 0 0,0-1-32 0,0 3 0 15,0 3 0-15,-3 7 0 0,0 3 0 0,3 6 0 16,-3 2 0-16,0 3 0 16,4 2 0-16,-4 0 0 0,3 1 0 0,3 4 0 0,0 1 0 0,3 3-12 15,3 4 3-15,0 3 1 0,6-2 8 0,3-3 0 16,3-3 0-16,2 1 0 0,4-4 0 0,0 1 0 16,3-3 0-16,3 5 8 0,0-4-8 0,-1-1-10 15,7-6 10-15,-3 4-13 16,0-6-11-16,-3-5-1 0,2-3-1 0,1-3-910 0</inkml:trace>
  <inkml:trace contextRef="#ctx0" brushRef="#br0" timeOffset="4439.567">17561 7919 1695 0,'0'0'37'0,"0"0"8"0,0 0 2 0,0 0 1 0,3-5-39 0,-3 5-9 16,3-5 0-16,0 2 0 0,-3 3 112 0,3-5 20 0,0 2 4 0,-3 3 0 15,3-5-57-15,3 2-12 16,-3 1-3-16,3-1 0 16,0 0 0-16,0 3 0 0,3-2 0 0,0-1 0 0,3 3-51 0,0-3-13 0,3 3 0 0,2 0 0 31,1-2 54-31,3-1 8 0,0 1 2 0,0-1 0 0,3-2-52 0,2-1-12 0,7 1 0 0,3 0 0 16,-3-1 0-16,2 1 0 0,1 0 0 0,-3 2 0 31,3 1-48-31,-7-4-13 0,-2 4-3 0,-3-4 0 15,-3 1-64-15,-3 0-14 0,-1-1-2 0,-5 1-554 0,0 0-110 0</inkml:trace>
  <inkml:trace contextRef="#ctx0" brushRef="#br0" timeOffset="4781.415">18011 7597 1728 0,'0'0'38'0,"-6"-6"8"0,0 1 2 0,0 2 0 0,3-2-39 0,-3 2-9 0,0 1 0 0,0-1 0 0,0 1 104 0,6 2 20 16,-6 0 3-16,0 0 1 0,6 0-52 0,0 0-9 31,-6 2-3-31,3 1 0 0,-3 2 0 0,3 3 0 0,3-3 0 0,-2 6 0 0,2-3-51 0,-3 2-13 16,3 4 0-16,0-1 0 0,0 0 54 0,0 3 8 15,0-3 2-15,0 6 0 16,0-3-52-16,0 2-12 0,0 3 0 0,0 6 0 0,0-3 0 0,3 5 0 15,-3 0 0-15,0 0 0 0,2 0 0 0,-2-2 0 16,0-1 0-16,0-2 0 0,0-3 0 0,3-3 0 0,-3 1 0 0,0 0 0 31,3-6-48-31,0 3-13 0,3-3-3 0,-3 0 0 16,0-2-153-16,6-1-31 0</inkml:trace>
  <inkml:trace contextRef="#ctx0" brushRef="#br0" timeOffset="8582.366">22750 6017 1332 0,'0'0'37'0,"0"0"10"0,3 3-38 0,0 2-9 0,3 0 0 0,0 1 0 0,-4 1 80 0,4 4 15 0,0-3 2 0,0 3 1 0,-3-1-29 0,3 3-5 0,0 1-2 0,-3 1 0 0,0-1-38 0,0 2-8 0,-3-1-2 0,0 4 0 16,-3-3-14-16,0 0 0 0,0 0 8 0,-3-1-8 16,3-4 0-16,-3 0 0 0,0-1 8 0,-3-2-8 0,4-3 12 0,-1 1-1 15,-3-4 0-15,6 1 0 16,3-3 14-16,-9 0 3 0,3-3 1 0,0 1 0 0,3-4 2 0,0-4 0 15,3 2 0-15,0-5 0 0,3-1 12 0,0-1 2 16,0-1 1-16,3 0 0 0,3-3-5 16,0 3-1-16,0 3 0 0,2-3 0 0,4 6-12 15,-3-3-4-15,6 5 0 0,-3 0 0 0,3 0-5 0,-3 2-2 16,3 1 0-16,-1 3 0 0,1 2-2 0,-3-3-1 16,3 6 0-16,-3-3 0 0,-3 2-2 0,0 3 0 15,0 1 0-15,-3-1 0 0,2 3-12 0,-2 0 0 0,-3 2 0 0,0 1 0 16,0 2-13-16,0 1-6 0,-3 1-1 0,0 4 0 31,0-3-36-31,-3 2-7 0,3-2-1 0,-3 0-1 16,3 0-102-16,-3-3-20 0,0-2-4 0</inkml:trace>
  <inkml:trace contextRef="#ctx0" brushRef="#br0" timeOffset="8862.83">23309 6184 1778 0,'0'0'39'0,"0"0"8"0,0 0 1 0,0 0 3 0,0-6-41 0,0 6-10 0,0-2 0 0,0 2 0 16,3-6 115-16,0 4 21 0,3-1 4 0,0 1 0 15,0-1-45-15,6 0-10 0,-3 1-1 0,3-1-1 16,3 0-31-16,-3 1-5 0,5-1-2 0,1 0 0 16,0-2-10-16,6 2-3 0,0-2 0 0,3 2 0 0,-1-2-18 0,1 3-4 15,0-4-1-15,0 4 0 0,-3 2-9 16,2-3 0-16,-5 0 0 0,0 3 8 0,-3 0-21 0,0-2-5 15,-3 2-1-15,-3-3 0 16,-4 3-122-16,1 3-25 0,-3-3-5 0,-6 0-916 0</inkml:trace>
  <inkml:trace contextRef="#ctx0" brushRef="#br0" timeOffset="9034.749">23461 6274 1410 0,'0'0'40'0,"-6"2"9"0,3 1-39 0,3-3-10 15,0 0 0-15,0 0 0 0,0 0 116 16,0 0 20-16,0 0 5 0,0 0 1 0,3 5-26 0,0 1-6 0,3-6-1 16,0 2 0-16,0-2-28 0,3 0-5 0,3-2-2 0,-3-1 0 15,6 0-30-15,-3 1-5 0,2-1-2 0,4-2 0 16,0-1-22-16,0 4-5 0,0-4-1 0,0 4 0 16,0-4-24-16,2 1-5 0,-2 0 0 0,3 2-1 31,0-2-187-31,-6 0-38 0</inkml:trace>
  <inkml:trace contextRef="#ctx0" brushRef="#br0" timeOffset="9802.068">24434 6102 1908 0,'0'0'42'0,"3"-3"9"0,3-2 1 0,-3 2 1 0,3 0-42 0,-3 1-11 0,0-1 0 0,-3 3 0 16,0 0 81-16,0 0 15 16,0-5 2-16,0 5 1 0,0 0-44 0,0 0-9 0,-3-5-2 0,-3 2 0 15,0 0-19-15,0 3-4 0,-3 0-1 0,1 3 0 16,-1 0-20-16,0-1 0 16,-3 4 0-16,0-4 0 0,0 3 0 0,-3 1 0 0,0-1 0 0,0 6-8 15,0-3-2-15,1-1 0 16,-1 1 0-16,3 3 0 0,-3-3-1 0,3 3 0 0,0-4 0 0,3 4 0 15,0 0 3-15,0-3 0 0,3 0 0 0,-3-1 0 16,6 1 0-16,0 0 0 0,3-2 0 0,3 2 0 16,0-1-2-16,0 1 0 0,3 0 0 0,0 0 0 15,3-2 10-15,0 2-10 0,0-3 10 0,3-3-10 16,0 1 10-16,3 0 0 0,0-1 0 0,2-2 0 16,1 0 0-16,3 0 0 0,-3-2 0 0,0-4 0 0,3 4-17 15,-3-3-2-15,-1-3 0 0,1 2 0 16,-3-2-45-16,-3 0-8 0,0-2-3 0,0 2 0 15,-3-3 9-15,-3 3 2 0,-3-2 0 0,0 2 0 0,-3-3 64 0,0 3 20 16,0-2 1-16,-3-1 0 16,0 3 39-16,0 0 8 0,0 0 2 0,-3 0 0 0,0 0-1 0,3 3 0 15,0 3 0-15,-3-4 0 16,3 4-17-16,3 2-3 0,0 0-1 0,0 0 0 0,0 0-17 0,0 0-4 16,0 0-1-16,0 0 0 0,0 0-9 0,0 0-1 15,0 0-1-15,-6 8 0 0,6-3 15 0,-3 3 3 16,3 0 1-16,-3 2 0 0,3 1-3 0,0 2-1 0,-3 3 0 15,3 0 0 1,-3 0-4-16,0 2-1 0,0 1 0 0,0-1 0 0,0 1-14 0,-3-1-3 0,3-2-8 16,0 0 12-16,0 0-12 0,0 0 0 0,0-3 0 15,0 0 0 1,1 1 0-16,-1-4-18 0,3 1 2 0,0 2 1 16,0-5-23-16,0 2-5 0,0 1-1 0,3-3 0 15,-3 0-97-15,0 0-20 0,2-3-4 0</inkml:trace>
  <inkml:trace contextRef="#ctx0" brushRef="#br0" timeOffset="11687.881">22250 7464 1497 0,'0'0'32'0,"0"0"8"0,0 0 0 0,0 0 4 0,-6 0-36 0,6 0-8 16,0 0 0-16,-3-2 0 0,3 2 104 0,0 0 20 31,-3-6 3-31,3 6 1 0,0 0-52 0,0 0-9 0,0 0-3 0,0 0 0 0,3-2 0 0,3-1 0 15,0 0 0-15,2 3 0 16,4 0-51-16,3 0-13 0,3 0 0 0,6 0 0 0,0 0 20 0,0 3 0 16,5-3 1-16,1 3 0 0,0-3-11 0,0 0-2 0,-1 0-8 0,1 0 12 31,-3 0-12-31,0 0-8 0,0-3 8 0,-1 0-13 16,-2 3-16-16,0-2-3 0,-6 2-1 0,3-3 0 15,-6 3-43-15,-1-2-9 0,-5 2-2 0,0 0 0 16,-3-6-130-16,0 4-27 0,6-6-4 0,-12 8-2 15</inkml:trace>
  <inkml:trace contextRef="#ctx0" brushRef="#br0" timeOffset="11952.872">22589 7300 1552 0,'0'0'44'0,"-3"-2"10"0,-3-4-43 0,3 4-11 0,-3-4 0 0,6 6 0 16,-6-2 104-16,3-1 20 15,3 3 3-15,0 0 1 0,0 0-32 0,-6 0-7 0,0 0-1 0,6 0 0 16,0 0-32-16,-3 5-8 16,0 1 0-16,0-1-1 0,3 3-20 0,-3-3-4 0,3 3-1 0,0 3 0 0,0-1-13 0,3 1-9 15,0 2 12-15,0 3-12 16,0 3 8-16,0-4-8 0,3 7 0 0,-3-1 0 16,0-3 0-16,3 3 0 0,-3-2 0 0,0 2-9 15,3-2-15-15,-3-1-4 0,3-2 0 0,-3 0 0 16,3-3-28-16,-3 0-7 0,3 1-1 0,0-4-618 15,-3-2-124-15</inkml:trace>
  <inkml:trace contextRef="#ctx0" brushRef="#br0" timeOffset="12321.827">23021 7290 1661 0,'0'0'47'0,"-3"-3"10"0,3 3-45 0,-6-3-12 16,3-2 0-16,3 5 0 0,-3-3 100 0,3 3 19 0,0 0 3 0,0 0 1 15,0 0-43-15,0 0-9 0,3-5-2 0,3 3 0 16,-3-1-13-16,5 0-2 16,-2 3-1-16,3 0 0 0,0 0-5 0,3 0 0 0,3 3-1 0,0 0 0 15,3-3-11-15,0 2-3 0,0 1 0 0,2 2 0 16,-2-2-17-16,0 2-4 0,0 0-1 0,-3 3 0 15,0 0-11-15,-3 0 0 0,0 3 0 0,-4 2 8 16,1 0-8-16,0 0 0 0,-6 3 0 0,0 6 0 16,0-4 0-16,-3 3 0 0,0 3 0 0,-3 0 0 0,-3 0 0 15,0-1 0-15,-3 4 0 0,1-6 0 0,-1 3-16 16,0-6 5-16,-3 1 1 0,3-1 0 16,-3-2-8-16,3 0-2 0,0-3 0 0,0 1 0 15,3-4-38-15,0 1-8 0,0-3-2 0,0 2 0 16,3-2-158-16,3-8-32 0,0 0-6 15,0 0-2-15</inkml:trace>
  <inkml:trace contextRef="#ctx0" brushRef="#br0" timeOffset="12571.13">23181 7586 1926 0,'-9'-5'42'0,"0"-1"9"0,0-1 1 0,-2 1 3 0,2 1-44 0,0-3-11 0,0 3 0 0,3 2 0 0,0 0 86 0,6 3 15 0,0 0 3 15,0 0 1-15,0 0-35 0,0 0-7 0,3 3-2 0,6 2 0 0,0 1-1 0,3-4-1 0,0 4 0 0,2-1 0 16,1-2-19-16,3-1-4 0,0-2-1 0,3 3 0 16,-3-6-22-16,3 3-4 0,-4-2-1 0,1 2 0 15,3-6-16-15,-3 4-4 0,0-4-1 0,-3 1 0 32,3 0-119-32,-1-1-23 0,1-1-5 0,0 1-943 0</inkml:trace>
  <inkml:trace contextRef="#ctx0" brushRef="#br0" timeOffset="13075.312">22404 8290 1418 0,'0'0'40'0,"0"0"9"0,0 0-39 0,0 0-10 0,0 0 0 0,0 0 0 16,0 0 124-16,0 5 24 0,3 0 4 0,0 1 0 16,3-1-32-16,0 0-8 0,0-2 0 0,3 2-1 15,3 1-31-15,0-4-7 0,3 4-1 0,-3-1 0 16,6-3-28-16,-4 1-7 0,4 0-1 0,0-1 0 0,-3 1-20 0,0-3-5 16,3 3-1-16,0-3 0 0,0 0-10 0,-1 0 0 15,4-3 0-15,3 3-11 31,0-5-29-31,0 2-7 0,-1 0-1 0,1 1 0 0,3-3-180 0,-3-1-36 0,24-2-7 16,-19 0-1-16</inkml:trace>
  <inkml:trace contextRef="#ctx0" brushRef="#br0" timeOffset="13546.797">23250 8155 1864 0,'0'0'41'0,"-9"-3"9"0,3 1 2 0,-3-1 0 0,3 0-42 0,0 1-10 0,0-1 0 0,0 0 0 16,0 1 74-16,0 2 13 0,6 0 2 0,-6-3 1 15,3 1-21-15,3 2-4 0,0 0-1 0,0 0 0 16,0 0 0-16,0 0 0 0,0 0 0 0,0 0 0 15,0 0-64-15,3 0-9 0,3 0-4 0,3 0-1 16,3 0 31-16,0 0 7 0,3 2 0 0,-3 1 1 16,3-1-5-16,-1-2 0 15,4 3-1-15,-3 0 0 0,3-1-10 0,0 4-1 0,-3-4-8 0,-3 1 12 47,0 0-12-47,0-1 0 0,-4 1 0 0,1 0 0 0,-3 2 0 0,0 0 0 0,0 0 0 16,0 3 0-16,-3 0 0 0,0 3 0 0,-3-1-12 0,0 4 12 0,0-1-16 0,-3 3 4 0,3 0 1 0,-3 5 0 15,0-3-1-15,-3 4-1 0,3-4 0 0,0 3 0 0,-3-2 5 0,3 2 8 16,-3-3-13-16,1 1 5 16,-1-1-15-16,-3-2-2 0,3 0-1 0,0 0 0 15,0-3-6-15,0 1-2 0,0-4 0 0,0 1 0 16,3-1-14-16,0-2-2 0,0 0-1 0,0 0 0 16,-3 0-25-16,3-3-4 0,3-5-2 0,-3 6-535 0,3-6-107 15</inkml:trace>
  <inkml:trace contextRef="#ctx0" brushRef="#br0" timeOffset="13802.766">23166 8494 2095 0,'0'0'46'0,"0"0"10"0,0 0 1 0,0 0 2 0,0 0-47 0,0 0-12 0,0 0 0 0,0 0 0 16,6 2 111-16,3-2 20 0,0 3 4 0,3-3 1 15,0 0-48-15,3-3-10 0,0 3-2 0,0-5 0 16,3 2-33-16,-4 1-7 0,4-4-2 0,3-2 0 16,0 3-34-16,-3-3 0 0,3-2-15 0,-1-1 5 15,1 1-165-15,3-1-33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09-16T19:29:44.97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13900 2498 1132 0,'-21'0'420'0,"21"0"-328"0,-12 0-24 0,4 2 228 31,5 1-176-31,-6 0 136 0,6 2-148 0,0-5 48 16,3 3-92-16,-3 2 36 16,6-5-60-16,0 3 52 31,3 2-56-31,6-5 44 0,5 0-44 0,7 0 0 15,3 0-24-15,3 0-8 16,2 3 0 0,1-1-4-16,0 1 0 0,-3-3-80 15,-3 0 44-15,-4-3-400 16,-2 3 240-16,-3-5-444 16,0 5 364-16</inkml:trace>
  <inkml:trace contextRef="#ctx0" brushRef="#br0" timeOffset="223.69">14186 2448 904 0,'-18'-11'332'0,"18"11"-256"0,-15-13-24 16,6 5 256 0,3 8-180-16,-3-8 144 15,3 0-160-15,-2 3 136 16,5-1-144-16,-3 4 28 16,6 2-80-16,-3 2-20 15,3 9-20-15,-3-3-12 0,6 8 4 0,-3 5 4 31,0-3-4-31,0 12-4 0,0-1 4 16,-3 8-24-16,3 0 12 0,-3 5-100 31,3-8 56-31,-3 1-468 0,6-6 284 0</inkml:trace>
  <inkml:trace contextRef="#ctx0" brushRef="#br0" timeOffset="928.62">15091 2350 1008 0,'-12'-6'372'0,"12"6"-288"15,-9 0-24-15,3 0 88 16,6 6-92-16,-3-6 60 16,3 2-72-16,0 4 16 15,3-6-40-15,3 2 60 16,3 1-44-16,6 0 56 16,6 2-56-16,8-5 28 15,1 8-36-15,12-8 28 16,-3 0-32-16,17 0 12 15,-2 0-20-15,20 0 0 0,-5 2-8 16,2-2 4 0,-6 6-8-16,7-6-4 47,-10 0 4-47,1 0 4 15,-9 0-4-15,-10-6 24 0,-5 6-16 0,-12-2 12 0,-4-4-12 0,-8-1 20 0,-3-1-20 16,-12-6 4-16,0 4-8 0,-15-9 4 15,3 3-8-15,-17-7-4 16,2 1 4-16,-12-1 4 16,4 4-4-16,-7 1 32 15,9 4-20-15,-6-2 48 16,13 8-36 0,2-5 4-16,9 8-20 0,6 2 0 31,6 6-4-31,9 5 4 0,6 5-8 0,12 8 24 15,2 0-16-15,13 3 4 16,3 5-8-16,5 3 20 16,1 3-16-16,-6-6 12 15,-4 0-12-15,-11-5 12 16,-3-1-16-16,-15-1 16 16,-3-4-16-16,-15-2 4 15,-3 2-4-15,-18 1-76 16,1-6 36-16,-19 3-452 15,6 0 264-15</inkml:trace>
  <inkml:trace contextRef="#ctx0" brushRef="#br0" timeOffset="1622.84">14332 2437 872 0,'9'-5'324'0,"-9"5"-252"0,6-3-20 16,-6 0 216-16,0 3-156 0,0-2 168 0,0-4-164 0,0-1 92 16,0 4-120-16,0-5 84 15,6 3-96-15,0-3 28 0,6 2-60 0,2-2 36 16,1 6-44-16,3-6 0 16,0 5-24-16,0 3-8 15,3 3 0-15,-6 5-4 16,-1 0 0-16,-2 8 0 15,-3-3 0-15,-9 3-12 16,3 5 8-16,-12-3-24 16,3 9 16-16,-9 2-20 15,1 0 16-15,-7 0 0 16,3 3 8-16,0-3 8 16,6-5 0-16,0-6 0 15,6 1 0-15,6-6 16 16,9 0-8-16,3-10 24 15,6 2-20-15,3-5 12 16,0 0-12-16,2 0 0 16,4 0-4-16,3-5-24 15,-3 2 8-15,6 3-384 16,-1 0 216-16,1 0-812 16,0 0 556-16</inkml:trace>
  <inkml:trace contextRef="#ctx0" brushRef="#br0" timeOffset="2990.15">16936 2072 1152 0,'-15'-16'428'0,"15"16"-332"15,-14-3-28-15,2 3 68 16,3 3-88-16,-12 2 68 16,6-2-64-16,-9 10 24 15,3 8-44-15,-5 8 8 16,8 3-24-16,-3 10-8 15,9-2-4-15,3 2-16 16,9-4 8-16,6-9 4 16,3 0 0-16,9-8 0 15,3-5 0-15,5-3 68 63,4 3-36-63,0-13 128 0,-3 2-88 0,-3-13 108 0,-1 3-104 0,-5-11 76 0,-3 0-88 0,-6-11 4 15,0 6-44-15,-9-11 12 0,3 3-20 0,-12-2 0 16,3 2-8-16,-12-1-32 16,3 9 12-16,-11 5-64 15,5 0 40 1,-6 9-176-16,6 4 116 0,3 6-696 16,6 4 440-16</inkml:trace>
  <inkml:trace contextRef="#ctx0" brushRef="#br0" timeOffset="3357.95">17484 2164 1256 0,'30'-29'464'0,"-30"29"-360"0,3-13-28 15,-6 10 256 1,0-2-196-16,-6 5 88 16,0 0-132-16,-9 0 0 15,0 5-56-15,-6 6-4 16,4 5-20-16,-7 10-8 31,6 3 0-31,-3 3-4 0,6 3 0 0,3 2 0 16,9-8 0-16,6 0-20 15,6-3 12-15,9-4 4 16,6-7 4-16,9-4 24 16,0-8-12-16,8-6 48 15,4 3-32-15,3-13 72 0,-4 5-52 0,-5-19 28 16,-6 4-44-16,-6-9 16 15,-4-3-28 1,-11-4 0-16,0 4-12 0,-15 4-16 31,0 1 4-31,-17 1-48 0,-1 13 24 0,-15-2-80 16,6 7 56-16,-8 3-376 16,11 8 232-16</inkml:trace>
  <inkml:trace contextRef="#ctx0" brushRef="#br0" timeOffset="3758.55">18237 2061 1132 0,'3'-13'420'0,"-3"13"-328"0,0-8-24 0,0 8 252 62,0 0-188-62,0-8 116 0,0 8-148 0,0-8 80 0,0 8-104 0,0 0 36 0,0 0-64 0,0 0 12 16,0 3-40-16,0 5 16 0,0 2-20 0,0 6-16 16,0 5-4-16,0 11 28 15,0-3-12-15,0 14 4 31,0 2-8-31,0 0-8 0,0-6 4 0,0-2-4 16,3-2 0-16,-3-4 0 31,3-1 0-31,-3-4-56 0,3 0 32 0,3-7-368 16,3-6 216-16,6-5-568 16,6-8 416-16</inkml:trace>
  <inkml:trace contextRef="#ctx0" brushRef="#br0" timeOffset="4182.26">18654 2239 1172 0,'18'-59'436'16,"-18"59"-340"-16,12-37-24 0,-9 21 232 15,3 8-180-15,-3-10 152 16,-1 7-160-16,1 3 72 16,0 3-108-16,-6 0 16 15,3 10-56-15,-3 0 4 16,1 6-28-16,-1 15-16 15,3-2-4-15,3 13 4 16,2 0 0-16,10 6 0 16,3-6 0-16,12 0 0 15,3-8 0-15,5-3 0 16,-2-4 0-16,3-9 24 16,0 0-12-16,-1-13 24 15,1 0-24-15,-3-13 32 0,-4 0-28 0,-5-11 32 16,-3-3-32-16,-12-12 40 31,0 1-32-31,-15-6-24 0,0 6 0 0,-18 4-20 16,3 10 12-16,-15 0-76 15,4 6 48-15,-16 7-348 32,3 3 212-32,-17 8-796 0,5 8 540 0</inkml:trace>
  <inkml:trace contextRef="#ctx0" brushRef="#br0" timeOffset="4711.64">13620 3641 1016 0,'-6'-5'376'0,"0"5"-292"0,4-3-20 0,-1 0 228 16,3 6-172-16,-3-3 128 16,6 0-144-16,-3 0 64 15,0 0-96-15,3 0 76 31,2 3-84-31,4 2 28 0,3-5-52 0,3 3-4 16,3 2-24-16,0-3 0 16,3 1-4-16,3-3-40 15,2 0 16-15,7 0-480 16,-3 0 276-16</inkml:trace>
  <inkml:trace contextRef="#ctx0" brushRef="#br0" timeOffset="5139.87">14070 3575 1288 0,'0'-8'476'0,"0"8"-368"0,9-19-32 0,-6 9 268 16,3 4-204-16,3-7 120 31,0 3-152-31,2-6 28 0,1 2-80 0,3-1 28 16,3 1-48-16,3 1 0 31,0 5-24-31,0 6-16 0,-1 2 0 0,-2 8-4 16,-3 5 0-16,-6 11-20 15,-3-1 16-15,-9 6-32 16,-3 1 28-16,-9-1-20 16,0 0 20-16,-5 0 8 15,5-5 8-15,-3 2 8 16,3-2-4-16,0-5 8 15,9 2-8-15,0-8 8 16,6 0-8-16,3-5 8 16,6-5-8-16,6-6 16 15,6 3-12-15,6-8 4 16,2 0-4-16,10 0-68 16,-3 6 32-16,2-4-348 15,-5 6 204-15,0 0-988 16,-3 3 640-16</inkml:trace>
  <inkml:trace contextRef="#ctx0" brushRef="#br0" timeOffset="5946.17">14957 3617 1068 0,'-3'0'396'0,"3"0"-308"0,3 5-24 16,0-2 196-1,0 0-156-15,3-1 88 0,6 1-108 0,9-3 48 16,2 3-76-16,16-3 48 31,0 0-60-31,11 0 4 0,-2 0-28 0,9-3-4 16,-7 3-8-16,13-5 12 15,-4 2-12-15,7-2-4 16,-13 2 0-16,-5-2-16 16,-6 5 8-16,-10-6 20 15,-8 4-8-15,-6-6 16 16,-6 5-16-16,-9-7 24 15,0 4-20-15,-12-4 12 16,3-1-12-16,-15-7 28 16,0 4-24-16,-11-7 32 15,5 5-32-15,-9 1 12 32,6 1-16-32,0 4 20 0,10 4-20 0,2-1 24 15,6 1-24-15,6 4 4 16,6 2-8-16,9 0 20 15,3 8-16-15,9-1 4 16,5 1-8-16,4 6-8 16,0-1 4-16,0 3-4 15,-4 2 0-15,-2 1 0 16,0-1 0-16,-6 1 0 16,-3-1 0-16,-6 1 16 15,0-3-8-15,-6 0 16 0,0-3-16 16,-9 0 4-1,0 3-4-15,-9-8 4 0,3 5-8 0,-9-5-64 16,3 3 32-16,-3-3-544 16,7 2 316-16</inkml:trace>
  <inkml:trace contextRef="#ctx0" brushRef="#br0" timeOffset="11044.51">16302 3289 1785 0,'0'0'39'0,"0"0"8"0,3-3 1 0,0-2 4 0,0 0-42 0,3-1-10 0,-3 1 0 0,-3 5 0 15,3 0 72-15,3-5 13 0,-6 5 3 0,3-3 0 16,-3 3-38-16,6 0-7 0,-6 0-2 0,3 0 0 15,3 3-19-15,-3 2-4 0,3-2-1 0,0 2 0 16,-3 8 1-16,0-5 0 0,3 5 0 0,-3 3 0 16,0 6 2-16,3 1 1 15,-3-1 0-15,0 4 0 0,-3 0-21 0,3-2-10 0,0 3 1 0,-3-3 0 16,3-1 58-16,-3-4 12 0,0-1 3 0,0 1 0 16,0-3-52-16,0 0-12 0,0 5 0 0,0-8 0 15,0 3-16-15,0 2-7 0,0 1-1 0,-3-6 0 16,3 6 24-16,0-3 0 0,-3 2 0 0,3-5 0 0,0 3 0 15,3 0-12-15,-3-8 4 0,0 5 8 16,3-5-55-16,-3 0-3 0,3-5-1 0,-3-3-658 16,5 0-132-16</inkml:trace>
  <inkml:trace contextRef="#ctx0" brushRef="#br0" timeOffset="11459.08">16782 3302 1728 0,'0'0'38'0,"0"0"8"0,0-8 2 0,0 3 0 0,0 2-39 0,0-2-9 0,0-3 0 0,0 3 0 16,0 5 91-16,0 0 16 0,0-3 3 0,0 3 1 63,0-8-24-63,0 8-5 0,0 0-1 0,0 0 0 0,0 0-13 0,0 0-4 0,0 0 0 0,0 0 0 0,0 0-51 0,3 8-13 0,0-3 0 0,-1 6 0 0,1 2 0 0,0 0 0 0,0 6 0 0,0 2 0 15,3 3 0-15,-3 2 0 0,0 4 0 0,0-7 0 0,3 4 0 16,-3-3 0-16,0-3 0 0,-3 3 0 0,3-3 54 0,0-5 8 15,0 0 2-15,0-1 0 0,-3 1-52 0,3 3-12 16,-3-9 0-16,0 9 0 0,3-6 0 0,-3 3 0 16,0 0 0-16,3-3 0 31,-3 3-48-31,3-5-13 0,0 2-3 0,0 0 0 0,0-2-68 0,0-1-13 0,3-2-3 0,0 0-881 0</inkml:trace>
  <inkml:trace contextRef="#ctx0" brushRef="#br0" timeOffset="11862.63">17514 3479 1728 0,'0'0'38'0,"-3"-5"8"0,0-3 2 0,-3-2 0 0,3-1-39 0,0 3-9 0,-3-2 0 0,3-1 0 16,-3 3 81-16,-3 5 15 0,3-5 2 0,-3 3 1 31,3 3-31-31,-3 2-5 0,0 0-2 0,1 0 0 0,-1 2-18 0,-3 6-4 0,3 0-1 0,0 5 0 15,3 1-22-15,-3-1-4 0,0 5 0 0,3 1-1 16,0-1-11-16,0 1 0 0,0-1 0 0,0-2 0 16,3 3 0-16,3-3 0 0,-3-1 0 0,3 1 0 15,3-2 0-15,0 1 0 0,0 4 0 0,3-8 0 16,0 4 0-16,0-1 0 0,3-1 8 0,0-2-8 16,3-1 8-16,0-2-8 0,3-3 8 0,2-2-8 15,1 0 16-15,3-6-3 0,0 0 0 0,3-2 0 16,3 0 11-16,-4-3 3 0,-2-3 0 0,3 6 0 15,-3-8-17-15,0 2-10 0,-6 1 12 0,0 2-12 16,-1-3 20-16,-5-2-4 0,0 0 0 0,0-1 0 0,-3-2-1 16,-3 1-1-16,0-1 0 0,-3-8 0 15,-3 5-4-15,0-2-1 0,-3-3 0 0,-3 3 0 0,0-3 8 0,-3 3 2 16,-2 0 0-16,-4 3 0 16,0 2-67-16,-3 2-12 0,0 1-4 0,-6 3 0 0,4 4 52 0,-1 1 12 15,-3 2 0-15,3 3 0 16,3 0-156-16,3 3-29 0,4 2-6 0,-4-2-794 0</inkml:trace>
  <inkml:trace contextRef="#ctx0" brushRef="#br0" timeOffset="12213.4">18225 3231 1792 0,'0'0'51'0,"0"0"10"0,0-3-49 0,-3-5-12 0,0 3 0 0,3 5 0 16,0-3 105-16,0 3 19 0,-3-8 3 0,0 3 1 16,0 0 0-16,3 5 0 0,0 0 0 0,0 0 0 15,0 0-103-15,0 0-25 0,0 0 0 0,0 0 0 16,0 0 56-16,-6 5 7 0,3 0 1 0,0 3 0 16,3 3-52-16,0-1-12 0,-3 6 0 0,3 0 0 15,0 0 0-15,0 8 0 0,0 2 0 0,3 6 0 16,-3 2 0-16,3 4 0 0,0-7 0 0,-3 4 0 15,3-4 0-15,0-4 0 0,0-1 0 0,0 1 0 0,0 2 0 0,-3-5 0 16,3 2 0-16,-3 6 0 0,3-3 0 0,-3 0 0 16,3 0 0-16,-3-8 0 0,3 3 0 15,-3-3 0 17,3-2 0-32,-3-1 0 0,3-2 0 15,-3-5 0-15,3 2 0 0,3 0-851 0,-3-7-173 0</inkml:trace>
  <inkml:trace contextRef="#ctx0" brushRef="#br0" timeOffset="18630.47">13775 8679 1278 0,'0'0'28'0,"0"0"5"0,0 0 2 0,-3-5 1 0,-3-1-28 0,3 4-8 15,-3-1 0-15,0-2 0 0,0 2 36 0,0 0 7 16,-2 1 1-16,2-4 0 0,-3 4 8 0,0-1 1 0,-3 3 1 0,3-2 0 15,-6 2 0-15,3 0 0 0,0-3 0 16,0 3 0-16,-3 3-7 0,3-3-2 0,-5 2 0 0,2 1 0 16,0-1-21-16,-3 4-5 0,3-1-1 0,-3 3 0 15,3 0-7-15,0 0-2 16,1 0 0-16,-1 2 0 0,0 1-9 0,3 0 0 0,0-3 0 0,0 5 0 16,0-5 0-16,0 2 0 15,3 1 0-15,0-1 0 0,4 1 0 0,-4 0 0 0,0-3 0 0,3 5 0 63,-3-3 0-63,3 1 0 0,0 0 0 0,0 2 0 0,0-3 0 15,0 1 0-15,0 2-9 0,0-2 9 0,3 2-28 0,-3-2-3 0,3-1 0 0,0 3 0 0,0 3 47 16,0-3 8-16,0 3 3 0,0 0 0 0,0 3-27 0,0-1 0 0,3 3 0 0,-3-2 0 0,3 5 0 0,-3-3 0 0,3-3 0 0,0 4 0 16,0-4-24-16,0 1 0 0,0-1 0 0,0-2 0 15,0 0 43-15,0 0 8 0,3-3 1 0,-3 0 1 16,3 0-29-16,0 1 0 0,0-4 0 0,0 4 0 15,3-4 8-15,0 3-8 0,0-2 0 0,0 5 0 16,3-3 8-16,-3 0-8 0,0 1 0 0,0-4 0 16,3 3 8-16,0-2-8 0,-3 2 0 0,0-2 0 0,3-3 0 15,0 2 0-15,-4-2 0 0,4 0 0 0,0-3 9 16,-3 1-9-16,6-1 8 0,-3-2-8 0,0-1 8 0,0-2-8 16,3 0 8-16,0 0-8 0,0 0 12 0,0-2-4 15,-1-1 0-15,1-2 0 0,3 2 4 0,-3-5 1 16,3 3 0-16,-3-3 0 0,0 0-13 0,3 0 0 15,-3 0 0-15,0 0 0 0,-1 0 0 0,1 0 0 16,0 0 0-16,-3-2 0 0,3 2 0 0,0 0 0 0,-3 0 0 0,0 0 0 16,3 0 32-16,-3-3 4 0,0 1 1 15,-3 2 0 1,0-3-24-16,0 1-5 0,-1-1 0 16,1 1-8-16,0-4 15 0,0 4-4 0,0-6-1 0,0 3 0 0,-3-3 3 0,0 3 1 15,3-3 0-15,0 0 0 0,-3-3-14 0,0 1 0 0,0-1 0 0,0-2-10 16,0 0 38-16,0 0 7 0,0-3 1 0,0 3 1 15,0 0-8-15,0 2-1 0,0-2-1 0,-3 5 0 16,3-2-27 0,-3 2 0-16,0 0 0 0,0 0 0 0,0 0 16 0,0 0-1 0,-3 0-1 0,3 0 0 15,-3 1 0-15,0-1 0 0,0-3 0 0,-3 3 0 32,3 0-34-32,-3 0-6 0,0 1-2 0,0-1 0 0,0 3 28 0,0 2 0 0,-3-2 0 0,0 5 0 15,0-3 14-15,1 1 8 0,-4 2 2 0,0 0 0 16,-3 0-44-1,0 0-8-15,0 3-1 0,-6-1-1 0,0-2-129 0,1 3-25 0</inkml:trace>
  <inkml:trace contextRef="#ctx0" brushRef="#br0" timeOffset="26595.1">10182 9795 1036 0,'0'0'23'0,"0"0"5"0,0 0 0 0,0 0 1 16,0 0-29-16,0 0 0 0,0 0 0 0,0 0 0 15,0 0 0-15,0 0 0 0,0 0 0 0,0 0 0 16,6-2 0-16,0 2 0 0,3-3 0 0,0 3 0 16,3 0 57-16,3-2 6 0,0-1 1 0,6 0 0 15,0 1-51-15,2-1-13 0,1 0 0 0,6-2 0 0,-3 2 25 0,-1-2 0 16,4-3 0-16,0 0 0 15,3 0-3-15,0-2-1 0,5-1 0 0,1 3 0 0,0 0-7 0,-1 0-2 16,1 0 0-16,-3 0 0 0,-4 0-12 0,-5 1 0 16,0 1 8-16,-3 1-8 0,-3 2 0 15,-3-2 0-15,-1 2 8 0,-2-2-8 0,0 2 0 0,-6 3 0 16,0-2 0-16,0-1 0 0,-9 3 12 0,0 0-4 16,0 0-8-16,0 0 12 0,0 0-12 0,-6 5-8 0,0 1 8 0,-3-1-13 31,0 0-71-31,-3-2-13 0,0 2-3 0,-3 3-1 0</inkml:trace>
  <inkml:trace contextRef="#ctx0" brushRef="#br0" timeOffset="26761.69">10397 9856 1497 0,'-6'0'32'0,"-3"3"8"0,-24 2 44 0,18-2-76 0,-3 0-8 0,3-1 0 0,1 1 0 0,2-3 53 0,3 3 9 0,0-3 2 0,0-3 0 0,9 3 4 0,-3-3 2 0,0-2 0 0,3 0 0 15,0-1-17-15,3-2-3 0,0 0-1 0,6 1 0 16,-3-1-11-16,6 0-2 0,0 0-1 0,2 2 0 16,1-2-17-16,3 3-3 0,3 0-1 0,0 0 0 15,0 2-14-15,3-2 0 0,-1-1 8 0,1 1-8 16,3-3 0-16,3 0 0 0,2 3 0 0,7-3 0 16,3 5-24-16,2-2 1 0,1 0 1 0,3-1 0 15,-7 1-98-15,4 0-20 0,3 0-4 0,11-1-712 16</inkml:trace>
  <inkml:trace contextRef="#ctx0" brushRef="#br0" timeOffset="28548.87">14180 9573 836 0,'0'0'24'0,"0"0"4"0,0 0-28 0,-6 0 0 0,3-5 0 0,-3 2 0 16,6 3 32-16,-6-2 0 0,3-1 0 0,-3 0 0 0,6 3 0 0,-6-2 0 15,3-1 0-15,-3-2 0 0,6 5 36 16,0 0 7-16,-6-3 1 0,6 3 1 0,-6 0-48 0,6 0-9 16,0 0-3-16,0 0 0 0,-3-3-9 0,3 3-8 15,0 0 12-15,0 0-12 0,0 0 19 0,0 0-3 16,0 0-1-16,0 0 0 0,0 0-2 0,0 0 0 16,0 0 0-16,0 0 0 0,0 0-13 0,0 0 0 15,0 0 0-15,0 0 0 0,6 3 0 0,3-3 0 16,-3 0 0-16,0 3 0 0,3-3 0 0,0 0 0 0,0 0 0 15,3 0 0-15,0 0 0 0,3 0 0 16,0 0 0-16,2 0 0 0,1 0 34 0,3 0 4 0,0 0 1 0,0 0 0 16,3 0-27-16,-1 5-4 0,-2-5-8 0,3 0 11 15,-3 3-11-15,3 2 0 0,-3-5 0 0,-1 5 8 16,1-2-8-16,3 0 0 0,3-1 0 0,-3 1 8 16,2 2-8-16,1-2 12 0,0-1-12 0,3 1 12 15,-3 0-12-15,-1-1 8 0,1 1-8 0,-3 0 8 16,0-1 3-16,0 1 0 0,-4 0 0 0,1-1 0 15,0 1-11-15,3 0 0 0,-3-1-12 0,6 1 12 16,-4 2 0 0,1-2 0-16,0-1 0 0,3 1 0 0,0 0 0 0,-1-1 0 62,-2 1 0-62,3-3 0 0,-3 3 0 0,-3-1 0 0,2 1 0 0,-2 2 0 0,0-2 0 0,0-3 0 0,0 3 0 16,0-1 0-16,2-2 0 0,1 3 0 0,0-1 0 0,3 1 0 0,0-3 0 0,-1 3 0 0,1-3 0 0,0 2 0 0,0-2 23 0,0 0 12 15,-4 0 2-15,1 3 1 0,0-3-22 0,-3 0-5 0,0 0-1 0,3 0 0 16,-4 0 5-16,4 0 1 0,3 3 0 0,0-6 0 0,0 3-16 0,-1 0-12 16,1 0 3-16,0 0 0 15,0 0 9-15,-3-3 0 0,-1 3 0 0,1-2 0 0,-3-1 10 0,0 3-2 16,-3-3-8-16,3 3 12 0,-4-2-12 0,1-1 0 16,3 1 0-16,0-1 0 0,0 3 0 0,0-3 0 15,-1 1 0-15,1 2 0 0,3-3 0 0,0 3 0 16,-3-3 0-16,0 3 0 0,-1-2 0 0,-2-1 0 0,0 0 0 15,0 3 0 1,-3-2 19-16,0-1 1 0,3 3 0 0,-7 0 0 0,4 0-32 0,-3-3-7 0,3 3-1 0,-3-2 0 16,0 2 20-16,3-3 0 0,-3 3 0 15,0-3 0-15,3 3 0 0,-4-2 0 0,1 2 0 0,0 0 0 32,-3 0 0-32,0 0 0 0,0 0 0 0,0-3 0 0,-3 3 0 0,3 0 0 0,-3 0 0 15,0 0 0-15,-3 0 24 0,3 0 9 0,-6 0 2 0,3 0 0 31,-3 0-56-31,0 0-11 0,0 0-3 0,0 0 0 0,6 0 26 0,-6 0 9 0,0 0 0 0,0 0-9 32,0 0-49-32,0 0-10 0,0 0-1 0,0 0-1 0</inkml:trace>
  <inkml:trace contextRef="#ctx0" brushRef="#br0" timeOffset="54988.02">15055 11701 1267 0,'0'0'28'0,"0"0"5"0,0 0 2 0,0 0 1 0,-6 2-36 0,0 1 0 47,6-3 0-47,-6 3 0 0,6-3 102 0,-6 5 14 0,6-5 2 0,0 0 1 0,-6 2-37 0,6-2-7 16,0 0-2-16,0 0 0 0,0 0-7 0,0 0-2 0,3 6 0 0,3-4 0 0,0 4 0 0,0-4 0 0,3-2 0 0,3 3 0 16,0 0-20-16,3-3-5 0,0 2-1 0,3-2 0 0,2 0-9 0,-2 3-1 0,6-3-1 15,-3 3 0-15,3-3-9 0,-3 0-2 16,-1 2 0-16,-2-2 0 0,0 0-5 0,0 0-2 0,0 3 0 0,3-3 0 15,-3 0-9-15,5 0 0 16,-2 0 0-16,-3 3 0 0,3-3 0 0,-3 0 0 0,0 2 0 16,2-2 0-16,-5 3-20 0,0-3 0 0,-3 0 0 0,0 2 0 31,-3 1-16-31,0 0-4 0,-3-3 0 0,-3 2 0 16,-3-2-30-16,0 0-6 0,0 0-2 0,0 0 0 15,0 0-114-15,0 0-24 0,0 0-4 0</inkml:trace>
  <inkml:trace contextRef="#ctx0" brushRef="#br0" timeOffset="55230.36">15466 11666 1497 0,'-6'-2'32'0,"-3"-6"8"0,3 0 0 0,-3 0 4 0,0 0-36 0,0 0-8 0,3 3 0 0,-3-3 0 16,3 2 104-16,0 1 20 0,1 2 3 0,-1 1 1 31,6 2 0-31,0 0 0 0,0 0 0 0,-6 0 0 0,6 0-52 0,0 0-9 0,-6 2-3 0,3 4 0 16,0-1-16-16,0 0-4 0,3 3-1 0,0 0 0 15,-3 0-18-15,3 3-3 0,0-3-1 0,3 2 0 0,-3 3-11 0,3 1-2 16,0-4-8-16,0 3 12 0,0 1-12 0,0-1 0 16,0-2 0-16,0 2 0 0,3 0 0 0,-3 0 0 15,-1 0 0-15,4 3 0 0,-3-2 0 0,3 4-16 16,0-2 3-16,0 2 1 16,3 1-16-16,-3-3-4 0,0 2 0 0,3-2 0 31,-3-3 4-31,0 1 1 0,3-1 0 0,-3-2 0 0,3-4-190 0,0 1-39 0</inkml:trace>
  <inkml:trace contextRef="#ctx0" brushRef="#br0" timeOffset="55740.04">16380 11367 1314 0,'0'0'28'0,"0"0"7"0,0 0 1 0,0 0 1 0,0 0-29 0,0 0-8 0,0 0 0 0,0 0 0 0,0 0 95 0,0 0 17 16,0 0 4-16,0 0 1 16,0 0-13-16,-6 0-4 0,0 0 0 0,0 0 0 0,6 0-19 0,-6 0-4 15,0 3-1-15,6-3 0 0,0 0-12 0,-6 0-2 16,6 0-1-16,-3 5 0 0,3-5-16 0,0 0-3 16,0 0-1-16,-6 5 0 0,3 1-14 0,3-6-3 15,0 8-1-15,0 0 0 0,0 0-15 0,0 2-8 16,0 3 10-16,-3 3-10 0,3 5 8 0,0 3-8 15,-3 5 0-15,3 3 9 0,0 0-9 0,-3 0 0 0,3-3 9 16,0 0-9-16,-3-5 0 0,3-1 8 0,-3 1-8 0,3 0 0 16,-3 0 0-16,0 2 0 0,0 3 0 0,0 1 0 15,0 4 0-15,0-5 0 0,0 3 0 0,-3-3-8 32,3-3-12-32,0-4-3 0,0-4 0 0,1 3 0 15,-1-5-8-15,0-3-1 0,3 1-1 0,-3-4 0 16,3 1-127-16,0-3-26 0,0-3-5 0,0 0-794 0</inkml:trace>
  <inkml:trace contextRef="#ctx0" brushRef="#br0" timeOffset="56723.27">13540 12619 1436 0,'0'0'32'0,"-9"0"6"0,0 0 2 0,3 0 0 0,-3 2-32 0,3-2-8 0,-3 0 0 0,9 0 0 16,-6 3 44-16,6-3 8 0,0 0 2 0,0 0 0 15,0 0-22-15,0 0-4 0,0 0 0 0,0 0-1 16,0 0 29-16,0 0 7 0,0 0 1 0,9 0 0 16,0-3-20-16,3 3-4 0,3-2-1 0,0 2 0 15,3 0-11-15,0-3-3 0,0 3 0 0,2 0 0 16,1 0-25-16,0 0 0 0,0 0 0 0,0-3 0 15,3 1 32-15,-1-1 2 0,4 1 0 0,0-1 0 16,6 3-3-16,-4-3-1 0,1 3 0 0,6-2 0 0,-6 2-30 0,2 0-16 16,1 0 1-16,-3 0 1 0,-3 0 14 0,0-3 12 15,5 3-3-15,1 0 0 0,0-3-9 0,5 3 0 16,1 3 0-16,3 0 8 0,-3-1-8 0,-4-2 0 16,4 3 0-16,3-3 0 0,-4 0 0 0,4 0 0 15,3 0 0-15,2 3 8 0,1-1-8 0,0-2 0 16,-4 3 0-16,4-1 0 0,-4 1 31 0,1-3 1 0,3 0 0 15,2 0 0-15,1 0 0 0,0 0 0 16,-4 0 0-16,1 0 0 0,-4 0-32 0,-2-3 0 0,3 1 0 0,5-1 0 16,-5 3 17-16,3 0-2 0,-4-2-1 0,1 2 0 15,-3-3 2-15,-7 3 0 0,4-3 0 0,0 1 0 16,-4-1-16-16,1 0 9 16,3 3-9-16,0-2 8 0,-4-1 2 0,1 3 0 0,-6-3 0 0,2 1 0 15,-2 2 1-15,-3-3 0 0,-3 0 0 0,0 1 0 16,2 2-11-16,-5-3 10 0,3 0-10 0,0 3 10 15,0-2-2-15,0 2-8 0,-1 0 12 0,1-3-4 16,0 3 0-16,0-2-8 0,0 2 12 0,-1 0-4 16,-2 0 4 46,0 0 0-62,0 0 0 0,0 0 0 0,-3 0-12 0,-1 0 12 0,1 0-12 0,0 2 12 0,0-2-2 0,0 3 0 16,3-3 0-16,-3 0 0 0,-1 2-2 0,4-2 0 0,-3 3 0 0,0-3 0 0,0 0 0 0,0 3 0 0,0-3 0 0,-1 2 0 0,-2 1-8 0,0-3 0 0,0 0 0 15,-3 3 0-15,3-1 0 0,-3 1 8 0,0-3-8 0,0 0 0 0,-3 0 0 16,2 3 0-16,-2-3 8 0,3 2-8 0,-3-2 0 0,0 3 0 16,0-3 0-16,3 0 0 0,-3 0 0 0,3 0-9 15,-3-3 9-15,3 3-10 0,3-2-10 0,-1 2-3 16,4 0 0-16,0-3 0 16,3 3-17-16,3-3-4 0,0 1-1 0,2-1-812 15,1-2-163-15</inkml:trace>
  <inkml:trace contextRef="#ctx0" brushRef="#br0" timeOffset="58792.07">14254 13021 1263 0,'0'0'28'0,"0"0"5"0,0 0 38 0,0 0-71 0,0 0 0 0,3-3 0 0,-3 3 0 16,0 0 59-16,0 0 5 0,0 0 0 0,0 0 1 16,0 0 51-16,0 0 9 0,0 0 3 0,0 0 0 15,0 0-52-15,-6-2-9 0,0 2-3 0,1 2 0 16,-1-2-9-16,0 3-3 0,0 0 0 0,0 2 0 15,0-2-32-15,0 2-6 0,3 0-2 0,-3 3 0 16,0 0-12-16,0 3 0 0,3-1 0 0,0 3 0 16,0 3 0-16,0 0 0 0,0 3 0 0,3 2 0 15,-3-3 0-15,3 4 0 0,0-4 0 0,3 3 0 16,-3 0 0-16,6-5 0 0,-3 3 0 0,3-3 0 16,0-3-53-16,0 0-7 0,3 0-2 0,0-2 0 15,3 0-2-15,3-4 0 0,-1 1 0 0,1-2 0 0,0-1 49 16,3 0 15-16,-3-2 0 0,3 0-10 0,3-3 10 0,-4 0 0 15,1 0 0-15,-3-3-8 0,3-2 24 0,-3-1 4 16,3-2 2-16,-3 3 0 0,0-3 18 0,-4-2 4 16,-2-1 1-16,0 3 0 0,0-3 2 0,-3-2 0 0,0 0 0 15,0-3 0-15,-3 0 3 0,-3 0 1 16,3-2 0-16,-3-1 0 0,-3 1 3 0,3-1 1 0,-3 1 0 16,-3 2 0-16,0-3-28 0,-3 6-6 0,0 0-1 0,-3 0 0 31,-2 5-8-31,-1-3-3 0,-3 3 0 0,-3 3 0 0,-3 0-9 15,0 5 0-15,-2-3 0 0,-1 3 0 16,3 3-47-16,3 2-1 0,-3 0-1 0,6 3 0 0,1 0 39 0,2 3 10 16,3-3 0-16,3 5 0 15,0-3-209-15,6 1-40 0,0 0-8 0,0-1-2 0</inkml:trace>
  <inkml:trace contextRef="#ctx0" brushRef="#br0" timeOffset="59306.15">14760 13188 1724 0,'0'0'38'0,"0"0"8"0,3-8 50 0,0 0-87 0,0 5-9 16,-3-2 0-16,0 5 0 0,3-5 88 0,-3 5 15 15,0 0 3-15,0 0 1 0,0 0-33 0,0 0-6 16,0 0-2-16,0 0 0 0,-6 5-20 0,0 0-4 16,0 0-1-16,1 3 0 31,-4 0-17-31,3 3-4 0,0-1-1 0,-3 1 0 0,3 0 4 0,3 2 1 0,-3-3 0 0,3 4 0 0,0-4-24 0,3 3 0 0,0-2 0 0,0 0 0 31,3-1-20-31,3 1-8 0,0-3-1 0,3 0-1 16,3 0-4-16,0-3-1 0,2 0 0 0,1 1 0 15,3-1-7-15,0-3-2 0,0 1 0 0,3 0 0 0,-3-3 24 0,-1 2 5 0,1-4 1 0,0-1 0 16,0 3 14-16,-3-3-11 0,3-2 11 0,0 3-10 16,-1-4 10-16,-2 1 0 0,0-3 0 0,0 3 0 15,0-1 44-15,-3 1 12 0,3-3 1 0,-6 3 1 16,0-3-22-16,0-3-5 0,-3 3-1 0,-3-5 0 16,0 3 6-16,-3-4 2 0,-3 1 0 0,0-3 0 15,-3 3-29-15,-3-3-9 0,3 3 0 0,-6 0 0 16,0-1 37-16,-3 1 1 0,3 3 0 0,-6 2 0 15,3 2-26-15,0 4-4 0,-2-1-8 0,-1 1 11 32,3-1-31-32,-3 3-7 0,0 3-1 0,-3-1 0 0,1 1-28 0,-1 2-5 0,3 3-2 0,0 3 0 31,3 2-124-31,3 0-25 0</inkml:trace>
  <inkml:trace contextRef="#ctx0" brushRef="#br0" timeOffset="59823.67">15341 13201 1623 0,'0'0'36'0,"0"0"7"0,0-8 1 0,0 3 2 0,0-1-37 0,0 1-9 0,0-3 0 0,3 3 0 15,-3-3 85-15,3 3 15 0,-3-1 4 0,3 1 0 16,-3 0-20-16,3 2-4 0,-3-2-1 0,0 5 0 15,0 0-12-15,0 0-3 0,0 0 0 0,0 0 0 16,0-3-12-16,0 3-4 0,0 0 0 0,0 0 0 16,0 0-17-16,0 0-4 0,0 0-1 0,0 8 0 15,0 3-11-15,0-3-3 0,0 5 0 0,0 0 0 16,-3 0-12-16,3 3 9 16,0 0-9-16,-3 5 8 0,3-5-8 0,0 5 0 0,-3-2 0 0,3-1 8 15,0 3-8-15,0-2 0 0,0 0 0 0,0-1 0 0,0 1 0 0,0-1 0 16,0 1 0-16,0-1 0 15,3 3-10-15,-3 0 10 0,0-2-13 0,3 2 5 0,-3-2-11 0,3-1-1 16,-3 1-1-16,3-3 0 16,0-3-14-16,-3 0-2 0,3-2-1 0,-3 2 0 15,3-5-15-15,-3 0-3 0,3 0-1 0,-3-3 0 16,0-5-75 0,3 3-14-16,-3-3-3 0,0 0-471 0,6 0-93 0</inkml:trace>
  <inkml:trace contextRef="#ctx0" brushRef="#br0" timeOffset="60210.8">15871 13098 1728 0,'0'0'38'0,"0"0"8"0,-3-3 2 0,3-2 0 0,0-3-39 0,0 3-9 0,0-1 0 0,0 1 0 16,0 0 53-16,-3-1 9 0,3 1 2 0,0 5 0 31,0-5 51-31,0 5 10 0,0 0 3 0,0 0 0 0,-3-6-52 0,3 6-9 16,0 0-3-16,0 0 0 0,0 0-51 0,0 0-13 0,0 0 0 0,0 0 0 15,0 0 54-15,0 0 8 0,0 0 2 0,0 0 0 16,0 0-52-16,0 0-12 0,0 0 0 0,-3 6 0 0,0-1 0 0,0 3 0 16,0 0 0-16,0 3 0 0,3 4 0 0,-3 4 0 15,0 2 0-15,3 3 0 16,-3 2 0-16,3 1 0 0,-3 2 0 0,0-3 0 0,3-2 0 0,-3 0 0 15,0 0 0-15,0 0 0 0,0-3 23 0,3 0 1 16,-3-2 1-16,0 2 0 0,0-3-25 0,3 3 0 16,-3-2 0-16,3 2 0 0,-3-2-15 0,3 2-8 15,0-5-1-15,0 2-1 16,0-2-2-16,0-3 0 0,3-2 0 0,-3-3 0 16,3 2-161-16,-3-4-33 15,-6 4-7-15,6-10 0 0</inkml:trace>
  <inkml:trace contextRef="#ctx0" brushRef="#br0" timeOffset="62124.74">15338 14230 1314 0,'0'0'37'0,"-6"0"8"0,-3 0-36 0,3 0-9 0,-3 0 0 0,0 0 0 15,3 0 53-15,0 0 9 0,0-2 2 0,0 2 0 16,6 0 14-16,0 0 3 0,-6 0 1 0,6 0 0 15,0 0-29-15,0 0-5 0,0 0-2 0,0 0 0 16,0 0 20-16,0 0 4 0,0 0 1 0,0 0 0 16,6 0-25-16,0 0-5 0,3-3-1 0,3 3 0 15,0-3-4-15,3 1-2 0,0-1 0 0,3 0 0 63,3-2-14-48,5 0-2-15,4-1-1 0,6 1 0 0,5 0-17 0,-2-3 8 0,3 0-8 0,0 0 0 0,-4 0 0 0,1 3 0 0,0-3 0 0,5 3 0 0,1-3 0 0,0 2 0 0,-1-2 0 0,-2 0 0 0,-3 1 0 0,-4-1 0 16,-2 2 0-16,-6 1 0 0,-3 0 0 0,-4-1 0 0,1 4-10 0,-6-1 10 16,0 0-29-16,-3 3-2 0,-6 0 0 0,0 0 0 15,-6 0-26-15,0 0-6 0,0 0-1 0,-6 6 0 16,0-4 0-16,-3 4 0 0,-3-4 0 0,-3 6 0 16,0-2-112-16,-2 2-22 0,-7-3-5 0,-3 3-254 15,0 2-51-15</inkml:trace>
  <inkml:trace contextRef="#ctx0" brushRef="#br0" timeOffset="62325.21">15808 14201 946 0,'-18'13'20'0,"9"-7"5"0,-2 2 1 0,-1-3 2 0,-3 3-28 0,-3-3 0 16,0 0 0-16,0 1 0 0,-3-1 82 0,0 0 11 0,1 1 3 16,-4-1 0-16,3 3 4 0,3-3 2 0,-3 0 0 0,3 3 0 15,1-2-15-15,2-1-3 0,0 3-1 0,0-3 0 16,3 0-15-16,0 1-4 0,3-1 0 0,3-2 0 16,0 2 0-16,6-5 0 0,0 0 0 0,0 0 0 15,0 0 0-15,0 0 0 0,6 0 0 0,3-3 0 16,3 1 0-16,6-4 0 0,3 1 0 0,9-3 0 15,-1 3-51-15,4-3-13 16,6 0 0-16,-1-3 0 0,-5 1 0 0,6-1-16 0,3 1 3 0,5-4 1 16,4 1 12-16,-1 3 16 0,4-4-3 0,-3 4-1 31,-7-4-68-31,1 7-13 0,2-4-3 0,1 0-1 0,3 3-95 0,-1 1-20 0,1-7-3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09-21T19:26:11.36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21952 11357 810 0,'0'0'17'0,"0"0"4"0,-6 0 1 0,6 0 2 0,-6 0-24 0,6 0 0 0,0 0 0 0,-6 0 0 15,6 0 20-15,0 0 0 16,0 0 0-16,0 0 0 0,0 0-32 0,0 0-8 0,0 0 0 0,0 0-1 16,0 0 68-16,-3-3 13 0,3 3 4 0,0 0 0 15,0 0-20-15,0 0-4 0,0 0-1 0,0 0 0 16,-3-5-11-16,3 5-3 0,0 0 0 0,3-6 0 15,-3 1-25-15,3 2 0 0,3 1 0 0,-3-1 0 16,3 3 43-16,0-2 3 16,0 2 1-16,3-3 0 0,0 3-28 0,0 0-6 15,3 3-1-15,2-3 0 0,-2 0-12 16,6 0 11-16,-3 2-11 0,6-2 10 0,0 3-10 0,-3-1 0 0,2 1 0 0,4 0 0 0,0-3 0 0,0 2 0 16,3 1 0-16,5 0 0 15,1-3 0-15,3 2 0 0,3 1 0 0,2-3 0 16,-5 3 0-16,3-1 0 15,-1 1 0-15,1-3 0 0,0 0 14 0,-1 3 1 0,4-3 0 0,0 0 0 16,-4 2-24-16,4-2-5 0,-6 0-1 0,0 3 0 16,-4-3 29-16,1 0 6 0,-3 0 0 0,-3 0 1 15,2-3-2-15,-2 3-1 0,3 0 0 0,-3 0 0 0,0 0-8 0,-4 0-2 16,1 0 0-16,-3 0 0 0,3 0-8 0,-6 0 0 16,0 0 0-1,-4 0 0-15,-2 0 0 0,0 0 0 0,-3 0 0 0,0 0 8 0,0 0 0 0,0 0 0 16,-3 0 0-16,-3-2 0 0,-3 2-8 0,0 0 12 15,0 0-12-15,0 0 12 0,3-3-1 0,-3 3 0 0,3-3 0 16,-3 3 0-16,0-5 5 0,0 0 0 16,0-1 1-16,0 1 0 15,-3 0-5-15,0-3 0 0,0 3-1 0,0-1 0 0,3-2-11 0,-3 0 8 16,0 0-8-16,-3-2 8 0,3-1 1 0,-3-2 0 16,0 0 0-16,3-3 0 0,-3-3 3 0,0-2 1 15,0-3 0-15,0 1 0 0,-3-1 9 0,3-3 2 0,1 4 0 16,-4-4 0-16,3 1 4 0,-3-1 2 0,3-2 0 0,0-8 0 15,-3 0-16-15,3-8-3 0,3 0-1 0,-3-5 0 16,3 5 43-16,-3 2 9 16,3 4 2-16,0-9 0 0,0 0-52 0,0-4-12 15,3-7 0-15,0-2 0 0,0 6 0 0,0 2 0 0,0 0 0 0,0-10 0 0,3-1 0 0,-3-2 0 16,3 5 0-16,0 0 0 16,3 3 0-16,-3-3 0 0,0-8 0 0,0-2 0 0,0 7 0 15,3 4 0-15,-3 4 0 0,3-8 0 0,-3-2 0 16,0 3 0-16,0-3 0 0,0 0 0 0,0 10 0 15,-3 0 0-15,3-2 0 0,0-5 0 0,-3-1 0 0,3 3 0 16,0 6 0-16,-3-3 0 16,3 7 54-16,0 1 8 0,0-6 2 0,0-4 0 15,-1 4-52-15,-2 0-12 0,3 6 0 0,0 0 0 16,-3 2-19-16,3-2-6 0,0-3-2 0,-3-3 0 0,3 1 27 0,-3 5 0 16,3 2 0-16,-3 3 8 0,3 0-8 15,0 0 0-15,0-3 0 0,-3-2 8 0,3 0-8 0,0 2 0 0,-3 1 0 16,0 2 0-16,0 2 0 0,0 1 0 15,0 0 0 1,0-6 0-16,-3 0 0 0,3-2 0 0,0 0 0 0,-3 2 0 0,0 6 0 0,3 2 0 0,-3 1 0 0,0-6 0 16,0 0 0-16,-3 0 0 15,3-8 0-15,-3 2 0 0,1 6 18 0,2 6 2 0,-3-1 1 0,0 3 0 16,0 0-21-16,0 0 0 0,0-5 0 0,-3-1 0 16,3 1 0-16,0 0 0 0,-3 2 0 0,0 3 0 15,3 5 0-15,-3 0 0 0,0 6 0 0,-3-3 0 16,3 0 0-16,1 0 0 0,-1-3 0 0,-3-3 0 15,3 1 0-15,0-3 0 0,3 5 0 0,-3-2 0 16,3 5 0-16,-3 2-18 0,3 1 3 0,0 2 1 16,-3 0 14-16,3 0 0 15,0 0 0-15,0-2 0 0,0 2 0 0,0-2 0 16,1-1 0-16,-1 1 0 0,0 2 13 0,-3 0-1 0,3 0 0 0,0 1 0 16,-3 1-12-16,0 1 0 15,0 3 0-15,0-1 0 0,-3 3 0 0,3 0 0 0,-3 3 0 0,-3 3 0 0,1-6 0 16,-1 8 0-16,-3-3 0 0,0 1 0 0,0 2 0 15,-3 0 0 1,0 0 0-16,1 0 0 0,-4 3 0 0,3-3 0 0,-3 2 0 0,0 1 0 0,3 2 0 0,-2-2 0 16,-1 0 0-16,-3 5 0 15,3-3 0-15,-6 1 0 0,-2 2 0 0,-1 2 0 0,0 1 0 16,-2 0 0-16,2-1 0 16,-3 6 0-16,6-3 0 0,-2 1 0 0,2 2 0 0,-3 2 0 0,0-5 0 0,4 3 0 15,-4-2 0-15,-3 2 0 0,6 0 0 0,1-3 0 16,-1 0 0-16,0 3 0 15,6 0-48-15,3 3-13 0,1-6-3 0,2 3 0 0,3 0 52 0,0 2 12 16,3-2 0-16,0 3 0 0,0-3 14 0,3 2 6 16,0 1 0-16,-3-3 1 0,6 3-21 0,-2-1 0 15,-1 3 0-15,3 1 0 0,3-4 0 16,-3 6 0-16,3-3 0 0,0 3 0 0,0-3 0 0,3 3 0 16,-3 0 0-16,3 0 0 0,0 3 0 0,0-4 0 0,0 1 0 0,0 3 0 15,-3-3 0-15,3 0 0 16,3-3 0-16,-3 5-8 0,0-2 8 0,0 5 0 0,0 1 0 0,0 4 0 15,0-2 0-15,0 5 0 16,0 0 0-16,0 3 0 0,0 0 0 0,0-3 0 0,-3 2 0 0,3-2 0 16,0-2 0-16,-3-1 0 0,0 4 0 0,0-1 0 15,3 5 0-15,-3 3 0 0,0 3 0 0,-3 2 0 0,3-2 0 0,0-3 0 16,0-3 0-16,0 1 0 16,0-1 0-16,0 3 0 0,0 0 0 0,0 5 0 0,0 3 0 15,0 0 0-15,3-2 0 0,-3-1 0 0,0-2 0 16,3-3 0-1,-3 0 0-15,0 3 0 0,3 5 0 0,0-1 0 0,-3 7 0 0,3-1-8 0,-3-5-6 0,3-3-1 16,0-5 0-16,3 3 0 0,-3 0 15 0,3 2 0 16,0 3 0-1,0 5 0-15,0-5 11 0,3 0 5 0,-3-5 0 0,3 0 1 16,-3-3-17-16,3 0 0 0,-3 0 0 0,0 3 0 0,3 2 0 16,-3 0 0-16,0 3 0 0,0 0 0 0,0-5 0 15,0 0 0-15,0-6 0 0,0 3 0 16,0 0 0-16,-3 0 0 0,3 3 0 0,0 2 0 15,-3 0 8-15,0 1-8 0,3-6 0 0,-3 5 0 0,0-7 8 0,-3 2-8 0,3-3 0 16,-3 6 0-16,0-1 0 0,0 4 0 16,0-1 8-16,-3 3-8 0,3-5 0 0,-3-1 8 0,3-4-8 15,-3 2 0-15,0-5 11 0,3 2-11 0,-3 0 10 0,0 6-10 16,3 0 8-16,0-1-8 16,-3 1 0-16,3 0 9 0,0-6-9 0,-3-2 0 0,3-3 0 0,0 0 0 15,0-2 0-15,0-1 0 16,0 1 0-16,0 2 0 0,1 2 0 0,2 4 8 0,-3-3-8 0,0 2 0 15,0-2 8-15,0-3-8 0,3-3 0 0,0 1 8 16,-3-3-8-16,3-1 0 0,0-4 9 0,0 2-9 16,0 0 0-1,0 0 0-15,0 3 0 0,0 3 8 0,0-3-8 0,0 2 0 16,0 0 0-16,3 4 0 0,-3-4 0 16,3-2 0-16,0 0 0 0,0-1 0 0,0-1 0 15,-1-1 0-15,1-3 0 0,0 1 8 0,0-3-8 0,0 2 0 0,0 1 0 16,3-1 0-16,-3-2 0 0,0 5 0 15,0-2 0-15,0 2 0 0,0 3 0 0,0 0 0 0,0 2 0 0,0 1 0 0,0-4 0 0,0-1 8 16,0-1-8-16,0 0 0 16,0 0 0-16,-3-2 0 0,3-4 0 15,0 1 0-15,0 3 0 0,0-6 0 16,0 0 0-16,0 3 0 0,0 0 0 0,0 0 0 0,3 0 0 0,-3 0 0 0,0 2 0 16,3 1 0-16,-3-1 0 0,0 1 0 0,3 2 0 15,0-3 0 1,0 1 0-16,-1 2 0 0,-2-5 0 0,3 3 0 0,-3-4 0 0,3 4 0 0,0-3 0 0,-3 0 0 15,3 0 0-15,0-1 0 0,0-1 0 0,-3-1 0 16,3 0 0-16,-3 0 0 0,3-2 0 0,-3 2 0 16,3-2 0-16,-3 2 0 15,0-2 0-15,0 2 0 0,0-3 0 0,0 4 0 0,0-1 0 16,0 0 0-16,-3 0 0 0,0 1 0 0,3-1 0 0,-3 0 0 0,0 0 0 16,-3 0 0-16,3 1 0 0,0-4-13 15,-3 1 1-15,0-1 1 16,3-2-21-16,-3 0-5 0,0 0-1 0,0-2-697 15,0-1-139-15</inkml:trace>
  <inkml:trace contextRef="#ctx0" brushRef="#br0" timeOffset="42294.7">14320 13799 806 0,'0'0'17'0,"0"0"4"0,0 0 1 0,0-5 2 0,-3-3-24 0,3 2 0 16,-3 1 0-16,3 0 0 0,-3 2 40 0,3-2 3 16,-3 0 1-16,0-1 0 15,3 6-6-15,0-8-1 0,-3 3 0 0,0 0 0 0,0-1 8 0,0-1 2 16,0 1 0-16,0 1 0 16,0 0-38-16,0-1-9 0,0 1 0 0,3 5 0 0,-6-3 53 0,3 1 9 15,3 2 2-15,-6-3 0 0,6 3-52 0,-9 3-12 0,3-1 0 0,-2 4 0 16,2-1 54-16,-3 3 8 0,3 0 2 15,0 2 0-15,-3 1-52 0,3 5-12 16,-3 0 0-16,0 5 0 0,0 3 36 0,0 2 5 16,0 3 1-16,0 11 0 0,0 0-18 0,-3-1-4 0,4 4-1 0,-4 2 0 15,0-6-4-15,0 1-1 0,-3 0 0 0,-3 2 0 16,3 3-14-16,-3 3-15 0,3-3 3 0,-2 0 1 16,2-3 38-16,-3-8 7 0,3 1 2 0,0-6 0 15,0 0-28-15,0-3-8 16,3-2 0-16,0 3 0 0,4-1 8 0,-4 1-8 0,6-3 0 0,-3-3 0 15,3-3 0 1,0 1 0-16,-3-3-15 0,6-6 5 0,0-2-22 16,0-3-5-16,3-5-1 0,0 0 0 15,0 0-120-15,3-10-24 0,0-6-5 0</inkml:trace>
  <inkml:trace contextRef="#ctx0" brushRef="#br0" timeOffset="42948.56">13957 14003 828 0,'0'0'23'0,"-6"0"6"15,6 0-29-15,-6 2 0 0,6-2 0 0,-6 0 0 16,6 0 56-16,-6 0 6 0,6 0 1 15,-3 0 0-15,3 0-17 0,0 0-3 0,-6 0-1 0,6 0 0 16,0 0-14-16,0 0-4 0,0 0 0 0,0 0 0 0,-3-5-11 0,3 5-2 16,0-5-1-16,0-1 0 15,3 1-10-15,0 0 8 0,0 0-8 0,0-1 8 0,0 1 6 0,0 0 1 16,3-1 0 0,-3 1 0-16,3 2 1 0,0-5 1 0,0 3 0 0,0 0 0 0,3-3-5 0,-1 3-2 15,1-1 0 1,0-2 0-16,3 0-10 0,0 1 0 0,3 1 0 0,-3-2 8 15,0-2-8-15,0 2 0 0,0 0 0 0,-3 0 0 16,3-3 0-16,-1 1 0 0,1-1 0 0,-3 1 0 16,3-1 0-16,0 3 8 0,0 0-8 0,0 0 8 15,-3-2-8-15,3 2 0 0,0 2 9 0,0-2-9 16,-1 1 10-16,-2 1-2 0,0 1-8 0,-3 0 12 16,3-1 8-16,0 1 2 0,-3 2 0 0,0 1 0 0,3-4 8 0,-3 4 2 15,-3 2 0-15,3 0 0 0,-3-3-11 0,-3 3-1 16,0 0-1-16,0 0 0 0,0 0-7 0,3 5 0 15,-3-2-1 1,0 5 0-16,0-3 0 0,-3 1 0 0,3 2 0 0,-3 0 0 0,0 2-11 0,0-2 12 0,0 3-12 0,0 2 12 16,0 0-12-16,0-2 0 15,0 2 0-15,3 0 8 0,0 3-8 16,0-3 0-16,3 3 0 0,0 0 0 0,3 2 0 0,3 1 0 16,3 0-12-16,0-1 12 15,3-2-128-15,-1-3-17 0,22 16-4 0,-9-16-1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09-16T19:36:46.37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16826 13476 889 0,'0'0'37'0,"0"0"-29"62,0 0 36-62,0 0 8 0,0 0 2 0,0 0 0 0,0 0 8 0,0 0 2 0,0 0 0 0,0 0 0 0,0 0-49 0,0 0-15 0,0 0 8 0,3 3-8 0,3-1 32 16,0 1 2-16,0-3 1 0,0 3 0 0,0-3 1 0,3 0 1 0,-3 0 0 0,3 0 0 15,0 0-12-15,0 0-2 0,0 0-1 0,-1 0 0 16,1 0-3-16,0 0-1 0,0-3 0 0,0 0 0 16,0 1-4-16,0 2-1 0,3-6 0 0,3 4 0 15,-3-1-13-15,3 3 0 0,0-3 0 0,2 1 0 16,-2-1 0-16,3 3 0 0,3-2 0 0,0 2 0 0,0-3 35 15,-1 3 4-15,1 3 1 0,3-3 0 16,-3 0-24-16,0 2-5 0,3 1-1 0,-4-1 0 0,4-2-2 0,-3 0-8 0,0 0 12 16,3-2-4-1,3 2-8-15,-1-3 12 0,4 3-12 0,3 0 12 0,-3 0-12 16,2 0 0-16,1 0 0 0,0 0 0 0,-3 0 12 0,-4 0-4 0,4 0 0 0,3-2 0 16,-3-1-8-16,2 0-11 0,1 3 3 0,3-2 0 15,-3 2 8-15,2 0 0 0,1 0 0 0,-3 0 0 16,0 0 20-16,-4 0 5 15,1 0 2-15,0 0 0 0,3 0-27 0,-1 0 0 0,1-3 0 0,3 0 0 16,-1 3-16-16,-2-2-9 0,6 2-2 0,-6 0 0 31,-1 0 45-31,-2-3 9 0,0 0 1 0,-3 1 1 0,2-1-46 0,1 0-10 0,0-2-1 0,3 3-1 16,-3 2 52-16,2-3 10 0,-2 0 3 0,3 3 0 16,-3-2-28-16,-4 2-8 0,4 0 0 0,-3 0 0 15,0 0 12-15,-3-3-12 0,-1 0 12 0,4 1-12 16,0-1 0-16,0 0 0 0,2-2 0 0,1 5 0 15,0-3 0-15,0 1 0 0,0-1 0 0,-1 3 0 16,1 0 0-16,-3-3 0 0,-3 1 0 0,5 2 0 16,-5-3 0-16,3 1 0 0,0 2 0 0,3-3 0 15,-1 0 20-15,4 1 1 0,0-1 0 0,3 3 0 16,-4-3-21-16,1 1 0 0,0-1 0 16,2 3 0-16,-2-3 0 0,0 3 0 0,0-2 0 0,2-1 0 15,1 3 0-15,0-3 0 0,0 3 0 0,2 0 0 16,-5 0 0-16,0 0-10 0,0 0 1 0,-1 0 0 15,-2 3 9-15,0-3 0 0,3 3 0 0,-4-1-8 0,4 1 8 0,-3 2 0 16,3-2 0-16,-1 2 0 16,-2 1 0-16,-3 1 0 0,0-1 0 0,-4-1-12 0,1 3 12 0,-3-3 9 0,0 1-1 0,-3-1-8 31,0 0 16-31,0 0-3 0,-4-2-1 0,1 2 0 0,0 1-12 0,0-1 0 0,3 0-9 0,-3 1 9 16,0 1 0-16,-3-1 0 0,-1 2 0 0,1 0 0 31,0 0 0-31,0 0 0 0,-3 2 0 0,0 1 0 0,3-1 45 0,-3 1 15 0,0-1 4 0,0 4 0 15,-3-1-64-15,3 3-10 0,-3-3-3 0,3 3-1 16,-4-3 14-16,1 3 0 0,0-3 0 0,0 0 10 16,0 3-10-16,-3-2 0 0,3-1 0 0,-3 0 0 15,0 3 0-15,0-3 0 0,0 3 0 0,0 0 0 16,-3 0 0-16,3 2 8 16,-3-2-8-16,0 5 0 0,3 3 8 0,-3 3-8 0,0 2 0 0,3 0 8 15,-3 0-8-15,0 0 0 0,0 0 0 0,0 0 8 16,3-2-8-16,-3-1 0 0,0 1 0 0,3 2 0 15,-3 0 0-15,0 0 0 0,3 3 0 0,-3 2 8 16,3-2-8-16,-3 5 0 0,0 0 0 0,3 3 0 16,-3-6 0-16,0 0 0 0,3-2 0 0,-3 5 0 15,0-2 0-15,0 2 0 0,0 2 0 0,0 1 0 16,-3 0 0-16,3-1 0 0,0-2 0 0,0 0 0 16,0 1 0-16,0-7 0 0,0 1 0 0,0 2 0 15,0-2 0-15,0 3 0 0,0 2 0 0,0-3 0 16,0 0 0-16,0-2 0 0,3 0 0 0,-3 0 0 15,0-6 0-15,3 1 0 0,-3-4 0 0,3 4 0 16,0-6 0-16,0 0 0 0,0-2 0 0,0 2 0 0,0-3 0 16,0 1 0-16,0 2 0 0,0-2 0 15,0-3 0-15,-3-1 0 0,3-1 0 0,0-1 0 0,-3 0 0 0,0-5 0 16,3 0 0-16,-3 0 0 0,0-3 8 0,0-5-8 16,0 0 12-16,0 0-4 0,0 0 2 0,0 0 0 0,-6 3 0 0,6-3 0 15,-6 0-10-15,0 0 8 0,0-3-8 0,0 1 8 16,0-4-8-16,0 1 0 0,0 0 0 0,0-1 8 15,-3 1-8-15,3 0 0 0,-3-3 9 0,0 3-9 16,3-1 9-16,-3 1-9 0,3-3 12 0,-3 3-12 16,1-1 8-16,-4 1-8 0,3 0 0 15,-3 2 0-15,3-2 31 0,-3 2-1 0,0 1 0 0,0-1 0 32,0 0-30-32,0 3 0 0,-3-2 0 0,4 2 0 0,-4 0-18 0,0 2-10 15,0 1-1-15,0 0-1 0,0-1 48 0,0 1 10 0,3 0 1 0,-3 2 1 16,1 0-48-16,-4-2-10 15,0-1-1-15,0 4-1 0,0-4 30 0,-3 4 0 0,3-1 0 0,-5 0 0 16,-1 3 0-16,0-3 0 0,0 1 0 0,0 2 0 16,1-3 18-16,-1 0 10 0,0 1 1 0,-3 2 1 15,6-3-30-15,0 0 0 0,-2-2 0 0,2 2 0 16,-3 0-17-16,3 3-10 0,-3-5-1 0,1 5-1 16,-4-3 29-16,0-2 0 0,0 2 0 0,0 0 0 15,1-2 17-15,-1 0 10 0,0-1 1 0,0 1 1 16,0 2-29-16,4-2 0 0,-1-3 0 0,0 5 0 15,0-2 0-15,-6 0 0 0,4 2 0 0,-1-3 0 16,-3 1 0-16,0 2 0 0,-2-5 0 0,2 3 0 16,3-3 0-16,0 3 0 0,0-3 0 0,1 2 0 15,-1-2-15-15,0 3-9 0,0-3-1 0,-2 3-1 0,-1-1 26 0,-3-2 0 0,0 3 0 0,-2 0 0 16,2-1 0 0,0-2 0-16,0 3 0 0,-2-1-8 0,5-2 8 0,0 3 0 0,-3 0 0 0,4-1 0 15,-4-2 0 32,0 0 0-31,-3 3 0-1,1-3 0-15,2 3 22 0,0-1 3 0,0 1 1 0,1-3 0 16,2 3-40-16,0-1-8 0,3-2-2 0,1 3 0 0,-4 0 24 0,3-3 0 0,-3 0-9 0,-2 2 9 0,2 1 17 0,0 0 7 0,-3-3 2 0,3 2 0 16,4-2-44-16,-1 3-9 0,3-3-1 0,0 2-1 0,0-2 29 0,1 0 0 0,2 0-8 0,-3 0 8 0,0 0 0 0,3 0 0 0,0-2 0 0,-2-1 0 15,2 1 0-15,0 2 0 0,0-3 0 0,-3 0-9 16,7 1 33-16,-4-1 6 0,3 0 2 0,0 3 0 15,0-2-55-15,3-1-10 0,0 0-3 0,0 1 0 16,4-1 7-16,-4 0 1 0,3 1 0 0,0-1 0 16,0 0 44-16,0-2 10 0,0 3 2 0,-3-1 0 15,3 0-28-15,0-2 0 0,-2 2 0 0,2-2 0 16,-3 2 0-16,0-2 0 0,0 2 8 0,3-2-8 16,-3 0 30-16,0 2 4 0,0-2 1 0,1 0 0 15,-1-1-35-15,0 1 0 0,0 0 0 0,0-3 0 16,0 0-19-16,3 3-10 0,0-3-3 0,-3 0 0 15,4 0 52-15,-1 0 9 0,3 0 3 0,-3 0 0 16,3 0-50-16,-3 0-10 0,3 0-1 0,0 0-1 0,0-2 30 16,-3 2 0-16,3-3 0 0,0 3 0 0,-3 0 0 15,4 0 0-15,-4-2 0 0,3 2 0 16,-3 0 0-16,3 0-9 0,0 0 9 0,-3 0 0 0,3 0 0 0,-3 0 0 0,3 3 0 16,-3-3 0-16,3 0 0 0,1 3 0 0,-1-1 0 0,0-2 0 31,0 6 20-31,3-3 10 0,0-1 2 0,-3 1 0 0,3 0-32 0,0-1 0 0,0 1 0 0,0 0 0 15,0-1 0-15,0 1 0 0,3 0 0 0,-3 0 0 32,0-3 0-32,0 2 0 0,3 1 0 0,-3 0 0 0,0-3 0 0,0 0 0 0,4 0 0 0,-4 0 0 15,3 0 0-15,0-3-21 0,0 4 3 0,0-4 1 16,0-2 27-16,0 0 6 0,0-1 0 0,0 1 1 31,0-3-27-31,3 0-6 0,0 0 0 0,-3-2-1 0,3 2 17 0,0-2 0 0,-3 2 0 0,3 0 0 16,0 0 0-16,0 0 0 0,0 3 0 0,0-3 0 15,-3 3 0-15,3-3 0 0,0 0 0 0,0 0 0 16,0 3 0-16,0-3 0 0,0 0 0 0,0-2 0 16,0-1 0-16,0-2 0 0,0 0 0 0,0-3 0 15,3 0 10-15,-3 3 6 0,0-6 0 0,3 6 1 16,-3 0-25-16,0 0-6 0,0 2-1 0,-3-2 0 16,3 5 15-16,0-2 0 0,-3-1 0 0,0 1 0 15,3-1 0-15,-3 1 8 0,0-1-8 0,0-2 10 16,0-3-10-16,0 3 0 0,0-5 9 0,0-1-9 15,0 3 0-15,0-2 0 0,3 2 0 0,-3 0 8 16,0 3-8-16,0 0 0 0,3 0 0 0,-3 0 8 16,0-1-8-16,0 4 0 0,0-1 8 0,0 3-8 15,0-2 0-15,0-1 9 0,0-2-9 0,-3 3 0 0,3-1 8 0,-3 1-8 16,3-3 0-16,-2 2 0 16,2 0 0-16,-3-2 0 0,0 3 8 0,3-1-8 0,-3 3 0 0,3-2 8 15,-3 2-8-15,3 0 0 0,0 3 16 0,0 0-4 0,0-1-1 0,0 1 0 16,3 0-2-16,0 0 0 0,0 2 0 0,3-5 0 15,-3 3-9-15,3 0 8 0,-3 0-8 0,3-1 8 16,0-1-8-16,3-1 0 0,-3 0 9 0,3 0-9 16,-3-3 0-1,0 3 0-15,3-2 0 0,-3 2 8 0,0 0-8 0,3 0 0 0,-4 0 8 0,1 1-8 16,3 1 8-16,-3 1-8 0,0 3 8 0,3-4-8 16,-3 6 0-16,0-2 9 0,3-1-9 15,-3 3 0-15,3-2 0 0,0 2 0 0,0 0 0 0,0 0 0 16,0 0 0-16,3 0 0 0,0 0 0 0,0 3 0 31,6-3-29-31,0 0-3 0,2 0-1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09-21T19:27:25.47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21425 3805 1354 0,'0'0'38'0,"0"-5"10"0,0-1-39 0,3 1-9 0,-3-3 0 0,3 3 0 16,0-3 85-16,3 3 15 0,-3-3 4 0,3 0 0 31,0 5-23-31,3-7-4 0,0 2-1 0,3 5 0 0,2-5-22 0,4 0-5 0,6-3-1 0,3 6 0 16,3 0 3-16,2 5 0 15,1-5 0-15,3 2 0 0,0-2-6 0,2-3-1 0,7 2 0 0,6-2 0 16,2 6-16-16,1 2-3 16,-1-5-1-16,1 2 0 15,-3 3-14-15,-1-5-10 0,4 2 12 0,-1 0-12 0,-2 3 0 0,-4 0 0 16,-5 3 0-16,-3-3 0 0,-6 3 8 0,-7-3-8 0,-2 0 0 0,-6 0 0 16,0 0 0-16,-6 0 0 15,0 0 0-15,-6 5-9 0,-3-5-18 0,-3 0-3 0,0 0-1 16,0 0 0-1,-6 0-100-15,-3 3-20 0,-6-3-4 0</inkml:trace>
  <inkml:trace contextRef="#ctx0" brushRef="#br0" timeOffset="403.53">21613 3530 1947 0,'0'0'43'0,"3"-6"9"0,0 1 1 0,0-3 2 0,2 0-44 0,-2 0-11 0,0 0 0 0,0 0 0 16,0 1 75 0,0-1 13-16,-3 0 2 0,0 0 1 0,3 2-38 0,-3 1-7 15,0 3-2-15,0 2 0 0,0 0-21 0,-6 0-5 0,-3 0-1 0,1 2 0 31,-4 3-8-31,0 3-1 0,0 6-8 0,-3-4 12 0,0 9-12 0,-3-3 0 0,3-3 0 0,-3 11 0 16,4-11 0-16,-1 5 0 0,0 1 0 0,3-1 0 16,0 4 0-16,0-4 0 0,3 6 0 0,0-6 0 15,0 4 0-15,3 4 0 0,3-7-8 0,0 2 8 16,0 0 0-16,3 0 0 16,0 0 0-16,3-5 0 0,0-3 0 0,3 3 0 0,0-3 0 0,0 3 0 15,3-8 0-15,0 0 0 16,3-2 0-16,3 1 0 0,3 1 0 0,0-8 0 0,2 3 8 0,4 2-8 15,6-5-31-15,-3 0-9 0,3 0-1 16,2 0-1-16,-2-5-154 0,0 2-32 0</inkml:trace>
  <inkml:trace contextRef="#ctx0" brushRef="#br0" timeOffset="3203.86">23009 3630 1702 0,'0'0'37'0,"0"0"8"0,0 0 2 0,0 0 1 16,0 0-38-16,0 0-10 0,0 0 0 0,0 0 0 15,0 0 88-15,0 0 16 0,0 0 4 16,0 0 0-16,0 0-38 0,6-2-7 0,0-1-2 0,5 3 0 16,-2 0-13-16,3-3-4 0,3 3 0 0,3-2 0 15,3 2-14-15,3-3-3 0,-1 3-1 0,4-3 0 31,3 3-15-31,3 0-3 0,-3 0-8 0,-1 0 12 0,-2 0-12 0,0 0 0 0,-3 0 0 16,0-2 0-16,-1 2-9 0,-2-6-5 0,-3 6-1 0,-3-2 0 16,0 2-45-16,-3-5-10 0,-3 2-2 0,-3 0 0 15,-3-2-166-15,-3 2-34 0,-6-7-6 16,-3-3-2-16</inkml:trace>
  <inkml:trace contextRef="#ctx0" brushRef="#br0" timeOffset="3437.23">23163 3363 1659 0,'-9'-3'36'0,"-2"3"8"16,2-5 2-16,0 2 1 0,3 3-38 0,6 0-9 0,0 0 0 0,0 0 0 0,0 0 92 0,6-7 16 16,0 4 3-16,0 0 1 15,3 3-35-15,2 0-6 0,-2 0-2 0,3 3 0 16,0 0-28-16,-3 4-5 0,3-4-2 0,-3 5 0 0,0 3-21 0,0 5-4 0,-3-6-1 0,3 6 0 16,-3 3-8-16,0-1 0 0,-3 1 9 15,3 2-9-15,-3 0 0 0,-1 3 9 16,1-8-9-16,0 5 0 0,0-3 8 0,0 1-8 0,-3-1 0 0,0 1 0 15,0 2-9-15,3 0-9 16,-3 3-2-16,0 0 0 0,0 0 20 0,0 2 0 0,-3-5 0 0,3 0 0 16,0 3 0-16,-3-5 0 0,3-1 0 0,0-5 0 31,-3 3-106-31,3-8-18 0,3 3-3 0,0-6-1 0</inkml:trace>
  <inkml:trace contextRef="#ctx0" brushRef="#br0" timeOffset="3969.259">23714 3559 1056 0,'0'0'30'0,"3"-3"6"0,3-2-28 0,-3 2-8 0,3 1 0 0,-3-6 0 15,0 0 94-15,0 0 18 16,0 0 3-16,3-3 1 0,-3 1-17 0,0-1-3 0,0 1-1 0,0-4 0 16,0 1-15-16,3 3-2 0,-3-6-1 0,3 2 0 15,0-1-5-15,-1 1 0 0,1 1-1 0,0 2 0 16,0 1-17-16,0-1-3 16,0 3-1-16,3-2 0 0,-3 2-11 0,3 0-3 15,0 5 0-15,-3-5 0 0,3 0-13 0,0 6-3 0,-3-4-1 0,3 4 0 16,0 2-11-16,-3 0-8 0,2 0 12 0,-2 2-12 15,0 1 0-15,0 0 0 16,0 7 0-16,-3-2 0 0,0 0 0 0,0 8 0 0,-3 0 0 16,-3 10 0-16,0-4 0 0,0 4 0 0,-3 1-10 0,-3 2 10 15,3 0-18-15,-2-5 4 0,-1-1 1 16,-3 4 0-16,0-9-2 0,0 1 0 0,3-1 0 0,-3 1 0 16,3-3 15-16,3 0 0 0,-3 0-10 0,3 2 10 15,0-7 0-15,0 2 0 0,3 0 0 0,0-2 0 0,3-1 0 16,0 1 0-16,3 2 0 0,3-8 8 15,0 1 10-15,3-1 2 0,3 0 0 0,3-2 0 16,3-3 0-16,6 0 1 0,2 0 0 16,4 0 0-16,3-3-7 0,-3 3-2 0,0 0 0 0,-1 0 0 15,1 0-12-15,-3 0 0 0,0 0 0 0,-4-5 0 0,4 2 0 16,-3 3-20-16,0-2 4 0,0 2 0 31,2-3-100-31,-2 3-19 0,-3 0-4 0,0 3-932 0</inkml:trace>
  <inkml:trace contextRef="#ctx0" brushRef="#br0" timeOffset="10475.9">21229 8446 1170 0,'0'0'25'0,"0"0"6"0,6 0 1 0,-3-3 1 0,5 3-33 0,-2 0 0 0,3-2 0 0,0-1 0 15,0 3 88-15,6-3 12 0,0-2 1 0,0 3 1 16,3-1-23-16,0 0-5 0,2-2-1 0,4 2 0 16,6-2-13-16,6 2-2 0,5-2-1 0,7 0 0 15,0-1-11-15,-1 4-2 0,1-3-1 0,0 2 0 16,2-2-25-16,4 2-5 0,2-2-1 0,1 2 0 15,-7 0-12-15,-2 3 8 0,-6 0-8 0,-4 0 0 16,-2 0 8-16,-3 0-8 0,-3 0 0 0,-4 3 0 16,-2-3 0-16,-6 0 0 15,-3 3 0-15,0-1 0 0,-6 1-12 0,-3 2-9 0,-6-5-2 0,0 0 0 16,0 0-36-16,0 6-7 0,-6-1-2 0,0 0 0 16,0 0-136-16,-6 3-27 0,-21 3-5 15,6-3-2-15</inkml:trace>
  <inkml:trace contextRef="#ctx0" brushRef="#br0" timeOffset="10941.9">21485 8213 1674 0,'0'0'36'0,"0"0"8"16,-3-5 2-16,0 0 2 0,3-1-39 0,0 1-9 0,0 0 0 0,0 5 0 16,0-3 87-16,0-2 15 0,3-1 3 0,-3 6 1 15,0-5-30-15,0 5-7 16,0 0-1-16,0 0 0 0,3-2-36 0,-3 2-7 0,0 0-1 0,0 0-1 15,0 0-9-15,0 0-2 0,0 0 0 0,0 0 0 0,0 0-4 0,-6 2 0 16,0 3-8-16,0 6 12 16,-3-3-12-16,3 3 0 0,-3 2 0 0,-3 3 0 0,3 2 8 0,0 1-8 15,0 2 0-15,-3 0 0 16,3-2 8-16,-3 2-8 0,1-3 0 0,2 3 0 0,0-2 0 0,-3-3 0 16,3 0 0-16,0 0 0 0,3-3 0 0,3 0 0 15,0-2 0-15,0-1 0 16,6-2 0-16,-3 0 0 0,6 3 0 0,0-3 0 15,0 0 0-15,3 0 0 0,0-1 0 16,3-1 0-16,0-1 0 0,-1-2 0 0,4-1 0 0,0 1 0 16,6 0 0-16,0-3-16 0,6-3 1 0,2 3 1 31,7-3-85-31,3 3-17 0,0 3-3 0,2-3-836 0</inkml:trace>
  <inkml:trace contextRef="#ctx0" brushRef="#br0" timeOffset="11385.24">22842 8520 1368 0,'0'0'30'0,"0"0"6"0,0 0 2 0,0 0 0 0,0 0-30 0,0 0-8 16,0 0 0-16,0 0 0 0,0 0 120 0,0 0 22 15,0 0 5-15,3-3 1 16,0 1-36-16,3-1-6 0,-3 1-2 0,3 2 0 15,0-3-32-15,0 3-6 0,0-3-2 0,0 6 0 0,3-3-23 0,-1 0-5 16,1 0 0-16,3 0-1 0,0 3-19 0,0-3-4 0,0 0-1 0,0 0 0 31,0 0-11-31,0 2 0 0,0-2 0 0,0 0 0 0,5 0 0 0,-2 0 0 16,0 0 0-16,3-2 0 16,3 2-56-16,-3 0-3 0,3 0-1 0,-4 2-692 15,4-2-138-15</inkml:trace>
  <inkml:trace contextRef="#ctx0" brushRef="#br0" timeOffset="12259.02">23467 8359 1170 0,'0'0'25'0,"0"0"6"0,0 0 1 0,0 0 1 0,0-6-33 0,3 4 0 0,-3-1 0 0,3-2 0 16,-3 5 98-16,6-3 13 0,-3 3 2 0,0-2 1 15,3-1-22-15,-6 3-4 0,3 0 0 0,-3 0-1 16,0 0-23-16,0 0-5 0,6 5-1 0,-6-5 0 16,3 3-24-16,-3 2-5 0,3 0-1 0,-3 3 0 15,-3-2-10-15,3-6-2 0,0 5-1 0,-3 0 0 16,3-5 0-16,-3 6 0 0,0-1 0 0,3-5 0 15,0 0 9-15,-6 2 1 0,6-2 1 0,0 0 0 0,0 0 3 0,0 0 1 16,-6-2 0-16,3-3 0 16,0-1-5-16,3-2-1 0,0 0 0 0,0 0 0 15,3-2 1-15,0-1 0 0,0-2 0 0,0 0 0 0,3 0-2 0,3-1-1 16,-3 1 0-16,3 0 0 16,3 2-8-16,-1 1-2 0,1-1 0 0,3 1 0 15,0 2-2-15,0 2-1 0,0 1 0 0,0 0 0 0,3 2-9 0,-4 3 0 16,1 0 0-16,0 0 8 0,-3 3-8 0,3-1 0 15,-6 1 9-15,3 0-9 0,-3 5 0 0,-3-3 0 16,3 3 0-16,-3 2 0 0,-3 1 0 0,0 2 0 16,0 3-8-16,-3 0 8 0,0 0-17 0,-6 5 1 0,3-2 1 0,-6 2 0 31,-3 0-18-31,0-3-4 0,0 1-1 0,-6-1 0 16,3-2-1-16,-3 0 0 0,-2 0 0 0,-1-3 0 0,3-2 24 0,0-1 5 15,0 1 1-15,0 2 0 0,3-5 9 0,4 3 0 0,-1-3 0 16,3 0 0-16,3 0 0 0,0-3 9 15,3 0-1-15,3-5-8 0,0 0 18 0,0 8-3 0,0-8-1 0,6 5 0 16,0-2 10-16,3 2 1 0,0-2 1 0,5 0 0 16,1-1 3-16,0-2 1 0,3 3 0 0,3 0 0 15,0-3-7-15,-3 2-2 0,2-2 0 0,1 3 0 16,-3 0-7-16,0-1-2 0,0-2 0 0,0 3 0 16,-3-1-12-16,-1-2 0 0,1 0-9 0,0 0 9 15,0 0-17-15,0 0 2 0,0-2 1 0,3-1 0 16,0 1-38-16,-1 2-7 0,-2-3-1 15,3 0-1-15,0 1-147 0,3-1-28 16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09-16T19:37:18.56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19386 8517 836 0,'0'0'24'0,"0"0"4"16,0 0-28-16,0 0 0 0,0 0 0 0,0 0 0 16,0 0 57-16,0 0 6 0,0 0 1 0,0 0 0 15,0 0 0-15,0 0 0 0,0 0 0 0,0 0 0 16,0 0 0-16,0 0 0 0,6 0 0 0,-3 0 0 0,3 0-52 0,-3 0-12 15,3 0 0-15,0 0 0 0,0 0 54 0,0 0 8 0,0-2 2 0,0 2 0 16,3-3-52-16,0 3-12 0,-1 0 0 0,4-2 0 31,0 2 0-31,3 0 0 0,0 0 0 0,3 0 0 0,3 0 32 0,0 0 4 0,2 0 1 0,1 0 0 16,0 0-28-16,3 0-9 16,-3 0 0-16,2 0 0 0,-2-3 27 0,3 3-2 0,0-3 0 0,0 3 0 15,2 0-36-15,1-2-7 0,3 2-2 0,0-3 0 16,-1 3 20-16,1-3 8 0,-3 3-8 0,3 0 12 15,-7 0-4-15,4-2-8 0,-3-1 11 0,3 0-11 16,-4 3 12-16,7-2-12 0,0-1 12 0,0 0-12 16,2 3 12-16,-2-2-4 0,3-1 0 0,-3 3-8 15,-1-3 10-15,-5 3-10 0,3-2 8 0,0-1-8 16,-1 1 0-16,1-1 0 0,0 0 8 0,6 3-8 16,-7-2 12-16,4-1 1 0,0 3 0 0,0-3 0 15,-4 3-1-15,-2 0-1 0,3-2 0 0,-3 2 0 16,0-3-11-16,-4 3 10 0,4 0-10 0,0-3 10 15,0 3-10-15,3 0 0 0,-1-2 9 0,1-1-9 16,-3 3 9-16,3-3-9 0,-4 3 12 0,1-2-12 16,0 2 16-16,-3-3-3 0,0 3-1 0,-1 0 0 15,1-2-12-15,3 2 9 0,0-3-9 0,0 3 8 16,-1-3-8-16,4 3 0 0,0 0 0 0,0-2 0 16,-1 2 9-16,1 0-9 0,-3 0 10 0,0 0-10 15,0 0 12-15,-4 0-3 0,1 0-1 0,0 0 0 16,0 0-8-16,0 2 12 0,2-2-12 0,1 0 12 0,0 0-1 15,0 0 0-15,0 0 0 0,2-2 0 0,-5-1 1 0,0 3 0 16,3 0 0-16,-3-3 0 16,-4 3 2-16,1 0 1 0,0-2 0 0,0 2 0 15,0-3-5-15,0 0-1 0,2 3 0 0,1-2 0 0,-3-1-9 16,3 0 10-16,0 1-10 0,-3-1 10 0,2 3-10 0,-5-3 0 0,3 1 9 16,-3 2-9-16,-3-3 10 0,0 3-2 0,0 0-8 15,-1-2 12-15,-2-1-12 0,0 3 8 0,0 0-8 0,0 0 0 31,-3 0 0-31,0 3 8 0,0-3-8 0,0 0 0 0,-3 2 0 0,3-2 0 0,0 0 0 0,-3 3 0 16,0-1 0-16,-1 1 0 0,1-3 0 0,0 5 0 16,-6-5-35-16,3 3 0 0,-3-3 0 15,3 5 0-15,-3-5-102 16,0 0-21-16,0 6-4 0</inkml:trace>
  <inkml:trace contextRef="#ctx0" brushRef="#br0" timeOffset="797.79">19574 8345 1185 0,'6'-5'24'0,"-3"0"7"16,0 2-31-16,-1-2 0 0,1 2 0 0,-3 3 0 15,3-2 71-15,-3 2 8 0,3-3 1 0,-3 3 1 16,0 0-21-16,3-3-5 0,-3 3-1 0,0 0 0 16,0 0-9-16,0 0-1 0,0 0-1 0,0 0 0 15,0 0-4-15,0 0-1 0,0 0 0 0,0 0 0 16,0 0-3-16,0 0-1 0,0 0 0 0,-3 6 0 15,-3 2-18-15,1 0-4 0,-4-3-1 0,0 5 0 16,0-2-11-16,0 0 0 0,0 0 0 0,0 3 8 0,-3-3-8 0,3 0 0 16,0 2 0-16,0-2 8 15,0 0-8-15,0 0 0 0,0 0 0 0,4 0 0 0,-4 0 0 16,3 0 0-16,3 0 0 0,-3-3 0 0,0 3 0 0,3-3 0 16,-3 3 0-16,3-2 8 0,0-1 0 0,3 0-8 0,-3 0 12 0,0-2-4 15,3 2-8-15,0 1 0 0,0-6 9 0,0 8-9 16,0-3 11-16,0 0-3 0,0 0 0 0,0-2 0 15,3 2 11 1,0 1 1-16,0-1 1 0,0 0 0 0,0 1 3 0,0-4 0 0,0 3 0 0,3-2 0 16,0 2-3-16,0-2 0 0,0 0 0 0,2-1 0 15,1 1-4-15,0 0-1 16,3-1 0-16,0 1 0 0,0 0-16 0,3-3 8 0,-3 0-8 0,3 2 0 16,0 1 0-16,-1 0-20 0,1-3 2 0,3 2 1 15,0 1-103-15,0-1-20 0,0-2-4 0</inkml:trace>
  <inkml:trace contextRef="#ctx0" brushRef="#br0" timeOffset="12241.6">22425 10772 1034 0,'0'0'29'0,"0"0"7"0,0 0-36 0,0 0 0 0,0 0 0 0,0 0 0 16,0 0 52-16,0 0 4 0,0 0 1 0,0 0 0 16,0 0-9-16,0 0-1 0,0 0-1 0,0 0 0 15,0 0 10-15,-6 0 3 0,6 0 0 0,0 0 0 16,-6 3-7-16,6-3 0 0,0 0-1 0,-6 2 0 15,3 1-15-15,3-3-4 0,-6 0 0 0,0 2 0 16,-2 1-8-16,2 0-3 0,3-3 0 0,-3 5 0 16,0-2-21-16,0-1 0 0,0 4 0 0,-3-4 8 15,3 4-8-15,0-4 0 0,0 3 0 0,0 1 0 63,0-1 0-63,0-2 0 0,0 2 0 0,0 0 0 0,3-2 0 0,-3 2 0 0,0 1 0 15,0-1 0-15,3 0 0 0,-3 3 0 0,3-3 0 0,-2 1 0 0,2-1 0 0,0 0 0 0,0 3 0 0,0-3 0 0,0 1 0 0,0-1 0 0,0 3 0 0,0-3 0 16,0 3 26-16,3-3 4 0,0 1 1 0,-3-1 0 16,3 3-31-16,0-3 0 0,-3 1 0 0,3 2 0 15,0-3 0-15,-3 0 0 0,3 0 0 0,0 3 0 16,0-2 0-16,0 2 0 0,0-3 0 0,0 0 0 16,3 0 0-16,-3 3 0 0,0-2 0 0,3-1 0 15,-3 0 0-15,0 3 0 0,3-2 0 0,0-1 0 16,-3 3 0-16,3-6 0 0,0 6 0 0,0-2 0 15,0-1 0-15,3 0 0 0,-3 0 0 0,3 1 0 16,-1-4 0-16,1 4 0 0,0-4 0 0,0 1 0 16,0 0-24-16,3-1-4 0,-3-2 0 0,0 3-1 0,3 0 29 0,-3-3 0 15,0 2 0-15,3 1 0 0,0-3 0 0,-3 0 0 0,3 0 0 0,0 0 0 16,-3 0 19 0,3 0 9-16,-1-3 3 0,1 3 0 0,0-2-22 0,0 2-9 0,-3 0 8 0,3-3-8 15,0 3 8 1,-3-3-8-16,3 1 8 0,-3 2-8 0,3-3 12 0,-3 0-4 0,0 1 0 0,0-1 0 15,0 0 4-15,0 1 0 0,0-4 0 0,-3 4 0 16,2-1 0 0,-2 1 0-16,3-1 0 0,-3-2 0 0,0 2-2 0,3-2 0 0,0-1 0 0,-3 4 0 15,0-4-10-15,3 1 12 0,-3 0-12 0,0 0 12 16,0-1-3-16,0-2 0 16,0 3 0-16,0 0 0 0,0-1 1 0,-3-1 0 0,3 1 0 0,0 1 0 15,0 0 0-15,-3-1 0 0,3 1 0 0,-3 0 0 16,0-1-2-16,3 1 0 0,-3 3 0 0,0-4 0 15,0 1 2-15,0 0 0 0,0-1 0 0,-3 1 0 16,3 0-10-16,0-1 12 0,-3-1-12 0,3 1 12 16,-3 1-12-16,3-3 12 0,-3 3-12 0,0-1 12 15,3 1-12-15,-3 0 10 0,0-3-10 0,0 5 10 16,0-2-10-16,0-3 10 0,0 3-10 0,0-1 10 16,0 1-10-16,0 0 0 0,0 2 9 0,0-2-9 15,0 2 0-15,0-2 9 0,0 0-9 0,0 2 0 16,0-2 0-16,3-1 0 0,-3 1 0 0,0 0 0 15,0 2 0-15,0-2 0 0,0 2 0 0,1-2 0 16,-1 2 0-16,0-2 0 0,0 0 0 0,-3 2 0 0,3-2 0 0,-3 2 0 0,3-2 0 16,0 0 0-1,0 2 8-15,-3-2-8 0,3 2 0 0,-3-2 0 0,3 2 0 0,0 0 0 0,-3 1 0 0,0 2 0 16,3-3 0-16,-3 1 0 0,0 2 0 0,3-3 0 16,-3 3 0-16,0 0 0 0,0 0 0 0,0 0 0 15,0 0 0-15,0 0 0 0,0 0 0 0,1 3 0 94,-4-3 0-94,3 2 0 0,0 1 0 0,0-1 0 0,-3 1-16 16,3 0 4-16,0 2 0 0,-3-2 0 0,3 2-18 0,0 0-3 0,-3-2-1 0,3 2 0 0,0 1-19 0,-3-1-4 0,3 3-1 0,-3-3 0 0,3 0-79 15,3 1-16-15,3-6-3 0</inkml:trace>
  <inkml:trace contextRef="#ctx0" brushRef="#br0" timeOffset="17200.43">21633 10872 1192 0,'0'0'24'0,"0"0"8"16,0 0-32-16,0 0 0 0,-3-5 0 0,3 5 0 15,0 0 79-15,0 0 9 0,-3-5 3 0,3 5 0 16,0 0 15-16,0 0 3 0,0 0 1 0,0 0 0 15,0 0-26-15,0 0-4 0,0 0-2 0,0 0 0 47,0 0-25-47,0 0-5 0,0 0 0 0,0 0-1 0,0 0-17 0,0 0-3 16,0 0-1-16,-3 5 0 0,1 3-11 0,-1-3-3 0,3 3 0 0,-3 3 0 0,0-3-12 0,3 2 0 0,0-2 0 0,0 3 0 16,3-1 0-16,-3 1 0 0,3 0 0 0,0-1 0 0,-3-2 0 0,2 5 0 0,1-2 0 0,-3 2 0 15,3 0 0-15,-3 1 0 0,3 2 0 16,-3-1 0-16,0 1 0 0,0 3 0 0,0-3 0 0,0 2 0 31,0-5-8-31,0 3 8 0,0-2-12 0,-3-1 12 0,3-3-15 0,0 1 4 0,-3 0 1 0,3-4 0 16,-3 1 10-16,1-2-10 0,2-1 10 0,0-5-10 15,-3 5 10-15,3-5 0 0,0 0 0 0,0 0 0 16,0 0 0-16,0 0 0 0,0 0 0 0,-6-2 0 16,6 2 0-16,-6-6 9 0,3 1-9 0,-3-3 0 31,3 0 15-31,0-2-4 0,0-4-1 0,0 1 0 0,0-3 5 0,3-2 1 0,-3-1 0 0,0-2 0 15,3 3 0-15,0-1 1 0,0 1 0 0,0-1 0 16,3 0-1-16,-3 4 0 0,3 1 0 0,0-2 0 47,3 3 4-47,-3 0 0 0,3 2 0 0,-3-2 0 0,3 0-5 16,0 2-1-16,-3 1 0 0,2-1 0 0,-2 3-2 0,3-2 0 0,-3-1 0 0,0 1 0 0,3 2-2 0,-3-3-1 15,0 3 0-15,0 0 0 0,0 0-9 0,0 3 10 0,0 0-10 0,-3 2 10 16,0 3-10-16,0 0 0 0,0 0 0 0,0 0 8 15,0 0-8-15,0 0 0 0,0 0 0 0,0 0 8 0,0 0-8 16,0 0 0-16,0 0 0 0,0 0 0 0,-3 5 0 0,-3 1 0 16,3-1 0-16,-6 3 0 0,3 0 0 0,0 0 0 0,0 2 0 0,-2-2 0 15,2 0 0-15,-3 0 0 16,0 0 0-16,-3 3 0 0,3-3-10 0,0-1 10 0,-3 1-13 0,3 0 5 16,-3 0-5-16,3 0-1 0,0-3 0 0,0 3 0 31,1-2-10-31,2-1-1 0,-3 3-1 0,3-3 0 15,0 1-19-15,0-1-4 0,3-3-1 0,-3 4 0 0,6-6-95 16,0 0-19-16,-3 5-4 0</inkml:trace>
  <inkml:trace contextRef="#ctx0" brushRef="#br0" timeOffset="17650.77">21482 11312 1799 0,'0'0'51'0,"0"0"11"0,0 0-50 15,0 0-12-15,0 0 0 0,0 0 0 0,0 0 74 0,0 0 12 0,0 0 2 0,0 0 1 32,0 0-24-32,0 0-5 0,6 5 0 0,-3-2-1 0,3 2-6 15,2-5-1-15,-2 3 0 0,3-1 0 31,0 1-16-31,0-3-4 0,0 0-1 32,3 2 0-32,0 1-11 0,0-3-1 0,0 0-1 0,3 3 0 0,-3-3-10 0,2 0-8 0,1 0 12 0,0 0-12 0,0 0 10 0,0 0-10 15,0 0 8-15,0 0-8 0,-3 0-20 0,2-3-8 0,1 3-3 0,0-5 0 0,0 2-153 16,0 1-30-16,0-4-6 0</inkml:trace>
  <inkml:trace contextRef="#ctx0" brushRef="#br0" timeOffset="18599.79">21357 9798 1690 0,'0'0'35'0,"3"-3"9"0,3 1-36 0,-3-1-8 0,-1 1 0 0,4-1 0 16,-3 0 79-16,-3 3 13 0,3-2 4 0,-3 2 0 15,0 0-31-15,0 0-5 0,0 0-2 0,0 0 0 16,0 0-18-16,6 0-4 0,-6 0-1 0,0 0 0 16,3 2-7-16,0 4-2 0,-3-4 0 0,3 6 0 15,-3 0-4-15,0 3-1 0,3-3 0 0,-3 5 0 16,0 0-8-16,0 0-1 0,0 6-1 0,0-1 0 16,0 1-11-16,0-1 0 0,3 4 9 0,0 1-9 15,-3-1 0-15,3-1 0 0,0 0 0 0,-3 3 0 16,3-6-14-16,0 1-7 0,0 2-2 0,0-3 0 15,0 1 23-15,0-3 0 0,0 2 0 0,0-2 0 16,-3 3 0-16,3-3 0 0,0-1 0 0,-3 1 0 16,3 0-16-16,-3 0 0 0,0-3 1 0,3 1 0 15,-3-4-31-15,0-2-6 0,0 3-2 0,0-3 0 16,0 0-106-16,0-1-22 0,0-1-4 0</inkml:trace>
  <inkml:trace contextRef="#ctx0" brushRef="#br0" timeOffset="18967.58">21336 10438 1599 0,'0'0'33'0,"-6"-5"8"0,6 5-33 0,-3-2-8 0,0-4 0 0,0 1 0 16,0 0 112-16,0-1 21 0,3 1 4 0,-3 0 1 16,3-1-42-16,0 6-8 15,3-5-1-15,-3 0-1 0,0 5-25 0,0-5-5 0,3-1 0 0,-3 6-1 16,0 0-19-16,0 0-4 0,0 0-1 0,0 0 0 15,0 0-14-15,3 0-2 0,-3 0-1 0,6 6 0 16,0-4-14-16,-3 6 0 0,0-3 8 0,0 3-8 16,0 0 0-16,0 0 0 0,3 0 0 0,-3 3 0 31,0-3 0-15,3 2 0-16,-3-2 0 0,-1 0-10 0,4 0-10 0,-3 0-1 0,3-3-1 0,-3 1 0 0,3-1 8 0,0 0 2 0,0 1 0 0,0-4 0 15,0 1 12-15,0-1 0 0,0 1 0 0,0-3-9 16,3 0 9-16,-3 0 0 0,3-3 0 0,0 1 0 15,0-1 0-15,3 1 9 0,-1-4-9 0,1-2 0 16,0 3 26-16,0-6-2 0,3 4 0 0,0-7 0 31,0 1-70-15,0-5-14-16,3-1-4 0</inkml:trace>
  <inkml:trace contextRef="#ctx0" brushRef="#br0" timeOffset="19539.99">22300 9835 1579 0,'3'-8'32'0,"-3"3"10"16,0-3-34-16,3 3-8 0,-3-1 0 0,0 1 0 15,0 0 104-15,0 5 20 0,0-5 3 0,0 5 1 16,0-6-40-16,0 6-7 0,0 0-1 0,-3-2-1 16,3 2-24-16,0 0-5 0,0 0-1 0,0 0 0 15,0 0-39-15,-6 2-10 0,6-2 0 0,-6 6 0 16,0-1 53-16,3 0 9 0,0 3 2 0,3 3 0 16,-3 2-72-16,3 3-15 0,0 0-2 0,3 5-1 0,-3 3 42 15,3 2 8-15,0 1 1 0,0 2 1 0,3-6-26 0,-3 4 0 16,0-3 0-16,3 0 0 0,-3-3 0 0,0 0 0 0,0-3 0 0,0 4 0 15,-3-4 0-15,3 3 0 0,-3-2 0 0,0 2 0 32,0 0-46-32,0 0-14 0,-3-2-4 0,3-1 0 0,-3 1 52 0,3-3 12 0,-3 0 0 0,3-6 0 93,-3 3-105-93,0-5-19 0,0 0-3 0</inkml:trace>
  <inkml:trace contextRef="#ctx0" brushRef="#br0" timeOffset="19904.38">22187 10438 1751 0,'-3'-5'36'16,"-3"-3"9"-16,3 3-36 0,0 0-9 0,0-1 0 0,0 1 0 15,3-3 82-15,-3 5 14 0,0-4 4 0,0 1 0 16,3 4-31-16,0 2-5 0,-3-6-2 0,3 6 0 15,0 0-18-15,0 0-4 0,0 0-1 0,0 0 0 16,0 0-23-16,0 0-5 0,0 0-1 0,0 0 0 16,0 0-10-16,0 6 0 0,3 2 0 0,0-1 0 15,0 1 0-15,0 0 0 0,0 0 0 0,0 0 0 16,0 3 0-16,3-3 0 0,-3 0 0 0,0 0 0 16,3 0 24-16,0-3 4 0,-3 3 0 0,3-3 0 0,0 0-28 0,-3-2 0 0,3 0 0 15,0-1 0 1,-3 4 0-16,3-6 0 0,0 2 0 0,0 1 0 15,3-3-22-15,-4 0-3 0,4-3-1 0,0 3 0 0,3-2 72 0,0-4 14 0,0 1 4 0,3 0 0 32,0-1-52-32,0-1-12 0,3-1 0 0,-1-3 0 0,1-2 0 0,0 0 0 0,0-3 0 0,0 0 0 15,0 0 0-15,0 0 0 0,-4 0 0 0,4 0 0 32,-3 0-124-32,0 3-28 0,0-3-6 0</inkml:trace>
  <inkml:trace contextRef="#ctx0" brushRef="#br0" timeOffset="23536.54">19005 9780 1645 0,'0'0'69'0,"0"-6"-55"16,3 1 69-16,0-3 13 0,-3 3 4 0,3 0 0 16,-3-1-26-16,0 6-5 0,3-2-1 0,-3 2 0 15,0 0-25-15,0 0-6 0,0 0-1 0,0 0 0 16,0 0-14-16,0 0-3 0,0 0-1 0,0 0 0 16,0 0-4-16,0 0-1 0,0 0 0 0,3 2 0 15,0 4-5-15,0-4-8 0,0 3 11 0,0 3-11 16,0-2 8-16,0 2-8 0,0 0 0 0,0-1 0 15,3 4 0-15,0 0 0 0,-3-1 0 0,3 3 0 16,0 3 0 0,2-2 0-16,-2 1 0 0,0 4 0 0,0-3 0 0,0 0 0 0,3 0 0 0,-3-1 0 15,0 1-13-15,-3-2 3 0,3-4 1 0,0 1 0 16,0-1 9-16,-3-2 12 0,3 3-2 0,0-6-1 16,-3 3-9-16,3-3 0 0,0 1 0 0,3-1 0 15,0-2 0-15,0-1 0 0,-1 1 0 0,4 0 0 16,0-3 0-16,3 2 0 0,0-2 0 0,0 0 0 0,3 0 0 15,-3-2 0-15,3-1 0 0,-1 3 0 0,1-5 0 16,3 2-17-16,0 0 4 0,3 1 1 16,0-1 12-16,5 0 12 0,1 1-3 0,3-1 0 0,-3-2-9 0,-1 2 0 0,4 1 9 15,0-1-9 1,-6 0 0-16,2 1 0 0,-2 2 0 0,3-3 0 62,0 3 0-62,2 0 0 0,4 3 0 0,0-3 0 0,0 0 0 16,-1 0 0-16,1 0 0 0,0 0 8 0,-3 0-8 0,-4 2 0 0,1-2 0 0,0 3 0 0,-3-3 0 0,2 0 0 0,1 3 8 0,0-3-8 0,0 0 11 16,-4 0-3-16,1 0 0 0,-3 0 0 0,0 0 2 0,-6 0 0 0,0 0 0 0,-1 0 0 0,-2-3-2 0,-3 3-8 0,0 0 12 0,0-3-4 15,-6 3 8-15,3-2 2 0,-3 2 0 0,-3 0 0 16,3-3-3-16,-3 3-1 0,0-3 0 0,-3 3 0 16,0 0-14-16,3-2 9 0,-3 2-9 0,3-3 8 15,0 0-8-15,-3 1 0 0,3-1 0 0,0 0 8 16,-3 1-8-16,3-4 0 0,3 4 0 0,-6-3 0 15,3 2 0-15,0-5 0 0,-3 3 0 0,3 2 0 16,-1-5 10-16,-2 0-10 0,3 0 12 0,0 0-12 16,0-2 20-16,0-4-4 0,0 1 0 0,0 0 0 15,0 0 0-15,3 0-1 0,-3-3 0 0,0 0 0 16,3 3-6-16,-3-3-1 0,3 0 0 0,0 3 0 16,-3-1 2-16,3-2 0 0,0 3 0 0,3-3 0 15,-3 3-10-15,3 0 8 0,-3-3-8 0,0 3 8 16,3 0-8-16,-3-1 0 0,0 1 0 0,-1 2 0 15,-2-2-34-15,3 0 1 0,0 0 0 0</inkml:trace>
  <inkml:trace contextRef="#ctx0" brushRef="#br0" timeOffset="25884.4">19395 10973 1205 0,'0'0'34'0,"0"0"8"15,0 0-34-15,0 0-8 0,0 0 0 0,0 0 0 16,0 0 58-16,0 0 10 0,0 0 1 0,0 0 1 0,0-5-19 0,0 5-4 0,0 0-1 0,0 0 0 15,0 0-1-15,0 0 0 0,0 0 0 0,0 0 0 16,0 0-2-16,0 0-1 0,0 0 0 0,-3-3 0 16,3 3 0-16,0 0 0 0,0 0 0 0,0 0 0 31,0 0-3-31,0 0-1 0,0 0 0 0,0 0 0 0,0 0-4 0,0 0-1 0,0 0 0 0,0 0 0 16,0 0-5-16,0 0-2 0,0 0 0 0,0 0 0 15,0 0-4-15,0 0-1 0,0 0 0 0,0 0 0 16,0 0-3-16,0 0-1 0,0 0 0 0,0 0 0 78,0 0-4-78,0 0-1 0,3 3 0 0,0 2 0 0,0 0-1 0,-3 1-1 0,3 1 0 0,-3-1 0 0,3 2 1 0,-3 2 0 0,0 1 0 0,3 2 0 0,-3 0-3 0,0 3-8 16,3 5 12-16,-3-2-4 0,0-1 0 0,3 1-8 0,0 2 12 0,-3-2-4 0,3-1 1 0,-3-2 0 0,3 0 0 0,-3 0 0 15,3-3-1-15,-3-2-8 0,3-1 12 0,-3 3-4 16,3-2 0-16,-3-3-8 0,0 3 12 0,3-1-4 15,-3-2-8-15,0 0 0 0,0-3 9 0,-3 3-9 16,3 0 24-16,-3 0 0 0,3-3 0 0,0 1 0 16,-3-1-24-16,3 0 0 0,0 1 0 0,0-6 0 15,-3 7 0-15,3-7 0 0,0 6 0 0,0-6 0 32,-3 5-47-32,3-5-13 0,0 0-4 0,0 0 0 0,0 0 0 0,0 0 0 0,0 0 0 0</inkml:trace>
  <inkml:trace contextRef="#ctx0" brushRef="#br0" timeOffset="26884.68">20351 10989 1788 0,'-6'2'51'0,"0"-2"10"15,0 3-49-15,0-3-12 0,0 3 0 0,0-1 0 16,-3 1 55-16,0 2 8 0,3-2 1 0,-3 2 1 16,0 3-52-16,0-2-13 0,0 1 0 0,3 4 0 15,-3 0 54-15,3-1 8 0,0 1 2 0,1 5 0 16,-1-3-51-16,0 3-13 0,3 0 0 0,0 0 0 16,0 2 8-16,0-2-8 0,0 2 8 0,3 1-8 15,0-3 8-15,0 0-8 0,0 0 8 0,3-3-8 16,0 0 0-16,0-2 0 0,3-3 0 0,0 2 0 0,0-2 0 15,-1 0 0-15,4-3 8 0,0 3-8 0,3-5 0 16,0 2 0-16,0-2 0 0,3-3 0 0,0 3 0 0,3-3-14 0,-3 0 3 0,5-3 1 16,-2 3 33-1,3-3 6-15,0 1 2 0,-3-1 0 16,3 0 0-16,-1-2 0 0,-2 0 0 0,0-1 0 0,-3-2 28 0,-3 1 5 0,0-1 2 0,0-3 0 16,-3 0-53-16,0 1-13 0,0-3 0 15,-3 2 0-15,-1-5 54 0,-2 3 8 16,0-3 2-16,0 0 0 0,-3 0-52 0,0 0-12 0,0 3 0 0,-3-3 0 15,0 6 0-15,-3-4 0 0,1 4 0 0,-1-1 0 16,-3 1 0-16,-3 2 0 0,0-3 0 0,-3 3 0 16,-3 0 0-16,3 3 0 0,-3 0 0 0,-2-1 0 15,-1 1 0-15,3 3 0 0,-3 2 0 0,3-3 0 16,0 0-48-16,0 3-13 0,1 3-3 0</inkml:trace>
  <inkml:trace contextRef="#ctx0" brushRef="#br0" timeOffset="28686.52">23399 10796 1549 0,'0'0'44'0,"0"0"9"0,0 0-42 0,0 0-11 0,3-3 0 0,-3 3 0 16,0 0 79-16,3-3 13 0,-3 3 4 0,5-2 0 15,-5 2-13-15,3 0-3 0,-3 0 0 0,6-3 0 16,-3 0-20-16,3 3-5 0,0-2-1 0,0 2 0 16,0-3-20-16,0 3-4 0,0 0-1 0,0 0 0 15,0 3-17-15,0-3-4 0,3 0-8 0,-3 2 12 16,0 1-12-16,0 0 8 0,0 2-8 0,0 0 0 16,-3 1 8-16,3-1-8 0,-3 0 0 0,-3 3 0 15,3 0 0-15,-3 0 0 0,-3 0 0 0,0 0 0 16,0 0-16-16,-3 2-2 0,0 1-1 0,-3 0 0 15,0-1-30-15,-3 3-7 0,3-2 0 0,-3 0-1 16,3-1 26-16,-3-2 6 0,3 0 1 0,-3 0 0 0,3 0 4 0,1 0 2 0,-1-3 0 16,3 3 0-1,3-3 18-15,0 1-10 0,0-1 10 0,3-5-8 0,0 5 8 0,0 1 0 0,6-1 0 16,-3 0 0-16,3-2 0 0,3-1 12 0,-3 1-2 0,2 0-1 31,4-3 11-31,-3-3 3 0,6 3 0 0,-3-3 0 0,3 1-3 0,0-1-1 0,3 0 0 16,-3 1 0-16,2-1-19 0,1 1 0 0,0-4-8 15,-3 4 8-15,0-1 0 16,0 0 0-16,-3 3 11 0,0-2-3 16,0-1-97-16,-1 0-19 0,-2-2-4 0</inkml:trace>
  <inkml:trace contextRef="#ctx0" brushRef="#br0" timeOffset="29029.95">23738 10616 1569 0,'0'0'66'0,"0"0"-53"16,0-6 89-16,0 6 18 0,0 0 3 0,0 0 1 15,0 0-37-15,0 0-7 0,0 0-2 0,0 0 0 16,0 0-25-16,6 0-5 0,-6 0 0 0,0 0-1 16,3 3-18-16,0 0-3 0,0 2-1 0,-3 3 0 15,3 0-11-15,-3 2-2 0,0 1-1 0,-3 2 0 16,3 1-11-16,0 4 0 0,-3-2 0 0,3 5 8 15,0-2-8-15,-3-1 0 0,3-2 0 0,0 0-11 16,0 0-38-16,0-3-8 0,0 0-2 0</inkml:trace>
  <inkml:trace contextRef="#ctx0" brushRef="#br0" timeOffset="29301.52">24065 10806 2097 0,'6'-5'44'0,"-3"0"9"0,-3-1-42 16,0 6-11-16,0 0 0 0,0 0 0 0,0 0 92 0,0 0 17 0,0 0 3 0,-6 0 1 16,-3 0-47-16,0 3-10 0,1 0-1 0,-4 2-1 15,0 0-29-15,0 1-5 0,0-1-2 0,0 3 0 16,0 2-10-16,0-2-8 0,0 0 9 0,3 0-9 31,0 0 0-31,3 0 0 0,3 0 0 0,0 0 0 0,3-3 0 0,3 3-12 0,0 0 12 0,3-3-10 16,0 3 10-16,3-2 0 0,3 2-9 0,-3-3 9 15,3 0 0-15,0 0 0 0,0 1 0 0,-3-1 0 16,0 0 0-16,0 1 0 0,-3-4 0 0,0 4 0 16,-3-1 0-16,-3-5 0 0,0 0 0 0,-3 5 0 15,-3 3 0-15,0-3 0 0,-3 1 0 0,0 2 0 16,-3-3 0-16,-3 0 0 0,0 3 0 0,3-3 0 16,-3 1 0-16,3 2 0 0,0-6 0 15,1 4 0-15,2-1 0 0,0-2-16 0,3 2 3 0,0-5 0 16,6 0-36-16,0 0-7 0,0 0-2 0,0 0 0 15,-3-3-157-15,0-5-31 16</inkml:trace>
  <inkml:trace contextRef="#ctx0" brushRef="#br0" timeOffset="31336.21">24402 10862 1355 0,'0'0'28'0,"0"0"8"16,0 0-36-16,0 0 0 0,0 0 0 0,-6 2 0 15,6-2 71-15,0 0 7 0,0 0 2 0,-6 3 0 16,6-3-30-16,0 0-6 0,0 0 0 0,-3 5-1 16,3-5-13-16,0 0-2 0,0 0-1 0,0 0 0 15,0 0-3-15,0 0-1 0,0 0 0 0,0 0 0 16,0 0-10-16,0 6-1 0,0-6-1 0,0 0 0 15,0 0-11-15,0 0 0 0,0 0 9 0,0 0-9 16,0 0 26-16,0 0 1 0,0 0 0 0,0 0 0 16,0 0 5-16,0 0 2 0,0 0 0 0,0 0 0 15,0 0-7-15,0 0-2 0,0 0 0 0,0 0 0 0,0 0-8 0,-9 0-1 0,3 0-1 0,-3 0 0 16,0 0-7 0,-3 0 0-16,3 0-8 0,0 0 12 0,-3 2-12 0,3 1 0 0,1 0 0 0,-1 2 0 15,0-2 0-15,3 2 0 0,0 0 0 0,0 3 0 16,3-3 0-16,-3 3-12 0,3 0 12 0,3-2-10 15,-3 1-8-15,3 1-2 0,0-2 0 0,3 2 0 32,-3-3-8-32,3 0-1 0,0 1-1 0,3-1 0 15,0-3-10-15,0 4-1 0,3-4-1 0,0 1 0 0,2 0 14 0,1-3 2 0,0 2 1 0,0-2 0 16,3 0 12-16,0 0 2 0,-3 0 1 0,3-2 0 16,0 2 10-16,-3-3 0 0,-1 3 0 0,1-3 0 15,0 1 25 1,-3-1 1-16,0 0 0 0,0 3 0 47,-3-5 23-32,0 5 5-15,0-2 1 0,-6 2 0 0,0 0-3 0,0 0-1 0,3-6 0 0,-3 6 0 0,0 0-6 0,0 0-1 0,0 0 0 0,0 0 0 0,-3-2-14 16,3 2-3-16,-6-3-1 0,0 3 0 0,0 0-12 0,0 0-2 0,0 0-1 0,0 3 0 0,6-3-11 0,-6 2 8 0,0 1-8 0,0 0 8 16,6-3-8-16,-6 2 0 0,0 3 0 0,6-5 0 15,-3 6-11-15,0-1 11 0,3 0-8 0,0 3 8 16,3-2-20-16,0-4 2 0,0 4 0 0,3 1 0 15,0-4-3-15,0 2-1 0,3-2 0 0,0 0 0 16,0-1 2-16,0 1 1 0,3 0 0 0,0-1 0 16,-3-2 11-16,0 0 8 0,-3 0-12 0,3-2 12 15,-4 2 0-15,1-3 0 0,-3 0 0 0,3-2 0 16,-3 2 0-16,-3-2 0 0,0 0 0 0,0 0 0 0,0-1 16 0,0-2 0 0,0 3 0 16,-3 0 0-16,3-1 8 0,-3-2 3 0,0 3 0 0,0-3 0 15,0 0-3-15,3 3 0 0,0-3 0 0,-3 3 0 31,3-1-12-31,0-1-4 0,3-1 0 0,-3 2 0 0,3 1 4 0,0 0 1 0,0-1 0 0,0 1 0 16,0 3-13-16,3-1 0 0,0 0 0 0,0 1 0 16,0 2 0-16,0-3 8 0,0 3-8 15,0 0 0-15,0 3 0 0,0-3 0 0,0 2 0 0,0 1 0 16,0 0 0-16,0-1 0 0,0 3 0 0,0-2 0 16,-3 2 0-16,3 1 0 0,0-1 0 0,-4 3 0 15,1-3 0-15,0 0 0 0,0 3 0 0,0-2 0 16,0-1 0-16,0 0 0 0,-3 1 0 0,0-6 0 15,0 5-14-15,0 0 4 0,0-5 1 0,0 8 0 16,0-8 9-16,0 0-8 0,0 0 8 0,0 5-8 16,0-5 8-16,0 0 0 0,0 0 0 0,0 0 0 15,0 0 0-15,0 0 0 0,0 0 0 16,0 0 0-16,0 0 0 0,0 0 0 0,0 0 0 0,0 0 8 16,0 0-8-16,0 0 0 0,0 0 0 0,-3-5 0 15,3 0 0-15,-3 0 0 0,3-1 0 0,3 4 8 16,-3-4-8-16,3 1 0 0,-3 0 8 0,3-1-8 15,0 1 11-15,0 2-3 0,0-2 0 0,3 3 0 16,-3-1-8-16,3 0 10 0,-3 1-10 0,0-1 10 16,3 0-10-16,-6 3 8 0,6 0-8 0,-6 0 8 15,6-2-8-15,-3 2 0 0,3 0 0 0,-6 0 8 16,6 2-8-16,0-2 0 0,-6 0 0 0,6 3 0 0,-3 2 0 16,3-2 8-16,-6-3-8 0,3 3 0 0,-3-3 0 15,6 5 0-15,-3 0 0 0,0 0 0 0,-3-5 0 0,3 3 0 16,0 2 8-16,-1 1-8 0,-2-6 0 0,3 5 0 0,-3-5 0 0,3 5 0 15,-3-5 0-15,0 6 0 0,0-6-8 0,0 0 8 32,3 7 0-32,-3-7 0 0,0 0-9 0,0 0 9 0,0 0 0 0,0 0 0 0,0 0 0 0,0 0 0 15,0 0 0-15,0 0 0 0,0 0 0 0,0 0 0 16,0 0 0-16,0 0 0 0,0 0 0 0,6 0 0 31,0 0 0-31,-3 0 0 0,3-2 0 0,-3-1 0 16,3 3 0-16,-3-2 0 15,3-1 0-15,0 0 0 0,-3 3 8 0,3-2-8 0,0-1 0 0,-3 3 0 0,3-3 10 0,0 3-10 0,-3 0 10 0,-3 0-10 16,0 0 11-16,6-2-11 0,-6 2 12 0,0 0-12 16,0 0 0-16,0 0 0 0,0 0 0 0,0 0 0 15,3 2 0-15,-3-2 0 0,0 0 0 0,3 6 0 16,-3-6 0-16,3 5 0 0,0 0-15 0,-3-5 5 16,3 5-10-16,0-2-1 0,0 2-1 0,0-2 0 15,-3-3 4-15,6 5 1 0,-1-5 0 0,-2 3 0 16,0-3 7-16,3 0 2 0,0 0 0 0,-3-3 0 15,0 3 8-15,3 0 11 0,-3-2-3 0,0-1 0 16,-3 3 5-16,6-3 1 0,-3 3 0 0,-3 0 0 16,0 0 1-16,0 0 0 0,6-5 0 0,-6 5 0 15,0 0-5-15,0 0-1 0,0 0 0 0,0 0 0 16,0 0-1-16,0 0 0 0,0 0 0 0,0 0 0 0,0 0-8 0,0 0 0 16,3 3 0-16,-3-3 8 15,0 0-8-15,3 2 0 0,-3-2 0 0,3 8 0 0,0-2 0 0,0-1 0 0,-3 0 0 0,0 3 0 16,0 0 0-16,0-3 0 0,0 3 0 0,0 0 0 15,0 0 0-15,0 3 0 0,0-3 0 0,0 0 0 47,-3 0 0-47,3 0-14 16,0-3 3-16,0 3 1 0,0-6 10 16,0-2 0-16,0 8 0 0,0-8 0 0,3 3 0 0,-3-3-12 0,0 0 12 0,0 0-12 0,0 0 12 0,0 0 0 0,0 0 0 0,0 0 0 0,0 0 0 0,3-5 8 0,0-1-8 0,0 1 11 15,0-3-11-15,-3-2 0 0,3-1 0 0,0 0 0 16,-3 1 16-16,0-1 2 15,3-2 0-15,-3 2 0 0,0 1-2 0,3-1-1 0,0-2 0 0,-3 2 0 16,0 1 1-16,3-3 1 0,-3 2 0 0,0-2 0 16,3 2-3-16,-3 1-1 0,0-1 0 0,0 1 0 15,3-4-3-15,-3 6-1 0,0-2 0 0,3-1 0 16,-3 3-9-16,3 3 10 0,0-3-10 0,0 3 10 16,0-1-10-16,0 1 0 0,0 2 0 0,0 1 0 15,2-1 0-15,1 3 0 0,0 0 0 0,0 0 0 16,3 0 0-16,0 3 0 0,0-1 0 0,0 1 0 15,-3 0 0-15,3 2 0 0,0 0 0 0,-3-2 0 16,0 2 0-16,0 1 0 0,-3-1 0 0,0 0 0 16,0 0 0-16,-3-5 0 0,0 6 0 0,0 2 0 15,0-3 0-15,-3 0 0 0,0 1 0 0,-3 2 0 16,0-3 0-16,0 0 0 0,-3 0 0 0,0 3 0 16,-3-2 0-16,3 2-11 0,-3-6 11 0,0 3-12 0,3 1 0 15,0-1-1-15,1 0 0 0,-1-2 0 31,0 2-20-31,0-2-4 0,3 0-1 0,0-1 0 0,0 1-28 0,6-3-6 0,-6 3 0 0,6-3-1 16,0 0-143-16,0 0-29 0,0 7-6 0</inkml:trace>
  <inkml:trace contextRef="#ctx0" brushRef="#br0" timeOffset="31521.58">25131 11092 1607 0,'0'0'68'16,"0"0"-55"0,0 0 123-16,0 0 24 0,6 3 4 0,0-1 2 15,-6-2-50-15,3 3-9 0,-3-3-3 0,6 3 0 16,-6-3-40-16,6 0-9 0,-3 2-2 0,-3-2 0 16,0 0-32-16,0 0-6 0,6 0-2 0,-6 0 0 15,0 0-13-15,0 0 0 0,3-2 0 0,-3 2 0 16,6-3-131-16,-3-2-19 0,-3 2-4 0</inkml:trace>
  <inkml:trace contextRef="#ctx0" brushRef="#br0" timeOffset="41352.44">17663 12513 851 0,'-18'3'36'0,"-3"-1"-36"16,0 1 0-16,3 2 0 0,0-2 0 0,1-1 0 31,-1 1 41-31,0 0 2 0,0-1 0 0,0 1 0 0,3 0-18 0,3 2-3 0,-3-2-1 0,4-1 0 16,2 1 35-16,0-3 6 0,3 3 2 0,0-3 0 16,6 0 0-16,-6 2 0 0,6-2 0 0,0 0 0 15,0 0-38-15,0 0-7 0,0 0-2 0,0 0 0 16,3-2 4-16,3-1 1 0,3 0 0 0,3 1 0 15,2-1 2-15,4 0 1 0,0 1 0 0,6-1 0 16,3-2-25-16,3 2 0 0,2 0 0 0,1 1 0 16,0-3 42-16,2 2 3 0,-2-2 1 0,6 2 0 15,3-2-22-15,2 2-5 0,4-2-1 0,-1 2 0 16,1-2-1-16,-3 2 0 0,2-2 0 0,4 2 0 16,0 1 24-16,2-1 5 15,4-2 1-15,2 2 0 0,-5 0-55 0,-1 1-12 0,1-1-1 0,3 0-1 16,-1-2 22-16,1 2 16 0,5-2-2 0,7 2-1 15,-10 1-3-15,4-3-1 0,-4 2 0 0,7 0 0 16,-4 1-9-16,-2-1 0 0,2 0 0 0,4 1 0 16,-1-4 0-16,1 4 0 0,2-1 0 0,7 0 0 15,-10 1 32-15,1-3 4 0,-1 2 0 0,3-2 1 16,-5 2-23-16,2-2-5 0,-2 2-1 0,8-2 0 0,-5 2 9 16,2 0 2-16,4-2 0 0,5 2 0 15,-8-2-19-15,-1 3 0 0,1-4 0 0,2 1 0 0,-5 0 0 16,-1 2 0-16,0 0 0 0,7 1 0 0,-7 2 0 15,7-3 0-15,-1 3 0 0,4-3 0 0,-4 1 18 0,1-1 0 16,-1-2 0-16,3 2 0 0,-8 1-29 0,-1-4-5 0,1 6-2 16,5-2 0 15,-5 2 18-31,-1 0 0 0,4 0 0 0,2 0 0 0,-5 0 0 16,-1-3 0-16,1 0 0 0,-1 1 0 0,-5 2 48 0,-1 0 12 15,-2 2 4-15,5-2 0 0,1 3-52 0,-4-3-12 0,7 0 0 0,-1 0 0 16,-5-3-16-16,-4 3-7 0,1 0-1 0,2 0 0 0,-2 0 39 0,0 3 7 0,-1 0 2 0,4-1 0 15,-7 1-33-15,1-3-7 0,-1 0 0 0,4-3-1 16,-6 6 27-16,2 0 6 0,-2 2 0 0,2-3 1 16,-5 1-17-16,0-3-14 0,-4 0 2 0,4 0 1 15,-4 3 11-15,1-3 16 0,0 2-4 0,-1 1-1 16,-2-3-11-16,-3 3 0 0,0-3 0 0,-1 0 0 16,1 0 0-16,0 0 0 0,2 0-12 0,1 0 12 15,-3 0 0-15,-7 0 0 0,4 2 0 0,-3-2 12 16,0 0-12-16,-4 0 0 0,1-2 0 0,3-1 0 15,-3 0 0-15,-1 1 0 0,1-1 0 0,0 0 0 16,0 3 0-16,-4-2 0 0,1 2 0 0,-3-3 0 16,0 3 0-16,-6 0 0 0,0 0 0 0,-1 0 0 15,-2 0 0-15,-3 0 0 0,3-2 0 0,-3 2 0 0,-3 0 0 16,3-3 0-16,-3 0 0 0,3 3 0 16,-3-2 0-16,0-1 0 0,2 0 0 0,-2 3 0 0,0-2 0 15,3-1 0-15,0 0 0 0,0 1 0 16,0 2-31-16,3-3-8 0,-3 0-1 0,6 3-1 15,-1-2-106-15,1-1-21 0,6 0-4 0</inkml:trace>
  <inkml:trace contextRef="#ctx0" brushRef="#br0" timeOffset="42573.54">19773 13042 695 0,'-3'-3'29'16,"0"1"-29"0,0-3 0-16,0 2-21 0</inkml:trace>
  <inkml:trace contextRef="#ctx0" brushRef="#br0" timeOffset="43238.18">19993 13013 1337 0,'-23'3'28'0,"14"-3"6"0,0 0-34 0,0 2 0 0,0-2 0 0,0 3 0 16,0 0 0-16,0-3 0 0,3 5 0 0,-3-2 0 31,0 2 58-31,0 0 5 0,0 0 1 0,0 3 0 0,0 3-25 0,1 0-5 0,-1 2-1 0,3 3 0 15,0 2-20-15,-3 1-4 0,3 2-1 0,-3 3 0 32,3-1-8-32,0 1 0 0,0 0 0 0,0 0 0 0,3-3 0 0,3 3 0 0,-3-3 0 0,3 0 0 15,3-2 0-15,0-1 0 0,3-2 0 0,0 0 0 32,3-3 0-32,0 0 0 0,3-2 0 0,3-3 0 0,2 0 0 0,1-3 0 0,6-5 0 0,0 3 0 15,0-6 0-15,3 1 8 0,2-4 0 0,-2-2 0 16,0 0 22-16,0-2 4 0,-1-1 1 0,-2 1 0 15,0-4 13-15,0-1 4 0,-3-1 0 0,-3-3 0 16,-1 3 4-16,1-5 2 0,0 3 0 0,-3-4 0 16,-3 1-46-16,-3-3-12 0,0-2 0 0,-3 2 0 15,-3 0 40-15,-3 3 5 0,0 0 2 0,-3 0 0 16,-3 5-24-16,-3 0-5 0,-3 3-1 0,0 2 0 16,-3 3-17-16,0 0 0 0,0 3 0 0,-2 0 0 15,-1 2 0-15,-3 1 0 0,-3-1 0 0,0 3 0 16,0 0 0-16,1 3 0 0,-4 2 0 0,0 0 0 15,3 6-48-15,3-1-12 0,1 4-4 0,-1 1 0 16,6 4-8-16,0-1-3 0,6 4 0 0</inkml:trace>
  <inkml:trace contextRef="#ctx0" brushRef="#br0" timeOffset="43592.36">21136 13058 1789 0,'0'0'37'0,"0"-5"9"15,0-1-37 1,3 4-9-16,3-4 0 0,-3 4 0 0,0-3 9 0,3 2 0 0,-3 0 0 0,3 1 0 15,-3-1 44-15,-3 3 9 0,6-3 2 0,-6 3 0 16,0 0-14-16,0 0-2 0,0 0-1 0,0 0 0 16,0 0-24-16,0 0-5 0,0 0-1 0,0 0 0 15,0 0 38-15,3 6 7 0,-3-1 2 0,3 3 0 16,-3 0-52-16,0 2-12 0,0 1 0 0,0 5 0 16,0 2 0-16,0 6 0 0,0 0 0 0,3 2 0 15,-3 1 0-15,3-1 0 0,-3 1 0 0,3-1 0 16,0-2 0-16,0 0 0 0,3-3 0 0,0 0 0 15,0 0 0-15,0-2 0 0,3-1 0 0,-3 1 0 0,2-1-24 0,-2 1 0 16,3 0-1-16,0-1 0 16,0-5-22-16,0 3-4 0,0-5-1 0,0-1 0 15,3-4-48-15,-3-1-11 0,3-5-1 0,0-3-1 16,-3-2-12-16,0-6-3 0</inkml:trace>
  <inkml:trace contextRef="#ctx0" brushRef="#br0" timeOffset="43990.619">21976 13016 1094 0,'9'-3'46'0,"0"-2"-37"31,3 2 95-31,-4 0 20 0,1 1 3 0,0-1 1 0,0 0-52 0,-3 3-9 0,3-2-3 0,-3 2 0 16,0 0-16-16,3 0-3 0,-6 0-1 0,-3 0 0 31,6 2-19-31,-6-2-4 0,0 0-1 0,3 6 0 0,0-4 40 0,0 6 7 0,0-2 1 0,-3 2 1 15,0 0-34-15,0-1-7 0,-3 1-2 0,3 3 0 16,-3 2-6-16,0 0-2 0,3 3 0 0,-3 3 0 16,0 2-6-16,0 0 0 0,3 0-1 0,-3 3 0 15,0 0-11-15,3-3 8 0,-3 0-8 0,3 3 8 16,0-5-8-16,0-1 0 0,3 1 0 0,-3-1 0 16,3-2 0-16,0-3 0 0,0 3 0 0,0-3 0 15,0 3 0-15,0-2 0 0,0 1 0 0,0 1 0 16,3-2 16-16,-3-1 2 0,0 3 0 0,3-6 0 15,-3 3-18-15,0-2-14 0,3 0 2 0,-3-3 1 16,0-1-48-16,2 1-9 0,1-2-3 0,0-1 0 16,0-2 6-16,0-3 1 0,3 0 0 0</inkml:trace>
  <inkml:trace contextRef="#ctx0" brushRef="#br0" timeOffset="44440.33">22779 13045 2310 0,'-6'2'97'16,"1"1"-77"-1,-1 0-20-15,3 2 0 0,-3 3 0 0,3 0 0 16,-3 2 0-16,3 1 0 0,-3 2 0 0,0 3 0 15,-3 0 0-15,3 5 0 0,-3-2 0 0,0 2 0 16,0 0 0-16,3-2 0 0,-3 2-8 0,3-3 8 16,0 3-11-16,0-5 11 0,3 3-12 0,0-3 12 15,3-3-18-15,0 0 3 0,0 0 1 0,3-2 0 16,3 0-20-16,0-3-4 0,3-3-1 0,3 0 0 16,3-2 39-16,3-1 0 0,3-2 0 0,3-2 0 15,2-1 24-15,4 0 12 0,0-2 2 0,0-3 1 16,-1-2-27-16,4-1-4 0,-3-2-8 0,0-3 11 15,-1 0-11-15,1 0 0 0,0 0 0 0,-3-2 8 0,0-3-8 16,-4-1 12-16,1 1-12 0,-3 0 12 0,-3 0-1 0,-3 0 0 0,-3 2 0 0,-3 1 0 31,-3 2 42-31,-3 3 9 0,-3-3 2 0,-3 3 0 0,-3 2-52 0,-3 0-12 0,-3 1 0 0,-3-1 0 16,-6 3 0 0,-3 3 0-16,-3-3 0 0,-2 5 0 15,-4 1 0-15,0-1 0 0,0 0 0 0,-5 6 0 0,-4 0-50 0,0-1-13 16,-2 1-2-16,-4 5-1 0,6 3-110 0,4-1-21 0</inkml:trace>
  <inkml:trace contextRef="#ctx0" brushRef="#br0" timeOffset="45741.11">20240 14280 722 0,'0'0'15'0,"0"0"3"16,0 0-18-16,0 0 0 0,0 0 0 0,0 0 0 15,0 0 18-15,0 0 0 0,0 0 0 0,0 0 0 16,3-2 14-16,-3 2 2 0,3-5 1 0,0 2 0 16,-3 3 8-16,3-3 1 0,-3 3 1 0,0 0 0 15,3-5 15-15,-3 5 4 0,0 0 0 0,0 0 0 16,0 0 0-16,3-3 0 0,-3 3 0 0,0 0 0 15,0 0-1-15,0 0 0 0,0 0 0 0,0 0 0 16,0 0-6-16,0 0-1 0,0 0 0 0,0 0 0 16,0 0-37-16,0 0-8 0,0 0-2 0,0 0 0 0,0 0 39 0,0 0 7 0,0 0 1 0,0 0 1 31,0 0-40-31,0 0-8 0,0 0-1 0,3 3-8 0,-3-3 32 0,3 3 0 0,0-1 0 0,-3-2 0 16,6 6-13-16,-3 1-3 15,0-1-1-15,0-1 0 0,0 3 1 0,0 0 0 0,0 0 0 0,-3 0 0 16,3 2-16-16,0 1 0 15,0 2 0-15,0 3 0 0,0 0 0 0,-3 2 0 0,6 4 0 0,-6-1 0 63,3 0 0-63,-3 0 0 16,3 0 0-16,0 0 0 0,0-2 0 0,0 2 0 0,0 0 0 0,0 0 0 15,0 3 0-15,0 3 0 0,0-1 0 0,0 3 0 0,-3 0 0 0,3 3 0 0,0 3 0 0,-1-6 0 0,-2 0 57 0,0-5 6 0,3-1 1 0,-3-1 0 0,0-4-52 0,-3-2-12 0,3 0 0 16,-2-3 0-16,-1-2 0 0,3-1 0 0,0 1 0 0,-3-3 0 15,3-3 14-15,0 0 0 0,0-5 0 0,0 0 0 16,0 0-38-16,0 0-8 0,0 0-2 0,6 0 0 16,2-2-110-16,1-4-23 0,3 1-4 0</inkml:trace>
  <inkml:trace contextRef="#ctx0" brushRef="#br0" timeOffset="46587.65">21175 14508 1337 0,'-12'0'56'0,"0"5"-44"16,0-2 40-16,0 2 9 0,1-2 2 0,-1 2 0 15,3 3-50 1,-3-3-13-16,3 3 0 0,0 0 0 0,0 0 49 0,3 3 5 0,-3-1 1 0,0 1 0 15,3 2-37-15,-3-2-7 0,0 2-2 0,0 0 0 16,3 3-9-16,1 0 0 0,-1 3 0 0,0-4 0 16,0 7 0-16,3-4 0 0,0 1 0 0,3 2 0 15,0-3 0-15,0 1 0 0,3-1 0 0,3 1 0 16,0-6 0-16,3 3 0 0,2-5 0 0,1-1 0 16,3 1 0-16,3-6 0 0,3 0 9 0,0 1-9 15,3-6 0-15,2 0 0 0,1-3 0 0,3 0-8 16,-3-5 8-16,2 0 0 0,-2-2 0 0,0-3 0 15,-3-1 0-15,0-1 0 0,-4-1 0 0,1 0 0 16,-3-3 52-16,0 1 10 0,3-3 2 0,-6 2 0 16,0 1 0-16,0-1 0 0,-4 3 0 0,-2 0 0 15,0 0-1-15,-3 3 0 0,0-3 0 0,-3 3 0 16,-3 2 1-16,0-2 1 0,-3 0 0 0,0 0 0 16,-3 2-65-16,-3-2-14 0,0 2-2 0,0-2-1 15,-2 5 17-15,-1-2 9 0,0 2-1 0,0 0 0 16,-3 2-8-16,3 4-11 0,-3-1 3 0,3 0 0 15,-3 6 20-15,1 0 4 0,-1 2 0 0,0 3 1 16,0-3-80-16,0 3-16 0,-3 3-3 0,6-1-1 16,-3 1-21-16,3 0-4 0,3-1 0 0,1 1-1 15,5-1-118-15,0-2-23 0</inkml:trace>
  <inkml:trace contextRef="#ctx0" brushRef="#br0" timeOffset="47071.35">22154 14426 2191 0,'-20'3'45'0,"14"-1"12"15,-3-2-45-15,3 3-12 0,0-3 0 0,0 5 0 0,0-2 0 0,3 0 10 0,-3 2-10 0,0 3 10 16,0-3-10-16,0 3 0 0,0 3 0 0,-3-1 0 15,3 1-36-15,-3-1 1 0,0 1 0 0,0 2 0 16,-3 0 35-16,4 1 0 0,-4-1 0 0,3 0 0 16,0 3 0-16,-3-3 0 0,6 0 0 0,-3 1 0 15,6-1 12-15,0 0 8 0,0 0 3 0,6 1 0 16,0-1-37-16,3 0-7 16,3 0-2-16,3-2 0 0,0-1 15 0,6-2 8 0,-1-2-10 0,4-4 10 15,3 1-9-15,0-3 9 0,0-3-8 0,0-2 8 16,-1-3 0-16,1 0 0 0,0-2 0 0,0-4 0 15,0 4 0-15,-1-4 11 0,4 1-11 0,-3 0 12 16,-3 0-12-16,0 2 0 0,0 1 0 0,-4-1 0 16,-2 3 56-16,0-3 7 0,-3-2 1 0,-3 0 0 15,-3 2 0 1,0-2 0 0,-3 3 0-16,0-4 0 0,-6 4-52 0,0-3-12 15,0-1 0-15,-6 1 0 0,0 0 54 0,-3 0 8 0,0-1 2 16,-6 1 0-16,3 5-52 0,-5-2-12 0,2 4 0 0,-3 1 0 0,0 5-21 15,3 0-7-15,-3 0-2 0,1 5 0 0,2 1-3 0,0 2-1 0,0 0 0 0,0 2 0 16,0 1-7-16,0-1-2 0,4 4 0 0,-1-1 0 16,3-3-41-16,0 4-8 0,0-4-1 0</inkml:trace>
  <inkml:trace contextRef="#ctx0" brushRef="#br0" timeOffset="47472.67">23190 14225 1552 0,'0'0'44'0,"0"0"10"15,0-5-43-15,0 2-11 0,3-2 0 0,-3 5 0 0,0 0 53 0,0 0 9 0,0 0 2 0,0 0 0 16,0 0-1-16,0 0 0 0,0 0 0 0,0 0 0 16,0 0-25-16,0 0-5 0,0 0-1 0,0 0 0 15,0 0 7-15,-6 5 1 0,3 3 0 0,-3 0 0 16,0 0-2-16,0 2 0 0,0 1 0 0,0 5 0 0,1 0-15 0,-1 5-3 16,0 3-1-16,0 2 0 15,-3 3-19-15,6-2 0 0,-3 4 0 0,3-1 0 16,0-1 28-16,0-3 3 0,0 1 0 0,3 2 0 0,-3-3-31 0,3 3 8 15,0 0-8-15,0 0 0 16,3 3-23-16,-3 0-7 0,3 0-2 0,3-1 0 0,-3-4 8 0,3-1 2 0,0-4 0 0</inkml:trace>
  <inkml:trace contextRef="#ctx0" brushRef="#br0" timeOffset="48199.6">16814 14757 1713 0,'-6'-3'72'31,"0"0"-57"-31,6 3 25 0,-3-5 6 0,3 5 1 0,0 0 0 16,0-5-29-16,0 5-6 0,0 0 0 0,0-5-1 15,0 5-11-15,0 0 8 0,3-3-8 0,-3 3 8 16,0 0 3-16,0 0 0 0,0 0 0 0,3 3 0 16,0 5 13-16,0-1 4 0,0 4 0 0,-3 2 0 15,3 6-12-15,-3-1-1 0,0 3-1 0,3 1 0 16,-3 1-14-16,0 1 0 0,0 0 8 0,0 3-8 16,0-4 0-16,0 1 0 0,0 0 0 0,0 2 0 15,0 4 0-15,3-1-10 0,-3 2 10 0,3-1-8 16,0-1-21-16,-3-3-4 0,3 3-1 0,0-5 0 15,0-5-49-15,0-1-9 0,0-5-3 0</inkml:trace>
  <inkml:trace contextRef="#ctx0" brushRef="#br0" timeOffset="48392.719">17237 14545 2066 0,'-27'8'43'0,"15"-5"10"0,3 2-42 0,0-2-11 0,0 2 0 0,4 0 0 31,-4 3 36-31,3-3 4 0,0 3 2 0,0 3 0 0,0-3-30 0,0 2-12 0,0-2 11 0,0 6-11 16,3-4 0-16,-3 1 0 0,0 2-13 0,0 3 4 31,3-3-43-31,0 0-8 0,0 3-1 0</inkml:trace>
  <inkml:trace contextRef="#ctx0" brushRef="#br0" timeOffset="48798.64">17377 14757 2017 0,'-12'5'42'0,"12"-5"10"0,-3 3-42 15,3-3-10-15,-6 0 0 0,0 2 0 16,-3 4 12-16,3-4 1 0,0 4 0 0,0-1 0 0,-3 3 21 0,0 0 4 0,1 0 1 0,-1 5 0 16,3-3-11-16,-3 4-3 0,0-1 0 0,3 3 0 31,-3-3-71-31,3 3-14 0,0-3-4 0,3 0 0 0,0 1 52 0,3-1 12 0,3 0 0 0,0 0 0 16,3 1 0-16,3-1 0 0,0-3 0 0,0 1 0 15,0 0 0-15,3-1 0 0,-1 1 0 0,1-1 0 16,-3 1 0-16,0-1 0 0,0 1 0 0,-3 0 0 15,0-1 0-15,-3 1 0 0,0 2 0 0,-3 0 0 16,-3-2-26 0,-3 2-2-16,0-2-1 0,-3 2 0 0,-3 0-5 0,-6 0-1 0,1 3 0 0,-1-3 0 15,-3 1 35-15,0-4 0 0,0 1 0 0,0-3 0 16,4 0 0-16,2-3 0 0,3 0 0 0,0-2 0 62,6-3-109-62,0-3-15 0</inkml:trace>
  <inkml:trace contextRef="#ctx0" brushRef="#br0" timeOffset="50538.119">17764 14799 1765 0,'-6'5'50'0,"6"-5"11"0,0 0-49 0,0 0-12 0,0 0 0 0,-3 6 0 16,3-6 0-16,0 0-10 0,0 5 2 0,0-5 0 0,0 0-2 0,0 8 0 0,0-8 0 0,0 5 0 15,0-5 10-15,0 0-8 0,0 0 8 0,0 0-8 16,0 0 8-16,0 0 0 0,0 0 8 0,0 0-8 16,0 0 20-16,0 5 0 0,0-5 0 15,0 0 0-15,0 0-12 0,0 0-8 0,0 0 10 0,0 0-10 16,0 0 36-16,0 0 0 0,0 0 1 0,0 0 0 31,0 0-8-31,0 0-1 0,0 0-1 0,0 0 0 0,0 0-27 0,0 0 0 0,0 0 0 0,0 0 0 16,0 0 45-16,0 0 4 0,0 0 1 0,0 0 0 15,0 0-29-15,0 0-5 0,0 0-2 0,-6 6 0 16,0 2-14-16,0 0 11 0,-3 5-11 0,0-3 10 16,0 4-10-16,0-1 0 0,-3 3 0 0,3-3 0 31,1 3 0-31,-1 0 0 0,3 0-11 0,0 0 11 0,3-3-9 0,0 3 9 0,3-3-10 0,3 0 10 15,0 0-20-15,3-2 3 0,0 2 0 0,3-2 0 16,2-1-20 0,1-2-4-16,3 3-1 0,-3-6 0 0,6 0 34 0,-3-2 8 0,0-3 0 0,0 0 0 15,3-3 0-15,-1-2 0 0,1 0 0 0,3 0 0 16,-3-1 0-16,0-2 0 0,-3 0 0 0,3 3 0 16,-4-3 49-16,1 0 12 0,-3 3 3 0,0-3 0 15,-3 3-52-15,-3-1-12 0,0 1 0 0,-3-3 0 16,-3 3 26-16,0 0 2 0,-3-1 1 0,0 1 0 15,-3 2-7-15,0 1-2 0,0-1 0 0,-3 0 0 0,0 1-7 0,-3 2-1 16,3 0-1-16,-2 2 0 0,2 1-11 0,-3 0 8 16,3 2-8-16,0 0 8 15,0-2-8-15,0 5 0 0,3-3 0 0,0 3 0 0,0 0-16 0,3 0-4 0,0 0-2 0,0 0 0 32,3 0-16-32,0 0-3 0,3 0-1 0,0 0 0 0,0-3 34 0,3 3 8 0,0-3 0 0,0 0 0 15,3-2 0-15,-3-3 0 0,3 0 0 0,0 0 0 16,-3-3 0-16,3 1-10 0,-3-1 10 0,2-2-10 31,-2-3 10-31,0 3 0 0,0-3 0 0,-3-3 0 0,-3 3-9 0,3-2 0 0,-3-1 0 0,-3-2 0 16,3 2-3-16,-3 1 0 0,0-1 0 0,0 0 0 15,0 1 12-15,0-3 0 0,0 2 0 16,0 0 0-16,3 1 0 0,-2-1 0 0,2 1 10 0,2 2-10 16,1-3 12-16,3 1-4 0,0-1-8 0,0 3 12 15,3 0-12-15,0 0 9 0,3 3-9 0,0 0 8 16,0-1-8-16,3 4 0 0,0-1 0 0,0 3 0 15,-1 0 0-15,1 3 0 0,-3-1-9 0,3 4 9 16,-3-1 0-16,-3 3 0 0,3 0 0 0,-3 2 0 16,0 1 0-16,-3-1 0 0,3 1 0 0,-3 2 0 15,-1-2 10-15,-2 2 2 0,0-2 1 0,0 2 0 16,0-2-13-16,-3-1-12 0,3 1 3 0,-3-1 0 16,-3-2 9-16,3 0 0 0,-3-3 0 0,0 1 0 15,0-1 8-15,3-5-8 0,-3 5 8 0,-2 1-8 16,5-6 8-16,-6 2-8 0,0-2 10 0,0 0-10 15,0 0 14-15,0-2-3 0,0-1-1 0,3-2 0 0,0 2 4 16,0-2 1-16,3-3 0 0,-3 3 0 0,3-1-2 0,0-2 0 0,0-2 0 16,0 2 0-16,3-3-1 0,0 1 0 0,3 2 0 15,-3-3 0-15,6 3-3 0,-3-2-1 0,0 2 0 0,0 0 0 32,3 2-8-32,-1 1 12 0,1 0-12 0,0-1 12 0,0 4-12 0,3 2 0 0,0-3 0 0,0 3 0 15,0 0 0-15,0 3 0 0,0-1 0 0,0 4 0 31,-3-4 0-31,2 4 0 0,1-1 0 0,-3 3 0 0,0 0-9 0,-3-3 9 0,3 3-12 0,-3 0 12 16,-3-3-20-16,0 1 4 0,0 2 0 0,0-3 0 16,-3-5 0-16,-3 8 0 0,3 0 0 0,-3-3 0 15,3-5 16-15,-3 5-12 0,0 1 12 0,3-6-10 16,-6 2 10-16,6-2 0 0,-6 3 0 0,6-3 0 31,0 0-16-31,-6 0-5 0,6 0-1 0,-3-3 0 0,3-2 41 0,0 0 8 0,0-1 1 0,3 1 1 16,0 0-13-16,0-3-2 0,3 0-1 0,0 3 0 15,0-3 3-15,3 0 0 0,3 0 0 0,-3 0 0 16,0 0-5-16,3 0-1 0,-3 3 0 0,2-3 0 16,-2 2-2-16,3 1 0 0,0 0 0 0,-3 2 0 15,0 3-8-15,0 0 0 0,-3 3 9 0,3 0-9 16,-3 2 0-16,3 0 9 0,-3 3-9 0,-3 0 0 16,3 0 8-16,-3 3-8 0,3 2 0 0,-4-3 0 15,1 4-9-15,0-4-9 0,0 3-2 0,-3-2 0 16,3 2 20-16,0-5 0 0,0 3 0 0,-3-1 0 15,3-4-55-15,-3 2-7 0,3-3-2 0,-3-5 0 16,0 0 35-16,0 0 6 0,0 0 2 0,0 0 0 16,0 0-18-16,3-3-3 0,0 1-1 0,3-1 0 0,-3-2 69 0,3-1 14 0,0-2 2 15,0 0 1 1,0-2-18-16,0 2-3 0,0-3-1 0,0 1 0 0,-3-1-21 0,3 3 0 0,0-2 0 16,0 2 0-16,0 2 56 0,-3 1 6 0,3-3 2 0,-3 3 0 15,0 2-52-15,-3 3-12 0,5-5 0 0,-5 5 0 16,0 0 0-16,0 0 0 0,0 0 0 0,3 0 0 15,-3 0 0 1,6 3 0-16,0 2 0 0,-3 0 0 0,3 3 0 0,0 0 0 0,-3 0 0 0,3 3 0 16,0-1 0-16,-3 1 0 0,0-1 0 0,3 1 0 15,-3 0 0 1,0 2 0-16,3-3 0 0,-3 1 0 0,0 2 0 0,0 0 0 0,0-2 0 0,0 0 0 16,0-1 0-16,0-2 0 0,0 0 0 0,-3 0 0 15,0-8 0-15,0 0 0 0,0 0 0 0,0 0 0 16,0 0 0-16,0 0 0 0,-6-5 0 0,-3-1-10 15,3-2 10-15,-3-2 0 0,0-1 0 0,0 1 0 16,0-4 0-16,0 1 8 0,0 0-8 0,-3-3 0 47,4 3 0-47,-1-3 0 0,0 0 0 16,0-2 0-16,3-1 0 0,0 1 0 0,3 2 0 0,0-6 0 0,3-1 56 0,0-1 6 0,3-3 2 0,3 1 0 0,0 2-52 0,3 3-12 15,3 0 0-15,-1 0 0 0,4 5 0 0,3 0 0 0,0 3 0 0,3 2 0 16,0 0-20-16,-3 4-8 0,2 1 0 0,1 1-1 15,-3 2 21-15,0 1 8 0,0-1 0 0,-6 3-9 16,3 0 9-16,-6 5 0 0,0-2 0 0,-1 2 0 16,-2 1 0-16,-3 1-8 0,0 1 8 0,0 3 0 0,-6 0 0 15,3 2 0-15,-6 3 0 0,0 0 0 0,-2-1-9 16,-1 4 9-16,-6-1-10 0,0 4 10 0,-6-1-18 0,-3-3 2 16,0 4 1-16,-2-4 0 15,-4 1-17-15,3-4-4 0,0 1-1 0,-3 0 0 16,4-3-153-16,-1-2-30 0</inkml:trace>
  <inkml:trace contextRef="#ctx0" brushRef="#br0" timeOffset="53788.87">16612 16178 1094 0,'6'5'46'15,"0"-2"-37"1,-3 2 44-16,3-2 9 0,0-1 2 0,-3-2 0 15,-3 0 51-15,0 0 10 0,6 0 3 0,-6 0 0 16,3-2-52-16,-3 2-9 0,3-6-3 0,0 1 0 16,-6 0-13-16,3-3-3 0,-3 0-1 0,0 2 0 15,-3-1-24-15,0-1-5 0,0 0-1 0,-3 0 0 16,0 0 16-16,0 2 3 0,-3-1 1 0,0 4 0 16,-3 0-9-16,-3 3-1 0,4 3-1 0,-4 2 0 15,-3 3-26-15,0 3 0 0,-3-1 8 0,3 4-8 0,-2 1 0 0,2 1 0 16,0 0 0-16,0 0 0 15,6 3-12-15,0-4-4 0,3 4 0 0,0-1-1 16,6 1-30-16,1-3-5 0,2 5-2 0,3-5 0 16,0 0-2-16,6-3-1 0,-1 0 0 0,1-2 0 15,6-3-6-15,0-3-1 0,0-2 0 0,6-3 0 0,0-3 48 16,0-2 16-16,0-3-12 0,-1-3 12 0,1 3 24 0,3-5 12 0,-3 3 1 0,0-1 1 16,0-2 1-16,-3 2 0 0,2-2 0 15,-2 2 0-15,-3 1-7 0,3-1 0 0,0 1-1 16,-3 2 0-16,0 0-5 0,0 2-1 0,0 1 0 0,-3 2 0 15,-1 1-25-15,1 2 0 0,0 2 0 0,-3 4 0 16,0-1 49-16,0 0 5 0,-3 3 1 0,0 5 0 16,3 3-37-16,-3 0-7 0,3 5-2 0,-3 6 0 15,3-1-9-15,-3 6 0 0,3 2 0 0,-3 1 0 16,3-3-14-16,0-6-2 0,0 1 0 0,0-4 0 16,0 1-34-16,0-5-7 0,3 2-2 15,-4-5 0-15,1-3-107 0,0 0-22 0,0-2-4 0</inkml:trace>
  <inkml:trace contextRef="#ctx0" brushRef="#br0" timeOffset="54259.08">17127 15913 2039 0,'0'-11'42'0,"3"4"11"15,-3-1-42-15,0 2-11 0,3-2 0 0,0 3 0 16,-3 5 59-16,0 0 9 0,3-3 3 0,-3 3 0 15,6 0-27-15,-3 3-6 0,3 0-1 0,0 5 0 0,0 2-11 0,-1 3-2 0,1 3-1 0,0 5 0 16,-3 6-15-16,3 5-8 0,-3 2 8 0,0 6-8 16,0-6 0-16,0 1 0 0,-3 2 0 0,0 2 0 31,-3 1 0-31,0 2-10 0,0 3 1 0,0 3 0 0,0-8-1 0,-3-1 0 0,3 1 0 0,-3-3 0 16,3-8 10-16,1-2 0 0,-1-4 0 0,0 1 0 15,0-5 0-15,0-3 0 0,3-3 0 0,-3-5 0 16,0 0 0-16,3-3 9 0,0-5-1 0,0 0-8 15,0 0 15-15,0 0-4 0,-3-5-1 0,0-3 0 16,0 0 2-16,0-3 0 0,-3-2 0 0,0 0 0 16,0-6-12-16,-3 3-14 0,-3-2 3 0,0-3 1 15,3 0 10-15,-3-1 0 0,0 1 0 0,-2 0 0 32,5 3 49-32,-3-1 12 0,3 6 3 0,0 0 0 0,3 2-52 0,-3 3-12 0,0 0 0 0,3 3 0 15,0 2 0-15,6 3 0 0,0 0 0 0,0 0 0 16,-6 5 8-16,3 1 0 0,-3-1-8 0,3 6 12 15,3 2-12-15,0 0 0 0,3 3-12 0,-3 0 12 16,6 0-12-16,-3 0 12 0,3-1-12 0,0 1 12 16,0 0-17-16,3-3 3 0,3 1 1 0,-3-1 0 15,3-2-27-15,0-1-4 0,2-2-2 0,-2-3 0 16,6-2-89-16,-3-3-17 0,6-3-4 0</inkml:trace>
  <inkml:trace contextRef="#ctx0" brushRef="#br0" timeOffset="54792.74">17692 15646 2470 0,'-12'13'52'0,"1"0"10"0,2-2-50 15,0 2-12-15,6 0 0 0,0-2 0 0,0 5 12 0,3-3 0 0,3 0 0 0,-3 3 0 16,3 3-12-16,-3-1 9 0,3 1-9 0,-3 2 8 15,3 5-8-15,-3 1 0 0,0 4 0 0,0 1 0 16,0 5 0-16,0 0 0 0,-3 0 0 0,0 6 0 16,0-6 0-16,0-3-9 0,0 3 9 0,0 0-10 31,0 3 2-31,-3 0 0 0,3 2 0 0,-3 0 0 0,3-5 8 0,0-5 0 0,0-3 0 0,0-2-8 16,0-4 8-16,3-4 0 0,-3-3 0 0,3 0 0 15,0-6 8-15,0-2-8 0,0-2 10 0,0-6-10 16,0 0 8-16,0 0-8 0,0 0 0 0,3-6 9 15,0-2 3-15,0-2 0 0,0-3 0 0,-3-3 0 16,3-3-4-16,-3-5-8 0,0 0 12 0,0-2-4 16,-6-3 0-16,0-3 0 0,0 0 0 0,-6 3 0 15,0 3-8-15,-3 2 0 0,1 6 0 0,-4-1 8 16,0 6-20-16,3 0-4 0,-3 5 0 0,0 0-1 16,3 2 65-16,0 1 12 0,7 5 4 0,-7 0 0 15,6 0-52-15,-3 5-12 0,3 1 0 0,3 2 0 16,-3 0-24-16,3 2-7 0,0 3-1 0,3 3-1 15,0 0 21-15,0 5 4 0,3 0 8 0,0 3-13 0,0 0 13 0,3 0 0 0,0 2-10 0,0-2 10 32,3-3 0-32,0 0 0 0,0-2 0 0,3 0 0 0,0-6-24 15,3 3 4-15,0-6 0 0,3 1 0 0,-1-3 20 0,4 0 0 0,0-6 0 0,0 4 0 32,3-6 0-32,0 0 0 0,2-6 0 0,-2 4 0 15,3-6-53-15,-3 0-13 0,6-5-2 0</inkml:trace>
  <inkml:trace contextRef="#ctx0" brushRef="#br0" timeOffset="55138.68">18157 16080 2166 0,'-15'8'45'0,"15"-8"10"16,0 0-44-16,0 0-11 0,0 0 0 0,0 0 0 15,0 0 40-15,0 0 5 16,0 0 2-16,0 0 0 0,0 0-11 0,0 0-3 0,0 0 0 0,0 5 0 16,0-5 3-16,0 5 0 0,3 1 0 0,-3 1 0 15,0 4-10-15,3-3-2 0,-3 3 0 0,3 2 0 16,-3 3-5-16,0-3-2 0,3 5 0 0,-3 1 0 16,0 2-8-16,0 0-1 0,0 3-8 0,0 5 12 15,0 0-12-15,0 3 8 0,3 2-8 0,0 4 0 16,0-4 0-16,3-2 0 0,0 2 0 0,3-2 0 0,-1-3-19 15,4-3 0-15,3 1 0 0,0-3 0 16,9-1-121-16,0-1-25 0,6-1-5 0</inkml:trace>
  <inkml:trace contextRef="#ctx0" brushRef="#br0" timeOffset="55861.02">21821 15892 1621 0,'-12'8'33'0,"12"-8"10"16,0 0-35-16,0 0-8 0,0 0 0 0,0 0 0 15,0 0 21-15,0 0 3 0,0 0 0 0,0 0 0 16,6 2 4-16,3-2 0 0,0 0 1 0,0 0 0 16,6 0 17-16,3-2 3 0,-1-1 1 0,1 1 0 15,6-1-29-15,0 0-5 0,0 3-2 0,2-2 0 16,1 2 25-16,0 0 5 0,0-3 0 0,3 0 1 15,-7 1-28-15,4 2-5 0,-3-3-2 0,0 0 0 16,0 1-10-16,2-1 0 0,-2 3 0 0,3-3 8 0,-6 1-8 0,3 2-11 16,-6-3 3-16,2 3 0 15,-2 0-32-15,-3-3-5 0,0 3-2 0,-3 0 0 16,-3-2-115-16,-3 2-23 0,-6 0-5 0</inkml:trace>
  <inkml:trace contextRef="#ctx0" brushRef="#br0" timeOffset="56194.5">22193 15683 1824 0,'-9'-5'38'0,"3"-3"8"16,0 2-37-16,0 1-9 0,3-3 0 0,3 3 0 16,-3-1 49-16,3 6 8 0,0-5 2 0,0 5 0 15,0 0-20-15,0 0-4 0,0 0-1 0,0 0 0 16,0 0-8-16,0 0-2 0,3 5 0 0,0 3 0 15,0 0-10-15,0 3-2 0,0 0-1 0,0 2 0 16,0 0 23-16,0 0 5 0,0 3 1 0,0 0 0 16,3 0-28-16,-3 2-12 0,0 4 10 0,0-4-10 15,3 3 8-15,-3-2-8 0,0 2 0 0,3 0 0 16,-3 6 11-16,0-4-11 0,3 4 12 0,-3 2-12 16,3-3 0-16,0 1 0 0,0 2 0 0,-1-5-12 15,1 0 23-15,3-3 5 0,-3-3 0 0,3-2 1 16,0 0-67-16,0-5-14 0,0 2-2 0,0-5-1 15,3-3-97-15,-3-2-20 0,3 2-4 0</inkml:trace>
  <inkml:trace contextRef="#ctx0" brushRef="#br0" timeOffset="56491.24">23059 15328 2243 0,'0'0'64'0,"0"0"13"0,0 0-61 0,0 0-16 0,0 0 0 0,3 6 0 16,0 1 10-16,-3-1-1 0,3 2 0 0,0-3 0 15,0 3 5-15,-3 0 1 0,0 2 0 0,3-2 0 16,-3 6 1-16,-3-1 1 0,3 0 0 0,-3 6 0 15,-3-1 6-15,3 3 1 0,-3 0 0 0,0 9 0 47,3-4-3-47,-3 3 0 0,0 3 0 0,3 0 0 0,-3-1-21 0,4-1 9 0,-1-1-9 0,3 2 0 0,0-4 0 0,0-1-19 0,3 1 3 0,-1-1 0 16,1 3-104-16,0-2-21 0,3 2-4 0</inkml:trace>
  <inkml:trace contextRef="#ctx0" brushRef="#br0" timeOffset="57530.56">19291 16712 1697 0,'-6'0'35'0,"6"0"9"0,0 0-35 0,0 0-9 0,0 0 0 0,0 0 0 31,0 0 8-31,0 0 0 0,3-3 0 0,3 1 0 0,0-1 0 0,0 1 0 0,6-1 0 0,0 0 0 16,-4 1 8-16,7-1 0 0,-3 0 1 0,3 1 0 16,0 2-17-16,3-3 0 0,0 0 0 0,3 3 0 31,-1 0 0-31,7-2 0 0,0 2 0 0,0 0 0 0,3 0 0 0,-1 2 0 0,4-2 0 0,-3 3 0 16,0 0 30-16,-1-3 2 0,4 2 1 0,0-2 0 15,0 3-25-15,5-3-8 0,-2 0 0 0,6 3 0 16,-4-1 8-16,-2 1-8 0,6 0 0 0,-4-1 0 15,1 1 9-15,0-3-9 0,0 2 0 0,2-2 9 47,1 3 12-47,0 0 3 0,-1-1 0 0,4 1 0 0,-6 0-24 0,-1-3 0 0,1 0 0 16,0 2-12-16,-1-2 12 0,1 0 0 0,0 0 10 0,5 3-10 0,-5-3 40 0,0 3 1 0,-1-3 1 0,1 5 0 16,-3-5-20-16,0 0-4 0,-4-3-1 0,7 3 0 15,-3-2-5-15,2 2-2 0,1 0 0 0,0-3 0 16,0 3-10-16,-7 0 0 0,4 0-10 0,0 0 10 15,-4-3 16-15,-2 1 8 0,3-1 3 0,3 0 0 16,-4 1 8-16,1 2 1 0,3 0 1 0,0-3 0 16,-4 3-37-16,1-3-20 0,-3 3 3 0,3-2 0 15,-1-1 17-15,-2 1 9 0,0-1-1 0,0 0 0 0,2 1-8 0,1 2 0 16,3-3 9-16,0 0-9 16,-7 1 8-16,4 2-8 0,-3 0 8 0,3-3-8 15,-7 0 0-15,1 3 8 0,0-2-8 0,0-1 0 16,-3 0 0-16,2 3 0 0,4 0 0 0,-3-2 0 0,3 2 0 0,-4 0 0 0,4 0 0 15,-3 0 0-15,0 2 16 0,-3-2 0 0,-1 0-1 0,1 0 0 16,-3 0-15-16,-3 0 0 0,3 0 0 0,-3 3 0 16,0 0 0-16,-1-3 9 0,4 0-9 0,-3 0 8 15,3 0-21-15,-3 0-5 16,3 0-1-16,-4 0 0 0,4 2 19 0,-3-2 0 0,3 0 0 0,-3 0 0 16,0 0 0-1,-3 3 0-15,2-3 0 0,-2 3 0 16,3-3-38-16,-3 0-4 0,3-3-1 0,-3 0 0 0,3 1-187 0,-3-4-38 0</inkml:trace>
  <inkml:trace contextRef="#ctx0" brushRef="#br0" timeOffset="58556.99">20467 17064 1337 0,'0'0'28'0,"0"0"6"0,0 0-34 0,-3-5 0 0,0 2 0 0,3 3 0 31,-3-5 68-31,3 5 8 0,-3-3 0 0,3 3 1 0,0 0-21 0,-3-5-4 0,3 5 0 0,-3-3-1 16,3 3 10-16,0 0 3 0,0 0 0 0,0 0 0 16,0 0 1-16,0 0 1 0,0 0 0 0,0 0 0 15,0 0-26-15,0 0-4 0,0 0-2 0,0 0 0 16,0 0-8-16,0 0-2 0,0 0 0 0,-3 6 0 47,3 1-6-47,-3 4-2 0,3 0 0 0,0-1 0 0,0 1-6 0,0 2-2 0,3 0 0 0,-3 6 0 0,0 2-22 0,3 3-5 0,-3 0-1 0,0 2 0 15,3 0 46-15,-3 4 9 0,3-4 1 0,-3 3 1 16,3-2-20-16,0-4-4 0,-3 1-1 0,3 0 0 16,0-3-12-16,0-2 8 0,0-1-8 0,3 3 0 15,-4-2 0-15,4-1 0 0,-3 1 0 0,0 0 0 0,3-4 0 0,-3 1-12 0,0-2 1 16,3-4 0-1,-3-2-31-15,0 0-6 0,0 0-2 0,0-5 0 16,-3-3-158-16,6 0-31 0,0 0-6 0</inkml:trace>
  <inkml:trace contextRef="#ctx0" brushRef="#br0" timeOffset="59029.85">20990 17162 2272 0,'-11'11'48'0,"-1"-6"9"0,3 3-45 0,3-3-12 0,-3 0 0 0,3 1 0 16,3 2-15-16,-3 0-5 0,3-1 0 0,0 7-1 15,3-1-10-15,-3 0-1 0,0 0-1 0,3 6 0 16,-3-6 15-16,3 3 3 0,-3 0 1 0,3 0 0 15,0 0 1-15,3 0 0 0,-3-3 0 0,3 3 0 16,3-3-19-16,0 0-4 16,0 0-1-16,3-2 0 0,0-1 27 0,3 1 10 0,0-3 0 0,0-3-9 15,2 1-4-15,1-4-1 0,3 1 0 0,0-3 0 16,3-3 14-16,0-2 10 16,5 0-2-16,-2-3 0 0,0 0 1 0,3 0 0 0,0-3 0 0,-1-2 0 15,-2 0 23-15,-3-3 5 0,3 0 1 0,-3 0 0 16,-3-2-10-16,-1-1-1 0,-2 1-1 0,-3-4 0 0,0 4 14 0,-3-3 2 0,-3 0 1 15,3 2 0-15,-6-2-18 0,0 2-3 16,-3 3-1-16,0 1 0 0,-3-1 20 0,0 2 4 0,-3 1 1 0,-3 0 0 16,0 2-24-16,-3-2-5 0,-3 3-1 15,-2-1 0-15,-1 3-16 0,0 0 0 0,-6 6 0 0,3-4 0 16,-3 6 0-16,3 3 0 16,1 0 0-16,-1 2 10 0,3 0-10 0,0 3 0 0,3-3 0 0,0 3 0 31,3 0-52-31,4 3-12 0,-1-1-2 0,3 1-1 0,3 2-98 0,0 0-20 0,0 1-4 0</inkml:trace>
  <inkml:trace contextRef="#ctx0" brushRef="#br0" timeOffset="59440.65">21803 17096 1976 0,'0'0'83'0,"0"0"-67"16,0-5 32-16,0 5 5 0,-3-6 2 0,3 6 0 0,-3-2-16 0,3 2-3 0,0-6-1 0,0 6 0 0,0 0 2 0,0 0 1 0,0 0 0 0,0 0 0 0,0 0-6 15,0 0 0-15,0 0-1 0,0 0 0 0,0 0-5 0,0 0-1 0,0 0 0 0,0 0 0 16,0 8-8-16,0 0-1 0,-3 3-1 0,3 2 0 16,-3 0-15-16,0 3 0 0,3 3 0 0,-3-1 0 15,0 3 0-15,3 0 0 0,-3 6 0 0,3-3 0 16,0-3 0-16,0 3 0 0,0 0 0 0,3-1 0 16,0-1 0-16,0-1-8 0,0 0 8 0,0 0-10 15,3-2-25 1,-3-1-5-16,0-2 0 0,3 2-1 0,-3-2 15 0,3 0 3 0,0-3 1 0,0 1 0 15,0-4-44-15,0 1-9 0,0-1-1 0</inkml:trace>
  <inkml:trace contextRef="#ctx0" brushRef="#br0" timeOffset="59956.99">22288 17128 2352 0,'-9'0'67'0,"6"-3"13"16,3 3-64-16,-6 0-16 0,6 0 0 0,0 0 0 16,-6-3 17-16,6 3 0 0,0 0 0 0,0 0 0 15,0 0-17-15,-3 3 0 0,3-3 0 0,-5 5 0 16,-1 0 0-16,3 1 0 0,-3 2 0 0,3 2 0 15,-3 4 0-15,3-1-12 0,-3 3 12 0,3 0-12 0,-3 2 4 0,3 1 8 0,3 2-13 0,-3-3 5 32,3 1-6-32,3-1-1 0,-3 1 0 0,3-1 0 15,3-2-12-15,0 0-2 0,0-3-1 0,3 1 0 16,3-4 3-16,-1 1 1 0,4-3 0 0,3 0 0 16,0-6 7-16,3 1 2 0,0 0 0 0,3-6 0 0,-1 0 17 0,4-2 0 0,0 0 0 0,0-6 0 15,0 3 40-15,-4-2 11 0,1-4 2 0,0-2 1 16,0 1-14-16,-3-4-4 0,-1 1 0 0,1-6 0 15,0 3 2-15,-3-3 0 0,0-3 0 0,-3 1 0 16,-3 5 21-16,-3-1 4 0,-1 1 1 0,-2 3 0 16,0-1-52-16,-6 3-12 0,0 1 0 0,-6-1 0 15,0 2 0-15,-2-1 0 0,-4 1 0 0,-3 1 0 16,-3 2 0-16,-3-2 0 0,0 0 0 0,-6 5 0 16,4 0 0-16,-7 5 0 0,0 3 0 0,-3 6 0 15,1-1-151-15,-7 6-33 0,-3-1-6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09-21T19:27:23.51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21985 3567 1306 0,'-6'-5'28'0,"-3"-1"7"0,0 1 1 0,0 2 1 0,0-5-29 0,3 6-8 0,-3-6 0 0,0 2 0 31,3 1 106-31,0 3 20 0,3-4 4 0,-3 4 1 0,0 2-36 0,6 0-7 15,0 0-2-15,0 0 0 0,0 0-26 0,0 0-4 0,0 0-2 0,0 0 0 16,0 0-24-16,0 0-5 0,0 0-1 0,0 2 0 16,-3 6-8-1,3 3-3-15,-3-3 0 0,3 2 0 0,0 1-13 0,0 5 11 16,0-6-11-16,0 4 10 16,3-1-10-16,-3 0 0 0,0 3 0 0,3-3 0 0,-3 6 0 0,0-1 0 0,3 1 0 15,-3-1 0-15,3 6 0 0,-3-5 0 16,3 2 0-16,-3 0 8 15,3-3-8-15,-3 1 0 0,0-3-10 0,3 2 10 0,-3-10-58 0,0 3-6 0,3-1 0 0,0-2-615 16,0 0-122-16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3-03T22:31:18.62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21166 5107 1497 0,'0'0'32'0,"0"0"8"0,0 0 0 0,-6-3 4 0,3 0-36 0,3 3-8 0,-3-5 0 0,3 5 0 16,-3-5 123-16,3 5 22 0,0-5 5 0,3 2 1 16,0 0-61-16,0-7-12 15,6 4-2-15,-3 1-1 0,6 0-11 0,0 2-1 0,0-7-1 0,6 4 0 16,-4 1-8-16,1 0-2 0,3-1 0 0,0 4 0 15,0-1-30-15,0 3-6 0,0-5-2 0,0 0 0 16,-1 5-6-16,-2-3 0 0,0 0-8 0,0 3 12 16,0-2-12-16,-3 4 0 0,-3-2 0 0,3 3 0 15,-3 0 21-15,-3 2 2 0,0 0 0 0,-4 0 0 47,1 3-23-47,0 0 0 0,-6 8 0 0,0-8 0 0,1 5-47 0,-1 1-13 0,-6 1-4 16,3 1 0-16,-6-2 52 0,3 1 12 0,-3-1 0 0,3 2 0 0,-3 2 0 0,0-5 0 0,-3 3 0 0,3-3 0 0,0-2 0 0,-2 2 0 15,2-2 0-15,0-1 0 0,0 4 0 16,3-6 0-16,0 0 0 0,3 2 0 0,0-2-12 0,3-3 1 16,3 3 0-16,0 0 0 0,0-2 11 0,3 1 0 15,3-4 0-15,-3 2 8 0,6 1 5 0,0-4 2 16,3 1 0-16,0 0 0 16,0-3 3-16,2 2 1 0,1-2 0 0,3-2 0 0,0-1 1 0,0 0 1 15,3 1 0-15,0-1 0 16,-1 0-6-16,1-2-2 0,3 2 0 0,-3 3 0 0,3-2-13 0,-3-1 9 15,-1 3-9-15,1-2 8 16,0 2-57-16,-3 0-12 0,0 0-3 0,-3 0 0 16,0 0-51-16,-1 0-10 0,-2-3-3 0,-3 3-921 0</inkml:trace>
  <inkml:trace contextRef="#ctx0" brushRef="#br0" timeOffset="2514.31">21607 4683 1213 0,'0'0'34'0,"0"0"8"0,0 0-34 0,0 0-8 0,6 3 0 0,-3 2 0 0,3 1 101 16,-4-1 19-16,1 0 3 0,0 3 1 15,0 0-53-15,-3 3-11 0,3-9-1 0,-3 6-1 0,3 0-30 0,-3 3-7 16,0-3-1-16,0 2 0 0,0-2-6 0,0 3-2 15,0-3 0-15,-3 0 0 0,3 0 8 0,-3-3 2 16,0 3 0-16,0-3 0 0,0 0 5 0,1 1 1 16,-1-1 0-16,3-5 0 0,-6 3 9 0,0 2 3 0,6-5 0 0,0 0 0 15,0 0 1-15,-6 0 1 16,6 0 0-16,-6 0 0 0,3-3-1 0,0-2 0 16,0 0 0-16,0-1 0 0,3-1-10 0,0-4-3 15,0 0 0-15,3-2 0 0,0 3-7 0,0-4-1 0,3 4-1 0,0-3 0 16,0 2-7-16,3-2-2 15,-1-1 0-15,1 4 0 0,0-3 3 0,0 2 1 0,3-2 0 0,0 2 0 16,3 1-1-16,-3 2 0 16,0 0 0-16,3 2 0 0,0-1-1 0,-1-1 0 0,-2 2 0 0,0 4 0 15,0-1-4-15,0 0 0 0,-3 3-8 0,0 0 12 16,0 3-12-16,0 0 0 16,-3 2 8-16,0 6-8 0,0-4 0 0,0 7 8 0,0 2-8 0,-3-6 0 15,-1 6 0-15,1 0 0 0,0 0 0 0,-3 2 0 16,0-2 0-16,0 3 0 0,0-6 0 0,0 3 0 15,-3 0 0-15,0-3 0 0,1 0 0 0,-1 0 0 16,0 1-20-16,0-4 4 0,3 1 0 0,-3-1 0 16,0 1-39-1,3-6-7-15,0 3-2 0,0 0 0 0,0 0-173 16,0-8-35-16,0 0-8 0,0 0 0 0</inkml:trace>
  <inkml:trace contextRef="#ctx0" brushRef="#br0" timeOffset="2823.907">22134 4813 1269 0,'0'0'36'0,"0"0"8"0,0 0-36 0,0 0-8 16,0 0 0-16,2-3 0 0,1 3 113 0,3 0 21 0,-3-2 4 0,3-1 1 15,-3 3-47-15,-3 0-10 0,6 0-2 0,0-3 0 16,-3 3-15-16,3 0-3 16,0-2-1-16,0 2 0 0,0 0-14 0,0 0-3 0,0-5-1 0,0 5 0 15,3 0-9-15,0 0-2 0,0-3 0 0,0 3 0 16,2 0-12-16,1 0-2 0,3 0-1 0,0-3 0 16,0 1-17-16,0-1 0 0,3 3 0 0,-3-3 0 15,3 1 0-15,-1-1 0 0,-2 0-15 0,3 1 5 16,0 2-46-16,-3-6-8 0,0 4-3 15,3-3-644-15,-6-1-129 0</inkml:trace>
  <inkml:trace contextRef="#ctx0" brushRef="#br0" timeOffset="3196.279">22666 4519 1508 0,'0'0'33'0,"0"0"7"0,0 0 2 0,0 0 0 0,0 0-34 0,-3-8-8 15,3 8 0-15,0-5 0 0,0 5 102 0,-3-5 18 16,3 5 4-16,0 0 1 0,0-5-49 0,0 5-9 16,3-3-3-16,-3 3 0 0,0 0 23 0,0 0 4 15,0 0 1-15,0 0 0 0,0 0-45 0,0 0-9 0,0 0-2 0,0 0 0 16,0 0 2-16,0 0 0 0,0 0 0 0,3 3 0 15,-3-3-17-15,3 5-3 0,0 3-1 0,0 2 0 16,-3-2-6-16,3-2-2 0,-3 4 0 0,0 3 0 31,0-2-9-31,0 0 12 0,0 4-12 0,-3-1 12 0,3 4-12 0,0-2 0 0,-3 3-12 0,3-4 12 16,0 7 0-16,0-9 0 16,0 3 0-16,0 0 0 0,0-3 0 0,0 3 0 0,0-3 0 0,0 3 0 15,0-6 0-15,-3 4 0 0,3-1 0 0,0-8 0 16,0 6 0-16,-3-3 0 0,3 0 0 0,0 0 0 31,0 0-59-31,0-1-4 0,0 1-1 0,0-2-751 0,0 2-150 0</inkml:trace>
  <inkml:trace contextRef="#ctx0" brushRef="#br0" timeOffset="7724.076">20377 5340 933 0,'0'0'26'0,"0"0"6"0,0 0-32 0,0 0 0 0,0 0 0 0,0 0 0 15,0 0 88-15,0 0 10 16,0 0 2-16,0 0 1 0,0 0-18 0,0 0-4 0,0 0-1 0,0 0 0 16,0 0-3-16,0 0-1 0,6 0 0 0,0 0 0 15,3 0-9-15,0 0-1 0,-3 0-1 0,3 0 0 16,3 0-25-16,-3 0-5 0,3 0-1 0,-3 0 0 15,3 0-17-15,2 0-4 0,-2 2-1 0,0-2 0 16,3 0-10-16,-3 0 0 0,0-2 9 0,0 2-9 16,0-3 0-16,-3 3 0 0,3-3 0 0,-1 1 0 15,-2 2 0-15,0-3-10 0,0 0 10 0,0 3-13 0,0 0-5 0,-3-2-1 16,-3 2 0-16,-3 0 0 16,0 0-2-16,0 0-1 0,0 0 0 0,0 0 0 0,0 0 1 0,0 0 0 15,0 0 0-15,0 0 0 16,-6 2-6-16,0 4-1 0,-3-4 0 0,0 4 0 47,0-4-4-47,-3 1-2 0,4 2 0 0,-7-2 0 0,0-3 22 0,-3 3 12 0,3-3-12 0,0 2 12 0,0-2 0 0,0 0 0 0,0-2 0 0,1 2 0 0,2 0 26 0,0 0-1 15,0-3 0-15,3 3 0 0,0 0 16 0,3-3 3 0,6 3 1 0,0 0 0 32,0 0 1-32,0 0 0 0,0 0 0 0,0 0 0 0,0 0-10 0,6 0-1 0,0-2-1 0,3 2 0 15,0 0 10-15,3 0 1 0,0 0 1 0,0 0 0 16,2 0-12-16,-2 2-2 15,3-2-1-15,0 0 0 0,-3 0-14 0,3 0-2 0,0 0-1 0,-3-2 0 32,3 2-32-32,-1-3-6 0,1 3-2 0,0 0-724 0,0-3-145 0</inkml:trace>
  <inkml:trace contextRef="#ctx0" brushRef="#br0" timeOffset="8458.084">20990 4866 1879 0,'0'0'41'0,"0"0"9"0,0-5 2 0,-2-1 0 16,-1 1-41-16,0 0-11 0,0 0 0 0,-3 2 0 15,0-5 64-15,-3 5 12 0,3 1 1 0,-3-1 1 16,0 3-44-16,-3 3-9 0,3-1-1 0,-3 9-1 0,0-8-15 0,3 7-8 15,-3 1 8-15,1 5-8 0,2-1 0 0,0 7 0 16,3 7 0-16,0 5-8 0,0 3 8 16,6 3 0-16,-3 0-9 0,6 2 9 0,-3-5 0 0,6 3 0 15,0-3-9-15,0 8 9 0,6-8 0 0,-1 5 0 16,1-2 0-16,6-1 0 16,0-4 0-16,0-1-16 0,3-5 3 0,0 0 1 0,-1-5 12 0,4-3 0 0,3-5 0 0,3 0 0 31,0-3-54-31,5-2-8 0,4-3-2 0</inkml:trace>
  <inkml:trace contextRef="#ctx0" brushRef="#br0" timeOffset="8936.504">23006 4390 1497 0,'0'-11'32'16,"-3"3"8"-16,3 3 0 0,0 0 4 0,-3-3-36 0,3 5-8 0,0-5 0 0,0 8 0 0,0-5 100 0,0 5 19 15,0 0 3-15,0 0 1 0,0 0-34 0,0 0-6 16,6 0-2-16,-6 0 0 0,6 5-24 0,3-5-5 16,-1 8 0-16,1-3-1 15,0 3-8-15,3 3-2 0,0 2 0 0,3 0 0 0,0 3-13 0,0 0-4 0,3 5 0 0,-3-2 0 16,-1 5-14-16,1 7-10 0,-3-2 12 0,0 8-12 31,-3-5 0-31,0 5 0 0,-3-2 0 0,-3-4-12 0,0-1 12 0,-6-1 0 0,0-3 0 0,-3 1 0 16,-3-1 0-16,-3 3 0 0,-3 0 0 0,-3 6 0 31,1-4-54-31,-7 4-8 0,3-3-2 0,0-1 0 16,-3-2-154-16,0-2-31 0,-32 20-7 0,11-12 0 0</inkml:trace>
  <inkml:trace contextRef="#ctx0" brushRef="#br0" timeOffset="9994.804">21645 6491 1788 0,'0'0'51'0,"0"0"10"0,0 0-49 0,0 0-12 0,0 0 0 0,-3-3 0 16,3 3 117-16,0 0 21 0,-3-5 4 0,3 5 1 15,3-6-40-15,3 1-8 0,-3 2-2 0,6 1 0 16,-3-1-36-16,3 3-7 0,3-5-2 0,-3 5 0 16,3-3-12-16,3 3-4 0,0 0 0 0,-3-2 0 0,2 2-19 0,1 0-4 15,-3 0-1-15,3 0 0 16,-3 0-8-16,0 2 0 0,0 1 9 0,-3 2-9 0,3-2 0 0,-3-1 0 15,-1 4-10-15,-2-1 10 16,-3 3 0-16,3 0 0 0,-6 0 0 0,0 2 0 0,0 1 0 0,-6 2 0 16,3 0 0-16,-5 3 0 31,2 0-58-31,-3 0-5 0,0 0-1 0,0 3 0 0,0-4 44 0,0 1 9 0,0 0 2 0,0-3 0 0,3 1 9 0,0-1-10 16,0-3 10-16,3 4-10 0,0-6 10 0,3 2 0 15,0-2 0-15,3 0 0 0,0 0 0 0,0-3-8 16,3 1 8-16,0-1 0 0,3-2 0 0,3 2 0 0,-3-3 0 0,3-2 0 15,0 3 0-15,3-3 0 0,-1 0 0 16,1-3 0-16,0 3 0 0,0-2-8 0,0-1 8 0,3 1-12 31,-6-4-76-31,3 1-15 0,-3 0-3 0,-1-3-592 0,1 2-118 0</inkml:trace>
  <inkml:trace contextRef="#ctx0" brushRef="#br0" timeOffset="10545.242">21979 6282 1479 0,'-3'-11'32'0,"0"8"8"0,3-2 0 0,0 0 2 15,3-3-34-15,-3 3-8 0,3-1 0 0,3-2 0 16,-3 3 106-16,6 0 19 0,-3-1 4 0,2 1 1 0,1-3-33 0,3 6-6 15,-3-4-2-15,3 4 0 16,-3-1-24-16,3 0-5 0,-3 3 0 0,0 0-1 0,0 0-22 0,0 3-4 16,0 0-1-16,-3 2 0 0,3 0-22 0,-4 3-10 15,1 3 8-15,0-1-8 0,0 4 0 0,0-1 8 16,0 3-8-16,0 2 0 16,0-2 0-16,-3 3 0 0,0-4 0 0,0 1 0 0,0 0 0 0,-3 0 0 15,3 0 0-15,-3 0 0 0,-3-3 0 0,3-2 0 16,-3-1 0-16,0-2 0 15,3 0 0-15,-3 0 0 0,0-5 0 0,3-3 0 0,0 0 12 0,0 0-2 0,0 0-1 0,0 0 0 16,0 0-9-16,0 0 0 0,3-6 0 0,0 1 0 31,3-3 0-31,-3-2 0 0,3-1 0 0,-3-2 0 0,3 0 20 0,0-1 3 0,0 1 0 0,0 0 0 16,3-3-8-16,-3 3-2 0,0 0 0 0,3-1 0 16,-4 1-1-16,4 2-1 0,-3 1 0 0,3 2 0 15,-3 3-2-15,3-3 0 0,-3 2 0 0,0 4 0 16,0 2 2-16,0 0 0 0,0 2 0 0,0 4 0 15,0-1-11-15,-3 3 0 0,3 3 0 0,-3 2 0 16,0-3 0-16,0 4 0 0,-3-1 0 0,3 3 0 16,-3 0 0-16,-3-3 0 0,3 3 0 0,-3 0 0 15,3-3 0-15,-3 0 0 0,0 0 0 0,0 0 0 16,0 1-161-16,3-4-25 0,-3 1-5 0,0-3-897 16</inkml:trace>
  <inkml:trace contextRef="#ctx0" brushRef="#br0" timeOffset="10767.527">22517 6443 1958 0,'0'0'43'0,"0"0"9"0,0-5 1 0,0-1 3 16,3 4-45-16,-3-4-11 0,3 4 0 0,3-3 0 0,-3 2 104 0,3-2 20 16,0 2 3-16,0 0 1 0,0 1-52 0,0-1-9 15,3 0-3-15,-3 1 0 0,3 2-51 0,-3 0-13 16,3-3 0-16,0 0 0 0,-3 3 0 0,3-2 0 78,0 2 0-78,2 0 0 0,-2-3 0 0,3 3 0 0,0-2 0 0,3-1 0 0,0 0-202 0,0 1-43 0,15-1-9 0,-4-2-2 0</inkml:trace>
  <inkml:trace contextRef="#ctx0" brushRef="#br0" timeOffset="10994.357">22934 6205 2178 0,'0'-5'48'0,"-3"-1"9"0,0 1 3 0,0 0 1 0,3-1-49 0,-3-2-12 0,0 3 0 0,3 5 0 15,0-2 108-15,-3-4 18 0,3 6 4 0,0 0 1 16,0 0-54-16,0 0-10 0,0 0-3 0,0 0 0 16,0 0-51-16,0 0-13 0,0 0 0 0,0 6 0 15,0 1 54-15,0 1 8 16,0 3 2-16,0 0 0 0,-3 2-52 0,0 3-12 0,3 0 0 0,-3 5 0 16,3-3 0-16,-3 1 0 0,3 2 0 0,-3 0 0 15,3-2 0-15,-3-1 0 0,1 3 0 0,-1-2 0 16,3-3 0-16,-3-3 0 0,3 0 0 0,-3 0 0 15,3 1-48-15,-3-4-13 16,3 3-3-16,-3-2-819 0,3 2-164 0</inkml:trace>
  <inkml:trace contextRef="#ctx0" brushRef="#br0" timeOffset="11564.094">23345 6634 836 0,'0'0'24'0,"-6"0"4"0,0 2-28 0,-3 1 0 0,3-1 0 0,0-2 0 0,-3 3 108 0,3 0 16 16,0-1 4-16,-3-2 0 16,4 3 21-16,5-3 5 0,-6 3 1 0,0-1 0 15,6-2-34-15,0 0-6 0,0 0-2 0,0 0 0 0,0 0-13 0,0 0-4 16,0 0 0-16,0 0 0 0,0 0-22 0,0 0-5 16,3-2-1-16,3 2 0 0,5-3-19 0,-2 3-4 15,6 0-1-15,0 0 0 0,3 0-8 0,-3 0-3 16,6 0 0-16,-3 0 0 0,2-3-9 0,4 1-1 15,0-1-1-15,0 3 0 0,3-3-14 0,-4 3-8 0,1-2 8 0,0 2-8 16,0 0 0-16,-3 0 8 16,-3 0-8-16,-1 0 0 0,-2 0 0 0,0 0 0 15,-3 0 0-15,-3 0 0 16,-3 0-25-16,0 0 0 0,0 0 0 0,-6 0 0 16,0 0-75-16,3 0-14 0,-3 0-3 0,3-3-1 15,-3 3-98-15,6-2-20 0,6-6-4 0,-12 8-1 16</inkml:trace>
  <inkml:trace contextRef="#ctx0" brushRef="#br0" timeOffset="11909.922">24104 6305 1982 0,'0'0'56'0,"-6"-8"12"0,6 3-54 0,-3 0-14 0,0 0 0 0,3 2 0 16,0 3 130-16,-3-5 23 15,3 5 5-15,0 0 1 0,0-6-69 0,0 6-14 0,0 0-2 0,0 0-1 16,0 0-30-16,0 0-7 0,0 0 0 0,0 0-1 16,6 6-10-16,-3-1-1 0,0 6-1 0,0-1 0 15,0 6-7-15,0-3-2 0,0 3 0 0,0 3 0 16,0-3-14-16,-3 5 9 0,0-3-9 0,0 1 8 0,0 2-8 0,0 0 0 16,0 0 0-16,0 3 0 0,0 0 0 0,0 2 0 15,-3 3 8-15,3 1-8 0,-3-4 0 0,0 3 0 16,0-2 0-16,0-4 0 15,0-1-33-15,0-1-6 0,0-3-1 0,0 1 0 0,0-3 40 0,0-3 0 0,3 0 0 16,-3-2 0 0,3-3-59-16,-3 0-4 0,3-1-1 0,0 1 0 15,3-5-102-15,-3-3-21 0,3 3-4 0,3-3-1 0</inkml:trace>
  <inkml:trace contextRef="#ctx0" brushRef="#br0" timeOffset="12198.814">24411 6133 1947 0,'0'0'43'0,"0"0"9"0,-6 0 1 0,6 0 2 0,0 0-44 0,0 0-11 0,0 0 0 0,0 0 0 15,0 0 110-15,0 0 20 0,0 0 4 0,3 6 1 16,0-1-47-16,0 3-8 15,3 3-3-15,2-1 0 0,1 3-25 0,0 3-4 0,0 3-2 0,3 2 0 0,0 3-15 16,0 0-3-16,0 2-1 0,0 0 0 0,-3 1-15 0,3 2-4 16,-3-3 0-16,-1 4 0 15,1-4-8-15,-3 3 8 0,0 3-8 0,-3 2 8 0,0 3-8 0,-3-2 0 16,-3 2 0-16,0 0 0 0,-3-3-12 0,-3-2-5 16,-2-3-1-16,-4 0 0 15,0-5-31-15,-3 0-7 0,-3-3 0 0,-3 3-1 16,-3 0-100-16,1-3-20 0,-4 5-4 0,-6 1-858 15</inkml:trace>
  <inkml:trace contextRef="#ctx0" brushRef="#br0" timeOffset="12732.549">21630 6030 1497 0,'0'0'32'0,"0"-5"8"0,0 2 0 0,0-2 4 0,0 5-36 0,0 0-8 16,0 0 0-16,0 0 0 15,0 0 104-15,0 0 20 0,0 0 3 0,-6 3 1 0,1-1-103 0,-1 4-25 16,0 2 0-16,-3-1 0 16,0 4 0-16,0 2 0 0,0 1 0 0,-3 7 0 0,0 2 27 0,-3 7 0 0,3 1 0 15,-3 9 0 1,4 0-19-16,-1 2-8 0,0 0 8 0,-3 1-8 0,6-4 11 0,-3 1-3 0,3 2-8 16,3 1 12-16,0-1 6 0,3 0 1 15,3 1 0-15,0-4 0 0,3 1 5 0,3-5 2 0,0-4 0 0,3-2 0 16,3-2-7-16,-3-6-2 0,6 3 0 0,0-3 0 15,-1-5 9-15,4 2 2 0,3-4 0 0,0 2 0 32,3-6-74-32,-3-2-14 0,2 0-4 0,1-5-614 0,0 2-123 0</inkml:trace>
  <inkml:trace contextRef="#ctx0" brushRef="#br0" timeOffset="13204.463">20660 6763 1608 0,'0'0'45'0,"0"0"11"0,0 0-44 0,0 0-12 0,0 0 0 0,0 0 0 31,0 0 92-31,0 0 17 0,6 0 3 0,0 0 1 0,0 0 12 0,6 0 3 0,0 0 0 0,3 3 0 16,2-3-70-16,1 2-14 16,6-2-2-16,0 0-1 0,0-2 4 0,3 2 1 0,2-3 0 0,1 3 0 15,-3-2-29-15,3-1-5 0,-4 0-2 0,4 1 0 16,-3-4 17-16,0 1 3 0,3 0 1 0,-4-1 0 31,1 1-76-31,-3 2-15 0,-3-4-4 0,0 1 0 0,-6 1 0 0,-4-3 0 16,1 3 0-16,-3-3 0 15,-3 2-153-15,-3-1-31 0,6-12-7 0,-6 11-1 0</inkml:trace>
  <inkml:trace contextRef="#ctx0" brushRef="#br0" timeOffset="13517.143">21065 6509 2077 0,'-6'-2'45'0,"0"-1"10"0,3 0 1 0,-3 1 4 0,3-1-48 0,0 0-12 0,3 3 0 0,-6-2 0 0,6 2 129 0,0 0 24 15,0 0 5-15,0 0 1 0,0 0-127 0,0 0-32 16,0 0 0-16,-3 5 0 0,0 0 57 0,0 3 6 16,0 0 1-16,3 3 0 15,0-1-52-15,0 6-12 0,0 3 0 0,0 2 0 0,0 0 54 0,0 5 8 16,0 1 2-16,0 2 0 0,0 0-52 0,0 0-12 0,3 0 0 0,-3 0 0 16,3-5-9-16,-3 3-5 0,0-6-1 15,3 0 0-15,-3 0 2 0,3 0 0 0,-3 1 0 0,0-1 0 31,3-3-121-31,0 1-24 0,0-1-5 0,-3 3-1010 63</inkml:trace>
  <inkml:trace contextRef="#ctx0" brushRef="#br0" timeOffset="18696.252">21913 3519 1314 0,'0'0'37'0,"0"0"8"0,0 0-36 0,0 0-9 0,0 0 0 0,0 0 0 15,0 0 104-15,0 0 20 16,0 0 3-16,0 0 1 0,0 0-52 0,3-5-9 0,0 2-3 0,-3 3 0 15,3-2 19-15,0-4 3 0,0 4 1 0,3-4 0 16,0 4-37-16,0 2-7 0,3-6-2 0,0 4 0 16,3 2 9-16,-3-3 2 0,3 3 0 0,2 0 0 15,-2 0-15-15,3 0-2 16,-3 3-1-16,0-1 0 0,0 4-16 0,0-4-3 0,0 4-1 0,-3 2 0 16,0-6-14-16,0 6 9 0,-3 3-9 0,2-1 8 15,-2 1-8-15,0 5 0 16,0 0 0-16,0-6 0 0,0 3 0 0,-3 3 8 0,3-2-8 0,-3 1 0 15,0 4 0-15,0-3 0 0,0 0 8 0,0 5-8 16,-3-5 18-16,0 2 2 0,3 1 0 0,-3-1 0 16,0-2-20-16,0 3 0 0,0-1 0 0,0-7 0 0,-3 2 0 15,3 0 0-15,0-2 0 0,0-3 0 16,0 0-30-16,-3 2-10 16,3-10-1-16,0 0-1 0,0 0-143 0,0 0-29 0,0 0-6 15,0 0 0-15</inkml:trace>
  <inkml:trace contextRef="#ctx0" brushRef="#br0" timeOffset="18959.888">22532 3606 2196 0,'0'0'48'0,"-6"0"11"0,0 0 1 0,6 0 1 0,-5 0-49 0,5 0-12 16,0 0 0-16,0 0 0 0,0 0 104 0,0 0 17 0,0 0 4 0,0 0 1 15,5-2-50-15,1 2-9 0,3 0-3 0,0-5 0 16,3 2-10-16,0 0-2 15,0 1-1-15,3-4 0 0,0 4-31 0,3-4-5 0,-1 4-2 0,1-4 0 16,3 4-13-16,0-3 0 0,3 2 0 0,0-2 0 16,-1 2 0-16,1 0 0 15,0 1 0-15,0 2 0 0,-3-6 0 0,-3 6 0 0,-1-2 0 0,-2 2 0 16,0 0-36 0,-3 0-11-16,-3 0-1 0,-3 2-1 15,0-2-127-15,-6 0-24 0,0 0-6 0,0 8-539 0,-3-2-108 0</inkml:trace>
  <inkml:trace contextRef="#ctx0" brushRef="#br0" timeOffset="19236.42">22592 3739 2120 0,'-9'5'47'0,"0"-5"9"0,3 0 3 0,0 3 0 16,6-3-47-16,0 0-12 0,0 0 0 0,0 0 0 0,0 0 92 0,0 0 16 31,0 0 3-31,9 5 1 0,0-5-33 0,0 0-7 0,3 0 0 0,0-5-1 0,0 2-22 0,3-5-4 16,2 3-1-16,4 0 0 0,0 2-44 0,3-5-16 15,0 0 0-15,2 3 0 0,1 2 16 0,3 0 0 16,-3-2 0-16,0 3 0 0,-1 2-8 0,1-3 8 16,-3 3-12-16,0-5 12 15,0 2-160-15,-1-2-24 0,1 2-6 0</inkml:trace>
  <inkml:trace contextRef="#ctx0" brushRef="#br0" timeOffset="19815.307">23422 3397 2185 0,'0'0'48'0,"6"-7"9"0,0 1 3 0,0 1 2 0,3-3-50 0,-3 0-12 0,3 0 0 0,-3 5 0 16,0-7 55-16,0 2 8 0,0 5 1 0,-3-5 1 15,0 3-1-15,-3 5 0 0,0 0 0 0,0 0 0 16,0 0-51-16,0 0-13 0,0 0 0 0,0 0 0 16,-6 0 54-16,-3 5 8 0,0 3 2 0,-3-2 0 15,3 2-72-15,-6 7-15 0,0-7-2 0,1 3-1 0,-4 2 42 0,0 3 8 16,0-3 1-16,-3 3 1 0,3-3-26 0,3 3 0 15,-3-3 0-15,4 3 0 16,2-2 0-16,3-4 0 0,0 1 0 0,3-3 0 0,3 2 0 0,0-2 0 16,3 3 0-16,3-3 0 0,3 0 0 0,3 0 0 31,0-3 0-31,0 3 0 0,3-6 0 0,2 4 0 0,1-4 0 0,3 1 0 0,0 0 0 0,3-1 0 0,0-2 0 16,-3-2 0-1,2-1-16-15,-2 0-8 0,6 1-1 0,-3-4-1 16,0 4-10-16,-3-6-1 0,-1 0-1 0,1 3 0 0,-3-3 38 0,-3 2 0 0,0-4 0 0,-3 2 0 15,0-3 0-15,-3 3 0 0,-3-5 0 0,0 3 0 16,-3-4 0-16,0 1 0 0,-3 3 0 0,0-9 0 16,0 8 44-16,-3-4 16 0,3 1 3 0,-3 6 1 15,0-5-52-15,0 3-12 16,3 2 0-16,-3 2 0 0,3-2 47 0,-3 3 6 0,3 2 2 16,3 3 0-16,0 0-37 0,0 0-7 0,0 0-2 0,0 0 0 15,0 0-9-15,0 0 0 0,0 8 0 0,3 0 0 16,-3 6 0-16,0 1 0 0,3 1 0 0,0 6 0 15,-3-4 53-15,3 1 9 0,0 2 2 0,-3 0 0 16,3 3-52-16,-3-6-12 0,3 3 0 0,-3 1 0 16,-3-1 0-16,3 0-18 0,0 0 4 15,-3 3 1-15,3 0 21 0,-3 0 4 0,3-1 0 0,0 1 1 16,-3-3-13-16,3 3 0 0,0-3 0 0,0-5 0 16,0 0-100-16,0 0-22 0,3-3-5 0,-3 0-1229 15</inkml:trace>
  <inkml:trace contextRef="#ctx0" brushRef="#br0" timeOffset="21902.52">23899 3789 1396 0,'0'0'31'0,"0"0"6"0,0 0 2 0,3-5 0 0,0 2-31 0,3-2-8 15,-3 0 0-15,-1 2 0 0,4 0 113 0,0 1 22 16,-3-4 4-16,3 4 1 0,0-1-28 0,-3 3-4 16,3 0-2-16,-6 0 0 15,0 0-30-15,0 0-5 0,6 0-2 0,-6 0 0 0,0 0-31 0,0 5-6 16,0 3-2-16,0 3 0 0,-3 2-22 0,0-2-8 0,-3 7 0 0,0-5 9 31,-3 6-9-31,3-3 0 0,-3 5 0 0,1-3 0 0,-1 1 0 0,0 0 0 16,0-1 0-16,0-2 0 15,-3 2-56-15,3-4-14 0,0 2-2 0,0-3-1 16,3 0-80-16,-3 0-16 0,0-5-3 0</inkml:trace>
  <inkml:trace contextRef="#ctx0" brushRef="#br0" timeOffset="22924.368">24119 3546 1422 0,'0'0'31'0,"0"0"6"0,0 0 2 0,0 0 1 0,0 0-32 0,0 0-8 0,0 0 0 0,0 0 0 15,0 0 104-15,0 0 18 0,0 0 4 0,0 0 1 16,0 0-39-16,0 0-7 0,0 0-1 0,0 0-1 15,0 0-26-15,0 0-5 0,0 0 0 0,0 0-1 16,0 0-14-16,6 2-2 0,0-2-1 0,0 0 0 16,3 0-6-16,0 3 0 0,0-3-1 0,2 0 0 15,-2 0-2-15,6 0 0 0,-3 0 0 0,3-3 0 16,0 3-2-16,0 0-1 0,0 0 0 0,3-2 0 16,2 2-10-16,-2 0-8 0,0 0 9 0,3-6-9 15,-3 6 0-15,0-2 0 0,-3 2 0 0,2-6 0 16,-5 6-11-16,0 0-1 0,0-2-1 0,-3 2 0 15,-3 0-18-15,0 0-3 0,-6 0-1 0,0 0 0 16,0 0-16-16,0 0-3 0,0 0-1 0,0 0 0 16,0 0-82-16,0 0-17 0,0 0-3 0,0 0-709 15</inkml:trace>
  <inkml:trace contextRef="#ctx0" brushRef="#br0" timeOffset="23472.231">24286 3342 1486 0,'0'0'32'0,"0"0"8"0,0 0 0 0,-3-3 3 0,3 3-35 0,0 0-8 16,-6-2 0 0,6 2 0-16,0 0 96 0,0 0 16 0,0 0 4 0,0 0 1 0,0 0-50 0,-3 5-11 15,0 5-1-15,0-2-1 0,3 0-14 0,0 0-4 16,0 6 0-16,0 1 0 0,0-4-12 0,0 8-4 15,3-6 0-15,-3 5 0 47,0-2-12-47,3 3-8 0,-3-3 10 0,3 5-10 0,-3-8 8 0,3 5-8 0,-3-4 0 0,3 2 0 0,-3-3 0 0,3-3 0 0,-3 4 0 0,0-1 0 16,3-5-11-16,-3 5-1 0,0-5-1 0,3 0 0 16,-3-3-39-16,3 3-7 0,-3 0-1 0,0 0-578 0,0-8-115 15</inkml:trace>
  <inkml:trace contextRef="#ctx0" brushRef="#br0" timeOffset="23845.103">24556 3323 1558 0,'0'0'34'0,"0"0"7"0,0 0 2 0,0 0 1 0,0 0-35 0,0 0-9 0,0-5 0 0,3 0 0 0,3 2 93 0,0 0 17 15,0 1 3-15,3-1 1 0,0 3-30 0,0-5-7 16,3 2-1-16,-3-2 0 0,3 2-16 0,0 3-3 16,3-5-1-16,-3 0 0 0,-1 2-16 15,4 0-3-15,0 3-1 0,0-2 0 0,-3 2-16 0,3 0-3 16,-3 0-1-16,0 2 0 0,0 1-8 0,-3 0-8 15,-1 2 9 1,4 0-9-16,-6 3 0 0,0 0 8 0,0-3-8 0,0 11 0 0,-3-8 0 0,-3 8 0 16,3 0 0-16,-3 3 0 15,-3 4 0-15,3-1 0 0,-3-4 0 0,-3 9 0 0,3-6 0 0,-3-3 0 0,0 3 0 16,-3 1 0-16,3-1 0 0,0-5 0 0,1-1 0 0,-1 1 0 31,0-2-52-31,0-1-9 0,0 0-3 0,0 3 0 16,0-8-8-16,0 0-1 0,0 0-1 0,3 0-598 15,0-3-120-15</inkml:trace>
  <inkml:trace contextRef="#ctx0" brushRef="#br0" timeOffset="24052.17">24714 3519 1994 0,'-6'-2'44'0,"-3"-1"8"0,3-2 3 0,-3-1 1 0,3 4-44 0,1-4-12 0,-1 4 0 0,3-4 0 16,3 6 96-16,0 0 18 0,0 0 3 0,3-2 1 15,0-4-43-15,3 4-9 0,-1-1-2 0,4 3 0 16,3-2 0-16,3 2 0 0,0 0 0 0,3 0 0 16,0 0-51-16,0-6-13 0,0 6 0 0,2 0 0 0,-2-2 0 0,0 2 0 15,0 0 0-15,0 0 0 16,-3 0-22-16,0 0-7 0,2 0-2 0,1 0 0 16,-3 0-192-16,-3 0-38 0</inkml:trace>
  <inkml:trace contextRef="#ctx0" brushRef="#br0" timeOffset="24710.272">24229 4112 1228 0,'0'0'35'0,"0"0"7"0,0 0-34 0,0 0-8 16,0 0 0-16,0 0 0 0,0 0 123 0,0 0 22 0,0 0 5 0,0 0 1 31,0 0-45-31,0 0-9 0,0 0-1 0,0 0-1 0,3 5-19 0,0 0-3 0,3 1-1 16,0-6 0-16,3 0-15 0,-3 0-3 0,6 0-1 0,-3 0 0 31,5 0-11-31,-2 0-2 0,3 0-1 0,0 0 0 0,3-6-18 0,-3 6-3 0,0-2-1 0,3 2 0 15,0 0-17-15,-1 0 8 0,-2 0-8 0,3 2 0 16,0-2 0-16,-3 6 0 16,3-6-15-16,-3 0 5 15,2 0-27-15,-2 0-6 0,0 2-1 0,0-2 0 16,0 0-160-16,-6-2-33 0</inkml:trace>
  <inkml:trace contextRef="#ctx0" brushRef="#br0" timeOffset="25280.962">24929 4033 1792 0,'0'0'51'0,"0"0"10"0,0 0-49 0,0 0-12 0,0 0 0 0,0 0 0 0,0 0 105 0,0 0 19 15,0 0 3-15,0 0 1 0,0 0-52 0,0 0-9 16,-6 2-3-16,0 3 0 0,-3-2-51 0,3 2-13 15,-6 1 0-15,3 2 0 16,-3-6 0-16,0 6 0 0,0 0 0 0,-3 0 0 0,0 3 0 0,4-1 0 16,-1 1 0-16,0 5 0 31,0-8 0-31,3 5 0 0,3 3 0 0,0-6 0 0,3 4 0 0,0-1 0 16,6 0 0-16,0 3 0 0,0-8 0 0,3 5 0 0,3-2 0 0,0-1 0 15,3-2-48-15,0-3-13 0,2 6-3 0,1-8 0 0,0 2 52 0,0-5 12 0,0 3 0 0,-3-3 0 16,3 0 0-16,-3 0 0 0,-3 0 0 0,3 0 0 15,-7-3 0-15,4 3 0 0,-3-5 0 0,-3 2 0 32,0-2 0-32,0-1 0 0,-3 1 0 0,0 3 0 0,-3-6 48 0,0 5 13 0,0-8 3 0,-3 3 0 15,0-2-52-15,0 2-12 0,-2-5 0 0,-1-1 0 16,0 4 0-16,0-6 0 0,0 5 0 0,0 1 0 16,0-6 54-16,-3 3 8 0,3-3 2 0,0 5 0 15,0 1-49-15,0-6-15 0,3 3 8 0,0-1-8 16,0 1 20-16,4 3 0 0,-1-6 0 0,0 2 0 15,0 1-4-15,3 0-1 0,0 2 0 16,3-2 0-16,0 0-2 0,0 2 0 0,2 3 0 0,1-2 0 16,3 2-13-16,-3 0 8 0,3 0-8 0,0 5 0 15,3-5 0-15,0 6 0 0,0-1 0 0,3 3 0 16,0-3 10-16,0 3-10 0,-1 3 10 0,1 0-10 0,0-1 8 0,0 6-8 16,0-5 0-16,0 5 9 0,-3-3-9 0,0 3 0 15,0 5 0-15,-1-5 0 0,-2-2 0 0,-3 4 0 16,0-2 0-16,0 5 0 0,-3-7 0 0,-3 4 0 15,0 3 0-15,0-5 8 16,-6 0-57-16,3 0-12 0,-3 0-3 0,0 0 0 16,-3 0-102-16,4 0-21 0,-4 3-4 0,-3-3-1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09-16T19:47:23.47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23390 15760 1337 0,'-21'18'28'0,"15"-10"6"15,0 0-34-15,3-3 0 0,-3 1 0 0,0 1 0 16,3-4 58-16,-3 2 5 0,3 1 1 0,0-1 0 16,0 0-52-16,-3-2-12 0,6-3 0 0,-9 3 0 15,3-3 0-15,0 2 0 0,0-2 0 0,-3 0 0 16,4 0 0-16,-4 0 0 0,-3 0 0 0,0 0 0 16,0 0 54-16,0 0 8 0,-3-2 2 0,0-1 0 15,0 0-24-15,0 3-4 0,-2-2 0 0,-1-1-1 16,0 0 7-16,3 3 2 0,-3-2 0 0,0-1 0 15,0 0-6-15,-2-2-1 0,2 2 0 0,-6 1 0 0,3-1-20 16,-6 3-4-16,0-2-1 0,1-1 0 0,-1 0-12 0,-3-2 0 0,-3 2 0 0,4-2 0 16,-1 2 54-16,0-2 8 15,0-3 2-15,1 3 0 0,-4 0-64 0,-3-1-26 0,0-2 2 16,-5 3 0-16,-1-6 38 16,0 1 8-16,-2-1 2 0,-4-2 0 0,3 0-24 0,1 2-10 0,2 1 1 0,-6-1 0 15,4 0 9-15,-7 4 14 16,4-4-3-16,-4 6-1 0,6-3 6 0,1 5 0 0,5-2 1 0,-6 2 0 15,1 1-28-15,-1-1-5 16,-3 0-2-16,4 1 0 0,2 2 18 16,0 0 0-16,4 2 0 0,-1-2 0 0,0 0 22 0,-2-2 8 0,-1 2 2 0,-3-3 0 15,4 3 0-15,2-3 0 0,-3 3 0 0,-2 0 0 16,5-2-48-16,0 2-8 0,1-3-3 16,-4 3 0-16,0-3 27 0,-2 3 0 0,-1-2 0 0,-3 2 0 15,7 0 0-15,-1 0 0 0,6 0 0 0,1 2 0 16,-4 1 0-16,3 0 9 0,0-1-9 0,-5 1 0 15,5 0 24-15,0 2-3 0,1-2 0 0,-4-1 0 16,6 1-33-16,0-3-6 0,1 2-2 0,-4-4 0 16,0 2 20-16,-3-3 0 0,-2 1 0 0,-4-1 0 15,6 0 12-15,-2 1 7 0,2 2 1 0,-3-3 0 16,1 0-37-16,2 1-7 0,-3 2-2 0,1-3 0 16,-1 3 26-16,0 3 0 0,1-3 0 0,-1 2 0 15,9 1 0-15,1 0 8 0,5-1-8 0,-3 4 8 16,3-4-8-16,0 1 0 0,1-1 8 0,-4 1-8 0,0 0 0 15,3-1 8-15,-2 1-8 0,-1 0 0 16,0 2 0-16,3-2 0 0,0-3 0 0,4 5 0 0,-1-2 0 0,3-1 0 0,3 1 0 0,0-1 0 31,-3 1 0-31,4-3 0 0,-4 3 0 0,3-3 0 0,-3 2 0 0,0-2 0 0,3 3 0 16,-3-3 0-16,4 0 0 0,-4 0 9 0,0 0-9 0,3 0 0 16,0 0 16-16,0 0-3 0,1 0-1 0,-1 3 0 31,0-3-12-31,3 0 0 0,3 2 0 0,-3 1 0 0,0 0 0 0,3-1-15 0,3-2 3 0,-5 3 1 78,2 2 11-78,0-2 0 0,-3 0 0 0,0-1 8 16,0 3-8-16,0-2 0 0,0 2 0 0,0 1 8 0,-2-4-8 0,2 1 0 0,-3 2 0 0,0-2 0 0,0 0 8 15,0-1-8-15,0 1 10 0,1 2-10 0,2-2 0 0,0-1 0 0,-3 1 0 0,3 0 0 0,0-1 0 16,3 1 0-16,-3-3 0 0,3 5 0 0,1-2 0 0,-1 0 0 0,0 2 0 0,0 0 0 0,-3 1 0 0,3-1 0 0,-3 0 0 15,0 0 0-15,0-2 0 0,0 2 0 0,-2 1 0 0,-1-1 0 16,3 0 0-16,0-2 0 0,-3 2 0 0,3 0 0 16,0-2 0-16,-2 2 0 0,2 3 0 0,3-2 0 15,-3-1 0-15,3 0 0 0,-3 3 0 0,3-3 0 16,0 3 0-16,0 0 0 0,3 0 0 0,0 3 0 16,1-1 0-16,-1-2 0 0,3 6 0 0,0-4 0 15,0 3 0-15,0 1 0 0,3-4 0 0,0 3 0 16,-3 3 0-16,3 0 0 0,0 0 0 0,0 0 0 15,3 0 0-15,-3 0 0 0,3-3 0 0,0 3 0 16,-3-3 0-16,3 0 0 0,0 0 0 0,3 1-10 16,-3-4 10-16,0 1 0 0,3-3 0 0,-3 0-8 0,3 2 8 0,0-2 0 15,-3 3 0-15,3-3-8 0,0 0 8 0,0-3 0 0,3 3 0 16,-3-3-8 0,3 3 8-16,-3-5 0 0,3 2-9 0,0 0 9 0,-3 1 0 0,3-1 0 0,-1 0 0 0,1-2 0 15,0 2 0-15,0 1 16 0,0-4 0 0,3 3-1 16,-3 1-15-16,3-1 0 15,0-2 0-15,-3 2 0 0,3 0 0 0,0 1 0 0,-3-4 0 0,3 4 0 16,3-1 0-16,-3-3 0 0,2 1 0 16,1 2 0-16,0-2-13 0,0 0-6 0,0-1-1 0,0 1 0 15,3-3 20-15,-3 3 0 0,0-1 0 0,0 1 0 16,0-3 0-16,-1 3 0 0,4-1 0 0,-3-2 0 16,-3 3 12-16,3-3 7 0,0 2 1 0,-3-2 0 15,3 0-33-15,0 0-7 0,-3 0 0 0,3-2-1 16,-1 2 21-1,1 0 0-15,0 0 0 0,0 0 0 0,3 0 0 0,0 0 0 0,0 0 0 0,3 0 8 16,0 2-8-16,-1-2 0 0,1 0 0 0,0 3-11 16,0 0 11-16,3-1 0 0,-3-2 0 0,0 3 0 15,-1 0 0-15,1-1 0 0,0 1 0 0,0 2-8 16,-3-2 24-16,3 0 6 0,-3-1 1 0,2 1 0 16,1 0-23-16,0-1 0 0,3 1 0 0,3-1 0 15,-3 1 0-15,5 2 0 0,1-2 0 0,-3 2 0 16,3-2-14-16,0 0-7 0,-4-1-2 0,1 4 0 15,0-4 23-15,-3 4 0 0,0-4 0 0,0 3 0 16,-1 1 0-16,1-1 0 0,0 0 0 0,3 1 0 16,0 2 14 46,2-3 7-62,1 0 2 0,0 0 0 16,0-2-37-16,0 2-7 0,2-2-2 0,-2 0 0 0,-3-1 23 0,0 1 0 0,3 0 0 0,-4-3 0 0,1 2 0 0,3 1 0 15,-3 0 0-15,6-3 0 0,-1 2 0 0,1-2 0 0,3 3 0 0,3-3 0 0,-4-3 0 0,1 3 0 0,-3-2 0 0,3 2 0 0,-4-3 14 0,1 3 7 0,0 0 2 0,0 0 0 0,2 0-23 16,4-3 0-16,0 3 0 0,0-2 0 0,-1-1 0 0,-2 0 0 0,3-2 0 0,-4 2 0 31,1 1 0-31,-3-1 0 0,0 3 0 0,3-3 0 0,-1 3 0 0,4 0 0 0,0-2 0 0,-1 2 0 32,1-3-14-32,-3 0-7 0,3 1-2 0,-4-1 0 0,-2 3 23 0,0 0 0 0,-3 0 0 0,2 0 0 15,4 0 14-15,0 0 7 0,0 0 2 0,2 0 0 16,-2 0-37-16,0-2-7 0,0 2-2 0,-1 0 0 15,-2 0 23-15,-3 0 0 0,-3 2 0 0,3-2 0 16,-1 3 19-16,4-1 1 0,-3 1 1 0,3 0 0 16,2-1-33-16,-2 4-8 0,0-6 0 0,0 2-1 15,-4 4 21-15,1-6 0 0,0 2 0 0,-3-2 0 16,-3 3 0-16,0 0 0 0,-1-1 0 0,1 4 0 16,0-4 0-16,3 3 0 0,0 1 0 0,-1-4 0 15,1 1 0-15,3 0 0 0,-3-1 0 0,0 1 0 16,-1 0 0-16,1-3 0 0,-3 0 0 15,0 2 0-15,0-2 0 0,0 0 0 0,-3 3 0 0,-1 0 0 16,1-3 0-16,-3 2 0 0,0 1 0 0,3 0 0 0,0-3 0 16,0 2 0-16,-1 1 0 0,1-1 0 15,3-2 0-15,-3 3 0 0,3 0 0 0,0-3 0 0,-3 2 0 0,2-2 0 16,1 0 0-16,-3 0 0 0,3 0 0 16,-3 0 0-16,0 0 0 0,-1 0 0 0,-2 0 0 0,0 0 0 0,3 0 8 0,-3 0-8 15,0 0 0 1,0 3 0-16,0-3 0 0,2 0 0 0,1 3 0 0,0-3 0 0,0 0 0 0,3 0 0 15,0 0 0 1,0 0 0-16,-1 0 0 0,1 0 0 0,-3 0 0 16,3 0 0-16,-3 0 0 0,-3 0 8 0,3 0-8 0,-4 2 0 0,1-2 0 15,0 0 0-15,-3 0 14 0,0 3 1 0,0-3 0 0,-3 0 0 16,3 0-15-16,-3-3-16 0,0 3 3 0,0 0 1 16,2 0 12-16,1 0 16 0,0 0-3 0,3 0-1 15,0 0-60-15,3 0-13 0,0-2-3 0,6-4 0 31,-1-2-65-31,10-5-14 0,0-3-2 0</inkml:trace>
  <inkml:trace contextRef="#ctx0" brushRef="#br0" timeOffset="2670.11">11599 9883 937 0,'-6'-11'19'0,"3"1"6"0,0-1-25 15,3 0 0-15,0 4 0 0,0-1 0 0,0 0 0 0,0 0-9 0,0 2 0 0,0 1 0 16,0 5 9-16,0 0-8 0,-3-3 8 0,3 3-8 16,0 0-1-16,-3-2 0 0,3 2 0 0,-6 0 0 15,1 0-7-15,-1 2 0 0,0 1-1 0</inkml:trace>
  <inkml:trace contextRef="#ctx0" brushRef="#br0" timeOffset="3226.43">11540 9801 1127 0,'0'0'23'0,"0"0"7"0,0 0-30 0,0 0 0 0,0 0 0 0,-6 2 0 16,6-2 42-16,-9 3 2 0,3 0 1 0,0-1 0 16,0 1-28-16,-3 2-5 0,0-2-2 0,-3 2 0 15,0 3 25-15,0-3 5 0,1 3 0 0,-1 3 1 16,0 0-14-16,-3-1-3 0,0 3-1 0,0 1 0 15,3-1 33-15,0 0 6 0,-3 0 2 0,3 1 0 16,1 1-52-16,-1-1-12 0,0 2 0 0,-3-3 0 16,0 3 0-16,0-3 0 0,-3 0 0 0,-3 3 0 15,4 0 29-15,-7-3 3 0,3 3 1 0,0 0 0 16,0 2-17-16,0 1-4 0,1 2-1 0,-1 3 0 16,3 0-3-16,0 2-8 0,0 1 12 0,3 4-4 15,3-4-8-15,0-1 0 0,3 1 0 0,1-1 8 0,2-2-8 16,0 0 0-16,0-6 0 0,3 6 0 0,0-3 0 15,0-2 0-15,3 2 0 0,-3 0 0 0,6 0 0 0,-3 0 0 0,0 1 0 0,3 1 0 16,0-1 0 0,0 1 0-16,0-1 0 0,3-1 0 0,0 0 0 0,0-5 0 15,2 2 0-15,1-2 0 0,3-5-9 0,0 2 9 0,0 0 0 0,3-5 0 16,3 3 0-16,0-1 0 0,0-2 0 0,2 0 0 16,1-2 0-16,0 1 0 0,0-4 0 0,0 2 0 15,3 1 0-15,-4-4 0 0,1 1 0 0,0 0 0 16,-3-3 0-16,0 0 19 0,0-3-3 0,0 0 0 15,-1-2-16-15,1 0-19 0,3-1 4 0,0-1 1 32,3-4 22-32,-3 0 5 0,2 1 1 0,1-3 0 0,0-3-14 0,-3-3 0 0,3 1 0 0,-4-6 0 31,4 3 0-31,-6-6 0 0,0 1 0 0,0 2 0 0,-3-3 10 0,-3 4-1 0,0-1 0 0,-1 0 0 16,-2 0 7-16,0 0 0 0,-3 3 1 0,0-3 0 15,0 3 9-15,-3-5 2 0,0-1 0 0,0 1 0 16,-3-3 3-16,-3 0 1 0,3 0 0 0,-3-3 0 15,-3 5-4-15,3 1 0 0,-3-1 0 0,-3 4 0 16,3 1-5-16,-5 1-2 0,-1 0 0 0,0 3 0 16,-3 2 3-1,0-3 0-15,-6 3 0 0,0 0 0 0,0 1-2 0,1-1 0 0,-4-3 0 0,3 3 0 16,0 0-9-16,0 1-1 0,0 1-1 0,4 1 0 16,-1 2-11-1,3-2 0-15,0 5 0 0,0 0 0 0,6 0-49 0,-3 1-12 0,3 1-3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09-20T01:53:14.65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18475 2532 1720 0,'-6'0'36'0,"-3"0"8"0,9 0-35 0,-3-2-9 0,3 2 0 0,0 0 0 15,0 0 105-15,0 0 19 0,0 0 4 0,0 0 1 16,3 0-47-16,3 0-10 0,3 0-1 0,3 0-1 16,0 0-14-16,0-3-4 0,3 3 0 0,3 0 0 0,3-5-8 0,2 2-3 0,1-5 0 15,3 0 0 1,3 3-16-16,2 0-3 0,4 2-1 0,3-2 0 0,-3 2-3 0,-4 3-1 15,1 0 0-15,3 0 0 16,-3-5-17-16,-4 2 0 0,4-2 8 0,-3 2-8 0,0 0 0 0,-4 3 0 0,4-2 0 16,-6 2 0-1,0 0 0-15,-3 2 0 0,-4-2 8 0,-2 3-8 0,0 0 0 0,-6-3 0 0,0 5 0 0,-3-5-9 16,0 3-12-16,0 2-3 0,-3-5 0 0,-3 0 0 16,0 0-32-1,0 0-6-15,0 0-2 0,0 8 0 16,0-8-120-16,0 8-25 0,-3-6-5 0</inkml:trace>
  <inkml:trace contextRef="#ctx0" brushRef="#br0" timeOffset="1">20023 2400 1561 0,'-12'-11'32'0,"6"9"8"0,-3 2-32 0,3 0-8 0,-3-6 0 0,-2 4 0 32,-1 2 100-32,0 0 17 0,-3 0 4 0,0 0 1 0,-3 2-40 0,0 4-8 0,0-6-2 0,0 8 0 15,-2-3-20-15,2 3-4 0,-3-5 0 0,0 4-1 16,0 1-15-16,0 3-2 0,1-3-1 0,-1 2 0 16,3 4-13-16,0-1-4 0,3 5 0 0,0 1 0 15,3 2-12-15,6-2 0 0,0 7 0 0,6-5 0 16,0 3 0-16,3-3 0 0,6-2 0 0,0-1 0 15,0-2 0 1,6-3 0-16,0-5 0 0,0 3 0 0,3-3 0 0,-3-3 0 0,0 0 0 0,-1-2 0 16,1 2 0-16,-3-5 11 0,0-5-11 0,-3 2 10 15,-3-2-10 1,-3 0 12-16,0-3-12 0,-3 0 12 0,-3-3-1 0,0-2 0 0,-3-3 0 0,-3-2 0 16,0-1-11-16,-3-10 8 0,-3 3-8 0,0-3 8 15,1 2 0-15,-1 6 0 0,-3-8 0 0,3 5 0 16,0 3 2-16,-3 0 0 15,3-3 0-15,0-3 0 0,7 6 16 0,-1-3 3 0,0 3 1 0,6-3 0 16,0 9-6-16,3-7 0 0,6 1-1 0,0 5 0 16,3 1-15-16,-1 1-8 0,7-2 10 0,0 8-10 15,0-5 9-15,3 5-9 0,0 3 8 0,0 2-8 16,0 3 0-16,-4-5 0 0,1 5 0 0,0 5 0 16,0-5 0-16,-3 3 0 0,0 2 8 0,0 3-8 15,0 0 0-15,-3 5 0 0,0-2 0 0,0 8 0 16,-1-4 0-16,1-1-9 0,-3 4 9 0,-3 1-10 15,0-3-10-15,0-3-1 0,-3 3-1 0,0 0 0 16,0-9-11-16,-3 7-3 0,3-4 0 0,-3 4 0 16,0-7-21-16,-3 7-5 0,3-6-1 0,-3 0 0 15,3 0-155-15,-2-3-31 0</inkml:trace>
  <inkml:trace contextRef="#ctx0" brushRef="#br0" timeOffset="2">20321 2548 1302 0,'0'0'27'0,"-6"3"7"0,0-3-34 0,0 5 0 0,6-5 0 0,-6 0 0 16,6 0 65-16,0 0 7 0,0 0 0 0,0 0 1 15,0 0 44-15,0 0 9 0,0 0 2 0,0 0 0 16,0 0-52-16,0 0-9 0,0 0-3 0,0 0 0 15,0 0 0-15,0 0 0 0,0 0 0 0,6 3 0 16,0 2-51-16,3-2-13 0,0 2 0 0,6 0 0 16,2-2 0-16,4 2 0 0,3-2 0 0,3 2 0 15,0 3 54-15,2-5 8 0,-2-1 2 0,6 6 0 16,0-8-52-16,2 0-12 0,4 0 0 0,3 0 0 16,-1 0-18-16,-2-5-6 0,3 2-2 0,0 1 0 0,-10-1 42 0,4 3 8 0,-6-8 1 0,0 8 1 15,2-8-26-15,-2 3 0 0,0 2 0 0,3-5 0 31,-7 3-18-31,-2 0-9 0,0 2-1 0,-3-5-1 16,-3 3 46-16,-3 2 10 0,-4-2 1 0,1 0 1 0,-3 2-29 0,-3-2 0 0,0 2 0 0,-3-2 0 16,3 2-45-1,-6-2-15-15,3-1-4 0,-3 4 0 16,0-3 52-16,-3 2 12 0,-3-5 0 0,0 3 0 0,0 2 0 0,-3-5 0 16,0 3 0-16,-3-1 0 0,-2 4 0 0,-1-6 0 0,0 3 0 0,-3 2 0 15,0-2 0-15,0 2 0 0,0 0 0 16,1 1 0-16,2 2 23 0,0 0 7 0,3 0 2 0,0 0 0 15,3 0-17-15,3 0-3 0,6 0-1 0,0 0 0 16,0 0-11-16,0 0 8 0,0 0-8 0,0 0 8 16,0 0-8-16,6 2 10 0,0 1-10 0,3-3 10 15,3 3 2-15,3 2 0 0,0-5 0 0,-1 3 0 16,1 2-12-16,0-5 12 0,0 8-12 0,0-6 12 16,-3 4-12-16,-3-4 0 0,3 9 0 0,-3-8 0 15,0 5 0-15,-6 0 0 0,3-1-12 0,-6 4 12 16,0 0 0-16,0 2 0 0,-6 0 0 0,0 3 0 15,-3-3 0-15,-3 3 0 0,0-5 0 0,-3 7 0 16,0-7 0-16,0 2 0 0,-3 0 0 0,-2 0 0 16,5-2-110-16,0-3-14 0,0 0-4 0,0 0 0 15,0 2-66-15,3-7-14 0</inkml:trace>
  <inkml:trace contextRef="#ctx0" brushRef="#br0" timeOffset="3">21696 2503 2030 0,'0'0'57'0,"0"0"14"0,0 0-57 0,0 0-14 0,0 0 0 0,0 0 0 0,0 0 54 0,6 3 8 0,3 2 2 0,0-2 0 16,3 2 0-16,0-5 0 0,2 0 0 0,4 3 0 16,-3-3 0-16,3-3 0 0,3 3 0 0,0-5 0 15,0 2-52-15,2-2-12 0,4-1 0 0,0 4 0 16,-3 2 12-16,0 0-1 0,-1 0 0 0,1 0 0 16,-3 0-11-16,-3 0-9 0,0 0 9 0,-3 0-13 15,-3 0 13-15,-1 0-9 0,1 0 9 0,-3 0-8 16,0 0-148-16,-3 0-28 0,-3 0-7 0</inkml:trace>
  <inkml:trace contextRef="#ctx0" brushRef="#br0" timeOffset="4">21818 2366 1824 0,'-6'-8'76'15,"3"2"-60"-15,0-2 89 0,0 6 19 0,3-4 3 0,0 4 1 31,0-4-52-31,0 6-9 0,3-5-3 0,0 3 0 0,-3 2 0 0,3 0 0 0,3 0 0 0,-6 0 0 16,3 0 0-16,3 2 0 0,-3 9 0 0,0-3 0 31,0 0-51-31,0 0-13 0,-3 5 0 0,3 3 0 0,-3-3 0 0,0 3 0 0,-3 0 0 0,3 5 0 16,0 0-48-16,-3 3-13 0,0 0-3 16,3 5 0-16,-3 0 64 0,3-3 0 0,-3 6 9 0,3-3 0 31,-3-8-53-31,3 3-12 0,-3 0-1 0,3-3-1 0,-3 0-119 0,3-7-24 0,-3 1-5 0</inkml:trace>
  <inkml:trace contextRef="#ctx0" brushRef="#br0" timeOffset="5">22366 2260 1824 0,'-15'0'38'0,"0"-6"8"0,6 6-37 0,-3-5-9 0,6 5 0 0,-3-3 0 15,6 3 91-15,3 0 16 0,0 0 3 0,0 0 1 16,0 0-24-16,0 0-5 0,0 0-1 0,3-5 0 16,3 3-65-16,3 2-16 0,0-6 0 0,6 4 0 15,0 2 36-15,0 0 4 0,5 0 1 0,1 0 0 16,-3 0-17-16,3 0-3 0,0 2-1 0,0 4 0 16,-3 1-8-16,-1-4-1 0,1 8-1 0,-3-3 0 15,0 0-2-15,-3-1 0 0,3 1 0 0,-6 6 0 16,3-4-8-16,-3 3 0 0,0 1 0 0,-1 2 0 47,-5-3 0-32,3 3-11-15,-3-3 3 0,-3 3 0 0,0 0 8 0,-3 5 0 0,-3 0 0 0,3 3 0 0,-3 0-8 0,1 2 0 0,-1 3 0 16,-3-2 0-16,3-1-9 0,0-2-2 0,0 0 0 0,0 2 0 0,0-5-22 0,0-5-5 0,0 5-1 16,-3-5 0-16,3-2-113 0,3-4-24 0,-3 1-4 0</inkml:trace>
  <inkml:trace contextRef="#ctx0" brushRef="#br0" timeOffset="6">22434 2625 2214 0,'-27'-16'46'0,"1"3"11"16,5 2-45-16,3-2-12 0,3 5 0 0,0 0 0 0,6 0 73 0,3 3 13 0,0 2 2 0,3-5 1 15,3 8-20-15,6-2-4 0,0-1-1 0,3 3 0 16,3 0-13-16,3-5-3 0,3 5-1 0,3 0 0 15,2 0-29-15,1 0-6 0,0 5 0 0,0-5-1 16,3 3-11-16,-4-1-9 0,1 6 9 0,3-8-13 16,0 3-129-16,3-3-26 15,-1 5-4-15</inkml:trace>
  <inkml:trace contextRef="#ctx0" brushRef="#br0" timeOffset="7">23345 2418 1990 0,'0'-10'41'0,"0"2"11"16,0 3-42-16,0-1-10 0,0-2 0 0,0 0 0 0,-3 1 30 15,3-1 4-15,-3 0 1 0,-3 0 0 16,3-6 11-16,-3 1 2 0,-3 3 1 0,0-4 0 0,-3 1-39 0,-3-3-10 0,1 3 0 0,-7-3 0 31,-3 0 0-31,0 0 0 0,-3 1 0 0,1 1 0 0,-4 1 46 0,0 0 7 0,0 2 2 0,-5-2 0 16,-4 0-37-16,-3 2-7 0,-2-5-2 0,-7 6 0 15,3-1-9-15,-2 3 0 0,-1-2 0 0,-8 7 0 16,2-5 53 0,-5 0 9-16,-4 3 2 0,-5 2 0 0,2-5-52 0,1 3-12 0,-1 0 0 0,-5 2 0 15,2-2 0-15,-2 2 0 0,2 3 0 0,-11 0 0 16,9 0 0-16,-7 0 0 0,1 0 0 0,-9 3 0 15,5-3 0-15,-2 5 0 0,0-5 0 0,-7 3 0 16,7 2 0-16,-3-5 0 0,0 3 0 0,-10 2 0 47,10 0 0-47,0-2 0 0,-1 2 0 0,-8 3 0 0,9-5 0 16,3 2 0-16,-1 0 0 0,-8 3 0 0,12 3 0 0,-1-3 0 0,1 5 0 0,-3 0 0 0,8 8 0 0,4-5 0 0,-1 5 0 0,-5 6 0 15,6-6 0-15,2 6 0 0,1-4 0 0,-10 6 0 16,13-7 0-16,-1-4 0 0,-2 3 0 0,3 1 0 15,8-1 0-15,3 0 0 0,4-3 0 0,-1 9 0 16,4-3 0-16,2 2 0 0,-3 3 0 0,4 6 0 16,8-6 0-16,0 0 0 0,7 5 0 0,-1-5 0 15,9-5 0-15,3 0 0 0,0 2 0 0,7-7 0 16,-1 2 0-16,0 0 0 0,6 0 0 0,0 1 0 16,3-4 0-16,3 3 0 0,3 6 0 0,0-6 0 15,3 3 0-15,3 0 0 0,0-3 0 0,6 3 0 0,0-6 0 0,0 1 0 16,3-4 0-16,5 4 0 0,4-6 0 0,9 3 0 15,0-5 0-15,2-1 0 0,4 6 0 16,3-8 0-16,-1 0 0 0,7 5 0 0,0-10 0 0,5 5 0 0,4-3 0 16,2-2 0-1,-2-1 0-15,2 4 0 0,4-4 0 0,2 1 0 0,4 2 0 0,-1-2 0 0,7 2 0 0,5-5 0 32,0 3 0-32,1-3 0 0,2 0 0 0,9 0 0 0,-8 0 0 0,2-3 0 0,0 3 0 0,13-5 0 31,-13 2 0-31,6-2 0 0,1 2 0 0,5-2 0 0,-9 0 0 0,0 2 0 0,1-5 0 0,8 0 0 15,-9 3 0-15,-2 0 0 0,-1-3 0 0,9 5 0 16,-12-5 0-16,1 0 0 0,-1-2 0 0,6-1 0 16,-8 3 0-16,-4-5 0 0,4 0 0 0,5 2 0 31,-9-7 0-31,1 2 0 0,2 0 0 0,3-8 0 0,-11 3 0 0,-4-3 0 0,-2 3 0 0,2-6 0 16,-8 6 0-16,-4 3 0 0,-2-1 0 0,2 3 0 31,-2-2 0-31,-3-1 0 0,2-2 0 0,-2-3 0 0,-4 0 0 0,-5-5 0 0,0 0 0 0,-1-3 0 15,-8 3 24-15,-3 0 3 0,0-8 0 0,-3 8 0 16,-4 0-43 0,1 0-9-16,0 2-2 0,-3 4 0 0,-3-1 27 0,-3-3 0 0,-1 1 0 0,-2-1 0 15,-6-4 46-15,0 2 14 0,-3-8 4 0,-3-1 0 16,-3 4-52-16,-3 5-12 0,0 0 0 0,-6 5 0 16,-2 0 0-16,-4 3 0 0,-3 0 0 0,-3 5 0 15,0-8-48-15,0 3-13 0,-2 0-3 0,-7 0 0 16,-6 0 0-16,-2 2 0 0,-7-2 0 0,-6 0 0 15,7 0-102-15,-7 5-21 0,3 2-4 0</inkml:trace>
  <inkml:trace contextRef="#ctx0" brushRef="#br0" timeOffset="8">6289 6509 1337 0,'-24'-5'56'0,"3"0"-44"0,4-1 34 16,-4 1 7-16,0 0 2 0,3 2 0 0,-3-2-37 0,0 2-7 0,3-2-2 0,-5 2 0 16,-1 1-9-16,-3-1 0 0,-3 0 0 0,-5 3 0 15,2 0 20-15,-3 0 3 0,-6 0 0 0,7 6 0 16,5-1 5-16,3 0 2 0,6 3 0 0,0 0 0 15,10 3 2-15,-1 2 1 0,3 0 0 0</inkml:trace>
  <inkml:trace contextRef="#ctx0" brushRef="#br0" timeOffset="9">4637 6819 1965 0,'6'31'175'0,"-12"7"-140"16,-3-1-35-16,0 2 0 0,3 6 0 0,-6 0 0 16,3-5 0-16,-6 0 0 0,7-1 0 0,-1-2 0 15,-6 0 0-15,3 0-12 0,6 0 12 0,3 3-12 16,0-3 12-16,3 3-12 0,3 0 12 0,3 2-12 0,0-8-1 15,3 1 0-15,6-6 0 0,-6 3 0 0,2-6 0 0,1 3 0 16,3 0 0-16,0 0 0 16,0-2 13-16,-3 2-11 0,9 0 11 0,-9 0-10 0,0-2 10 0,-4-4 0 0,-2-1 0 0,-3-4-8 15,0-2 8-15,-3-3 0 0,-3-2 0 0</inkml:trace>
  <inkml:trace contextRef="#ctx0" brushRef="#br0" timeOffset="10">5729 8054 1792 0,'-3'-5'80'15,"0"-3"16"-15,9-2-77 0,0-4-19 0,9-2 0 0,6 1 0 16,9-9 0-16,9 0 0 0,8-2 0 0,4-6-9 31,-4 5-4-31,-2-2-1 0,0 0 0 0,5-3 0 0,-2 3 22 0,3-5 5 0,-1 2 1 0,1-8 0 16,-10 1 1-16,1-1 0 0,-6-5 0 0,2 3 0 15,1 2-2-15,-3 6 0 0,0-1 0 0,-4-2 0 16,1 3 2-16,-3-3 0 0,-6 0 0 0,2-3 0 16,-8 3 4-1,0 3 1-15,-6-3 0 0,-3 2 0 0,-3 6 0 0,-3 3 0 0,-6-1 0 0,0 3 0 16,-3 0 8-16,-6 1 3 0,0-1 0 0,-3-3 0 15,-5 1-31-15,-4-1 0 0,-3-4 0 0,-3 2 0 16,3-1 33-16,-2 7 1 0,-1-4 0 0,0 6 0 16,-3-3-18-16,1 6-4 0,-1-1-1 0,-3-2 0 15,-3 5 6-15,-2 3 2 0,-4 0 0 0,0 2 0 16,4-2-19-16,2 5-16 0,0 3 4 0,-2-3 0 16,-1 5-1-16,0 3 0 0,-2 0 0 0,-1 0 0 15,6 5-19-15,4 1-4 0,5-1-1 0,3 6 0 16,6-1-112-16,6 1-23 0,3 2-4 0</inkml:trace>
  <inkml:trace contextRef="#ctx0" brushRef="#br0" timeOffset="11">17008 12891 1516 0,'-15'-5'64'16,"0"0"-52"-1,3-1 26-15,-3 1 5 0,0-3 1 0,0 0 0 0,1 0 2 0,-1 0 1 0,-3-2 0 0,-3-1 0 32,0 1-11-32,0-4-1 0,0 1-1 0,-5 0 0 0,2 0-11 0,0-1-3 0,-3 1 0 15,0-3 0-15,4 6 16 0,-4-1 2 0,3 1 1 16,-3-1 0-16,-2 0-18 0,-1-2-3 0,-3 3-1 0,-6-4 0 15,4 1-7-15,-1 3-2 0,-3-6 0 0,-2 5 0 16,2 1-8-16,3-1 0 0,-3 0 0 0,-2 1 0 16,-1 2 0-16,-6 0 0 0,1 0 0 0,-4 3 0 15,4-1 0-15,-1 4 0 0,3-1 0 16,-2 3 0-16,-4 0 32 0,0 3 4 0,-2 2 0 0,-1-2 1 16,4 2-8-16,5 0-1 0,-3 1-1 0,1 4 0 15,-1-2-44-15,-2 0-9 0,-1 3-2 0,-6 2 0 16,10 0-6-16,-1 0-2 15,4 3 0-15,-7 5 0 0,3-2 55 0,1 5 10 0,-4 0 3 0,-3 5 0 47,10 0-32-47,-1 2 0 0,4 4 0 0,-1-1 0 0,3 1 0 16,0-4 0-16,4 4 0 0,-4 4-10 0,6 1-14 0,4 3-2 0,-1 7-1 0,3 0 0 0,6-5 27 0,3-3 0 0,6-5 0 0,0 6 0 16,4-1 0-16,5 0 0 0,0 1 0 0,6 2 0 15,5 0-28-15,1-3-1 0,6 0 0 0,0 1 0 0,6-4 7 0,3-4 2 16,3 2 0-16,-1 0 0 0,1-3 10 0,3 3 10 15,0 3-13-15,2-3 5 16,4-3 0-16,6-4 0 0,-3-1 0 0,8 0 0 0,-2-5-1 16,-1-6 0-16,4 1 0 0,3-3 0 0,-1-3 9 0,4-3-8 15,-1 1 8-15,4 0-8 0,0-6-4 0,-4 0 0 16,4 0 0-16,2-5 0 0,1 0 12 0,2-2 0 0,1-4 0 0,5 1 0 16,-5-3 18-16,-1 0 6 0,1-2 0 15,-1-6 1-15,1 3-38 0,-1-6-8 0,1 1-2 0,2-6 0 31,-2 0 23-31,-1-3 0 0,1-4 0 0,2-1 0 0,-8 0 0 0,-4 3 0 0,1-3 8 0,0 3-8 16,-4 0 16-16,-2 3-3 0,5-3 0 0,-2-3 0 16,-9 3 0-16,-1-6 0 0,-2-2 0 0,-3 0 0 15,-3 3-2-15,-4-1-1 0,1-2 0 0,0 0 0 16,-6 6 12-16,-4-1 2 0,4 0 1 0,-6-2 0 16,0-3 3-16,-6-3 0 0,0 0 0 0,-3-2 0 15,-6 5 1 1,0 3 1-16,-3 2 0 0,-6 3 0 0,-3 0-2 0,0-1-1 0,-6 4 0 0,0-3 0 15,-3 0 29-15,0 0 7 0,-2-6 1 0,-4 4 0 16,-3-1-52-16,0 3-12 0,0 0 0 0,-5-1 0 16,-7 7-18-16,-3 1-6 0,-2 1-2 0,-4 3 0 15,3-1-6-15,-2 3-2 0,2 3 0 0,-6-3 0 16,1 3-41-16,-7 0-8 0,1 2-1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09-21T19:33:24.90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12707 2437 1500 0,'0'0'31'0,"0"0"8"0,0 0-31 0,0 0-8 0,0 0 0 0,-6 3 0 0,0-3 76 0,6 0 13 0,-6 5 3 0,0-2 1 15,3 2-41-15,-3-5-8 0,6 0-1 0,-3 8-1 32,0-6-8-32,0 4-2 0,0-1 0 0,-3 3 0 0,6-8 4 0,-3 3 0 0,0 2 0 0,3-5 0 15,-6 3-4-15,6-3 0 16,0 0 0-16,-3 5 0 0,3-5 1 0,0 0 0 0,0 0 0 0,0 0 0 16,0 0-5-16,0 0-2 0,0 0 0 0,0-5 0 15,6 2-9-15,0-5-1 0,0 3-1 0,3-3 0 16,3 2-3-16,0 4 0 0,0-6 0 0,2 0 0 15,1 3 3-15,0 2 0 0,3-5 0 0,-3 5 0 16,0 1-3-16,0 2 0 0,0 0 0 0,0-6 0 16,-4 6-12-16,4-2 0 0,-3 2 0 0,-3 0 0 15,3 2 0-15,-3-2 0 0,-3 6 0 0,3-6 0 0,-3 2 0 0,0 1 0 16,0 5 0-16,-3 0 0 0,0-5 0 0,-3 4 0 0,0 1 0 0,0 3 0 31,-3 0 0-31,0 2 0 0,0 3 0 0,0-3 0 0,-3 3 0 0,0 0 0 0,0 2 0 16,-3-2 0-16,3-3 0 0,-3 6 0 0,-3-6 0 15,3 3-10 1,0-3 10-16,-3 0 0 0,1-2 0 0,2 2 0 0,0-7 0 0,0 4 0 0,0-2 0 0,3 0 0 16,0-3 0-16,3 1 0 0,0-4 8 0,3-2-8 31,-3 5 0-31,3-5 0 0,3 8 0 0,0-8-8 0,3 3 8 0,0-3 0 0,0 5 0 0,3-5 0 31,0 3 0-31,0 2 0 0,2-5 0 0,1 0 0 0,3 3 8 0,-3-3 1 0,0 0 0 16,0 0 0-16,0 0-9 0,0 0 0 0,3 0 0 0,-3 0 0 15,2 0-8-15,1 0 8 0,0 0 0 0,0 0 0 16,-3 0-14 0,3 0 2-16,0 0 0 0,-3 0 0 0,3 0-34 0,-4 0-6 0,1 0-2 0,0 0 0 15,0 0-136-15,-3-3-27 16,3 3-6-16</inkml:trace>
  <inkml:trace contextRef="#ctx0" brushRef="#br0" timeOffset="847.829">12900 2119 1653 0,'0'0'47'0,"3"-5"10"15,-3 5-45-15,3-5-12 0,3 2 0 0,-6 3 0 16,3 0 72-16,3 3 12 0,0-3 2 0,-3 5 1 16,3 3-44-16,-3 0-9 0,3 5-2 0,0 0 0 0,0 3-12 0,-3-2-2 0,3 4-1 0,-1 3 0 15,1-5-7 1,0 3-2-16,0-3 0 0,-3-3 0 16,3 3-8-16,-3-6 12 0,0 3-12 0,-3 1 12 0,3-6 0 0,-3 0 1 0,0-6 0 0,0 9 0 31,-3-11 15-31,3 2 2 0,0-2 1 0,0 0 0 0,0 0 8 0,-6 0 1 0,6 0 1 0,-6 0 0 15,0-2-10-15,3-9-3 0,-3 3 0 0,3 0 0 16,0-2-3-16,1-3-1 0,-1-3 0 0,0-3 0 31,3 1-5-31,0-4-2 0,3-1 0 0,-3-4 0 0,5 3-4 0,1 3-1 0,0-3 0 0,0 3 0 16,3 5-4-16,3-2-8 0,-3 2 11 0,3 3-11 16,0 2 10-16,0 3-10 0,0 0 8 0,3-2-8 15,-3 7 0-15,-1-2 0 0,4 2 8 16,-3 3-8-16,0 0 0 0,0 0 0 0,0 0 9 15,-3 3-9-15,3 2 0 0,-3-2 8 16,0 2-8-16,0 0 0 0,-3 3 0 0,2 3 0 0,-2-3 0 0,0 2 0 16,0 1 0-16,0 7 0 0,-3-7 0 0,3 5 0 15,-3 2 0-15,0-2 12 0,-3 0-4 0,3 5 0 16,0-5-8-16,-3 0 0 0,0-3 0 0,0 3 0 16,0-3 0-16,0 1 0 0,3-4 0 0,-6 3 0 15,3 1 0-15,0-6 0 0,-3 2 0 0,3 1 8 16,0-9-26-1,0 6-5-15,0-2-1 0,0 2 0 0,3-6-90 0,-3 1-18 0,0-3-4 0</inkml:trace>
  <inkml:trace contextRef="#ctx0" brushRef="#br0" timeOffset="1819.43">13397 2135 1458 0,'0'0'30'0,"0"0"8"0,0 0-30 0,0 0-8 0,0 0 0 0,0 0 0 16,0 0 76-16,0 0 13 0,0 0 3 0,0 0 1 31,0 0-17-31,0 0-4 0,6 0-1 0,0 3 0 0,0-3-15 0,0 5-2 0,0-5-1 0,3 0 0 32,0 0-15-32,0 0-3 0,3 0-1 0,-3 0 0 0,2 0-6 0,1 0 0 0,3 0-1 0,-3 0 0 15,3 0-15-15,-3 0-2 0,3 0-1 0,0 3 0 16,0-3-9-16,-4 0 0 0,4 0 0 0,-3 3 0 31,0-6-20-31,0 3-5 0,-3-3-2 16,3 3 0-16,0-8-120 0,-3 3-24 0,3 2-5 0,-3-5 0 0,0-2 51 0,2 2 10 0,-2 0 3 0,-3-3 0 15,3 6-10 1,-6-8-2-16,3 5 0 0,-3 0 0 0,-3 0 115 0,0 0 22 0,0-5 5 0,-3 5 1 16,0 0 95-16,0 0 19 0,3 0 4 0,-6 0 1 15,3-2-14-15,0 7-2 0,-3-5-1 0,3 0 0 16,0 3-24-16,3 5-5 0,-3-3 0 0,3 3-1 15,0 0-27-15,0 0-6 0,0-5-1 0,0 5 0 0,0 0-11 0,0 0-2 0,0 0-1 16,0 0 0 0,0 0-15-16,0 0-2 0,3 0-1 0,3 5 0 15,-3-2-9-15,0 2-1 0,-3 3-1 0,3 0 0 16,0 0-14-16,-3 5 8 0,3-5-8 0,-3 0 0 0,3 5 0 16,-3 3 0-16,0 0 0 0,0 5 0 15,0-5 0-15,0 5 0 0,0 0 0 0,0 3 0 0,-3 0 0 0,3 2-15 0,0-4 5 0,-3-4 1 31,3 3-35-31,0 0-8 0,0-5 0 0</inkml:trace>
  <inkml:trace contextRef="#ctx0" brushRef="#br0" timeOffset="3019.82">11983 2831 1275 0,'-6'6'26'0,"6"-6"8"0,-6 0-34 0,6 0 0 0,-6 0 0 0,6 0 0 15,0 0 83-15,-6 2 9 0,6-2 3 0,0 0 0 32,0 0-19-32,0 0-3 0,0 0-1 0,0 0 0 0,0 0-18 0,0 0-4 0,0 0-1 0,0 0 0 15,6 0-11-15,3 0-2 0,-3 0-1 0,3 0 0 32,3 0-2-32,0 0 0 0,3-2 0 0,-3 2 0 0,3 0-6 0,-3 0-2 0,2-6 0 0,1 4 0 15,3 2-9-15,0-8-3 0,0 2 0 16,3 4 0-16,0-4-13 0,-1 6 11 0,7-5-11 0,-3 2 10 15,0 3-10 1,0 0 0-16,0-5 0 0,-1 5 0 0,-2 0 0 0,0-2-14 0,-3 2 3 0,-3 0 1 16,0 0-34-16,-3 0-6 0,-1 0-2 15,-2 0 0-15,0 0-124 0,-3 0-26 0,0 0-5 0</inkml:trace>
  <inkml:trace contextRef="#ctx0" brushRef="#br0" timeOffset="4925.21">13844 2564 1576 0,'0'0'32'0,"0"0"9"0,0 0-33 0,0 0-8 0,0 0 0 0,0 0 0 16,0 0 54-16,6 0 9 0,0 0 1 0,2 0 1 31,1 0-11-31,6 0-2 0,0 0-1 0,3 0 0 0,0 0-19 0,3-5-3 0,3 5-1 0,-1 0 0 32,1 0-5-32,0 0-2 0,-3 0 0 0,6 0 0 0,-4-3-8 0,7 3-1 0,0-5-1 0,3 2 0 15,-1-2-11-15,1 2 0 0,0 3 9 0,3 0-9 31,-7 0 8-31,1 0-8 0,0 0 10 0,-3 0-10 0,-3 0 0 0,-1-5 0 0,-2 2 0 0,3 1 0 16,-6-1 0-16,3-2 0 0,-3 2 0 0,-1-2 0 16,-5 2 0-16,0 3 0 0,0-5 8 0,-3 2-8 15,-6 0 0-15,0 1 11 0,-3 2-11 0,0 0 10 16,0-5-2-16,-6 2 0 0,0-5 0 0,0 3 0 16,-3 2 1-16,-3-5 0 0,0 5 0 0,-2 1 0 15,-1-4 5-15,3 4 1 0,-3-3 0 0,0 2 0 16,0-2 4-16,0 2 1 0,3-2 0 0,0 2 0 15,0 0-1-15,4 1 0 0,-1-4 0 0,0 4 0 0,3 2-3 16,6 0 0-16,0 0 0 0,0 0 0 0,0 0-16 0,0 0 8 0,0 0-8 0,0 0 0 31,0 0 9-31,6 0-9 0,0 0 0 0,0 0 9 0,3 0-9 0,-4 2 10 16,4-2-10-16,0 0 10 0,3 6-10 0,-3-6 0 0,3 0 0 0,0 2 0 31,-3 1 0-31,3 5 0 0,0-8 0 0,-3 8 0 16,3-8 0-16,-3 8 0 0,2-6 0 0,-2 6 0 15,-3 3 0-15,0-3 0 0,0 0 0 0,-3 2 0 0,0 1 0 16,-3 5 8-16,-3-3-8 0,0-2 0 16,-3 2 10-16,0 0-10 0,0 3 12 0,-3-5-12 15,3 2 9-15,-2 0-9 16,-1-5 0-16,0 5 9 0,3-5-9 0,-3 0 0 0,0 0 0 0,0 5 0 0,3-10-12 16,0 2-7-16,-3 3-1 0,3-5-1 15,3 2-96-15,0 0-19 0,3-5-4 0</inkml:trace>
  <inkml:trace contextRef="#ctx0" brushRef="#br0" timeOffset="5454.12">15258 2511 1349 0,'-9'-8'56'16,"3"3"-44"-16,0 0 98 0,0 2 20 0,0-5 4 0,3 3 1 31,0 2-24-31,3-8-5 0,0 9-1 0,0-6 0 0,3 3-45 0,0 2-8 0,3-5-3 0,0 3 0 16,0-1-18-16,3 4-4 0,2-4-1 0,-2 4 0 31,0-3-11-31,3 2-3 0,0 3 0 0,0-5 0 0,-3 5-12 0,0 0 11 0,3 0-11 0,-3 0 10 16,0 0-10-16,-3 5 0 0,3-5 0 0,-3 3 0 15,-1 2 0-15,-2 3 0 0,0-3 0 0,0 6 0 16,-6-3-12-16,0 5 12 0,0 0-12 0,-2 3 12 31,-1 0-13-31,0 5 5 0,-3-5 8 0,0 5-13 0,-3 0 13 0,3-2-11 0,-3 2 11 0,3-3-10 16,-3 1 10-16,3-3 0 0,0-3-9 0,0 0 9 15,0 0 0-15,6-5 0 0,-2 3 0 16,2-3 0-16,3 2 0 0,3-7 0 0,0 2 0 0,2 3 0 16,1-5 0-16,0 2 0 0,6-5 0 0,-3 3 0 15,3-3 0-15,0-3 0 0,0 3 0 0,3 0 0 16,0-5 0-16,0 2 0 0,2-2 0 0,4 2 0 15,0-5-22 1,-3 1-6-16,3 1-2 0,0 1 0 0,-1-3-90 0,1 5-19 0,-3-5-3 0</inkml:trace>
  <inkml:trace contextRef="#ctx0" brushRef="#br0" timeOffset="6121.75">15415 2223 1493 0,'3'-11'63'15,"3"8"-51"-15,0-5 70 0,0 1 14 0,3-4 2 0,0 3 1 16,0 5-19-16,0-5-3 0,3 0-1 0,0 8 0 16,0-5-30-16,-1 5-6 0,1 0-2 0,0 5 0 15,0-2-21-15,0 10-4 0,0-2-1 0,-3 2 0 16,0 3-12-16,0 3 0 0,-3-4 8 0,3 7-8 16,-6-7 0-16,3 1 0 0,-3 6 8 0,-3-9-8 15,3-3 0-15,0 4 11 0,-3-6-11 0,-3 5 10 16,3-11 2-16,-3 6 0 0,3-2 0 0,0-6 0 15,-6 5 15-15,3-5 3 0,3 0 1 0,-9 0 0 16,3 0-1-16,0-5 0 0,0-1 0 0,0 4 0 16,0-6-5-16,0 0-1 0,3-3 0 0,0 1 0 15,0-6-6-15,3 3-2 0,0-9 0 0,3 1 0 0,0 3-8 16,0-3-8-16,3-6 12 0,0 3-12 16,0 3 11-16,3 5-11 0,0 0 10 0,0 0-10 15,0 3 9-15,0 0-9 0,-1 5 8 0,1 0-8 0,0 3 0 0,0 2 0 0,3-2 0 16,-3 2 0-16,-3 3 0 0,3 0 0 0,-3 0 0 15,3 3 0-15,-3 2 0 0,0 3 0 0,0-3 0 0,0 3 0 16,-3 8 0-16,3-3 0 0,-3 3-9 0,3 0 9 31,-4 5 0-31,1-5 0 0,-3 5 0 0,3 1 0 0,-3 1 0 0,3-7-10 0,-3 3 10 0,0-1-8 32,0-2-25-32,0-3-5 0,0 3-1 0,0-5 0 15,0-1-172-15,0-2-34 0</inkml:trace>
  <inkml:trace contextRef="#ctx0" brushRef="#br0" timeOffset="6403.69">15951 2260 1773 0,'0'-6'36'0,"0"-2"11"0,3 1-38 0,0 1-9 0,0-2 0 0,3 0 0 16,0 3 103-16,0-3 18 0,3 0 4 0,0 6 1 15,0-6-51-15,3 2-11 0,-1 1-1 0,1 2-1 31,0-2-34-31,0 2-8 0,0-2 0 0,-3 2-1 0,3 3-19 0,0-5 0 0,3 0 0 0,-3 2 0 16,0-2-42-16,2 2-9 0,1-5-1 0,0 0-1 31,0 3-65-31,0-3-13 0,0 0-2 0,0 0-1 16,0 0-2-16,-3-5-1 0,-1 5 0 0,-2 0 0 0,0-5 101 0,0 5 20 0,-3-5 4 0,-3 5 0 16,0 0 86-16,-3-5 17 0,0 5 3 0,-3 0 1 15,0 0 10-15,-3 0 3 0,3 0 0 0,-3 3 0 16,0 2-18-16,0-2-3 0,0 0-1 0,0 2 0 0,6 3-21 0,0 0-4 0,-5 0-1 0,5 0 0 31,0 0-22-31,0 0-5 0,-3 3-1 0,0 2 0 0,0 3-13 0,3-3-3 16,0 3-1-16,0 3 0 15,3-1-15-15,-3 1 8 0,3 2-8 0,0 0 0 0,-1 3 0 0,1 0 0 0,0 5 0 0,0 3 0 16,-3 2 0 0,3 1-16-16,0 2 3 0,0 5 1 0,-3-10-135 15,0 3-26-15,3-1-6 0</inkml:trace>
  <inkml:trace contextRef="#ctx0" brushRef="#br0" timeOffset="6793.95">16457 2543 1720 0,'0'0'36'0,"0"0"8"0,0 0-35 15,0 0-9-15,0 0 0 0,0 0 0 16,0 0 92-16,0 0 17 16,0 0 3-16,6 5 1 0,0-5-48 0,0 0-9 0,0 0-3 0,0 0 0 15,0 0-7-15,3 3-2 0,0-3 0 0,0 0 0 16,0 0-14-16,-1 0-3 0,4 0-1 0,-3-3 0 0,3 3-2 0,0 0 0 0,3-5 0 0,-3 5 0 15,0-3-15-15,3 3-9 0,0 0 10 0,-4 0-10 16,4 0 20-16,0 0-1 0,0 0-1 16,-3 0 0-16,0 0-18 0,3 0 0 15,0 0 0-15,-3 0 0 16,0 0-48-16,-1 0-12 0,1 0-4 16,-3 0 0-16,0 0 0 0,0 0 0 0,0 0 0 0,-3 0 0 0,3-5-153 0,-3 5-31 0</inkml:trace>
  <inkml:trace contextRef="#ctx0" brushRef="#br0" timeOffset="7574.37">17103 2276 1579 0,'-6'-8'32'0,"6"8"10"16,-3-6-34-16,0 4-8 0,3-4 0 0,-3 1 0 16,0 2 104-16,3 3 20 0,-3-7 3 0,3 7 1 15,0 0-52-15,0 0-9 0,0 0-3 0,0 0 0 16,0 0-13-16,0 0-3 0,0 0-1 0,0 0 0 0,0 0-21 0,0 0-4 0,3 2-1 0,-3 11 0 15,3-5-8-15,0 6-1 0,0-7-1 0,3 7 0 32,-6 2-11-32,3-3 12 0,0 3-12 0,0 0 12 0,-3-3-2 0,3 3 0 0,0 0 0 0,0-1 0 31,-3 4-1-31,0-3 0 0,3 5 0 0,-3-2 0 16,0 2-9-16,0 0 12 0,0 0-12 0,-3 3 12 0,3-3 4 0,0-5 2 0,-3 5 0 0,0-5 0 15,3-3-18-15,-3 0 0 0,3-2 0 16,0 2 0-1,-3-5-48-15,3 0-12 0,-3 0-4 0</inkml:trace>
  <inkml:trace contextRef="#ctx0" brushRef="#br0" timeOffset="8775.64">12034 2040 1444 0,'-9'-13'30'0,"6"10"6"0,-3 3-28 0,0-5-8 0,0 5 0 0,-6 0 0 0,3 5 40 0,-6-5 8 0,0 8 0 0,-2 0 1 31,-1 5-15-31,-6 6-3 0,0 7-1 0,0 3 0 16,4 3-2-16,-4 10-1 0,3 3 0 0,-3 6 0 16,6-6-12-16,0 2-3 0,0 1 0 0,1 8 0 0,2-1-12 15,0-2 11-15,3 0-11 0,3 10 10 16,3-7-10-16,3 0 8 0,3 2-8 0,0 3 8 15,6-11-8-15,3-2 8 0,3-3-8 0,3 0 8 0,0-6 1 0,2-7 0 0,4 0 0 0,0-1 0 16,3-4 12-16,6-1 3 0,2 3 0 0,4-7 0 31,-3-4-37-31,6 1-7 0,-4-3-2 0,7-6 0 0,0-2-30 0,-1-5-5 0,4-3-2 0</inkml:trace>
  <inkml:trace contextRef="#ctx0" brushRef="#br0" timeOffset="9444.81">17097 1746 1299 0,'0'0'27'0,"0"0"6"0,0 0-33 0,0 0 0 0,0 0 0 0,0 0 0 16,0 0 39-16,0 0 1 0,6 0 0 0,-3 0 0 16,3 0 21-16,3 6 5 15,-3-6 1-15,6 2 0 0,0 4-15 0,0-1-2 0,2 3-1 0,4 2 0 16,0 4-17-16,0-1-4 0,3-3-1 0,0 9 0 16,3-1-12-16,-1 1-3 0,-2 5 0 0,6-8 0 15,0 5-4-15,5 0 0 0,-2-5-8 0,3 5 12 16,0 3-12-16,-4 5 0 0,1 5 8 15,-3-2-8-15,-3 5 0 0,-3 0 9 0,-3 6-9 0,-4-6 8 0,-2-6-8 0,-3 4 10 16,0-11-10-16,-6 5 10 16,-3 2 14-16,-3-1 4 0,-3 4 0 0,-6 3 0 0,0 0-10 15,-5 0-2-15,-7 0 0 0,-3 0 0 16,-3-5-1-16,-6 2-1 0,-2-5 0 0,-4-5 0 0,3 3-5 0,1-3-1 16,-1-1 0-16,-3 1 0 0,-2 3-16 0,2 2-4 0,-6 0-1 15,4-3 0-15,5 1-7 16,3-3 0-16,7 2-1 0,-1-5 0 15,3-2-131-15,3-6-25 0</inkml:trace>
  <inkml:trace contextRef="#ctx0" brushRef="#br0" timeOffset="103034.959">9373 15842 1580 0,'-15'8'67'31,"0"2"-54"-31,6-2 41 0,-3 3 8 0,3-3 2 0,0 0 0 16,3-1-22-16,-3 1-4 0,3-2-1 16,4-1 0-16,-4 0-17 0,3 3-3 0,0-3-1 0,0-2 0 15,3-3-16-15,-3 5 10 0,3-5-10 0,-3 8 8 16,3-8-8-16,0 0 8 0,0 0-8 0,3 6 8 15,0-4-8-15,3-2 0 0,-3 3 0 0,3 0 0 16,2-3 0-16,-2-3 0 0,3 0-9 0,3 1 9 0,0-4 0 16,3 4 0-16,3-4 0 0,3 1 0 15,3 0 0-15,-1 0 0 0,4-1-8 0,3 4 8 0,0-4 0 0,2 1 0 0,-2 0 0 0,6-1 0 32,0 1 0-32,-1-3 0 0,4 0 0 0,3-2 0 15,2-1 0-15,4 3 0 0,3-2-8 0,2-1 8 0,-2 0 0 16,-4 1 0-16,1 2 0 0,9-3 0 0,-4 1 0 0,1-1 0 0,2-2 0 15,7 2 0-15,-1-2 0 0,-2 0 0 0,5 0 0 16,4-1 0-16,-7 1 0 0,-2 0 0 16,-1 0 0-16,10 2 9 0,-7 1-1 0,4-1-8 0,2 3 12 0,7 0-4 31,-7 3 2-31,1-3 0 0,2 0 0 0,6 0 0 0,-8 3-10 0,-1-3 0 0,1 2 0 0,5-1 0 16,-5 4 0-16,2-2 0 15,1 2 8-15,5 0-8 0,-6 1 0 0,1-1-16 16,5-2 3-16,1 2 0 0,-7 0 13 0,0-2 0 0,1 2 0 0,2-2 0 15,-5 3 29-15,-1-1 9 0,4-2 2 0,2 2 0 16,-2 0-27-16,2 1-5 0,0-1 0 0,10 0-8 16,-10 1 13-16,4-4-4 0,-1 4-1 15,9-3 0-15,-11-3-8 0,5 2 0 0,-3-2 0 0,10 3 0 16,-10-3 0-16,1 3 0 16,-1 0 8-16,6-3-8 0,-5 2 0 0,-4 4 0 0,6-4 0 0,4 1 8 15,-7 0-8-15,1 2 8 0,2-2-8 0,6 2 8 0,-8-2-8 16,2 2 0-16,0 1 0 0,7-1 0 15,-10 0 0-15,-2 1 0 0,2 2 0 0,6 0 0 16,-11-3 0-16,2 0 0 0,1 1 0 0,2-1 0 16,-3 0 0-16,1 1 0 0,-1-4 0 0,7 4 0 15,-10-1 0-15,3 1 0 0,1 2 0 0,5 0 0 0,-11 0 0 0,-4 2 0 16,4-2 0-16,-1 3 0 0,-5-1 0 0,-1 4 0 0,4-4 0 0,-1 1 0 31,-5 2 0-31,-1 3 0 0,1 0 0 0,-1 0 0 0,-2 3 0 0,-4-3 0 0,1 2 0 0,-1 1 0 16,1-1 0-16,0 4 0 0,-1-4 0 0,1 4 0 15,-4 1 0-15,-5 1 0 16,3 3 0-16,-4 2 0 0,1 0 0 0,-3 3 0 0,2 0 0 0,1 5 0 16,-6-5 0-16,2 2 0 0,-5-2 0 0,3 2 0 15,-4-2 34-15,-2 0 2 0,0 0 0 16,0 2 0-16,-1-2-24 0,1 5-12 0,3-2 12 0,-3 4-12 16,-1-1 0-16,1 4 0 0,-3 0 0 0,0 3 0 15,-4-2 24-15,-2-3-1 0,0-1-1 0,0 4 0 16,-3-4-35-16,0 1-7 0,-1 0-2 0,1 2 0 15,-3 3 22-15,0-2 0 0,3 4 0 0,0-1 0 16,-4-4 0-16,1-2 0 0,0-3 0 0,0 3 0 16,-3-3 0-16,3 2 0 0,-3 1 0 0,-3 3 0 15,-1-1 0 1,-2 0 8-16,0 3-8 0,0 0 0 0,-3-2 8 0,0-1-8 0,0-5 0 0,-3 6 8 16,0-4-8-16,0 1 8 0,0 0-8 0,-3 2 8 15,0 3-8-15,0 0 0 0,-3 3 0 0,0 0 0 16,0-3 0-16,-3-3 8 0,0 1-8 0,-3 4 0 15,-3 1 0-15,3 5 0 0,-2 0 0 0,-4 5 0 16,-3-5 11-16,0 3-3 0,0-3-8 0,-6 5 12 0,3 0-12 16,-2 3 0-16,-1 3 0 0,0 2 0 15,0-8 10-15,0-2-1 0,1 0 0 16,-4 2 0-16,0-8-9 0,-3 3-14 0,0-2 3 0,-2-1 1 16,-1-8-42-16,0-2-9 15,0-3-2-15,-5-2 0 0,-1-6-132 0,3-5-26 0</inkml:trace>
  <inkml:trace contextRef="#ctx0" brushRef="#br0" timeOffset="104071.51">10191 15656 1630 0,'-18'-2'34'0,"-2"-1"7"0,5 0-33 0,0 1-8 0,0-4 0 0,0 1 0 16,0 0 21-16,-3-3 3 0,3 3 0 0,-2-1 0 16,-1 1-5-16,-3-3-1 0,3 3 0 0,-3 2 0 15,-3 1 1-15,1-1 0 0,-1 3 0 0,0 0 0 31,3 3-19-31,-3 2-12 0,1 0 1 0,-1 0 1 0,3 3 10 0,0 3 0 16,0 0 0-16,-3 2 0 16,1 0 0-16,-1 3 0 0,0 0 0 0,-6 0 0 0,3 0 0 0,1-1 0 0,-1 1 0 0,-3 3 0 15,6-1 0-15,-3 1 0 0,4 2 0 16,-1 0 0-16,0 6 0 0,3-1 0 16,3 6 0-16,-3 2 0 0,1 1 24 0,-1 2 8 0,0 0 0 0,-3 5 1 15,6-2-16-15,-3-1-3 0,1 1-1 0,2 8 0 16,0-1 4-16,6 4 1 0,-3 4 0 0,3 3 0 15,3-5-18-15,3 0 0 0,0 3 0 0,3-1 0 16,3 1 0-16,3 2 0 0,3-2 0 0,0 10 0 0,3-8 32 16,3 3 4-16,3 0 0 0,0 2 0 15,3-7-28-15,0-3-8 0,2-3 0 0,1 3 0 16,0-5 10-16,0 2-10 0,3 0 8 0,3 3-8 16,-4-8 0-16,4-3 0 0,3-2 8 0,6 2-8 15,-4-2 0-15,4-3 0 0,3 0 0 0,-1 0 0 16,-2 0 0-1,0 0 0-15,0 3 0 0,2-3 0 0,1-2 0 0,3-6 0 0,-1 0 0 0,4 0 0 16,-3-5 0-16,2-1 0 0,-5-1 0 0,6 1 0 16,-4-4 0-16,1-1 0 0,3-2 0 0,-1 3 0 0,4-6 0 0,-3 0-9 0,5 1 9 0,4-4 0 15,-4 1 0-15,-2-6 0 0,6-2 0 0,-1-1 0 32,1 1 0-32,-1-6 0 0,4 3 0 0,-1-2 0 0,4-4 0 0,-3 4 0 0,5-6 0 0,1 3 9 15,-7-1-9-15,1-2 0 16,-4 3 0-16,10 0 8 15,-4 2-8-15,1 0 0 0,2 1 0 0,7-1 8 0,-13 0 8 0,4 3 0 16,-4-2 1-16,7-1 0 0,-6 3-40 0,-1 3-8 0,4-1-1 16,5 1-1-16,-5-3-89 0,-1 0-18 0,4 0-3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09-21T19:36:16.43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11147 4699 1109 0,'0'0'51'0,"0"0"-51"0,0 0 0 0,-6 3 0 0,6-3 0 32,-6 0 49-32,0 0 4 0,0 3 1 0,6-3 0 15,-6 2-18-15,6-2-3 0,-6 0-1 0,6 0 0 0,0 0-2 0,0 0-1 0,0 0 0 0,0 0 0 31,0 0-10-31,0 0-3 0,0 0 0 0,0 0 0 0,0 0-16 0,0 0 0 0,6 3-13 0,0 2 5 16,0-5 57-16,3 3 12 0,0-3 3 16,0 2 0-1,6 1-52-15,-3-3-12 0,-1 3 0 0,4-3 0 0,0 0 0 0,0 0 0 0,3 0 0 0,-3 2 0 16,6-2 0-16,-3 0 0 0,2 6-9 0,4-6 9 16,3 0 0-16,3 0 0 0,0 0 0 0,-1 0 10 31,4 0-10-31,-3 2 0 0,0-2 0 0,-1 3 0 0,-2-3 0 0,0 3 0 0,-3-1 0 0,0 1 0 15,2-3 0-15,-2 3 0 0,3-1 0 0,-3 1 0 16,3 0 0-16,-1 2 0 0,1-5 0 0,-3 2 0 16,0 4 0-16,0-4 0 0,-4 1 0 0,1 5 0 15,-3-5 0-15,0 2 0 0,0-2 0 16,-3 2 0-16,0 0 0 0,-4-2 0 0,4-1 0 0,-3 4 0 16,3-4 0-16,-3 1 0 0,3 0 0 0,-3-1 0 15,3 1 0 1,3-3 0-16,-4 0 0 0,4 3 0 0,0 2 0 0,0-5 0 0,-3 0 0 0,3 3 0 0,-3-1 0 0,3-2 0 0,-4 3 0 0,1-1 0 31,0 1 0-31,0-3 0 0,-3 3 0 0,3-1 0 0,-3 1 0 0,0 0 0 0,0-1 0 0,-1 1 0 16,-2 0 0-16,0-3 0 0,3 5 0 15,-3-5 0-15,0 0 0 0,-3 3 0 0,3-3 0 0,0 2 0 16,-3-2 33 0,3 0 5-16,-3 0 1 0,0 3 0 0,3-3-11 0,-3 3-3 0,3-3 0 0,-1 0 0 31,1 0-25-31,0 2 0 0,0-2 0 0,3 0 0 15,0 0 12-15,0 0-4 0,0 0 0 0,3 0 0 0,-3 0-8 0,3 0 0 0,-1 0 9 0,1 0-9 16,0 3 0-16,0-1 8 0,-3-2-8 0,3 3 0 16,-3 0 8-16,0-1-8 0,-3 4 10 15,3-1-10-15,-4-5-8 0,-2 3-8 0,3-1-2 0,0 4 0 16,-3-4 18-16,0 1 0 0,-3-1 0 0,3 4 0 16,-3-1 0-16,3 0 0 0,-3-2 0 0,0 2 0 15,-3 3 48-15,3-2 12 0,0 4 4 0,-3-5 0 16,3 3-52-16,-3 3-12 0,0 2 0 0,0-5 0 15,0 3 0-15,0 2 0 0,0-2 0 0,0 2 0 16,0 0 0-16,-3 0 0 0,3 0 0 0,3 1 0 16,-3-1 0-1,0 5 0-15,0-4 0 0,0 2 0 16,0-3 0-16,0 0 0 0,0 0 0 0,0 0 0 0,0 1 0 0,0-1 0 0,0-3 0 0,0 4 0 16,0 2 0-1,0-1 0-15,0 1 0 0,0 3 0 0,0-1 54 0,0 1 8 0,0 2 2 0,0 3 0 16,0-3-52-16,0 0-12 0,0 0 0 0,0 3 0 15,3-5 0-15,-3 2 0 0,3-3 0 0,-3 4 0 16,0-7 0-16,0 4 0 0,0-1 0 0,-3 1 0 16,3 0 0-16,0 4 0 15,0-7 0-15,-3 8 0 0,3 0 0 0,0 0 0 0,0 2 0 0,0 1 0 16,0-1 0-16,0 1 0 0,0-1 0 0,-3 0 0 16,3-2 0-1,0 0 0-15,0-3 0 0,-3 3 0 0,3-3 0 0,0 0 0 0,0 3 0 0,-3 0 0 16,3 0 0-16,0 2 0 0,0 3 0 0,0 0 0 15,0 1 0-15,0-4 0 0,0 1 0 0,0-1 0 0,0-2 54 0,0-3 8 0,0 3 2 16,0 0 0 0,0-3-52-16,0 3-12 0,0-3 0 15,0 5 0-15,0 1 0 0,0-1 0 0,-3 3 0 0,3 0 0 16,0-2 0-16,0-1 0 0,0 1 0 0,0-1 0 0,0 1 0 0,0-6 0 0,0 3 0 16,0-3 0-16,0 0 0 0,0 0 0 0,0 3 0 15,0-3 0-15,0 3 0 0,-3 2 0 0,3 3 0 0,0 1 0 16,0-4 0-16,-3 3 0 0,3 0 0 15,0 0 0-15,0-2 0 0,-3-1 0 0,3 1 0 16,0-1 0 0,-3-2 0-16,3 0 0 0,0 0 0 0,-3 2 0 0,3 3 19 0,0 0 1 0,0 0 0 0,0 3 0 15,0-3-32 1,0-2-7-16,3 2-1 0,-3-3 0 0,3-2 20 0,-3 0 0 0,3-3 0 0,-3 3 0 16,0 0 0-16,0 0 0 0,3 2 0 0,-3 0 0 15,3 4 0-15,-3-1 0 16,3 0 0-16,0 3 0 0,-3-3 0 15,3 0 0-15,0-3 0 0,0 3 0 0,-3-2 0 0,3-3 0 0,0-1 0 0,-3 4 0 16,3-3 0-16,0 5 0 0,0 0 0 0,-3 3 0 16,3-3 0-16,0 2 0 0,3 1 0 0,-3 0 0 0,3-6 0 15,-3 1 0-15,3-1 0 0,-1-2 0 16,-2 0 0-16,3 2 0 0,-3-2 0 0,3 3 0 0,-3 2 0 0,0 3 0 16,3 2 0-16,0 0 0 0,-3-2 0 0,3 0 0 15,-3-3 0-15,3 0 0 16,-3-2 0-16,0-4 0 0,0 1 0 0,0 0 0 0,0 2 0 0,-3 4 0 15,3-1 0-15,-3 5 0 0,3-2 0 0,0 2 0 0,-3 3 0 16,3-2 0 0,-3-4 0-16,0-1 0 0,0-7 0 0,3 6 0 15,-3-2 0-15,0-3 0 0,0 2 0 0,0 6 0 0,0-3 0 0,0 5 0 0,0 3 0 0,0 1 0 16,3-4 0-16,-3-5 0 0,0 0 0 0,0-2 0 16,0-1 0-16,0 1 0 0,0-4 0 0,0 6 0 15,0 1 48-15,0 1 12 0,0 6 4 0,-3 0 0 16,3-2-52-16,0-1-12 0,0-2 0 0,-3 0 0 15,3-3 0-15,-3-5 0 0,3 2 0 0,-3 3 0 16,0 0 0-16,0 0 0 0,0 6 0 0,0-1 0 16,0 1 0-16,0-1 0 0,0 0 0 0,0 3 0 15,0-7-12-15,0-1-6 0,0-6-1 0,0 4 0 16,0-1 19-16,-3-2 0 0,3 3 0 0,0 2 0 16,-3 0 0-16,3 0 0 0,0 5 8 0,-3-2-8 15,3 0 0-15,3-3 0 0,-3-3 8 0,0 1-8 16,3-3 0-16,0 0 0 0,0-6 0 0,-2 6 0 15,2-3 8-15,-3 0 6 0,3 3 1 0,0 0 0 16,0 2-15-16,0 1 0 0,0 2 0 0,0-3 0 16,0 1 0-16,0-3 0 0,0-1 0 0,3 1 0 15,-3-5 0-15,2 2 0 0,-2-5 0 0,3 2 0 0,0-2 0 0,-3 0 0 16,3 0 0-16,0 0 0 16,-3 0 0-16,3-3 0 0,0 3 0 0,-3 0 0 0,3 0 0 15,-3 2 0-15,3-2 0 0,0 2 0 16,0-2 0-16,0 3 0 0,0-3 0 0,0 2 0 0,0-2 0 0,0-3 0 0,0 3 0 0,-3-3 0 15,3 1 0-15,0-4 0 0,-3 1 0 0,3-1 0 16,-3-2 0-16,3 0 0 0,-3 0 0 0,0 0 0 31,0-3 0-31,-3 3-10 0,0-2 2 0,0 2 0 0,0-3 8 0,0 0 11 16,3 1-3-16,-6-1 0 0,3 0-8 0,-3 0 0 0,3-2 0 0,-3 2 0 16,0-2 0-16,0 2 0 0,0-2 0 0,-2 0 0 15,2 2 0 1,0-2 0-16,0-1 0 0,-3 1 8 15,3-3-8-15,-3 2 0 0,3-2 0 0,-6 0 8 0,3 0-8 0,0 0 0 0,-3 0 0 0,-3 0 0 16,0 0 0-16,1-2 0 0,-1 2 9 16,-6 0-9-16,3-3 0 0,-6 3 0 15,3-2 0-15,-2-1 0 0,2 3 0 0,-3 0 0 16,3-3-12-16,-3 3 4 0,3-2 8 0,4 2 11 16,-4 0-3-16,0 0 0 0,3 0-8 0,-3-3 0 0,0 3 0 0,1-3 0 15,-7 1 0-15,0-1 0 0,-3 0 0 0,0 3 0 16,1 0 0-1,2 0-11-15,-3 0 3 0,0 0 0 0,4 0 8 0,2 3 11 0,0-3-3 0,0 3 0 0,0-3-8 16,0 0 0-16,1 0 0 0,-4 0 0 16,-3-3 0-16,3 3 0 0,1-3 0 0,-4 3 8 0,3 0-8 15,0 0-14-15,3 0 3 0,1 0 1 0,2 0 10 16,3-2 11-16,0 2-3 0,3 0 0 0,0 0-8 0,0-3 0 0,6 0 0 16,-5 1 0-1,2-4 0-15,0 4 0 0,0-1 0 0,3 1 0 16,-3-1 0-16,3-2 0 0,0-1 0 0,0 4 0 15,3-1 0-15,-3-2 0 0,0 2 0 0,0-2 0 16,3 2 0-16,1-2 0 0,-1 0 0 0,-3-1 0 0,3 4 0 0,0-4 0 16,0-2 0-16,3 3 0 0,-3 0 0 15,3-3 0-15,-3-3 0 0,3 3 0 16,0-5 0-16,-3 3 0 0,3-4 0 0,0 1 0 0,-3-3 0 0,3 3 0 16,0-3 0-16,-3 0 0 0,3 0-9 15,-3 0 9-15,3 1-12 0,0-1 12 0,0 2 0 0,-3 1 0 0,3 0 0 0,0 0 0 16,-3 0 0-16,4 2 0 0,-4-2 0 0,3 2 0 15,-3-2 0-15,0 0 0 0,0-1 0 0,0 1 0 16,3 0 0-16,-3-3 0 0,-3 0 0 0,3-2 0 16,0-1 0-1,0-2 0-15,0 0 0 0,0-3 0 0,3 3 0 0,-3 0 0 0,0-3 0 0,0 3 0 16,3 0 0-16,-3 2 0 0,3 1 0 16,0-1 0-16,-3 0 0 0,4 1 0 0,-4-1 0 0,0-2 0 15,3 0 0-15,-3 0 0 0,0-3 10 0,0 0-2 16,3 0-8-16,-6-2 0 0,6-3 0 0,-3 2 0 15,0 1 0 1,0 0 0-16,0 2 0 0,-3-3 0 0,3 3 0 0,0 3 0 0,-3-3 0 0,3 1 0 16,0-1 0-16,-3-3-8 15,1 1 0-15,2-3 0 0,-3-3 8 0,0-2 14 0,3-1-3 0,-3-2-1 16,3 5-10-16,0 3 0 0,-3 0 0 0,3 0 0 16,-3 3 0-16,3-3 0 0,0 2 0 0,-3-7 0 15,3-1 0-15,0-2-12 0,0-5 0 0,0 2 1 0,1 3 11 0,-1 3 0 0,0 5 0 0,0-3 0 31,0 0 0-31,3 0 0 0,-3 3 0 0,0-5 0 0,0-3 0 0,3-3 0 0,-3-2 0 0,3 2 0 16,-3 3 0-16,3 3 0 0,0 2 0 0,0 0 0 16,-3-2 0-16,3-1 0 0,0-2 0 0,-3-2 0 15,3 2 13-15,3-6 5 0,-3 4 1 0,0-4 0 16,0 6-19-16,3 3 0 0,-3-1 0 0,0-2 0 16,0 0 0-16,0-2 0 0,3-4 0 0,-3-2 0 15,3 6 0-15,-3 2 0 0,3 0 0 0,0 0 0 16,0 0 0-16,0-1 0 0,-3 4 0 0,3-6 0 15,0 3 0 1,0-5 0-16,0-3 0 0,3 0 0 0,-3 5 0 0,0 3 0 0,3 3 0 0,-3-3 0 16,3 0 0-16,-3 0 0 0,0-3 0 0,0-2 0 15,3 2 0-15,-3 0 8 0,3-2-8 0,-3 0 0 16,3 5 8-16,0 0-8 0,-3 2 0 0,0-4 0 16,3-4-15-16,0-2-6 0,-3-2-2 0,3-4 0 15,0 9 39-15,0 2 8 0,0 3 2 0,3-2 0 16,-3-4-26-16,0-2 0 0,0 0 0 0,3-5 0 15,0 8-16-15,0-1-8 0,0 4-1 0,0-4-1 16,-3 4 40-16,3 2 8 0,-3-1 2 0,0-4 0 16,3 0-24-16,-3-3 0 0,0-3 0 0,0 3 0 15,0 3 0-15,3 7 0 0,-4 1 0 0,1 0 8 0,3-3-8 0,-3 0 0 0,0-3 0 0,3-2 0 32,-3 2 0-32,0 3 0 0,3-3 0 0,0 3 0 0,0 3-19 0,-3 5-5 0,3 0 0 15,0-3-1-15,0-3 39 16,3-2 8-16,-3-2 2 0,0-1 0 0,0 3-24 0,3 2 0 0,0 1 0 0,-3 2 0 15,3 1 0 1,-4 4 0-16,4 1 0 0,-3-3 0 16,0-1 0-16,0-1 0 0,0-1 0 0,0-2 0 15,0 2 0-15,0 0 0 0,0 0 0 0,0 1 0 0,0 4 0 0,-3 1 0 0,0 2 0 0,0 3 8 32,3-6-8-32,-6 1 0 0,3 2 0 0,0 0 0 0,-3-2 0 0,0-3 0 0,-3 2 8 0,3-2-8 15,0 3 0-15,-3-1 8 0,0 1-8 0,0-1 0 31,0 3 0-31,0 3 0 0,0 0 0 0,0 2 8 0,0 1-8 0,0-1 0 0,0 4 8 0,0-4-8 32,0 3 0-32,0-2 0 0,3 2 0 0,-3-3 0 0,3 1 0 0,3-1 0 15,-3 1 0-15,3-1-8 0,0 1 8 0,0-1-10 0,0 1 10 0,3-1-10 16,-3 3-19-16,3-2-4 0,0 4-1 0</inkml:trace>
  <inkml:trace contextRef="#ctx0" brushRef="#br0" timeOffset="19757.108">21619 5475 1983 0,'-6'-14'41'0,"6"9"10"0,0 5-41 0,-3-3-10 0,3 3 0 0,-6-2 0 0,0 2 88 0,-3 2 15 0,0 1 3 0,-3 2 1 16,0 6-51-16,0 0-11 0,-6 2-1 0,3 3-1 15,-2-1-35-15,-1 4-8 0,0 0 0 0,0 2 0 16,-3-3 0-16,0 1 0 0,0 2 0 0,-2-3 0 16,-4 1 0-16,3-1 0 0,-3 4 0 0,-3-1 0 15,1 0 0-15,2 0 0 0,0 3 0 0,0-3 0 16,4-2 0-16,2-3 0 0,3-3 0 0,0 0 0 15,3-5-66-15,3-3-15 0,3-2-3 0,0-3-1 32,3-3-30-32,3-2-5 0,3-6-2 0,3-2 0 0,0-3 6 15,6-2 2-15,-3-3 0 0,3-3 0 0,3 3 143 0,-3 2 29 0,3-2 6 16,0-3 0-16,0 3 52 0,0 0 9 0,-3 0 3 0,2-3 0 16,-2 3-52-16,-3 2-9 0,3 1-3 0,-3-1 0 15,-3 6 47-15,3 2 9 0,-3 3 1 16,0 0 1-16,0 6-52 0,-3 2-10 0,0 0-3 0,0 0 0 15,3 8-26-15,0 0-6 0,0 5-1 0,0 0 0 16,0 3-8-16,3 0-1 0,0 0-1 0,0 2 0 16,0 1-14-16,3-3 9 0,0 5-9 0,0 0 8 0,2 0-8 0,1 3 0 15,0 5-10-15,3 0 10 16,-3-2-39-16,3-1-1 0,0 0-1 0,0 1 0 16,0-6-125-16,-1 0-25 0,-2-5-5 0</inkml:trace>
  <inkml:trace contextRef="#ctx0" brushRef="#br0" timeOffset="20178.14">21577 5988 1497 0,'0'-16'66'0,"0"8"14"0,-3 0-64 0,3 0-16 0,0-2 0 0,-3-1 0 31,3-2 148-31,0 2 25 0,3-2 6 0,-3 2 1 0,3 1-48 0,3-1-10 0,0 1-2 0,3 2 0 16,0-3-30-16,0 3-6 0,2 0-2 0,4 0 0 16,-3 3-25-16,3 2-5 0,0 1 0 0,0-1-1 15,-3 0-25-15,0 3-5 0,0 3-1 0,0-3 0 31,-1 3-10-31,-2 2-2 0,-3 0-8 0,3 1 12 0,-3 4-12 0,-3-2 0 0,0 3 0 0,0 2 0 16,0 0-12-16,-3 0-6 0,-3 1-1 0,0-1 0 16,0 3-8-16,-3-3-1 0,0 0-1 15,0 0 0-15,-3-2 7 0,-3 0 2 0,1-1 0 0,-4-2 0 16,3 0 20-16,0 0-11 0,0-3 11 0,3-2-8 16,0 2 8-16,3 1 0 0,6-6 0 0,0 0 0 15,0 0 0-15,0 0 0 0,6 0 0 0,3-3 0 16,3 0 0-16,0 3 11 0,3-2-1 0,3-1 0 15,-4 3 6-15,4-3 2 0,0 3 0 0,-3 0 0 16,3 0-3-16,-3 0-1 0,0 3 0 0,3 0 0 16,-4 2-6-16,-2 0 0 0,0 0-8 0,-3 3 12 0,-3 0 0 0,-3 0 0 15,-3 0 0-15,-3 5 0 0,-3 1-12 16,-3 2 0-16,0 2 0 0,-6 3 0 0,-2 3 0 0,-1 0 0 0,0 5 0 16,-6 0 0-16,3-2 0 0,-6-1 0 0,1-2 0 15,-4 2 0 1,0-2-51-16,-3-5-9 15,1 2-3-15,-1 0 0 0,3 0-117 0,0 0-23 0,4 3-5 0</inkml:trace>
  <inkml:trace contextRef="#ctx0" brushRef="#br0" timeOffset="20940.23">21163 7448 2415 0,'-3'-13'50'0,"0"5"13"0,3-2-51 0,0 2-12 0,0-3 0 0,0 6 0 16,0 0 81-16,0-1 14 0,0 1 2 0,0 5 1 16,0 0-48-16,0 0-10 0,0 0-1 0,0 0-1 15,0 0-23-15,3 5-5 0,0 1-1 0,0 4 0 16,3 1-9-16,-3 2 0 0,3 3 0 0,0 2 0 15,3 1-10-15,3-1-4 0,0 1-1 0,0 0 0 16,2-1-25-16,4-2-6 0,0-3-1 0,0 0 0 16,3-2 0-16,0-3 0 0,3 0 0 0,-4-3 0 15,1-2 38-15,3-1 9 0,0-4 0 0,0 2 0 16,-4-3 0-16,1-2 0 0,-3 0 0 0,3-3 0 16,-6 0 49-16,-3 0 12 0,0 0 3 0,-6-3 0 15,0 1-20-15,-3-4-3 0,-3-1-1 0,0 4 0 16,-6-2-12-16,0-1-4 0,0 1 0 0,-3 3 0 15,-3-1 32-15,3 6 7 0,-3-1 1 16,0 4 0-16,0 4-40 0,0 4-7 0,-3 2-1 0,7 2-1 16,-4 4-15-16,3 4 9 0,-3 1-9 0,3 4 8 15,3 1-21-15,-3 0-5 0,3 0-1 0,0 2 0 0,0 1 19 16,3-1 0-16,-3 1 0 0,3 2 0 16,0 5 8-16,0 1 4 0,0 4 2 0,0-2 0 0,0 0-22 0,0-5-5 15,0 2-1-15,0-4 0 16,0-4-15-16,0 1-3 0,-3-6-1 0,4 3 0 15,-1-6-87-15,0 3-18 0,0-2-3 0,3-3-1 16,-3-1-105-16,3-1-21 0</inkml:trace>
  <inkml:trace contextRef="#ctx0" brushRef="#br0" timeOffset="21404.32">21636 8001 2082 0,'9'-15'44'0,"-6"9"8"15,3-2-41-15,0 0-11 0,0 1 0 0,0-1 0 0,3 0 136 0,3-3 26 0,-3 3 5 0,3-2 1 16,0 2-59-16,0-3-11 0,2 3-2 0,1 0-1 16,0-2-31-16,-3 2-5 0,0-3-2 0,3 3 0 15,0 0-21-15,0 3-4 16,0 0 0-16,-1 2-1 0,-2 0-2 0,0 3 0 0,0 0 0 0,0 0 0 16,-3 6-29-16,0-1-10 0,-3 3 0 0,0 2 0 15,-3 1 10-15,0 5 14 0,0-3-3 16,-6 3-1-16,0 0-26 0,-3 2-6 0,0-2-1 0,0 0 0 15,-3 3-14-15,-3-4-3 0,0-1-1 0,0-1 0 16,0 0 33-16,1-2 8 0,-1-1 0 0,0 1 0 0,3-3 0 0,0 0 0 16,3-3 0-16,0 0 0 0,0-2 0 0,6-3 0 0,0 0 0 15,0 0 0-15,0 0 0 0,0 0 0 0,0 0 0 0,9 0 0 16,0-3 0 0,0 1 0-16,6-4 0 0,0 4 0 15,2-3 0-15,4-1 0 0,0 1 0 0,0 2 0 0,3 1 0 0,-3 2 0 0,-1 0 0 16,1 2 0-16,0-2 0 0,-3 6 0 0,-3-4 0 0,-3 1 0 31,0 2 0-31,-3 0 0 0,0 1 0 0,-4 2 0 0,-2 0 49 0,0 0 12 0,0 0 3 0,-3-1 0 16,-3 7-52-16,-3-4-12 0,3 3 0 15,-5 3 0 1,-4 3 0-16,-3-1 0 0,0 4 0 0,-6 1 0 0,0 1 0 0,0-3 0 0,-2 3 0 0,-1-3 0 16,0-2 0-16,3-1 0 0,-3-2 0 0,3 0 0 31,4-3-49-31,-1 1-13 0,0-4-2 0,3 3-1 0,0-5-190 0,0 0-37 0</inkml:trace>
  <inkml:trace contextRef="#ctx0" brushRef="#br0" timeOffset="22228.05">21130 9211 1516 0,'-6'-3'64'0,"6"3"-52"31,0 0 92-31,0 0 17 0,0 0 4 0,0 0 1 0,0 0-38 0,0 0-8 0,0 0-2 0,3 0 0 31,6 0-35-31,3 0-7 0,0 0-2 0,6 3 0 16,6-1-2-16,3 1-1 0,2 0 0 0,7-1 0 0,0 1-3 0,5 0 0 0,1-1 0 0,12 4 0 31,-4-4-8-31,10 1-3 0,5-1 0 0,7 1 0 16,-1 0-6-16,1-1-2 0,5 1 0 0,6 0 0 0,-8-3 4 0,-4 0 1 0,4 2 0 15,-1-2 0-15,-8 0 1 0,-4 0 0 0,-2 0 0 0,2 3 0 31,-8-3-15-31,-4 0 0 0,1 3 8 0,-3-3-8 0,-13 0 0 0,-2 2-13 0,-9 1 2 0,-3 0 1 16,-6-3-62-16,-10 2-13 0,-5-2-3 0,0 0 0 16,0 0-124-16,-5 6-26 15</inkml:trace>
  <inkml:trace contextRef="#ctx0" brushRef="#br0" timeOffset="22744.36">21821 9452 1580 0,'0'-8'67'31,"0"0"-54"-15,0 2 117-16,0 1 23 0,0 0 5 0,0 5 1 0,0-6-65 0,0 6-13 0,-3-2-2 0,-3-3-1 31,0 5-38-31,0 0-7 0,-3 0-1 0,-3 0-1 0,-3 2-10 0,-2 1-1 0,-4 2-1 0,0 0 0 15,-3 3-7-15,-3 0-2 0,0 3 0 0,1 2 0 16,5 3 10-16,3-3 3 0,0 3 0 0,3 0 0 16,6 0-23-16,6 0 0 0,0 0 0 0,3-3 0 15,9 3 0-15,0-3 0 0,6 0 0 0,3 0 0 16,3-2 0-16,3 0 9 0,2-1-9 0,1-2 0 16,0 3 15-16,-3-3-4 0,0 0-1 0,-1-1 0 15,-5 1-10-15,0 0 0 0,0-2 0 0,-6-1 0 16,-3 0 0-16,0 3-17 0,-3 0 2 0,-3 0 1 15,-3 0 14-15,-3 3 0 0,0-1 0 0,-3 3 0 16,-3-2 0-16,-3 2 0 0,0 0 0 0,-6 1 0 0,0-1 0 16,0 0 0-16,-5-2 0 0,-1 2 0 15,3-3 0-15,-3 1 0 0,-3 0 0 0,4-3 0 16,2 0-105-16,3-3-19 0,0 0-3 0</inkml:trace>
  <inkml:trace contextRef="#ctx0" brushRef="#br0" timeOffset="23238.05">22029 9769 1789 0,'9'-3'76'15,"-3"-2"-61"-15,3 2 157 0,-3-2 31 0,-3 3 6 0,3-4 2 32,0 4-85-32,0-4-17 0,0 4-3 0,3-4-1 0,-3 1-45 0,3 2-10 0,0-2-2 0,0 0 0 15,-1 0-15-15,1-1-3 0,3 1-1 0,-3 2 0 16,0-2-8-16,0 2-1 0,3 1-1 0,-3-1 0 15,0 3-7-15,0 0 0 0,3-3-1 0,-3 3 0 16,0 3-11-16,-3-3 0 0,2 5 0 0,-2-2 8 16,0 2-8-16,0 1 0 0,0 2 0 0,-3-1 0 15,-3 1 0-15,0 0 0 0,-3 0 0 0,0 6-11 16,-6-4-8-16,3 3-1 0,-3 3-1 0,-2 0 0 31,-1 0-13-31,0 0-2 0,0 2-1 0,-3 1 0 0,3-1-2 0,0-2 0 0,-3-3 0 0,0 3 0 16,6-5 3-16,1 0 0 0,-1-1 0 15,3-2 0-15,3-3 20 0,3-5 5 0,0 0 1 0,6 6 0 16,0-6 10-16,0 0-12 0,5-3 12 0,1-2-12 0,0-1 28 16,3 1 6-16,0 0 1 0,3-3 0 15,0 3 7-15,0-3 2 0,2 2 0 0,4 1 0 16,-3 2 0-16,-3 3 0 0,3 0 0 0,-3 6 0 0,-1-4 0 16,-2 9 0-16,-3-3 0 0,0 2 0 0,-6 4-2 15,0-1 0-15,-3-2 0 0,-3 4 0 0,-3-1-5 0,-3-1-1 16,0 3 0-16,-6-3 0 0,3 3-8 15,-6-3-3-15,1 0 0 0,-4 3 0 16,0 0-2-16,0 0-1 0,-3 0 0 0,0 0 0 0,0 2 2 0,4-2 0 0,-4 5 0 0,0-2 0 31,0-1-28-31,-3-2-6 0,1 3-1 0,-1-1 0 16,-3-2 23-16,3 0 0 0,-3-3 0 0,1 0 0 16,5-5-158-16,-3 3-27 0,3-3-6 0</inkml:trace>
  <inkml:trace contextRef="#ctx0" brushRef="#br0" timeOffset="25615.23">23336 5379 1429 0,'-6'-5'40'0,"0"2"10"15,3-2-40-15,-3 2-10 0,0-2 0 0,0 3 0 16,0-1 74-16,0 0 13 0,0-2 2 0,0 2 1 15,1 1-14-15,-4-1-2 0,3 3-1 0,-3-3 0 16,3 3-14-16,-3-2-3 0,0 2-1 0,3 0 0 16,-3 2-13-16,0-2-2 0,3 3-1 0,-3 0 0 15,0-1-11-15,0 4-3 0,0-1 0 0,1 3 0 16,-1 2-11-16,-3-2-2 0,3 3-1 0,0 2 0 16,0 0-11-16,3 1 0 0,-3 1 9 0,6 1-9 15,-3 0 0-15,6 0 0 0,-3 0 0 16,6 0 0-16,0-3 0 0,0 0 0 0,3 1-8 0,3-1 8 15,0-3 0-15,3 1 0 0,3 0 0 0,0-4 0 16,-1-1 0-16,4 2 0 0,3-3 0 0,-3-2 0 16,6 2 0-16,-3-5 0 0,-1 3 0 0,1-3 8 0,0-3-8 0,0 0 8 0,-3 1-8 15,0-4 8-15,0 1 0 16,-4-3 0-16,4 0 0 0,-3-2 0 0,-3-1 16 0,0 0 3 0,0-2 1 16,-3 3 0-16,0-6 10 15,-3 0 2-15,0-3 1 0,-3 3 0 0,-3-5-9 0,0 3-3 0,-3 2 0 16,0-8 0-16,-3 11-15 0,0-6-3 0,0 6-1 0,-3 0 0 15,3 2-10 1,-6 1 10-16,3 2-10 0,-3 0 10 0,0 5-10 0,3-2 0 0,-3 2 0 0,-2-2 0 31,2 5 0-31,-3-3-17 0,0 3 4 0,0 0 1 16,-3 0-34-16,0 3-6 0,0 0-2 0,1 2 0 0,2 0-139 16,-3 3-28-16,0 3-6 0</inkml:trace>
  <inkml:trace contextRef="#ctx0" brushRef="#br0" timeOffset="27061.62">23413 7538 1292 0,'0'0'27'0,"0"0"5"16,-3-5-32-16,3 5 0 0,-3-5 0 0,3 5 0 0,0-3 92 0,0 3 12 0,-2-5 3 0,2 5 0 31,-3-3-24-31,3 3-5 0,-3-5-1 0,3 5 0 0,-6-3-12 0,6 3-2 0,-3-2-1 0,-3 2 0 16,6 0-14-16,-9 0-4 15,3 0 0-15,0 0 0 0,0 0-11 0,3 2-2 0,-3 1-1 0,0 2 0 31,-3-2-11-31,3 2-3 0,-3 1 0 0,3 1 0 16,-3-1-1-16,0 2-1 0,0 0 0 0,1 0 0 0,-4-1-5 0,3 4-1 0,0-3 0 0,0 3 0 31,0-3-8-31,0 2 12 0,3-2-12 0,-3 0 12 0,3 3 16 0,0-3 3 0,0-1 1 0,0 1 0 16,3 0-32-16,0 0 0 0,0 0 0 0,0 0 0 16,0 0 0-16,3 0 0 0,0 0 0 0,0 0 0 15,3 0 0-15,0-3 0 0,0 3 0 0,0 0 0 16,6 0 0-16,-3 0 0 0,3 0 0 0,3 2 0 15,-3-4 0-15,6-1 0 0,-3 0 0 0,3 3 0 16,-3-5-15-16,2 2-9 0,1 0-1 16,0 1-1-16,0-4 26 0,0-2 0 0,0 0 9 0,0 0-9 15,0-2 0-15,-4-4 0 0,4 1 0 0,-3 0 0 16,3 0 0-16,0-1 0 0,-3-2 0 0,3 0 0 0,-3-2 0 16,3 2 0-16,-3 0 0 0,-1 3 0 15,4-3 0-15,-3 0 0 0,-3 0 0 0,3 3 0 16,-3-3 12-16,-3 0-12 0,3 0 12 0,-3 0-12 15,0 0 20-15,0 0-2 0,-3 0-1 0,0 0 0 16,0 0 6-16,-3-2 1 16,0-1 0-16,0-2 0 0,-3 2 0 0,-3 1 0 0,3-1 0 0,-6 0 0 15,3-2-9-15,-6 3-2 0,3-4 0 0,-3 4 0 0,0-1-13 0,-3 1 9 0,0 2-9 16,1 0 8-16,-1 0-8 0,0 2 0 0,0 4 0 16,0-3 0-1,0 5-11-15,0-3-1 0,3 0 0 0,-3 3 0 16,1 3-43-16,-1 0-9 0,0-1-1 0</inkml:trace>
  <inkml:trace contextRef="#ctx0" brushRef="#br0" timeOffset="28672.628">23461 9404 1792 0,'0'0'51'0,"0"0"10"16,0 0-49-16,0 0-12 0,0 0 0 0,0 0 0 15,0 0 105-15,0 0 19 0,0 0 3 0,0 0 1 16,0 0-52-16,0 0-9 0,0 0-3 0,-6 3 0 0,6-3 0 0,0 0 0 0,-3 5 0 0,0 0 0 16,0 0-51-16,3 3-13 0,0 0 0 15,0 0 0-15,-3 3 0 0,3-1 0 0,0 1 0 16,0 2 0-16,3 3 0 0,-3 0 0 0,3 0 0 0,-3 2 0 16,0 1 0-16,3-1 0 0,-3 1 0 0,3 2 0 31,0-2 54-31,-3-1 8 0,3-2 2 0,0 3 0 0,-3-4-52 0,3-1-12 0,0 2 0 0,-3-1 0 31,0 1 0-31,3 0 0 0,-3 3 0 0,0-1 0 0,3 1 0 0,-3-1 0 0,0 1 0 0,3-1 0 16,-3-2 54-16,0 0 8 0,0 0 2 0,0-3 0 31,0 0-52-31,0-2-12 0,0 0 0 0,-3-4 0 0,3 4 0 0,-3-6-16 0,3 1 3 0,0 2 1 16,0-3 12-1,-3 0 0-15,3-5 0 0,0 5 0 0,0-5-20 0,0 6 1 0,0-6 1 0,-3 5 0 16,3-5-28-16,0 0-6 15,0 0 0-15,0 3-1 0,0-3-115 0,0 0-24 0,0 0-4 16</inkml:trace>
  <inkml:trace contextRef="#ctx0" brushRef="#br0" timeOffset="38869.84">24372 5258 1257 0,'0'0'26'0,"0"0"6"16,0 0-32-16,0 0 0 0,-3-8 0 0,3 8 0 15,-3-3 120-15,0-2 18 0,3 5 3 0,-6-3 1 16,3-2-19-16,3 5-4 0,-3-6-1 0,0 4 0 0,3 2-30 0,-3-5-7 0,3 5-1 0,-3-3 0 31,3 3-16-31,-3-5-3 0,3 5-1 0,-3-3 0 0,3 3-16 0,0 0-4 0,0 0-1 0,0 0 0 16,-6-5-5-16,6 5-1 0,0 0 0 0,0 0 0 15,0 0-5-15,0 0-2 0,0 0 0 0,0 0 0 32,0 0-2-32,0 0-1 0,0 0 0 0,0 0 0 0,0 0-8 0,0 0-2 0,0 0 0 0,0 0 0 15,0 0-5-15,0 0-8 0,0 0 11 0,0 0-11 16,0 5 10-16,0 0-10 0,0-5 8 0,0 8-8 15,0 0 0-15,3 0 0 0,0 0 8 0,-3 3-8 16,3-6 0-16,0 5 0 0,-3 1 0 0,3 2 8 31,0 1-8-31,-3 1 0 0,3 4 0 0,-3 2 0 0,3 3 8 0,-3 0-8 0,0 0 0 0,3-1 8 16,-3 1-8-16,0-3 0 0,3 0 0 0,-3 1 0 16,0-4 0-16,0-2 8 0,0 0-8 0,0 0 0 15,0-3 0-15,-3-2 0 0,3 2 8 0,-3-3-8 16,0 1 0-16,0-3 0 0,0 3 0 0,0-4 8 15,0 4-8-15,0 0 0 0,0-1 0 0,0 1 0 16,0-3 8-16,0 2-8 0,3-2 0 0,-3 3 8 16,0-3-8-16,3 0 0 0,-3 0 0 0,3 0 0 15,0-3 0-15,0 3 0 0,0-3 0 0,0-5-11 16,0 8-11-16,0-3-2 0,0-5-1 0,3 6 0 16,0-1-93-16,0 0-18 0,3-2-4 0</inkml:trace>
  <inkml:trace contextRef="#ctx0" brushRef="#br0" timeOffset="39853.64">24536 7480 1941 0,'0'0'90'0,"0"0"-80"15,-3-5-10-15,3 0 0 0,0 5 0 16,-3-6 103-16,3 1 18 0,-3 0 4 0,3 5 1 16,0 0-36-16,0 0-7 0,-3-6-2 0,3 6 0 15,0 0-25-15,0 0-6 0,0 0-1 0,0 0 0 16,0 0-17-16,0 0-3 0,0 0-1 0,0 0 0 0,0 0-12 0,0 0-4 0,0 0 0 0,0 8 0 15,0-2-3-15,0 4-1 0,0 1 0 0,0-1 0 32,0 6-8-32,3-2 8 0,-3 1-8 0,0 4 8 0,0-3-8 0,0 0 0 0,0 0 9 0,0-1-9 15,-3 1 0-15,3-2 0 0,0 1 0 0,-3-1 0 32,0 2 0-32,3-3 0 0,-3 0 8 0,0 0-8 0,3-2 0 0,0 5 8 0,-3-3-8 0,3 3 0 31,0-3 0-31,-3 3 9 0,3 2-9 0,0-2 0 0,-3 0 8 0,3 0-8 15,-3 3 0-15,3-6 0 0,0 0 0 0,-3 0 0 0,3 1 0 0,0-4 0 16,0 1-16-16,0-1-4 0,0-2-1 16,0 0 0-16,0 0-39 0,3 0-7 15,-3 3-1-15,3-3-1 0,0-1-152 0,0-1-31 0,0-1-5 0</inkml:trace>
  <inkml:trace contextRef="#ctx0" brushRef="#br0" timeOffset="43960.189">24542 9631 957 0,'0'0'20'0,"0"0"4"16,0 0-24-16,0 0 0 0,0 0 0 0,-3-2 0 15,3 2 80-15,0 0 12 0,-6-3 1 0,6 3 1 16,-6-3-17-16,3 1-3 0,-3-1-1 0,6 3 0 16,-6-5 2-16,0 5 0 0,0-3 0 0,0 1 0 0,0 2-18 15,0-3-3-15,6 3-1 0,-6 0 0 16,0 0-21-16,6 0-5 0,-6 0-1 0,-3 0 0 0,9 0-6 0,-6 3-2 15,0-3 0-15,-3 2 0 16,3-2-2-16,1 3-1 0,-1-3 0 0,0 3 0 16,0-1-1-16,-3 1 0 0,3-3 0 0,-3 5 0 0,3-5 6 0,-3 5 2 0,3-5 0 0,0 3 0 31,0 2-14-31,0-2-8 0,0 0 10 0,0 2-10 16,3-2 0-16,0 2 0 0,0 0 0 0,0 0 0 0,0 1 0 15,0-1 0-15,0 0 0 0,3 1 0 16,-3 2 0-16,3 0 0 0,0-3-8 0,3 5 8 0,-3-4 0 0,0 2 0 0,3 0-8 0,-3 0 8 15,3-1 0 1,-3 1 0-16,3 0 0 0,0 3 0 16,0-3-14-16,3 2 4 0,-3-2 1 0,3 3 0 0,0-3-3 0,-3 2 0 15,3-2 0-15,0 0 0 0,0 0 12 0,3 0-10 0,-3 3 10 0,0-6-10 16,3 3 10-16,0-3 0 16,0 3 0-16,0-2 0 0,2-1 0 0,-2-3-8 0,0 1 8 15,0 0 0-15,0-1 0 16,0-2 0-16,0 0 0 0,0 0 0 0,3 0 0 15,-3 0 0-15,0 0 0 0,-3 0 0 0,3-2 0 0,0-1 0 0,-4 0 8 0,4 1-8 32,-3-1 0-32,3-2 0 0,-3 2 0 0,0-2 0 0,0 0 0 0,-3-1 12 0,3 1-2 0,0 0-1 15,0 0 3-15,0-3 0 0,-3 2 0 0,0-2 0 16,3 0 0-16,-3 0 1 0,0 1 0 16,3-1 0-16,-3 0 4 0,0 0 1 0,0 0 0 0,-3 0 0 15,3 0 1-15,0 0 0 0,-3 0 0 0,0 0 0 16,3 0-2-16,-3 0 0 0,0 0 0 0,0 3 0 0,0-3 0 0,0 0 0 15,-3 0 0-15,3 0 0 16,-3 0-3-16,0 3-1 0,3-3 0 0,-3 3 0 16,0-3-4-16,0 0-1 0,0 3 0 0,-3-1 0 15,3-2-8-15,0 3 12 0,0-3-12 16,0 3 12-16,-3 0-12 0,3-1 8 0,0 1-8 0,0 2 8 0,-3-2-8 16,0 2 0-16,0 1 0 0,0-1 0 15,0 0 0-15,0 3 0 0,0-2 0 0,0 2 0 0,-3 0 0 0,4 0 0 16,-1 0-12-16,-3 0 12 15,0 2-27-15,3 1 3 0,-3 0 0 0,0-1 0 16,0 1-28-16,3 0-6 0,-3 2-1 0,0-2 0 16,3-1-113-16,-3 1-24 0,3 2-4 0</inkml:trace>
  <inkml:trace contextRef="#ctx0" brushRef="#br0" timeOffset="51613.81">23333 4252 1306 0,'0'0'27'0,"0"0"7"15,0 0-34-15,0 0 0 0,0 8 0 0,0 0 0 0,0 0 64 0,0 3 5 0,3-4 2 0,-3 4 0 16,0 0-9-16,3 2-2 0,-3 0 0 0,3 3 0 15,-3 0-32-15,0 0-8 0,0 0 0 0,-3 2-1 16,3-2-19-16,-3 0 0 0,3 0 8 0,-3 2-8 31,3-5 0-31,-3 6 0 0,0-3 8 0,3 2-8 0,-3-4 0 0,0-1 0 0,0 0 0 0,0-2 0 32,-3 5-11-32,3-9-5 0,0-4-2 0</inkml:trace>
  <inkml:trace contextRef="#ctx0" brushRef="#br0" timeOffset="52025.659">23440 4247 1362 0,'3'2'38'0,"3"4"10"0,-3-1-39 0,0 6-9 0,3-1 0 0,-3 3 0 15,3 6 50-15,-3-6 8 0,0 6 2 0,-3-1 0 16,3 6-31-16,-3-5-5 0,0 4-2 0,-3 1 0 15,0 0-6-15,0 2-2 0,-3 1 0 0,0 2 0 16,-3-2 4-16,0-4 1 0,-3 1 0 0,0-3 0 16,1-2-19-16,-4-1 0 0,-3-2-13 0,-3 0 5 15,0-5 42-15,-3-6 9 0,-3 3 1 0,1-5 1 16,-4-1-15-16,3-4-3 0,-6-1-1 0,7-2 0 16,-1-3-3-16,3-11-1 0,0 3 0 0,3-5 0 15,1-3-35-15,5 0-7 0,0-5-2 0,3 3 0 0,6-3 35 0,0 5 7 0,3-5 2 16,3 2 0-16,3-2-2 0,0 0 0 0,6 0 0 0,0-5 0 31,3 5 8-31,3 0 0 0,-1 2 1 0,7 1 0 16,0 2-15-16,3 0-3 0,6 5-1 15,2 6 0-15,-2 0-1 0,3 8 0 0,0-3 0 0,2 2 0 0,-5 4-9 16,3 2 10-16,-6 2-10 0,2 4 10 0,1-4-10 0,0 9 0 0,0 0-10 0,0 2 10 31,-4 3-33-31,1 5-1 0,-3-5 0 0,0 5 0 16,-6-3-25-16,-1 1-5 0,-2-3 0 0</inkml:trace>
  <inkml:trace contextRef="#ctx0" brushRef="#br0" timeOffset="52970.74">24369 4387 1074 0,'0'0'22'0,"0"0"6"0,0 0-28 16,0 0 0-16,-6-5 0 0,6 5 0 16,0-3 80-16,0 3 11 0,0-8 1 0,0 3 1 0,3 0-24 0,0-1-5 0,3 1 0 0,0 0-1 31,0 2-15-31,0-5-2 0,3 0-1 0,0 6 0 16,0-4-9-16,2 1-1 0,-2 0-1 0,0 2 0 0,0 3-10 0,0-5-3 0,0 2 0 0,-3 3 0 15,3 0-8-15,-3 0-1 0,-3 3-1 0,-3-3 0 16,0 0-11-16,6 8 0 0,-6-3 0 0,0 0 0 15,0 3 0-15,-3 3 0 0,0 2 0 0,-3-8 0 16,0 6-8-16,0 2-4 0,-3-5-1 0,3 3 0 16,-3-1-7-16,0-2-2 0,0 3 0 0,0-3 0 15,1 2-6-15,2-2 0 16,0-2-1-16,0-1 0 0,0 3 16 0,3-3 3 0,0 0 1 0,0 3 0 16,3-8 9-16,-3 6-8 0,3-6 8 0,3 5-8 15,0 3 8-15,0-6 0 0,3 6 0 0,0-5 0 16,3 2 0-16,-3-5 0 0,5 3 8 0,-2-3-8 15,3 0 16 1,0 3 0-16,0-3-1 0,0 0 0 0,3 0-2 0,-3 0 0 0,0 0 0 0,0 0 0 16,-1 0-13-16,1-3 9 0,0 3-9 0,-3-3 8 15,0 3-24-15,0-5-6 0,0 2-1 16</inkml:trace>
  <inkml:trace contextRef="#ctx0" brushRef="#br0" timeOffset="53425.42">24616 4228 950 0,'-15'-34'20'0,"9"21"4"0,-3 5-24 0,3-5 0 0,0 2 0 0,-3 0 0 0,0 3 80 0,4-2 11 0,-4 5 2 0,0-1 1 15,-3 4-28 1,3-6-6-16,-3 8 0 0,-3-6-1 16,3 6-17-16,-3 6-3 0,0-6-1 0,-3 0 0 0,1 8-13 0,-4-3-2 0,3 3-1 0,-3 2 0 31,3 4-5-31,-3 2-1 0,4-1 0 0,-1 7 0 15,0-4-16-15,3 6 0 0,0-3 0 0,0 6 0 0,0-1 0 0,0-5 0 0,4 3 0 0,-1 0 0 32,6 0-9-32,0-6 1 0,0 3 0 0,6 0 0 0,0 3 8 0,3-5-8 0,3 5 8 0,0-1-8 31,3-1 8-31,-1-1 0 0,4 3 0 0,3-6-8 0,0 1 8 0,3-6 0 0,0 0 0 0,3 0-8 16,0-5 21-16,5 0 5 0,1-3 1 0,0-2 0 15,3-3-19-15,-1 0 0 0,1-3 0 0,0-2 0 16,0-3 32-16,-3 0 2 0,-1-2 1 0,1-1 0 15,0-5-5-15,-3-2-1 0,0 4 0 0,-1-9 0 16,1 4 21-16,-3-2 4 0,-3 0 1 0,3 2 0 16,-6-5-37-16,-4 6-7 0,1-1-2 0,-6-2 0 15,0 0 44-15,-3-3 9 0,-6 3 2 0,0-8 0 16,-6 0 0-16,-3 2 0 0,-2-2 0 16,-4 3 0-1,-3-1-72-15,0 6-15 0,0 5-2 0,-6-2-1 0,4 2 10 16,-4 5 1-16,0-2 1 0,-3 3 0 0,-2-4-90 15,-4 4-17-15,0-1-4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3-03T22:42:44.76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20062 3397 2055 0,'3'-15'45'0,"-3"9"10"0,3 1 1 0,-3-3 2 0,3 5-46 0,-3-5-12 15,0 1 0-15,-3 1 0 0,0 1 64 0,-6 2 10 0,0-5 2 0,-3 3 1 16,-6 2-33-16,-3 3-6 15,-3 3-2-15,-2 2 0 0,-4 3-20 0,-3-2-4 0,0 9 0 0,-8 1-1 16,2-5 0-16,-6 7 0 0,4 4 0 0,-7 4 0 16,6 1-2-16,7-4 0 0,-1 1 0 0,6 5 0 15,6-2-9-15,7-6 0 0,2 5 0 0,6 1 0 16,3-6 0-16,3 3 0 0,9 0-12 0,3-3 12 16,6 0-19-16,5 0 4 0,7-5 1 0,3 0 0 15,9-3-7-15,-4-8-2 0,7 1 0 0,-3-1 0 16,-4-5 70-16,1-3 13 0,-3 1 4 0,-3-4 0 15,-3 1-52-15,-7-3-12 16,-2-8 0-16,-9 6 0 0,-3-1 0 0,-6-7 0 0,-3 2 0 0,-6 0 0 16,-6 0 0-16,-3-3 0 15,-5 4 0-15,-4-9 0 0,-3 0 0 0,-6-5 0 0,4 0 0 0,-7 0 0 16,0-8 8-16,3 2-8 0,4 3 11 0,-1-2-11 16,9 2 18-16,3 8-3 0,6-2-1 0,4 2 0 0,5 3 6 15,3 5 0-15,6 0 1 0,3-2 0 16,3 2-6-16,5 3-2 0,7 2 0 0,3-5 0 0,6 8 0 15,3 3 0-15,-1-3 0 0,1 3 0 0,0 5 1 16,0 5 0-16,-4-5 0 16,1 8 0-16,-6-3-6 0,3 6-8 0,-7 2 11 0,4-5-11 0,-6 5 0 0,-3-2 0 15,-3 5 0-15,-3 2 0 0,-3 1-8 0,-3-1-3 16,-3 6 0-16,-3 0 0 16,-3 2-50-16,0-2-11 0,-3 0-1 0,-3 2-1 15,3-4 8-15,-3-4 2 0,0 3 0 0,3-5-683 0,-2 3-136 16</inkml:trace>
  <inkml:trace contextRef="#ctx0" brushRef="#br0" timeOffset="713.564">20949 3421 1810 0,'3'-5'40'0,"3"0"8"0,-3-1 1 0,3-2 3 0,3 1-42 0,0-4-10 0,-4 3 0 0,4 0 0 0,-3 0 105 0,3-2 19 16,-3 2 4-16,0 2 1 0,0-2-50 0,0 3-11 16,0 0-1-16,-6 5-1 0,0 0-31 0,0 0-7 15,0 0 0-15,0 0-1 0,0 0-17 0,0 0-10 16,-6 0 12-16,-3 5-12 0,0 0 10 0,-3 3-10 0,-3 3 8 0,-2-1-8 15,-1-2 0-15,0 3-12 0,-3 2 0 16,-3 0 1-16,0 3 11 0,4 0 0 0,-1-3-9 16,0 3 9-1,0 0 0-15,6-3 0 0,0 1 0 0,3-1 0 0,3 3 0 0,1-6 0 0,5 1-9 0,-3 5 9 16,9-8 0-16,0 0-8 0,3 2 8 0,2 1 0 31,4-3 0-31,0-3-8 0,6 0 8 0,0 1 0 0,3-4 0 0,-3 4 0 0,5-1-8 0,-2-2 8 16,3-3-18-16,0 0 0 0,-3 0 0 0,0-3 0 31,-1-2-18-31,1-1-3 0,0-2-1 0,-6 0 0 0,3 0 8 0,-6-2 2 0,0-1 0 16,-3 1 0-16,-3-6 30 0,-3 3-9 0,0-1 9 0,-3-1 0 15,0-1 15-15,-3 0 8 0,-3 3 1 0,0-1 1 16,0 1 15-16,0 3 4 0,0 2 0 0,0-3 0 16,-3 6-5-16,3 2-1 0,0 0 0 0,0-2 0 15,0 5-8-15,0 5-2 0,3-5 0 0,3 0 0 16,-6 6-10-16,3 4-2 0,0-2-1 0,0 5 0 78,3 3-6-78,3-2-1 0,-3 7 0 0,3-5 0 0,0 5 2 0,0-3 0 0,0 3 0 0,0 3 0 16,0-5 1-16,0-1 0 0,0 3 0 0,-3 1 0 0,3 1-11 0,0-1 0 0,-3 4 0 0,3-5 8 0,0 6-8 0,-3-6 0 0,3 0 0 15,-3 3-11-15,3-6-32 0,0-2-6 0,0-3-2 0,0 3-772 0,0-5-154 0</inkml:trace>
  <inkml:trace contextRef="#ctx0" brushRef="#br0" timeOffset="1182.953">21654 3363 2178 0,'-6'-3'48'0,"0"-5"9"0,0-2 3 0,3-1 1 0,0 3-49 0,0-2-12 0,3-1 0 15,0 3 0-15,3 0 99 0,3-2 17 0,0 2 3 0,6 0 1 16,-3 0-48-16,3 0-8 0,3 3-3 0,0-3 0 16,0 5-28-16,3-5-5 0,-1 3-2 0,1 2 0 15,-3-2-10-15,3 2-3 0,-3 1 0 0,0 2 0 16,0 0-13-16,0 0 8 0,-1 2-8 0,-2 6 0 0,0-5 0 15,0 2 0-15,-6 3 0 0,0-3-10 0,0 6-6 16,-3 2 0-16,-3-5-1 0,0 3 0 16,-6 7 9-16,0-5 8 0,-3 6-12 0,0 0 12 0,-3 4 0 15,0-1 0-15,1-4 0 0,-4 3 0 16,3-2-58-16,0 5-5 0,0-11-1 16,3 5 0-16,-3-2 52 0,3 3 12 0,3-6 0 0,0 3 0 0,3 0 0 0,0-8 0 15,3 5 0-15,3-3 0 0,0-2 48 16,3 0 13-16,0 3 3 0,3-3 0 0,3-6-52 0,0 4-12 15,3-1 0-15,3-2 0 0,3 2 0 0,-1-5 0 0,4 3 0 0,3-3 0 16,3 0 8-16,-3 5-8 16,-1-5 11-16,4 0-11 0,-3 3 0 0,0-3 0 0,-4-3 0 15,1 3-12-15,0-5 12 0,0 2 0 0,0-2 0 0,-3-1-856 32,2 1-169-32</inkml:trace>
  <inkml:trace contextRef="#ctx0" brushRef="#br0" timeOffset="1481.016">22821 3212 2288 0,'0'0'65'0,"-3"-10"14"0,0 4-63 0,0 1-16 0,0-3 0 0,0 0 0 16,0 3 125-16,3 0 23 0,0 2 4 0,0 3 0 16,0 0-48-16,0 0-9 0,0 0-3 0,0 0 0 15,0 0-41-15,0 0-9 0,-3 3-2 0,0 7 0 16,0-2-17-16,3 3-4 0,0-1-1 0,-3 6 0 15,3 0-6-15,0 5 0 0,0-2-1 0,3 10 0 0,-3 0-11 16,0 5 8-16,0 3-8 0,0 0 8 16,0 0-8-16,0-5 0 0,0 3 0 0,0-6 8 0,0 0-8 0,0-5 0 15,0 5 0-15,-3 0 0 0,-3 0-16 16,3 0 2-16,0 0 0 0,-3-2 0 16,3-1-31-16,-2-2-7 0,-1 0 0 0,-3-6-1 15,6 1-60-15,-3-1-12 0,0-7-3 0,-3-1-1126 0</inkml:trace>
  <inkml:trace contextRef="#ctx0" brushRef="#br0" timeOffset="2035.877">17969 3212 1818 0,'0'0'40'0,"0"0"8"0,0 0 1 0,0 0 3 0,0 0-42 0,0 0-10 15,3 0 0-15,-3 0 0 0,0 0 96 0,6 3 16 16,-3 2 4-16,0 3 1 0,-3-5-42 0,3 5-9 0,-3 2-2 16,0 1 0-16,3 5-27 0,-3 2-5 15,0 1-2-15,-3 7 0 0,3 3-8 0,0 0-2 0,0 1 0 0,-3 1 0 16,3-2-20 0,0 1 0-16,-3-1 0 0,3 0 0 0,0-5 0 0,-3 2 0 0,3 0 0 0,0 4 0 15,-3-4 0-15,3 3 0 0,0 0 0 0,0 0 0 16,0-2 0-16,0-1 0 0,0-5 0 0,0 3 0 31,3-5-47-31,-3-1-13 0,6-7-4 0,-3-1-682 0,3-2-137 0</inkml:trace>
  <inkml:trace contextRef="#ctx0" brushRef="#br0" timeOffset="2426.39">18523 3408 2079 0,'15'-34'59'0,"-9"20"13"0,0-7-58 0,0 5-14 0,0-5 0 0,0 5 0 15,-1-2 95-15,-2 7 16 0,0-5 3 0,-3 6 1 32,0-1 10-32,0 3 3 0,0 0 0 0,-3 3 0 0,3 5-52 0,0 0-9 0,-6-3-3 0,1 3 0 15,-4 6-51-15,0-1-13 0,-3 3 0 0,0 0 0 0,0 5 0 0,-3 3 0 16,3 0 0-16,-6 5 0 16,3 3 0-16,1 2 0 0,-1 6 0 0,3 2 0 15,0-2-11-15,6 3-5 0,0-4 0 0,3 4-1 16,6-6-24-16,0-5-5 0,3 2-1 15,6 1 0-15,0-1 38 0,0-5 9 0,5 3 0 0,1-5 0 0,0 2 0 0,0-5 0 16,0-3 0-16,3-5 0 16,-3 0 0-16,-1-6-10 0,1 1 10 0,0-3-10 0,0-3 10 0,-3 1 0 0,0-1 8 15,-3-2-8-15,3-3 0 0,-6 0 0 16,-4 0 0-16,1-3 8 0,-3 1 31 16,-3-1 6-16,0-2 2 0,-3 5 0 0,0-8-24 0,-3 6-5 15,1 2-1-15,-4-3 0 0,0 3-17 0,0 3 0 0,0-1 0 0,0 4-9 16,-3-3 9-16,0 2 0 0,0 3 8 0,-3-5-8 31,0 5-47-31,-5 0-13 0,2 0-4 0,-6 0 0 0,3 5-102 16,-3-5-21-16,0 8-4 0</inkml:trace>
  <inkml:trace contextRef="#ctx0" brushRef="#br0" timeOffset="5116.817">14784 4284 2109 0,'0'0'46'0,"0"0"10"0,-3-3 1 0,-3-2 3 0,3 5-48 0,0-5-12 16,-3 2 0-16,6 3 0 0,-6 0 52 0,1 0 8 15,-1 0 2-15,0 3 0 0,6-3-44 0,-6 5-9 16,0 0-1-16,3 1-8 0,0-1 12 0,0 3-4 16,0 0 0-16,3 0-8 0,0 2 9 0,0-2-9 0,3 3 0 0,-3 2 9 15,3 0-9-15,-3 3 0 0,3 0 9 0,0 0-9 16,-3 2 0-16,3 4 8 0,-3 1-8 0,0 1 0 15,0 5 0-15,0 3 0 0,0 0 0 0,0 2 8 16,0-2-8-16,3 0 0 16,-3-9 0-16,0 4 0 0,3-3 0 0,-3-6 0 0,0 1 0 0,0-1 0 31,0-4-47-31,0 1-13 0,0-1-4 0,0-4-614 0,0 3-123 0</inkml:trace>
  <inkml:trace contextRef="#ctx0" brushRef="#br0" timeOffset="5333.036">14549 4697 1314 0,'0'0'37'16,"-6"0"8"-16,0 0-36 0,6 0-9 0,0 0 0 0,-6-6 0 0,6 6 156 0,0 0 28 15,0 0 7-15,0 0 1 16,0 0-103-16,0 0-20 0,0 0-4 0,6-2-1 0,-3-4 0 0,6 4 0 16,0-4 0-16,0 4 0 15,3-3-51-15,3-1-13 0,0 4 0 0,5-6 0 0,1 2 54 0,3 1 8 16,3 0 2-16,0-1 0 16,-1 1-72-16,1 3-15 0,0-4-2 0,0 4-1 15,0-4-61-15,-1 4-12 0,-2-4-2 0,0 1-933 0</inkml:trace>
  <inkml:trace contextRef="#ctx0" brushRef="#br0" timeOffset="5609.38">15317 4387 1832 0,'-6'-8'40'0,"6"8"9"0,-6-5 2 16,0 2 0-16,3-2-41 0,-3 0-10 0,3 2 0 0,0 0 0 0,0-2 132 0,3 5 25 0,-6 0 5 0,6 0 1 15,0 0-79-15,0 0-16 0,0 0-4 0,-3 3 0 16,0 5-51-16,0 2-13 16,0 6 0-16,1-5 0 0,-1 2 0 0,3 3 0 0,-3 2 0 0,3-4 0 15,0 9 0-15,0-4 0 0,0 2 0 0,0 5 0 16,0-2 0-16,0 3 0 0,3-3 0 0,-3 2 0 16,0-2 18-16,0 0 1 0,0-3 0 0,0 0 0 15,0-2-38-15,3-4-7 0,-3 1-2 0,0-3 0 31,0-2-108-31,2 0-21 0,1-6-5 0,0 3-515 0,3-5-103 0</inkml:trace>
  <inkml:trace contextRef="#ctx0" brushRef="#br0" timeOffset="6022.222">15475 4541 1792 0,'9'-22'51'0,"-3"12"10"0,0-1-49 0,0 3-12 16,3-8 0-16,-1 6 0 15,1-1 156-15,3-2 29 0,0 0 6 0,0 2 1 0,3 1-103 0,0-1-20 16,0 3-4-16,3 0-1 0,-3-2 0 0,2 2 0 0,-2 2 0 15,0 4 0-15,-3-1-8 0,0 3-1 0,3 0-1 0,-6 0 0 16,3 3-34-16,-3-1-8 0,-3 4 0 0,0-1-1 16,-1 3-11-16,-2 0 0 0,0 0 9 0,0 0-9 15,-3 5 0-15,0-5-8 0,-3 2 0 0,-3 1 0 32,3 2-15-32,-5-2-2 0,2-1-1 0,-6 1 0 0,3 0 7 0,-3-4 2 0,-3 1 0 0,3 3 0 15,0-3 17-15,0 0-10 0,3-3 10 0,0 0-8 16,3 3-4-16,6-8-1 15,0 0 0-15,0 0 0 0,6 3 13 0,0 2 10 0,3 1-2 0,3-1 0 16,3-5-8-16,0 3 0 0,3-3 9 0,0 2-9 16,-3-2 13-16,2 3-1 0,-2-3-1 0,0 5 0 15,0 0 1-15,-3 1 1 0,0 2 0 0,-3 2 0 16,-3 3-5-16,0 1-8 0,-3 2 11 0,-3-3-11 16,0 3 11-16,0 0-11 0,-3-1 10 0,-6 1-10 15,3 0 20-15,-6-3-1 0,3 3-1 0,-3 3 0 16,-3-9-37-16,3 4-7 0,-3-1-2 0,-2-3 0 15,-4 1-6-15,0 0-2 0,-3-3 0 0,-3 0 0 16,0-1-124-16,1 1-26 0,-4-2-5 0,3 2-897 16</inkml:trace>
  <inkml:trace contextRef="#ctx0" brushRef="#br0" timeOffset="7116.769">16380 4601 1609 0,'-9'-2'35'0,"6"-1"7"0,-3 3 2 0,-3-3 2 0,3 3-37 0,0 0-9 0,0-5 0 0,0 5 0 16,6 0 108-16,-6-2 19 16,6 2 4-16,0 0 1 0,0 0-48 0,0 0-10 0,0 0-2 0,0 0 0 15,6 0-29-15,0 0-7 0,6 0 0 0,3 0-1 16,3 2-9-16,0-2-2 15,5 5 0-15,1-5 0 0,6 3-8 0,-3 0-1 0,5-3-1 0,4 2 0 0,3-2 1 0,3 0 0 16,5 0 0-16,4 3 0 0,-4-3-15 0,-2 3 9 16,3-6-9-16,-1 3 8 0,4 0-8 0,0 0-9 15,2 0 9-15,1 0-13 0,-4 0 21 0,-5 0 5 16,-3 0 1-16,-1-3 0 16,-5 1-14-16,-3-1 0 0,-3 0 0 0,-1-2 0 31,-5 3 0-16,-6-4 0-15,0 4 0 0,-3-4 0 0,-6 1 0 0,-3 0 11 0,-3-1-11 0,-3 1 10 0,-6 0-23 0,0 0-5 0,-6-3-1 0,-3 2 0 0,0-2 19 0,-3 3 0 16,-3 0 0-16,3-1 0 0,-2-1 48 0,-1 1 12 0,0-2 4 16,-3 0 0-16,3 3-52 0,-3-3-12 0,7 3 0 0,-4-3 0 15,6 5 0-15,0-5 0 0,0 6 0 0,3-4 0 16,3 4 0-16,3-1 0 0,6 3 0 0,0 0 0 16,0 0 54-16,0 0 8 15,0 0 2-15,9 0 0 0,0 0-52 0,3 3-12 0,0-3 0 0,3 5 0 16,3-2 0-16,0 2 0 0,-1 0 0 0,1 3 0 15,-3-5 0-15,0 5 0 0,0-3 0 0,0 0 0 16,-3 3 0-16,3 0 0 0,-3-2 0 0,-1 4 0 16,-2 3 0-16,-3-5 0 0,0 3 0 15,0 2 0-15,-6 0 0 0,0 1 0 0,0 1 0 0,-6 1 0 16,3 0 0-16,-6 0 0 0,3 3 0 0,-5-9 0 16,-1 3 0-16,3 1 0 0,-3-4 0 0,0 1 0 15,-3-1 0-15,0 1 0 0,-3-3 0 0,3 0 0 16,-2 2-100-16,2-4-22 0,0-1-5 15,3 3-717-15,0-3-144 0</inkml:trace>
  <inkml:trace contextRef="#ctx0" brushRef="#br0" timeOffset="8223.37">19782 4165 1209 0,'0'0'26'0,"0"0"6"0,0 0 0 0,0 0 4 0,0 0-36 0,0 0 0 15,0 0 0-15,0 0 0 0,0 0 84 0,0 0 11 16,0 0 1-16,0 0 1 0,0 0-9 0,-3-5-3 15,3 5 0-15,0-6 0 0,0 6 2 0,0 0 0 0,0 0 0 16,0-2 0 0,0 2-13-16,0 0-2 0,0 0-1 0,0 0 0 0,0 0-18 0,0 0-3 0,0 0-1 0,0 0 0 15,0 0-14-15,0 0-3 16,0 0-1-16,0 0 0 0,0 0-11 0,0 0-1 0,0 0-1 0,-3 5 0 16,0 5-7-16,0 1-2 15,3 2 0-15,0 6 0 0,0-6-9 0,0 11 0 0,0-6 0 0,3 4 0 16,0-1 8-16,-3 0-8 0,3 3 0 0,0-3 8 15,-3 0-8-15,3 0 10 0,0-2-10 0,-3-1 10 16,0-2-10-16,3 5 8 0,-3-8-8 0,0 6 8 16,3-6-8-16,-3 3 0 15,3 0 0-15,-3-3 8 0,3 0-8 0,-3 1 0 0,3 2 0 0,-3-6 8 32,3 3-8-32,-3 1 0 0,0-4 0 0,3 1 0 0,-3-1-17 0,0-2-3 0,3 0 0 15,-3 0 0 1,0 0-28-16,0-3-5 0,0 3-2 0,0-8 0 0,0 0-169 0,-3 6-35 0</inkml:trace>
  <inkml:trace contextRef="#ctx0" brushRef="#br0" timeOffset="8886.164">18794 4294 1706 0,'-12'-7'48'0,"6"4"11"0,-3-2-47 0,3 2-12 0,-3-2 0 0,0-1 0 15,0 4 91-15,-3-1 16 0,0 3 3 0,0 0 1 16,1 3-31-16,-1-1-7 0,0 4-1 0,0 2 0 15,0 2-30-15,0 1-6 0,0 2-2 0,0 3 0 16,0 0-6-16,0 5-2 0,1 0 0 0,-1-2 0 16,3-1-10-16,0 3-3 0,0-5 0 0,3 5 0 15,0 0-3-15,0 3-1 0,3-3 0 0,3 3 0 16,0 0-9-16,3 3 10 0,0-4-10 0,3 1 10 0,3-3-10 16,0 1 0-16,3-1 0 0,0-8 0 0,-1 3 0 0,4-6 13 15,3 1-1-15,0-3-1 0,3 0-11 16,3-6 0-16,3-2 0 0,-1 0 0 0,4-2 33 0,-3-6 5 15,3 3 1-15,-1-3 0 16,-2 0-11-16,-3-5-3 0,0-1 0 0,-3 4 0 0,-3-9-25 0,-4 3 0 16,1-2 0-16,-3-1 0 15,-3-2 56-15,0 3 7 0,-3-6 1 0,0 3 0 0,-3 2-52 0,-3 1-12 0,0-1 0 16,-3 3 0-16,0 0 0 0,-6 0 0 16,3 3 0-16,-6-3 0 0,0 0 0 0,-3 3 0 0,1 0 0 0,-7 2 0 15,3 1 0-15,-6 2 0 0,0 3 0 0,-3-3 0 31,1 2-48-31,-4 4-13 0,6 2-3 0,-3 0 0 16,6 0-51-16,1 2-10 0,2 1-3 0,3 0-648 0,3 2-131 0</inkml:trace>
  <inkml:trace contextRef="#ctx0" brushRef="#br0" timeOffset="11234.93">17859 4072 1090 0,'-21'3'24'0,"9"-3"4"0,3 2 2 16,-2 1 2-16,-1 0-32 0,0-1 0 0,-3 1 0 0,3 0 0 15,-3-3 92-15,0 2 13 0,3-2 3 0,3 0 0 16,0 0-32-16,3 0-5 0,0 0-2 0,6 0 0 16,0 0-4-16,0 0-1 0,0 0 0 0,0 0 0 15,0 0-51-15,0 0-13 0,0 0 0 0,3-2 0 16,3-1 0-16,0 0 0 0,3 1 0 0,0 2 0 0,0 0 34 0,3-3 4 15,0 3 1-15,0 0 0 0,0-3-25 0,3 1-5 16,0 2-1-16,5-3 0 0,1 1-8 0,3 2 0 16,0 0 0-16,6 0 0 0,-1 0 16 0,4 0 0 15,0 0 1-15,3 0 0 0,-7 0-17 0,4 2 0 16,0-4 0-16,0 2 0 0,2 0 0 0,4 0 0 16,0 0 0-16,2 0 0 0,-2 2 0 0,3 1-14 0,-4-1 2 15,4 1 1 1,-3 0 11-16,-1-3 16 0,4 2-4 0,3 1-1 0,-1-3-11 0,1 5-12 0,3 1 2 0,-1 2 1 15,-2-8 9-15,0 2 0 0,2-2-9 0,7 0 9 16,-4 3 0-16,4 2 15 16,0-2-3-16,2 5 0 0,-5-8-12 0,2 0 0 0,4 0 0 0,2 0 0 15,4 2 0-15,-7 4-13 0,1-6 2 0,6 0 1 16,-7 0 10-16,4-6 14 0,-1 6-3 0,1 0-1 16,-1 0-10-16,-5 0-11 0,2-2 3 0,4-4 0 15,-7 4 8-15,7-1 11 0,-3-2-3 0,2 5 0 16,-5-3-8-16,-1 1-9 0,1-4 9 0,2 4-13 15,1 2 13-15,-3-6 0 0,-1 6 0 0,1-2 0 16,-7 2 8-16,1-3-8 0,-3-2 9 0,5 2-9 16,-2 0 0-1,-1 1 0-15,1 2 0 0,0 0 0 0,-4 0 0 0,1 0 0 0,-3-3 0 0,2 3 0 16,-2-2 0-16,3 2 0 0,-4 0 0 0,4 0 0 0,-3 0 0 16,-1 2 0-1,1-2 0-15,-3 0 0 0,-1 0 0 0,-2 0 0 0,3-2 0 0,2 2 0 0,-2 0 8 0,0 0-8 16,0 2 0-16,-1-2 0 0,-2 3 8 0,0-3-8 15,-4 0 0-15,4 0 0 0,-6-3 0 0,3 1 8 16,-1 2-8-16,4 0 0 0,-3-6 8 0,-3 6 0 16,2 0-8-16,1 0 12 15,-3 0 0-15,3 0 0 0,-4 0 0 0,1-2 0 16,-3 2-1-16,3-6-1 0,-1 4 0 16,1-1 0-16,3 0-10 0,-3 1 12 0,0-1-12 0,2 0 12 0,-2 3-4 15,-3-2-8-15,0 2 12 0,-1 0-4 0,1 0 0 0,-3-3 0 0,0 1 0 16,0 2 0-16,-1-6 0 0,1 4-8 0,0-4 12 0,3 4-4 15,-3 2-8-15,-1-3 8 16,1 3-8-16,-3-3 8 0,3 3-8 0,-3-2 10 0,0 2-10 0,-4 0 10 16,1 0-10-16,-3 0 0 0,-3 0 9 15,3 0-9-15,-3-3 0 0,0 3 0 0,-3 0 0 0,0 0 0 16,0 0 0-16,-3-3-10 0,0 3 1 0,-6 0 0 31,5-2-33-31,-5 2-6 0,0 0-2 0,0 0 0 16,0 0-122-16,0 0-24 0</inkml:trace>
  <inkml:trace contextRef="#ctx0" brushRef="#br0" timeOffset="12840.811">21110 4453 1267 0,'0'0'28'0,"0"0"5"0,0 0 2 0,-3 0 1 0,-3-5-36 16,0 2 0-16,6 3 0 0,-6-5 0 16,3 2 96-16,-3 1 12 0,3-1 2 0,3 3 1 0,-6-3-24 0,6 3-5 15,-6-2-1-15,6 2 0 16,-3-3-13-16,3 3-4 0,-6-3 0 0,6 3 0 0,0 0-3 0,0 0-1 16,-3-2 0-16,3 2 0 0,0 0-15 0,0 0-3 15,0 0-1-15,0 0 0 0,0 0-16 0,0 0-3 16,0 0-1-16,0 0 0 0,-3 5-3 0,0 0-1 15,3-5 0-15,0 8 0 0,0 0-1 0,0 0 0 0,0-2 0 0,0 1 0 16,3 4-2-16,-3 2-1 0,3-5 0 0,-3 5 0 31,3 3-5-31,-3-2 0 0,3 4-8 0,-3 1 12 0,0-1-4 0,3-2 0 0,-3 2-8 16,0 1 12-16,0-3-1 0,0 0-1 0,0 0 0 0,0 0 0 31,0-3-10-31,0 0 0 0,0 0 0 0,0-2 0 0,0-1 0 0,0-2 0 0,0 3 0 16,0-3 0-16,0 0 0 0,0-3 0 0,0 3 0 0,0-3 0 15,0 6 0-15,0-8 0 16,0-1 0-16,0 3 0 0,0-5 0 0,3 3 0 0,-3-3 0 0,3 3 0 16,-3-3-152-16,6 0-32 0,0 0-6 15,0 0-548-15,0-3-110 0</inkml:trace>
  <inkml:trace contextRef="#ctx0" brushRef="#br0" timeOffset="14036.839">22836 4342 1440 0,'0'0'40'0,"0"0"11"0,-3-8-41 0,3 3-10 0,-3 0 0 0,3-1 0 31,0 1 124-31,0 5 24 0,0 0 4 0,3-8 0 0,-3 8-30 0,3 0-6 0,-3 0-2 0,3-5 0 16,-3 5-30-16,0 0-5 0,6 0-2 0,-6 0 0 15,6 5-28 1,-3 3-5-16,3-3-2 0,0 3 0 0,-3 8-22 0,3-5-4 0,-3 5 0 0,0 2-1 16,0 1-15-16,0-1 8 0,-3 3-8 0,3 0 0 15,0 3 0-15,-3 5 0 0,3-5 0 0,-1 5 0 16,1 0 0-16,-3 0 0 0,3 1 0 0,0-9 0 15,0 3 12-15,0-1-1 0,0-4 0 0,0 5 0 16,-3-11-60-16,0 3-12 0,0-3-3 16,0 0 0-16,0-2-51 0,-3-3-10 0,0 2-3 15,0-2-580-15,-3-2-116 0</inkml:trace>
  <inkml:trace contextRef="#ctx0" brushRef="#br0" timeOffset="14552.029">21979 4427 1868 0,'0'0'41'0,"-3"-6"9"0,-3 4 2 0,0-1 0 0,0-5-42 0,0 3-10 16,-3 0 0-16,0-1 0 0,0 4 64 0,-3-1 10 0,0 3 2 0,0 0 1 16,3 0-31-16,-2 3-6 0,-1-1-2 0,3 4 0 15,-3 2-5-15,3 2-1 0,0-2 0 0,-3 3 0 16,3 2-9-16,-3-2-3 0,3 2 0 0,3 5 0 16,0-5 24-16,0 6 5 0,3 0 1 0,0 2 0 15,6 3-58-15,0-1-12 0,0 1-3 0,3 3 0 16,0-6 23-16,3 3 10 0,0-1-1 0,3-4 0 15,0 5 3-15,3-11 0 0,0 3 0 16,3-6 0-16,-1-2-12 0,4 0 0 0,3-2 0 0,-3-1 8 16,6-5 45-16,-3 3 9 0,-1-6 2 0,1 3 0 0,0-5-52 15,-3-1-12 1,-3-2 0-16,0-2 0 0,-4 2 54 0,1-8 8 0,-3 3 2 0,-3-6 0 0,-3 1-41 16,0-3-8-16,-3-3-2 0,0 0 0 0,-6 0-2 0,0-2-1 15,0 4 0-15,-6-1 0 16,0-1-10-16,-3 5 12 0,-3 1-12 0,1 2 12 15,-4 5-33-15,-3-5-7 0,-3 9 0 0,-3-4-1 0,3 3 29 0,-2 3 0 16,-4-1 8-16,3 4-8 16,0 2-41-16,1 0-15 0,2 0-4 0,0 2 0 15,-3 4-164-15,6-4-34 0</inkml:trace>
  <inkml:trace contextRef="#ctx0" brushRef="#br0" timeOffset="15551.043">14466 6083 1758 0,'-12'-2'50'0,"6"2"10"0,-3 0-48 0,3 0-12 0,0 0 0 0,6 0 0 15,0 0 112-15,0 0 20 16,0 0 4-16,0 0 1 0,0 0-50 0,0 0-11 0,0 0-1 0,0 0-1 15,6 0-25-15,3 2-5 0,0-2 0 0,3 3-1 16,0-1-10-16,3-2-1 0,2 0-1 0,1 3 0 16,0-3-16-16,3 0-3 0,3-3-1 0,3 3 0 15,2 0-11-15,1 0 0 0,3 0 0 0,-3 0 8 16,2-2-24-16,-2 2-6 0,0-3-1 0,0 3-783 16,-4-2-157-16</inkml:trace>
  <inkml:trace contextRef="#ctx0" brushRef="#br0" timeOffset="18719.142">15234 5686 2188 0,'0'0'48'0,"0"0"11"0,0 0 1 0,0 0 1 0,0 0-49 0,0 0-12 0,0 0 0 0,-3 6 0 16,0 1 105-16,0-1 19 0,0 4 3 0,-3-2 1 15,3 3-103-15,0 5-25 0,-3 0 0 0,3 5 0 16,0 3 56-16,0 2 7 0,0 3 1 0,0 3 0 31,0 0-52-31,3-3-12 0,-3 0 0 0,3 0 0 0,0 0 0 0,-3-2 0 0,3-1 0 0,0 3 0 0,3 3 0 0,-3 0 0 16,0-1 0-16,3-2 0 0,-3 1 0 0,3-7 0 16,0-1 0-16,0-7 0 15,0 1-100-15,0-2-22 0,3-6-5 0,0-3-649 16,3-3-131-16</inkml:trace>
  <inkml:trace contextRef="#ctx0" brushRef="#br0" timeOffset="19179.315">15460 5922 2322 0,'-3'-13'51'0,"0"-6"10"0,-3 3 3 0,3-5 1 0,-3 5-52 0,0-2-13 0,3 2 0 0,-3 0 0 0,3 3 127 0,0 2 22 0,3 0 5 15,0 3 1-15,3 1-124 0,0-1-31 0,3 0 0 0,3 2 0 16,0 1 57-16,3 0 6 0,3-1 1 0,3 4 0 15,0-1-40-15,2 3-7 0,-2 0-1 0,3 3-1 16,-3-3-15-16,0 5 9 0,0 0-9 0,0 3 8 31,-7-2-8-31,1 2 0 0,0 0 0 0,-3 2 0 0,0 1-11 0,-6 2-7 0,0 0-2 0,-6 3 0 16,0 0-35-16,-3 0-7 0,-3 2-2 0,-3 1 0 16,0-1 52-16,-2 1 12 0,-1-3 0 0,-6 2 0 15,3-2 0-15,0 0 0 0,3-3 0 0,-3 0 0 16,6-5 0-16,1 3 0 15,2-3 0-15,3-3 0 0,3 1 0 0,3-6 0 0,3 5 0 0,3-3 0 0,5 1 0 16,1-3 0-16,6 0 0 0,0 3 0 16,3-1 0-16,0-2 0 0,0 0 0 0,-1 3 0 0,1 0 22 0,-3-1 7 15,0 1 2-15,-3 0 0 16,0-1-15-16,-3 4-2 0,-3-4-1 0,0 4 0 0,2-1-5 16,-5 0 0-16,0 0-8 0,0 1 12 0,-3-1-12 0,0 3 11 15,-3 0-11-15,0 2 10 0,0 4-10 0,-6-1 10 16,3 3-10-16,-6 2 10 0,3 3-10 15,-2-2 0-15,-4 2 0 0,0 3 8 0,0-6-8 0,-6 4 0 16,3-4 0-16,-6 1 0 0,3-3-12 0,-2-1-4 0,2-1 0 16,-6 2-1-1,6-6-23-15,0 1-5 0,0-3-1 0,6 2-829 0,0-4-165 0</inkml:trace>
  <inkml:trace contextRef="#ctx0" brushRef="#br0" timeOffset="20120.722">16261 6096 1965 0,'0'0'43'0,"0"0"9"0,0 0 1 0,0 0 3 0,0 0-44 0,0 0-12 0,0 0 0 0,0 0 0 15,6 0 59-15,3-2 9 0,-1 2 3 0,7-3 0 16,0 3-21-16,6 0-4 0,6 0-1 0,0 0 0 15,2 0-12-15,1 0-2 0,3 0-1 0,0-3 0 16,2 1-13-16,4-1-2 0,0 3-1 0,8-2 0 16,-2 2-14-16,0 0 9 0,-1 0-9 0,1 0 8 15,-3 0-8-15,-1 0 0 0,1-3 0 0,6 3 0 0,-1-3 0 0,1 3 0 16,-3 0 0-16,-1 0 0 0,-5 0 23 0,-6-2 2 16,-1-1 1-16,-2 0 0 0,-3-2-37 0,-3 2-7 15,-3-2-2-15,-4 2 0 0,-2-2 32 0,-6 2 7 16,-3-2 1-16,0 0 0 0,-6 0-20 0,0-1 0 15,-6 1 0-15,0 0 0 0,-3-1 55 0,-3-2 7 16,-2 1 2-16,-1-1 0 0,0 0-55 0,-3 0-9 16,-3-3 0-16,0 3 0 0,0 0 0 0,-2-2 0 15,2-1 0-15,-3 3 0 0,3 0 0 0,-3 0 0 0,6 3 0 0,1 0 0 16,5-1 56-16,0 4 7 16,3 2 1-16,6-3 0 0,3 3-52 0,0 0-12 0,0 0 0 0,6 3 0 15,6 2 0-15,0 3 0 0,5-3 0 0,1 6 0 16,0-3 0-16,3 2 0 15,-3 1 0-15,0 0 0 0,0-1 0 0,-4 3 8 0,4-2-8 0,-6 2 0 16,3 0 0-16,-3-2 0 16,0 2 0-16,-3-2 0 0,-3-1 0 0,0 1 0 0,-3 0 0 0,-3-1 0 15,0-2 0-15,0 3 0 0,-3-1 11 0,-3 1-11 16,0-1 0-16,0 1 0 0,-3 0 0 0,-3-1-12 16,0 1 12-16,0-3 0 0,-3 0 0 0,1 2 0 15,2-4-54-15,-3 1-8 0,0 1-2 16,0 0 0-16,6-2-159 0,3-1-32 0</inkml:trace>
  <inkml:trace contextRef="#ctx0" brushRef="#br0" timeOffset="20780.095">18829 5654 2232 0,'0'0'49'0,"0"0"11"0,-3-5 1 0,1 0 1 15,2 0-50-15,-3-1-12 0,0 1 0 0,0 2 0 16,0-2 93-16,3 5 16 0,-3-5 3 0,3 5 1 0,0 0-46 0,0 0-10 15,0 0-1-15,0 0-1 0,0 0-21 0,0 0-4 16,3 5-1-16,0 0 0 16,3 3-5-16,-3 3-2 0,2-3 0 0,1 2 0 0,0 4-6 0,0 2 0 15,0-1-1-15,0 7 0 16,0-1-7-16,0 5-8 0,0 1 11 0,0 2-11 0,0 3 8 0,0-1-8 0,0-2 0 0,0 3 0 16,-3-5 0-16,3-4 0 0,-3 1 8 0,0-3-8 15,3 1 0-15,-3-4 0 0,0 3 8 0,-3 0-8 16,3-2 0-16,-3-1 0 0,3 1 0 0,-3 0 0 15,3-4 0-15,0 1 0 0,-3-3 0 0,3 3 0 32,0-5-59-32,-1 0-12 0,1-4-2 0,0 1-1 0,3-2-152 15,-6-6-30-15</inkml:trace>
  <inkml:trace contextRef="#ctx0" brushRef="#br0" timeOffset="22424.781">19716 5813 1177 0,'0'0'25'0,"0"0"6"0,-2-2 1 0,-4-1 2 0,3-2-34 0,3 5 0 0,-6-3 0 0,6 3 0 15,-3-3 101-15,-3 1 14 0,3-1 2 0,3 3 1 16,-6-5-22-16,3 2-5 0,3 3-1 0,-6 0 0 16,6 0-27-16,-6 0-6 0,0 0-1 0,0 0 0 15,0 3-20-15,0-3-4 16,-3 2 0-16,3 4-1 0,0-4-3 0,0 4 0 0,-3-1 0 0,0 3 0 15,3 2-5-15,-2 1-2 0,-1 0 0 0,3 5 0 16,-3-3-2-16,0 3-1 0,3-3 0 0,0 3 0 16,-3 0-2-16,3-1-1 0,0 1 0 0,0-2 0 15,3-1 0-15,0-3 0 0,0 4 0 0,0-4 0 16,0 1-3-16,3-1 0 0,3-2 0 0,0 0 0 0,0 0-2 16,3 0-1-16,0 0 0 0,0 0 0 15,3-3-9-15,0 1 12 0,0-1-12 0,3 0 12 0,0 0-12 16,0 1 8-16,2-4-8 0,1 1 8 0,0 0 1 15,0-1 0-15,0 1 0 16,3-3 0-16,-3 0-9 0,3 0 0 0,-4-3 0 0,4 1 0 0,-3-1 0 0,0 0 0 16,0 1 0-16,-3-1 0 15,0 0 8-15,0-2-8 0,0 3 0 0,-1-4 8 0,1 4 1 0,-3-4 0 16,0 1 0-16,0 2 0 16,-3-2 7-16,3 2 2 0,-3-2 0 0,0 3 0 0,0-4 2 0,0 4 0 15,-3-6 0-15,3 2 0 0,0-2-4 0,-3 3 0 16,0-3 0-16,0-2 0 0,0 2-2 0,0-3-1 0,-3 0 0 0,3 1 0 15,-3-3-5-15,-3 2 0 16,3-2-8-16,-3 0 12 0,0-1-2 0,-3 1-1 0,3-3 0 0,-6 0 0 16,3 3-9-16,-3 0 12 15,0 0-12-15,-3-1 12 0,0 4-12 0,0-1 0 16,0 3 9-16,-3 0-9 0,4 1 0 0,-4 4 0 0,3-2 0 0,0-1 0 16,-3 4 0-16,0-1 0 0,0 0 0 0,0 1-8 15,0-1-15 1,1 6-2-16,-1-3-1 0,0 2 0 15,3 1-25-15,0 2-5 0,0 1 0 0,0-1-1 0,3 0-135 0,6 3-28 0,0-3-4 16,6 3-2-16</inkml:trace>
  <inkml:trace contextRef="#ctx0" brushRef="#br0" timeOffset="22980.291">20818 5660 1958 0,'0'0'43'0,"-9"-3"9"0,-3 3 1 0,0-3 3 0,3 3-45 0,-3 0-11 0,0 0 0 0,-3 0 0 15,4 0 97-15,-1 3 18 0,0 0 3 0,0-1 1 16,0 4-60-16,3-1-12 16,-3 3-3-16,3 0 0 0,-3 2-30 0,3 1-6 0,0 0-8 0,3 5 11 15,-2-3-11-15,2 5 0 0,0-2 0 0,0 5 0 16,3-2 0-16,3 2 0 15,0 0-8-15,0 3 8 0,3-5 0 0,0 2 0 0,3-3-9 16,0 3 9-16,2-5 0 0,1 3 0 0,3-6 0 0,0 3 0 16,6-6 0-16,-3 1 0 0,6-6 0 0,-3 3 0 15,2-2 0-15,1-4 8 0,0 4-8 0,3-6 0 16,0 0 9-16,-3 0-9 0,-1-3 8 0,1 0-8 16,0 1 12-16,-3-4-2 0,0-2-1 0,-3 0 0 15,0-5 2-15,-3 3 0 0,-1-4 0 0,-2 1 0 16,0-3 42-16,0 0 9 0,-6-2 2 0,3-1 0 0,-3-2 0 0,-3 0 0 15,0 0 0-15,-3 0 0 0,0-1-52 16,0 4-12-16,-3-1 0 0,0 1 0 0,-6 2 0 16,0 3 0-16,1-3 0 0,-4 5 0 0,-3-2 19 0,0 3 1 15,-3-1 0-15,-3 0 0 16,1 3-29-16,-1 0-6 47,-3 6-1-47,0-3 0 0,0 5-39 0,4 0-8 0,-1 5-1 0,0-3-1 15,3 4-158-15,0-1-31 0,-17 3-6 0,14 3-2 0</inkml:trace>
  <inkml:trace contextRef="#ctx0" brushRef="#br0" timeOffset="23707.513">21687 5718 1404 0,'0'0'31'0,"0"0"6"0,0 0 2 0,0-3 0 0,0-5-31 0,0 6-8 0,0-4 0 0,0 4 0 15,0-3 107-15,0-1 20 0,0 1 4 0,3 0 1 16,-3 5-20-16,0-6-4 0,0 1-1 0,0 5 0 16,0 0-19-16,0 0-4 0,3-5-1 0,-3 5 0 15,3-3-23-15,-3 3-4 0,0 0 0 0,0 0-1 16,0 0-18-16,0 0-3 0,0 0-1 0,0 0 0 16,0 0-8-16,0 0-1 0,3 5-1 0,-3 3 0 15,3 3-8-15,-3 0-2 0,3 2 0 0,0 0 0 16,-3 3-4-16,3 0-1 0,0 2 0 0,-3 3 0 0,3 1-8 15,0 1 0-15,-3 1 0 0,3 3 8 0,0-3-8 16,-3-1 0 0,3 1 0-16,0-3 8 0,0 0-8 0,0-2 0 0,0 0 0 0,0-1 0 0,0-5 0 0,0 1 0 15,-1-1 0-15,1-3 0 0,0 4 17 0,0-7-1 16,0 7-1-16,-3-6 0 16,3 0-63-16,0 0-13 0,0-3-3 0,3 0 0 31,-3-2-102-31,3-3-21 0,0-3-4 0,3 0-897 0</inkml:trace>
  <inkml:trace contextRef="#ctx0" brushRef="#br0" timeOffset="24140.918">22354 5689 1892 0,'0'0'53'0,"-6"-3"13"0,0 1-53 0,0-1-13 0,0-2 0 0,-3 2 0 16,3 0 84-16,0 3 13 0,0-2 3 0,0 2 1 15,0-3-29-15,0 6-7 0,0-3-1 0,0 0 0 16,0 2 0-16,3 1 0 0,-2 2 0 0,-1 1 0 16,3 2-51-16,-3-1-13 0,3 4 0 0,0 2 0 15,3 1 0-15,-3 4 0 16,0-2 0-16,3 2 0 0,3 1 0 0,0 2 0 0,3 3 0 0,0-3 0 16,3 3 0-16,-1-3 0 0,4 0 0 0,3-2 0 15,3-1 0-15,0-2 0 0,3 0 0 0,3-5 0 16,-1-1 0-16,1-2 0 0,0 0 0 0,3 0 0 15,-3-5 0-15,-4-1 0 0,1-2 0 0,0 0 0 16,-3 0 54-16,-3-5 8 0,3 0 2 0,-6-1 0 0,0-1-52 16,-4-1-12-16,1-3 0 0,0 0 0 0,-3-2 54 15,0 0 8-15,0-3 2 0,-3-2 0 0,-3-1-52 0,0-2-12 16,0 2 0-16,-3-2 0 0,0 0 0 0,-3 5 0 16,0-2 0-16,-3 4 0 0,0 1 54 0,1 3 8 15,-4-1 2-15,-3 3 0 16,0-3-103-16,-6 6-20 0,0 0-4 0,-3 0-1 0,-2-1 52 0,-4 4 12 0,0 2 0 15,-6 2 0 1,4 4-151-16,2 2-27 0,0 2-6 16,0 3-1013-16</inkml:trace>
  <inkml:trace contextRef="#ctx0" brushRef="#br0" timeOffset="29277.875">21598 6723 1958 0,'-9'-2'43'0,"0"-1"9"0,0 1 1 0,3-1 3 0,0 0-45 0,0 1-11 16,6 2 0-16,0 0 0 15,0 0 104-15,0 0 20 0,0 0 3 0,0 0 1 0,0 0-20 0,0 0-4 16,0 0-1-16,0 0 0 0,3 2-63 0,0 6-12 15,-3 0-2-15,3 3-1 0,0-1-13 0,-3 1-4 0,3-1 0 0,-3 4 0 16,3-1-8-16,0 0 8 0,-3 3-8 0,3-3 8 31,0 6-8-31,0-3 0 0,0 0 0 0,0-1 0 0,3 7 0 0,-3-1 0 0,3 3 0 0,-3 2 0 16,3 0 0-16,-3 1 0 0,0 2 0 0,0-2 0 16,-1-1 0-16,1-2-17 15,0-3 4-15,0 0 1 0,0-2 12 0,-3-1 0 0,3-5 0 0,0 3 0 31,0-5-145-31,0-1-27 0,3 1-4 0</inkml:trace>
  <inkml:trace contextRef="#ctx0" brushRef="#br0" timeOffset="30093.843">21336 7044 1573 0,'-9'0'34'0,"3"0"7"0,0 0 2 0,0 0 2 0,3 0-36 0,3 0-9 15,0 0 0-15,0 0 0 0,-6 0 105 16,6 0 19-16,0 0 4 0,0 0 1 0,0 0-42 0,0 0-9 0,0 0-2 16,0 0 0-16,0 0-36 0,0 0-7 15,0 0-1-15,6-3-1 0,3 3-1 0,3 0 0 0,0 0 0 0,0 0 0 16,0 0-5-16,2-3-1 0,4 1 0 0,0-1 0 16,0 0-8-16,6 1-3 0,3-1 0 0,-1-2 0 46,4 2-13-46,0 1 8 16,0-1-8-16,-4 3 0 0,1-3 11 0,-3 3-11 0,0-2 12 0,-3 2-12 0,-3-3 0 0,-1 3 0 0,-5-3-10 0,0 3 10 0,0-2-12 16,-3 2 12-16,0 0-12 0,0-3 12 15,-3 3-59-15,0-3-4 0,3 3-1 0,-3-2 0 16,3 2-154-16,0-3-31 0,3-8-7 0,2 4-562 0</inkml:trace>
  <inkml:trace contextRef="#ctx0" brushRef="#br0" timeOffset="30789.608">22654 6573 1698 0,'0'0'48'0,"-6"-3"11"0,3-2-47 0,-2 2-12 0,2-2 0 0,-3 2 0 0,6 3 124 0,0 0 24 15,0 0 4-15,0 0 0 16,0 0-43-16,0 0-9 0,0 0-1 0,0 0-1 0,-3 3-54 0,0 5-10 15,0 2-2-15,3 6-1 0,0 0-7 0,0 8 0 0,0 2-1 16,0 6 0 0,0 0-11-16,0 0-3 0,3-1 0 0,-3 4 0 0,0-6-9 0,3 3 0 0,-3-1 0 15,0 4 0-15,3-4 0 0,0 4 0 0,0-3 0 0,0 2 0 32,2-5-24-32,-2-2-8 0,0-1 0 0,3-2-1 0,-3-3 6 0,0 0 2 0,0-2 0 0,3-6 0 31,-3 0-157-31,0 0-31 0</inkml:trace>
  <inkml:trace contextRef="#ctx0" brushRef="#br0" timeOffset="31333.958">18704 8025 2138 0,'-11'3'47'0,"-7"0"9"0,3-3 3 0,3 2 1 0,0-2-48 0,3 3-12 16,3 0 0-16,6-3 0 0,0 0 12 0,0 0-1 16,0 0 0-16,0 0 0 0,0 0-11 0,6-3 0 15,6 0 0-15,3 1 0 0,3-1 10 0,3 0-10 0,5-2 12 0,4 2-12 16,3-2 0-16,6 0 0 0,2-1 0 0,4 1 0 15,2-3 13-15,4 3 9 0,6-6 2 16,8 3 0-16,-2 1-39 0,5-4-7 0,1 0-2 0,14 1 0 16,-3-1 71-16,4 1 13 15,-1-1 4-15,15 3 0 0,-3-3-52 0,1 4-12 0,2-4 0 0,15 0 0 16,-6 3 0-16,0 1 0 16,1-4 0-16,17 3 0 0,-15 0 33 0,3 3 4 0,6-3 1 0,12 0 0 15,-15 0-11-15,0 3-3 0,6 2 0 0,18-2 0 16,-24-3-24-16,0 2 8 0,0 4-8 0,15-3 0 15,-15 2 0-15,-6-2 0 0,1 2 0 16,11-2 0-16,-18 2 56 0,-3 0 7 0,-6 1 1 0,9-4 0 0,-14 4-52 16,-4-1-12-16,-6 1 0 0,1-1 0 0,-13 0-17 0,-5-2-7 15,-1 2 0-15,-2 1-1 16,-10-1-11-16,-5 3-3 0,-3-3 0 0,-7 3 0 0,-5-2 22 0,-6 2 4 16,-3 0 1-16,-6-3 0 15,-6 3-172-15,-3 0-33 0</inkml:trace>
  <inkml:trace contextRef="#ctx0" brushRef="#br0" timeOffset="31943.837">19731 8266 1494 0,'0'0'32'0,"0"-8"8"0,0 3 0 0,0-3 3 0,3 0-35 16,-3 0-8-16,3 0 0 0,-3 3 0 0,3-3 105 0,-3 8 19 15,3-5 4-15,-3 5 1 0,0 0-1 0,0 0 0 16,0 0 0-16,0 0 0 0,0 0-51 0,0 0-10 16,0 0-3-16,0 0 0 0,0 0-51 0,0 0-13 15,0 8 0-15,3 2 0 78,-3 3 0-62,3 3 0-16,-3 5 0 0,3 1 0 0,0 1 0 16,-3 1 0-16,3 5 0 0,0-2 0 0,0 2 54 0,0-3 8 0,-3 3 2 0,3-2 0 0,0-1-64 0,-3 3-21 0,3 1 0 0,0-1 0 0,0 0 21 0,0 3 0 0,0-3 0 15,0 0 0-15,0-5 0 0,0 2 0 0,0-5 0 0,-3 3 0 0,3-5-11 0,0-1-4 0,3-5-1 0,-3 0 0 0,0-2-164 0,0 0-32 0,3-6-8 0,-3-2 0 0</inkml:trace>
  <inkml:trace contextRef="#ctx0" brushRef="#br0" timeOffset="32345.387">20208 8401 2556 0,'0'0'56'0,"0"0"12"0,-6-3 3 0,3 1 0 0,-3-1-57 0,0 3-14 0,3-3 0 0,-6 3 0 15,3 3 61-15,-3 0 10 0,0-1 1 0,0 6 1 16,0-2-45-16,0 2-8 0,0 0-3 0,0 2 0 16,0 3-17-16,1 1 0 0,2-4 0 0,0 3 0 0,0 1 0 0,0 1 0 15,6-1 0-15,0-1 0 0,3 3 0 0,0 0 0 16,3 0 0-16,3-1 0 0,0 1 0 0,2 0 0 15,1 0 0-15,3-3 0 0,0-2 0 0,0-1 0 16,0-4 0-16,0-1 0 0,0-2 0 16,2-6 0-16,1 0 0 0,-3-5 0 0,3 1 0 0,0-4 0 15,-3 0 0-15,0-2 0 0,0 0 0 0,-3 0 0 16,-1-1 0-16,1 1 0 16,-3-3 55-16,-3 3 7 0,-3 0 2 0,0 0 0 0,0-3-52 0,-6 0-12 15,0-3 0-15,-3 3 0 0,0-2 0 0,-3-1 0 16,-3 1 0-16,1 2 0 0,-1-2 0 0,-3 2 0 15,-3 0 0-15,0 3 0 0,0 2 0 16,0 3 0-16,0 0 0 0,1 3 0 16,-1 2-48-16,-3 3-13 0,0-3-3 0,0 6 0 15,3 0-51-15,3-1-10 0,1 4-3 0,5 2-1024 0</inkml:trace>
  <inkml:trace contextRef="#ctx0" brushRef="#br0" timeOffset="32778.826">21092 8261 1497 0,'0'0'32'0,"-9"-3"8"0,0 3 0 0,0-2 4 16,0-1-36-16,0 3-8 0,0-3 0 0,-3 1 0 0,3 2 96 0,-3 0 16 16,0 0 4-16,1 0 1 15,-4 2-33-15,3-2-8 0,0 3 0 0,0 2-1 0,0-2-60 0,3 2-15 16,0 3 0-16,0 0 0 31,0 5 54-31,0-2 8 0,3 5 2 0,-2-3 0 16,2 3-52-16,0 2-12 0,0-4 0 0,0 4 0 0,3-2 0 0,0 0 0 0,3-3 0 0,0 3 0 0,0 0 54 0,3-3 8 0,3 3 2 0,-3-3 0 31,6 0-52-31,0 1-12 0,2-1 0 0,1 0 0 0,3-2 0 0,3-1 0 0,-3 1 0 0,3-3 0 16,0-3 40-16,0-2 6 0,-1-3 1 0,4-3 0 15,-3 0-24-15,0-2-5 0,3-3-1 0,-3 3 0 16,-3-3-17-16,2 0 0 0,-2 0 0 0,-3 0 0 16,0 0 55-16,-3 0 7 0,-3 0 2 0,0-2 0 15,0-1-52-15,-6 1-12 0,3-6 0 0,-6 2 0 16,0-4 0-16,-3 2 0 0,-3 0 0 0,0-2 0 15,-3-1 0-15,0-2 0 0,-3 2 0 0,-2 1 0 16,2 2 0-16,-3 3 0 0,0 2 0 0,-3 1 0 16,3-1-48-1,-6 6-13-15,4-3-3 0,-4 5 0 0,3-2-102 0,-3 5-21 0,3 0-4 0,3 3-1 16</inkml:trace>
  <inkml:trace contextRef="#ctx0" brushRef="#br0" timeOffset="33475.932">21755 8131 1933 0,'0'0'42'15,"0"0"9"-15,0 0 1 0,0-5 4 0,0 0-45 0,0-1-11 0,0 6 0 0,0-5 0 0,0 2 113 0,0 3 21 16,0 0 4-16,0 0 1 0,0 0-45 0,0 0-9 15,0 0-1-15,0 0-1 0,0 0-41 16,0 0-8-16,0 0-2 0,3 6 0 0,0 2-8 0,0 2-1 16,0 3-1-16,0 1 0 0,-3 1-10 0,3 4-1 15,-3 2-1-15,0 3 0 0,3 0-10 0,-3 0 0 32,3 2 0-32,-3 3 0 0,3-5 0 0,0 2 0 0,0 1 8 0,0-3-8 0,0-3-18 0,0 0-6 15,0-2 0-15,0-1-1 0,0 1 40 0,0-3 8 0,0-1 1 16,0-1 1-1,0 1-25-15,-3-1 0 0,3-4-9 0,0 4 9 16,0-7-40-16,3 4-2 0,-3-3 0 0,0-3 0 16,3 1-163-16,0-6-33 0,0 2-6 0</inkml:trace>
  <inkml:trace contextRef="#ctx0" brushRef="#br0" timeOffset="33863.951">22672 8121 1778 0,'0'0'39'0,"-3"-6"8"0,0-2 1 0,0 3 3 0,0-3-41 0,0 0-10 0,3 0 0 0,-3 0 0 0,0 0 129 0,3 0 24 47,-3 0 5-47,0 1 1 0,3-1-61 0,-3 2-12 0,3 1-2 0,0 0-1 0,0 5-15 0,0 0-4 0,0 0 0 0,0 0 0 0,0 0 0 0,0 0 0 15,0 0 0-15,0 0 0 0,3 8-51 0,-3 0-13 16,0 2 0-16,0 3 0 0,0 1 0 0,0 2 0 0,0-1 0 0,0 4 0 15,0-1 0-15,0 4 0 0,0 4 0 16,3 1 0-16,-3 2 0 0,3 0 0 0,0 2 0 0,0 1 0 16,0-5 0-16,0-1 0 15,0 1 0-15,-3-4 0 0,3-1 0 0,0-4 0 0,-3 1 0 0,3-1 0 16,-3-5 0-16,0 3 0 0,3-2 0 0,-3-4 0 16,0 3 0-16,0-2 0 0,0-1 0 0,0 1 0 31,0 0-62-31,3-3-15 0,-3 0-3 0,0-1-1 15,3 1-178-15,-3-8-35 0,-3 11-7 0,3-11-2 0</inkml:trace>
  <inkml:trace contextRef="#ctx0" brushRef="#br0" timeOffset="36336.206">10498 8674 1792 0,'0'0'51'0,"0"0"10"0,0 0-49 0,0-6-12 0,0 6 0 0,0 0 0 16,0 0 105-16,0 0 19 16,0 0 3-16,0 0 1 0,0 0-15 0,0 0-2 0,0 0-1 0,0 0 0 15,3 3-38-15,0 5-8 0,0 0-2 0,0 5 0 16,0 3-22-16,0 0-4 0,0 5 0 0,0 3-1 16,3-3-23-16,-3 3-12 0,3 2 12 0,-3 1-12 15,3-4 12-15,-3 4-12 0,0 2 12 0,2 3-12 16,-2 2-15-16,0 1-9 15,0-1-3-15,0 3 0 0,0-5 43 0,0-3 9 0,0 0 2 0,0-3 0 16,0 1-43-16,-3-6-9 0,0-2-2 0,0 2 0 16,0-5-29-16,0 0-7 0,0-3-1 0,0 3-751 15,3-3-150-15</inkml:trace>
  <inkml:trace contextRef="#ctx0" brushRef="#br0" timeOffset="36761.789">11007 8914 2419 0,'0'0'53'0,"0"0"11"0,-3-5 3 0,0 0 1 0,0-3-55 0,0 3-13 0,0-1 0 0,0 1 0 16,-3 0 105-16,3 2 19 0,0-2 3 0,0 2 1 16,3 3-76-16,0 0-16 0,-9 0-2 0,3 5-1 15,-3 3-22-15,3 0-11 0,0 5 10 0,1 1-10 16,-1 4 0-16,0 1 0 0,0 2 0 0,0 3 0 16,3 2 0-16,3 3 0 0,-3 3 0 0,6 0 0 15,0-3 0-15,0 3-8 0,3-6 8 0,3 3 0 16,-1-5-9-16,4-3 9 0,0-2-13 15,3-3 5-15,0-3-15 0,3-3-2 0,0-2-1 0,0-2 0 16,5-6 26-16,-2 2 0 0,-3-4 0 0,3-1 0 16,-3-2 17-16,0-3 9 0,0 0 2 0,-1-3 0 0,-2-2 6 15,-3-3 2-15,0 0 0 0,0-2 0 0,-3-3-36 16,-3-3 0-16,0-3 0 0,-3 4 0 16,3-4 58-16,-6 1 5 0,0 2 1 0,-3-3 0 0,0 4-64 0,-3 1-16 15,0 4-2-15,-3-1 0 0,-3 1 18 0,0 2 0 16,0 3 0-16,-6-1 0 0,1 4 0 0,-4 2-15 15,-3 3 3-15,0 2 1 16,3-2-21-16,-3 5-4 0,4 0 0 0,-1 2-1 16,3 4-164-16,3-1-33 0,3 0-6 0,0 0-2 0</inkml:trace>
  <inkml:trace contextRef="#ctx0" brushRef="#br0" timeOffset="37512.219">11763 8867 1792 0,'-3'-11'51'0,"3"11"10"0,0-5-49 0,-3-3-12 0,3 0 0 0,-3 3 0 16,3-3 105-16,-3 0 19 0,0 3 3 0,0-1 1 15,-3 1 0-15,3 0 0 0,-3 2 0 0,0 0 0 16,-3 1-79-16,3 2-15 0,-3 2-3 0,1 1-1 15,-1 2-4-15,-3 1-1 16,0 4 0 15,3 1 0-31,-3 5-14 0,3-3-3 0,-3 3-8 0,3 2 12 0,0-2-12 0,3 0 0 0,0 3 0 0,3 2 0 16,3 0 0-16,0 5 0 0,3-2 0 0,3 5 0 0,3-5 0 0,3 3 0 0,3-4 0 0,0 1 0 16,0-5 0-16,3-1 0 0,0-2-8 0,2-3 8 15,4 1 0-15,-3-4-10 0,6-5 10 0,0 1-8 16,-1-6 8-16,1 0 0 0,0-3 0 0,3-2 0 15,-3-3 0-15,-4 0 14 0,4-3-3 0,-3-2-1 16,-3-3 9-16,-6 0 1 0,0 0 1 0,-1-5 0 16,-5 0 6-16,0 0 1 0,0 2 0 0,-3-2 0 15,-3 0-8-15,-3 0-2 0,0 2 0 0,-3-2 0 16,0 3-9-16,-3-3-1 0,-3 2-8 0,-3-2 12 0,-2 2-12 0,-4 1 0 16,0 2 8-16,-6 3-8 0,0-1 0 15,-3 4-16-15,-2-1 3 0,-4 3 1 16,3 3-93-16,0 2-19 0,4 1-3 0,-1 2-717 15,3 2-144-15</inkml:trace>
  <inkml:trace contextRef="#ctx0" brushRef="#br0" timeOffset="37996.998">12525 8711 2188 0,'0'0'48'0,"3"-6"11"0,-3-2 1 0,3 0 1 0,0 1-49 0,0-4-12 0,0 3 0 0,-3 0 0 0,3 0 105 16,0 0 19-16,0 3 3 0,-3 0 1 0,0-1-52 16,0 6-9-16,3-5-3 0,-3 5 0 15,0 0-15-15,0 0-3 0,0 0-1 0,0 0 0 0,0 0-21 0,0 8-5 16,0 3-1-16,3 4 0 0,-3 1-18 0,3 3 0 15,0 2 0-15,0 3 0 16,0 2 0-16,0-2 0 0,0 3 0 0,3-1 0 0,-3-2 0 0,0 2 0 16,2 1 0-16,-2 2 0 0,3 0 0 15,-3 0 0-15,3 5 0 0,0 3 0 0,0-2 0 16,0-3 0-16,0-1 0 0,-3-2 0 0,3-2 0 0,-3-3 0 16,0-3 0-16,3-3 0 0,-6-2 0 0,3 0 0 0,0-3 0 15,-3 1 0-15,0-1 0 0,3-5 0 16,-3 2 0-16,0-2 0 15,0-2-96-15,0-6-25 0,3 5-6 0,3-2-1 16,-3-3-102-16,6-3-21 0,9-13-4 0,-1 5-1 0</inkml:trace>
  <inkml:trace contextRef="#ctx0" brushRef="#br0" timeOffset="38430.765">13129 8644 1954 0,'0'0'43'0,"0"0"9"0,-3-5 1 0,0 0 3 0,3 0-45 0,0-1-11 0,-3 1 0 0,3 0 0 16,0-1 105-16,0 1 19 0,3 2 4 0,-3-2 1 15,0 3-52-15,0 2-10 0,3-6-3 0,0 4 0 0,-3 2 0 16,0 0 0-16,3-3 0 0,-3 3 0 15,0 0 0-15,0 0 0 0,0 0 0 0,6 5 0 0,-3 1-51 16,0 1-13-16,3 7 0 0,-3-1 0 0,0 5 54 0,-3 4 8 16,3 4 2-16,0 1 0 0,-3 2-52 0,0-3-12 15,3 3 0-15,-3 0 0 0,0-2 0 0,0-1 0 16,0 1 0-16,0-1 0 0,-3 3 0 16,0 3 0-16,3 0 0 0,-3 2 0 0,0 1 0 0,0-4 0 0,0-2 0 15,0 1 0-15,0-7 0 0,0-1 0 0,0-1 0 16,0 0 0-16,3-5 0 0,-3 0 0 0,0-3 0 0,3 0 0 31,0-2-56-31,-3-1-4 0,3 1 0 0,0-3-1 16,3 0-105-1,0 0-21 17,0-3-4-32</inkml:trace>
  <inkml:trace contextRef="#ctx0" brushRef="#br0" timeOffset="43610.086">15463 9629 2188 0,'0'0'48'0,"0"0"11"0,0 0 1 0,0 0 1 0,0-3-49 0,0 3-12 0,3-5 0 0,0 2 0 15,-3 3 105-15,0 0 19 0,3-5 3 0,-3 5 1 16,0 0-52-16,0 0-9 0,0 0-3 0,0 0 0 15,0 0-51-15,0 0-13 16,-6 0 0-16,0 3 0 0,-3-1 0 0,3 3-12 0,-3 1 3 0,-3-1 0 0,3 3 9 16,-3 3 0-16,0-1-9 0,1 1 9 15,-4 2-13-15,0 0 1 0,0-2 1 0,-3 2 0 0,0-2 11 0,0 2-13 16,3 0 5-16,-2-2 8 16,5-1-35-16,-3 3 1 0,6-2 0 0,-3 2 0 0,6-2 34 0,-3-1 0 15,3 4 0-15,3-4 0 0,3-2 0 0,0 3 0 16,3-1 0-16,3-2 0 0,3 0 0 0,0 3 0 15,3-3 0-15,0 0 0 0,6 0 0 0,-1-3 0 16,4 0 0-16,0-2 0 0,-3 0 0 0,3-3 0 16,3 0 0-16,-3 0 0 0,5-3 0 0,-2-2 0 15,3 2 0-15,-3-2 0 16,2-1-58-16,-5 1-5 0,3 0-1 0,-6-1 0 16,0-1-51-16,-3 1-10 0,-3-2-3 0,-3 3 0 15,-3 0 0-15,-1-3 0 0,-2 3 0 0,-3-3 0 0,-3 0 103 0,1 0 25 0,-4 0 0 0,-3-3 0 31,3 1 95-31,-6-1 24 0,0 0 5 0,0-2 0 0,0 3 6 0,0 2 1 0,-3-6 0 0,3 7 0 16,0-4-54-16,1 3-10 0,-1 0-3 0,3 0 0 16,0 3 0-16,0 0 0 0,3-1 0 0,3 1 0 15,-3 2-14-15,6 3-3 0,0 0-1 0,0 0 0 16,0 0-22-16,0 0-5 0,0 0-1 0,0 0 0 16,3 6 17-16,3-1 3 0,-3 3 1 0,3 0 0 15,0 2-16-15,3 4-3 0,-3-1-1 0,0 5 0 31,6 3-10-31,-7 3-1 0,1 5-8 0,0 6 12 0,0-3-12 0,0-1 8 0,0-2-8 0,-3 3 0 16,3-5 8-16,-3-1-8 0,0-2 0 0,0 0 9 16,0-6-9-16,0 1-9 0,-3-1 9 0,3 1-13 15,-3-3-25-15,3 0-5 0,-3-1-1 0,3 1 0 16,-3-2-89-16,3-1-19 0,0 0-3 0,0-2-1103 16</inkml:trace>
  <inkml:trace contextRef="#ctx0" brushRef="#br0" timeOffset="44683.389">15808 10081 1866 0,'0'0'52'0,"0"0"13"0,0 0-52 0,0 0-13 0,0 0 0 0,0 0 0 16,0 0 124-16,0 0 23 15,0 0 4-15,0 0 1 0,0 8-48 0,0 0-8 0,3 0-3 0,-3 3 0 16,0-1-44-16,-3 1-9 0,3 2-1 0,-3 3-1 16,0 0-24-16,0 2-5 0,0 1-1 0,0 2 0 15,3-2-8-15,-3 2 0 0,3-3 0 0,0 3-11 16,0-5-37-16,3 0-7 0,0 0-1 0,0-3-1 16,0-2-160-16,0-1-32 0</inkml:trace>
  <inkml:trace contextRef="#ctx0" brushRef="#br0" timeOffset="45033.052">16091 10290 2530 0,'0'0'56'0,"-3"-5"11"0,0 0 2 0,0-1 3 0,-3-2-58 0,3 3-14 15,-3 0 0-15,-3 2 0 0,3-2 94 0,0 5 16 16,-3-3 3-16,-3 3 1 0,4 0-49 0,-1 3-9 16,0 2-3-16,-3 3 0 0,3 0-25 0,3 3-6 62,-3 2-1-62,3 0 0 0,0 0-21 0,0 3 9 0,0 0-9 0,3 0 0 0,0 0 0 16,3 0 0-16,3-3 0 0,0 0 0 0,0-2 0 0,3-1 0 0,3 1 0 0,0 0 0 0,0-6-10 0,3 3-2 0,0-6-1 0,3 4 0 0,-1-4-3 0,1-2 0 15,3 0 0-15,0-2 0 0,-3-4 16 0,3-1 0 0,-3 1-10 0,-3-2 10 16,2-2 0-16,1-1 0 16,-3-2 0-16,0 0 8 0,0-1-8 0,-3-1 0 0,0-4 0 0,-3 3 0 15,0-2 31-15,-3 2 4 0,0-3 1 0,-3 3 0 16,0 0-23-16,-3 1-4 0,-3 1-1 0,0 1 0 15,-3 3-8-15,0-1 0 0,0 3 9 0,-6 0-9 16,3 0 0-16,-3 3-16 0,-2-3 2 0,-1 5 1 16,0 1-84-16,-3-1-17 0,3 3-3 0,0 0-770 15,0 0-153-15</inkml:trace>
  <inkml:trace contextRef="#ctx0" brushRef="#br0" timeOffset="45794.7">17136 10116 1552 0,'0'0'44'0,"0"0"10"0,-6 5-43 0,6-5-11 0,0 0 0 0,0 0 0 16,0 0 156-16,0 0 28 0,0 0 7 0,0 0 1 16,0 0-52-16,0 0-9 0,0 0-3 0,6 0 0 15,3 3-73-15,6-3-15 0,-1 2-4 0,7-2 0 16,6 0 4-16,0 0 0 0,3 3 0 0,2-3 0 16,1 0-15-16,3-3-2 0,6 3-1 0,5-2 0 15,4 2-10-15,-1-3-3 0,1 3 0 0,0-3 0 16,-4 1-9-16,4-1 0 0,-4 3 0 0,7-3 0 0,-6 1 0 0,-4-1 0 15,-2 3 8-15,0-3-8 0,-10 1 17 0,-2-1 2 16,-3 3 0-16,-6-3 0 16,-3 1-67-16,-4-1-12 0,-2 1-4 0,-6-1 0 0,0-2 52 0,-3 2 12 15,-3-2 0-15,0-1 0 16,-6 1 0-16,0 0 0 0,0 0 0 0,-5-3 0 31,-1 2 0-31,-3-2 0 0,-3 0 0 0,-3-2 0 0,-3 2 0 16,3-5 0-16,-5 2 0 0,-1-2 0 0,3 0 26 0,0-3 8 0,0 2 2 0,-2 1 0 0,5 3-7 0,3-4-1 0,0 4 0 15,3-1 0-15,3 3-28 0,3 0 0 0,0 0 0 0,6 1 0 16,0 1 21-16,0 4-1 0,6-4-1 16,0 4 0-16,3-1-7 0,3 0-2 0,3 3 0 0,3 0 0 15,3 3 5-15,3 2 1 0,3 1 0 0,2-1 0 16,-2 3-4-16,0 2 0 0,0 4 0 16,-3-4 0-16,2 3-12 0,-5 3 9 0,0 0-9 0,-3 3 8 15,-3-3-8-15,0-1 0 0,-3 4 0 0,-3-3 0 16,0 0 0-16,-3 0 0 0,-3 0 0 0,0 2 0 15,-6-2 0-15,0-3 0 0,-6 3-12 0,0-3 12 32,-3-2-52-32,-3 2-2 0,-3-2-1 0,1-3 0 0,-4 0-7 0,0-1-2 15,0 1 0-15,-3 0 0 0,1-5-102 0,2 2-21 0,0-2-4 0,0 0-1 16</inkml:trace>
  <inkml:trace contextRef="#ctx0" brushRef="#br0" timeOffset="46715.098">16031 4705 1573 0,'0'0'34'0,"0"0"7"0,3 2 2 0,3-2 2 16,0 3-36-16,-6-3-9 0,6 0 0 16,0 3 0-16,-6-3 122 0,0 0 22 0,3 2 5 0,3 1 1 31,-6-3-25-31,3 2-5 0,-3-2 0 0,3 3-1 0,0 2-24 0,-3 1-5 0,0-1-1 0,3 3 0 16,-3 3-34-16,0 2-7 0,0-5-2 0,0 5 0 15,0 0-22-15,0 3-4 0,-3 0 0 0,3 0-1 0,-3 0-19 0,0 0 0 16,3-1 8-16,-3 4-8 0,0-3 0 0,3 2 0 0,0 1 0 15,0-1 0-15,0 1 0 0,0-3-12 0,0 0 1 16,0 0 1 0,3-3-34-16,-3 0-6 0,3-5-2 0,3 2 0 15,0-2-100-15,0 0-21 0,3-8-4 0,0 0-1 16,3 0-25-16,0-8-5 0,3 0 0 0,-1 1-1 16,1-1 67-16,-3-6 14 0,3 4 2 0,0-6 1 15,-3 3 49-15,0-1 9 0,3-1 3 0,-6-1 0 0,-3 5 204 0,0-5 42 0,-1 3 8 0,-2 0 2 16,-3 2 51-16,0 1 10 0,0 2 3 0,-3 0 0 15,3 0-103-15,-2 3-20 0,-4-1-4 0,3 4-1 16,-3-1-66-16,0 3-14 0,0 0-2 0,0 0-1 16,0 3-21-16,0-1-4 15,0 4 0-15,0 1-1 0,0 1-19 0,0 3 0 0,3-3 0 0,0 5 0 16,0-2 0-16,0 2 0 16,3 0 0-16,0 0 0 0,0 1 0 0,3-1 0 0,3 0 0 0,0-2 0 15,0-1 0-15,3-2 0 16,3 3 0-16,0-6 0 0,0-2 0 0,0-1-14 0,2 1 1 0,-2-6 0 15,3 1 13-15,0-4 0 0,-3-1 0 0,3 1-9 0,-3-7 17 16,0 2 3-16,0 1 1 0,-3-1 0 0,-4-2-12 16,1 2 0-16,0-2 0 0,-3 0 8 0,-3 0 24 15,0-1 5-15,0 4 1 0,-3 2 0 16,0-8-24-16,-3 6-5 0,1-1-1 0,-4 0 0 0,0 1-18 0,0-1-4 16,-3 6-1-16,-3-6 0 15,3 3-70-15,-3 3-15 0,3 2-2 16,-3 3-790-16,0 0-159 0</inkml:trace>
  <inkml:trace contextRef="#ctx0" brushRef="#br0" timeOffset="47333.974">15903 6271 1958 0,'-3'-5'43'0,"1"-1"9"0,-1 4 1 0,0-4 3 0,0 1-45 0,3 5-11 15,-3-5 0-15,3 5 0 0,0 0 104 0,0 0 20 0,0 0 3 0,0 0 1 16,0 0-52-16,0 0-9 16,0 0-3-16,0 0 0 0,0 8 0 0,0 0 0 0,0 2 0 0,-3 4 0 15,3 1-32-15,0 4-6 0,0 0-2 0,0 2 0 16,0-3-16-16,3 3-8 0,-3-2 8 0,0 2-8 15,3-2 0-15,-3-1 0 0,0 1-12 0,3-1 12 32,-3-2-47-32,3 0-1 0,0 0-1 0,-1 0 0 47,1-3-92-16,3 0-19-31,0-2-3 0,0-3-561 0,3-3-113 0</inkml:trace>
  <inkml:trace contextRef="#ctx0" brushRef="#br0" timeOffset="47611.727">16139 6549 1958 0,'3'-5'43'0,"0"-1"9"0,0-2 1 0,0 0 3 0,-1-2-45 0,-2 2-11 0,0-3 0 0,0 3 0 0,0-2 156 0,0 2 28 0,-2 0 7 0,2 0 1 16,-3 3-100-16,-3 2-20 0,6 3-4 0,0 0-1 16,-6 0-13-16,0 3-2 0,0-1-1 0,0 4 0 15,0-1-27-15,0 3-6 0,0 0-1 0,0 0 0 0,3 2-17 0,0 1 0 16,0-1 0-16,0 4 0 0,0-4 0 0,3 3 0 16,3 1 0-16,0-1 0 0,0 0 0 0,3 0 0 15,0 1 0-15,3-4 0 0,0 3 0 0,0-5-11 16,0 0 2-16,0-2 0 0,-1-4 9 0,4 1 0 15,-3-3 0-15,0-3-8 0,0 1 8 0,0-4 9 16,0 1-1-16,0-3-8 0,0 0 28 0,0-2 0 16,-3-1-1-16,0 0 0 0,0 1 1 0,-3-1 1 0,0-2 0 15,-3 0 0-15,0 2-7 0,0-2-2 16,0 2 0-16,-3-2 0 0,-3 3-20 0,0-1 0 0,0 0 0 0,-3 1 0 16,0-1 0-16,0 1 0 0,0 2-10 0,-3 0 10 31,3 0-80-31,-3 3-10 0,-3 2-2 0,1-2-852 15,-4 2-170-15</inkml:trace>
  <inkml:trace contextRef="#ctx0" brushRef="#br0" timeOffset="48449.408">14615 10005 1479 0,'0'0'32'0,"-6"0"8"0,0 2 0 0,-3 1 2 0,3-3-34 0,0 0-8 15,3 2 0-15,3-2 0 0,0 0 108 0,-6 0 20 16,6 0 4-16,-6 3 1 0,6-3-55 0,0 0-11 0,0 0-3 0,0 0 0 16,0 0 52-16,0 0 9 15,0 0 3-15,0 0 0 0,0 0-103 0,0 0-25 0,0 5 0 0,0-5 0 16,0 6 56-16,6-1 7 0,0 0 1 0,0-2 0 31,6 2-52-31,0-2-12 0,0 0 0 0,5 2 0 0,1 0 54 0,3-2 8 0,0-3 2 0,3 5 0 16,-3-5-64-16,5 3-26 15,-2-3 2-15,0 0 0 0,0 0 6 0,-3 0 2 0,2 0 0 0,-5 0 0 32,0-3-109-32,-3 3-22 0,-3-3-4 0,0 1-637 0,-3-1-127 0</inkml:trace>
  <inkml:trace contextRef="#ctx0" brushRef="#br0" timeOffset="48654.365">14740 9909 2113 0,'0'0'46'0,"-6"-5"10"0,0 0 1 0,0-3 3 0,3 0-48 0,-3 0-12 0,3 0 0 0,-3 3 0 16,3-3 108-16,3 2 20 0,0 6 3 0,0 0 1 15,-3-2-36-15,3 2-8 16,0 0 0-16,0 0-1 0,0 0-29 0,0 0-6 0,0 0 0 0,0 0-1 16,0 0-19-16,3 8-3 0,-3 0-1 0,3 2 0 0,0 3-6 0,0 3-2 15,0 0 0-15,0 3 0 0,0 2-8 0,0-3-1 16,-3 4-1-16,3-1 0 0,0-3-10 0,-3 1 0 15,3-1 0-15,-3 1 8 0,3-3-8 0,-3 0 0 16,3-3-12-16,0 3 12 16,-3 0-40-16,3-1-1 0,0 1 0 0,0 0 0 15,0 3-126-15,2-3-25 0,1 2-4 0</inkml:trace>
  <inkml:trace contextRef="#ctx0" brushRef="#br0" timeOffset="49753.172">19353 9870 1690 0,'0'0'48'0,"0"0"11"0,-6 0-47 0,0-3-12 0,-2 3 0 0,2-3 0 15,0 3 177-15,0 0 34 0,0-2 6 0,-3 2 2 16,3 2-124-16,0-2-25 0,0 3-5 0,0 0-1 15,0-1 0-15,0 6 0 0,0 0 0 0,0 0 0 16,0 3 0-16,0 2 0 0,0 0 0 0,0 3 0 31,0 0-64-31,0 2-17 0,3 1-2 0,0-3 0 0,0 2 19 0,3-2 0 0,3 3 0 0,0-3 0 16,3-1 0-16,0-1-8 0,3 2 8 0,0-3 0 16,6-3 0-16,-3 4-12 15,6-4 12-15,-3-2-10 16,6 0-22-16,-4 0-5 0,1-3-1 0,3-5 0 0,0 0 38 0,0 0 0 0,3-2 0 0,2-4 0 15,1 1 16-15,-3 0 12 0,3-1 1 0,-3 1 1 16,-1-3-48-16,-2 3-10 16,0-3-1-16,-6-3-1 0,0 1 75 0,-3-1 15 0,-3 1 4 0,-3-4 0 15,-3 1-53-15,0 0-11 0,-6 0 0 0,0-3 0 16,-3 0 0-16,-3-3 0 0,0 4 0 0,-6-4 0 16,0 1 0-16,-3 2 0 0,-3 0 0 0,1 3 0 15,-4-1 0-15,0 4 0 0,0 4 0 0,0 1 0 16,3 3-21-16,1-1-11 0,2 3-3 0,-3 0 0 15,6 3-98 1,-3-3-20-16,3 5-4 0,3-3-1 0,-2 4-78 0,5-4-16 0,0 9-4 0,9-11 0 0</inkml:trace>
  <inkml:trace contextRef="#ctx0" brushRef="#br0" timeOffset="50263.018">20327 9930 1792 0,'-9'-8'51'0,"6"3"10"0,0-3-49 0,-3 3-12 0,3-3 0 0,-3 0 0 15,3 0 105-15,-3 0 19 0,0 0 3 0,0 3 1 16,-3 0 0-16,3-1 0 0,0 1 0 0,0 2 0 15,0 1-52-15,0 2-9 0,0-3-3 0,0 6 0 16,1-1 0-16,-1 4 0 0,-3 2 0 0,3 0 0 16,0 2-51-16,-3 3-13 0,3 1 0 0,0-1 0 15,-3 3 0-15,3 0 0 0,0 0 0 0,3 2 0 16,0-2 0-16,3 0 0 0,3 0 0 0,0 0 0 16,3-3 0-16,0 3 0 0,3 0 0 0,0-3 0 0,3-3 0 15,3 1 0-15,2-6 0 0,1 3 0 0,6-5 0 16,0 2 0-16,3-2 0 0,3-3 0 15,-1 0 0-15,-2-3 0 0,3 3 0 0,-3-5 0 0,-1 0 0 0,-5-3 0 16,0 0 0-16,-3-3 0 16,-3 0 0-16,0 1 0 0,-6-3 0 0,3 2 0 0,-6-2 0 0,-1-3 0 15,-2 0 0-15,-3-2 0 0,0-1 54 0,-3-2 8 16,3 2 2-16,-5 1 0 0,-4-3-52 0,-3 0-12 16,-3 2 0-16,-3 0 0 0,0-2 0 0,-3 5 0 15,-3 3 0-15,-5 3 0 16,-1-1-48-16,0 3-13 0,-3 0-3 0,1 3 0 15,5 2-51-15,0 1-10 16,0 2-3-16,3 0 0 0,4 0-51 0,2 0-10 0,-12-6-3 0,12 6 0 0</inkml:trace>
  <inkml:trace contextRef="#ctx0" brushRef="#br0" timeOffset="50844.759">21086 9655 1482 0,'0'0'42'0,"0"0"9"0,0 0-41 0,0-5-10 0,0 0 0 0,0-1 0 16,0 1 152-16,0 5 28 15,0 0 5-15,0 0 2 0,0-3-51 0,0 3-11 0,0 0-1 0,0 0-1 16,0 0-31-16,0 0-7 0,0 0-1 0,0 0 0 16,0 0-28-16,0 0-7 0,3 3-1 0,3 5 0 15,-3-3-14-15,0 6-3 0,0 2-1 0,0 0 0 16,-3 3-9-16,3 0-1 0,-3 0-1 0,3 3 0 15,-3 2-7-15,0 0-2 0,3 3 0 0,-3 2 0 16,2 3-10-16,1-2 0 0,0 2 0 0,0 0 8 16,0-5-8-16,0 0 0 0,0-1 0 0,3 1 0 15,-3-3 0-15,3-2 0 16,0-3 0-16,0 0 0 0,0-3 0 0,0 0 0 0,0-2-9 0,0-1 9 16,0 1-42-16,0-1-2 0,0-2 0 15,0 3 0 1,0-6-121-16,3 3-25 0,-3-3-5 0,3 1-970 0</inkml:trace>
  <inkml:trace contextRef="#ctx0" brushRef="#br0" timeOffset="51533.514">21961 9854 2188 0,'0'0'48'0,"0"0"11"0,0 0 1 16,0 0 1-16,0 0-49 0,0 0-12 0,-6-3 0 0,6 3 0 15,-6-3 96-15,0 3 16 0,-3 3 3 0,0 0 1 0,0-1-48 0,0 6-8 16,-3-2-3-16,3 4 0 0,-2 1-28 0,-1 5-5 16,-3-1-2-16,3 1 0 0,0 6-22 0,0-4 9 15,0 3-9-15,0 3 0 0,3-3 0 0,-3 0 0 16,3 1 0-16,3-1 0 0,1 0 0 0,2-3 0 16,0 1 0-16,3-1 0 0,3 1 0 0,0-3 0 15,2 2 0-15,4 1 0 0,0-3-14 0,3 2 3 16,0-4 1-16,0-1 0 15,3-3 10-15,0-2-10 0,3 0 10 0,3-3-10 0,2 1 10 0,-2-6 0 0,6 0 10 0,-3-3-10 16,3-2 17-16,-4 0-2 0,1-3-1 0,0-3 0 16,-3 3 3-16,0-2 1 15,-3-4 0-15,-1 1 0 0,-5 0 10 0,0-3 1 0,-3 3 1 0,0-3 0 16,-6 0-4-16,0 0-1 0,0 0 0 0,-6-2 0 16,0-1-9-16,-3 1-1 0,-3-1-1 0,-6-2 0 15,0 0-14-15,-2 0 11 0,-4-1-11 0,-3 4 10 16,-3-3-10-1,-3 5 0-15,4-3 0 0,-4 6 0 16,3 3-23-16,3-1-9 0,3 3-3 0,1 3 0 0,-1-3 15 0,6 3 2 0,0-1 1 0,3 4 0 31,3-1-75-31,0 0-16 0,0 3-2 0,3 0-1 0,6 0-131 16,0 0-26-16,0 0-6 0,0 0-1 0</inkml:trace>
  <inkml:trace contextRef="#ctx0" brushRef="#br0" timeOffset="52144.698">22666 9822 1552 0,'0'0'44'0,"-3"-5"10"0,0-1-43 16,0 1-11-16,0 0 0 0,0-1 0 0,3 6 140 0,-3-5 27 0,3 5 5 0,-3-2 0 15,3 2-46-15,0 0-10 16,0 0-1-16,-5-3-1 0,5 3-37 0,-6-3-7 0,6 3-2 0,-9 0 0 16,3 3-32-16,0 0-8 0,0 2 0 0,-3 0-1 15,0 6-19-15,0-1-8 0,-3 4 8 0,3-1-8 16,-3 3 0-16,3 2 0 0,3 3 0 0,0 0 0 16,0 1 0-16,3-1 0 0,3-3 0 0,3 4 0 15,0-4 0-15,3 1 0 0,6-1 0 0,0 1 0 16,0-1-16-16,3-2 4 0,0-3 0 0,3 0 1 0,0-5 11 15,-1 0-12-15,4-2 12 0,3-4-12 16,0 1 12-16,0 0 0 0,3-3 0 0,-4 2 0 0,4-2 9 0,-6-2 4 16,0-1 1-16,0 0 0 0,-4-2 14 0,1-3 2 15,-3 0 1-15,0 0 0 16,-3-2 9-16,-3-1 1 0,-3-2 1 0,0 0 0 0,-3-3-13 0,-3 0-2 16,-3-3-1-16,-3 1 0 0,0-3-10 0,-6-3-3 15,-3 0 0-15,-3 0 0 0,-3 0-13 0,-5 3 9 16,-1 0-9-16,-3 5 8 15,-3 0-44-15,1 6-8 0,-1 2-3 0,-3-3 0 0,3 6 38 0,-2 0 9 0,-1-1 0 16,-6 4 0 0,7 2-226-16,-7 0-43 0,-38-3-9 0,23 11-2 0</inkml:trace>
  <inkml:trace contextRef="#ctx0" brushRef="#br0" timeOffset="56638.998">14823 11537 1911 0,'0'0'42'0,"-6"0"9"0,6 0 1 0,-9 0 2 0,9 0-43 0,0 0-11 0,0 0 0 0,0 0 0 16,0 0 126-16,0 0 23 0,0 0 5 0,0 0 1 16,0 0-57-16,0 0-11 0,0 0-3 0,0 0 0 15,0 0-28-15,0 0-5 0,0 0-2 0,6 0 0 16,0 0-17-16,0 0-4 0,0 0-1 0,3 0 0 16,3 2-8-16,0-2-2 0,3 3 0 0,-4-3 0 0,7 0-9 15,-3 0-8-15,3 0 12 0,3-3-12 16,3 1 8-16,-1-1-8 0,4-2 0 0,3 2 0 15,3-2 0-15,-3-1 0 0,2 4-8 0,1-1 8 16,-3 0-58-16,0 1-6 16,-4-1 0-16,1-2-1 0,-3 2-102 0,0-2-20 0,-3 0-4 0,-1-1-897 15</inkml:trace>
  <inkml:trace contextRef="#ctx0" brushRef="#br0" timeOffset="57354.435">15787 11275 1976 0,'0'0'44'0,"6"-6"8"0,0 1 3 0,0-3 0 0,0-3-44 0,3 4-11 0,0-1 0 0,0 0 0 16,-3-3 100-16,3 3 19 0,-3-2 3 0,0 2 1 15,0 0-47-15,-3 2-10 0,0-2-2 0,0 6 0 16,-3 2 0-16,0 0 0 0,0 0 0 0,0 0 0 15,0 0-51-15,-6 0-13 0,-3 2 0 0,0 4 0 16,0-1 0-16,-3 3 0 0,0 3 0 0,-3-1 0 16,0 3 0-16,0 1 0 0,-2-1 0 0,-1 0 0 15,-3 3 0-15,-3 0 0 0,3-3 0 0,-3 3 0 32,4-3 0-32,-1 0 0 0,3-2 0 0,0 2 0 0,3 0 8 0,0-2-8 0,3 0 11 0,3-1-11 15,3-2 0-15,1 0 0 0,5 3 0 0,-3-3-12 16,6 0 12-16,-1-1 0 0,1 1 0 0,6 0 0 15,0 0 0-15,3-2 0 0,3-1 0 0,3 0-9 0,0 0 9 16,3-2 0-16,0 2 0 0,-1-2 0 0,1 0 0 0,0-1 0 16,0-2 0-16,0 0 0 15,-3-2 0-15,-1-1 0 0,1-2 0 0,3 2 0 0,-3-2 0 0,0 0 0 16,-3 2 0-16,0-2 0 0,-1-1 0 0,-2 1 0 16,0 0 0-16,-3-1 0 15,0 1-98-15,-3-3-24 0,0 3-5 0,0 0-1 16,-3-1-102-16,0-2-21 0,0 3-4 0,-3 0-1 15,0-3 52 1,0 0 9-16,0 3 3 0,-3-3 0 0,0 0 153 0,-3 0 39 0,0-3 0 0,0 1 0 0,-3-1 95 0,0-2 26 0,3 2 6 16,-3-2 1-16,0 0 51 0,1 0 10 15,-1 2 3-15,0-2 0 0,3-1-52 0,-3 1-9 0,6 3-3 0,-3-4 0 16,3 7-51-16,0-1-10 0,0 0-3 0,0 2 0 16,3 1 0-16,0 5 0 0,0 0 0 0,0 0 0 15,0 0 0-15,0 0 0 0,0 0 0 0,3 5 0 16,0 6-51-16,0 0-13 0,-3 2 0 0,3 3 0 15,0 2 28-15,0-2 2 0,-3 3 1 0,3 2 0 16,0 0-16-16,0 0-3 0,-3 0-1 0,3 3 0 16,0 0-11-16,-3 5 8 0,6 0-8 0,-6 5 8 15,3-4 8-15,0 1 2 16,-3-4 0-16,3-1 0 0,0-2-29 0,-3-3-5 0,0 0-2 0,0-2 0 16,0-3 3-16,0 0 1 0,0-6 0 15,0 1 0-15,3-1-23 0,-3-2-5 0,0-2-1 16,0-6 0-1,5 2-161-15,1-2-33 0,0-2-7 0</inkml:trace>
  <inkml:trace contextRef="#ctx0" brushRef="#br0" timeOffset="57569.82">16145 11441 2563 0,'0'0'56'0,"0"0"12"0,0 0 3 0,0 0 1 15,-6 0-58-15,6 0-14 0,0 0 0 0,-6 6 0 0,0-4 72 0,3 4 12 16,0-1 3-16,0 5 0 0,0-2-29 0,0 3-6 15,0 0 0-15,3 2-1 0,-3 0-11 0,3 3-3 16,-3 2 0-16,3-2 0 0,0 0-10 0,0 0-3 0,-3-3 0 0,3 3 0 16,0 0-14-16,0-3-10 0,-3 0 12 0,3 1-12 15,0-4 0-15,0 3 0 0,3 1-10 0,-3-6 10 32,3 2-45-32,0-2-2 0,0-3 0 0,0 1 0 15,3-4-122-15,0 1-25 0,0-3-5 0,0-3-981 0</inkml:trace>
  <inkml:trace contextRef="#ctx0" brushRef="#br0" timeOffset="57916.936">16255 11677 1792 0,'0'0'51'0,"0"-6"10"0,0 1-49 0,0 0-12 0,-3 0 0 0,3-1 0 16,-3-2 208-16,0 3 38 0,3-3 8 0,-3 3 2 15,0 0-118-15,3-1-23 0,0 6-5 0,0 0-1 16,0 0-45-16,0 0-8 0,0 0-3 0,-6 6 0 16,3-4-26-16,-3 6-6 0,3-3-1 0,3 3 0 46,-3 3-20-46,3-3 9 0,-3 2-9 0,3 1 0 0,3-3 0 0,-3 3 0 0,3-3 0 0,0-1 0 0,0 4 0 0,3-3 0 16,0-3 0-16,0 3 0 0,3-2-19 0,0-1-1 16,0 0 0-16,-1-2 0 0,1-1-11 0,0-2-2 0,3 0-1 0,0 0 0 0,0-2 34 15,0-1 0-15,0 0 0 0,-3-2 0 0,3 0 0 16,-3 0 0-16,3-1 0 0,-6-2 0 0,2 0 44 0,-2 0 16 16,0-2 4-16,0-1 0 0,0-2-37 0,-3-3-7 15,0 0-2-15,0 0 0 0,-3-5-4 0,-3 3-1 16,0-3 0-16,-3 2 0 0,3 1 16 0,-6-1 3 15,0 3 1-15,1 3 0 16,-7 2-65-16,3 1-14 0,-3 2-2 0,0 3-1 16,0 2-75-16,-3 0-16 0,3 3-2 0,-3 0-1224 0</inkml:trace>
  <inkml:trace contextRef="#ctx0" brushRef="#br0" timeOffset="58654.974">17487 11603 1728 0,'0'0'38'0,"-6"2"8"0,6-2 2 0,0 0 0 0,-6 3-39 0,6-3-9 16,0 0 0-16,0 0 0 16,0 0 156-16,0 0 28 0,0 0 7 0,0 0 1 0,0 0-103 0,9 3-20 0,0-3-4 0,3 2-1 15,6-2 2-15,-3 3 0 0,5-3 0 0,4 3 0 32,3-3-16-32,0 2-3 0,3-2-1 0,-1 3 0 0,4-3-13 0,0 3-2 0,6-3-1 0,5 0 0 15,1 0-12-15,0 0-2 0,2 0-1 0,1-3 0 16,-4 0-15-16,-2 3 0 15,0-2 8-15,-1-4-8 0,-2 4 0 0,0-4 0 0,-3 1 0 0,-1 0 0 32,-5-1-24-32,-3 1-5 0,-3 3-1 0,-7-4 0 0,-2 4 30 0,0-4 0 0,-3 1 0 0,-6 2 0 15,0 1 0-15,-6 2 0 0,0-6 0 0,-3 4 0 32,0-4-57-32,-3 1-6 0,-3 0-1 0,-3 0 0 0,-3-1 52 0,1 1 12 0,-4 0 0 0,0-1 0 15,0-1 24-15,-6 1 7 0,3 1 1 0,0 0 1 16,1-1-17-16,2 1-4 15,-3-3-1-15,6 3 0 0,0 0 8 0,0-1 1 0,3 1 1 0,3 2 0 16,1-2 4-16,2 2 1 0,6 3 0 0,0 0 0 16,0 0-5-16,0 0-1 0,0 0 0 0,6 0 0 15,2-2-2-15,4 2-1 0,0 2 0 0,3-2 0 0,3 3 3 0,0 2 1 16,3-2 0-16,0 5 0 16,-4-3-9-16,4 3-1 0,-3 0-1 0,0 3 0 0,-3-1-10 0,-3 3 0 15,0-2 0-15,-3 2 8 0,0-2-8 0,-6 2 0 16,-1 0 0-16,1 1 0 0,-6 1 29 0,1-1 1 15,-4 2 0-15,0-3 0 16,-6 0-57-16,0-2-11 0,-3 2-2 0,0-5-1 16,-3 0 11-16,3 0 2 0,-3 0 1 0,1-3 0 15,2 0-129-15,0 0-25 0,3-2-6 0,0 0-1103 0</inkml:trace>
  <inkml:trace contextRef="#ctx0" brushRef="#br0" timeOffset="59186.166">19565 11306 1958 0,'0'0'43'0,"6"-5"9"0,-3 2 1 0,3 1 3 0,0-4-45 0,-4 4-11 0,4-3 0 0,0 2 0 0,0 0 156 0,0 1 28 0,-3-1 7 0,0 0 1 0,-3 3-103 0,6-2-20 0,-6 2-4 0,0 0-1 0,3 2-14 0,-3-2-3 0,3 3-1 0,0 0 0 0,3 2-10 16,-3 3-1-16,0 0-1 0,0 2 0 0,0 4-9 0,0-4-1 0,0 3-1 0,0 3 0 15,3 0-9-15,-3 0-2 16,3 0 0-16,-3 5 0 0,3 0-2 0,0 3-1 0,0 0 0 0,0 2 0 15,0 1-9-15,0-3 8 0,-1-1-8 0,-2 1 8 16,3-3 0-16,0 1-8 0,-3-1 12 0,3-3-4 16,0 1-8-16,-3-6 0 0,3 3 0 0,-3-6 0 15,0 1 0-15,0 0-9 0,3-3 9 0,-3 0-13 32,3-3-125-32,0 0-25 0,0-2-5 0,3-1-720 0,0-2-144 0</inkml:trace>
  <inkml:trace contextRef="#ctx0" brushRef="#br0" timeOffset="59522.905">20130 11415 2419 0,'0'0'53'0,"-3"-8"11"0,0 0 3 0,0 3 1 0,0-3-55 16,0 2-13-16,0 1 0 0,3 0 0 0,0 5 105 0,0 0 19 16,0 0 3-16,0 0 1 15,0 0-52-15,0 0-9 0,0 0-3 0,0 0 0 0,0 0 0 0,0 0 0 16,0 0 0-16,0 0 0 15,0 0-51-15,0 8-13 0,0 0 0 0,0 2 0 16,0-2 54-16,0 3 8 0,0 2 2 0,0 3 0 0,0 0-52 0,0 2-12 16,0 1 0-16,0 2 0 0,0 0 0 0,0 3 0 15,0-3 0-15,0 0 0 0,3 1 0 0,-3-4 0 16,0 1 0-16,0-4 0 0,0 1 0 16,0-2 0-16,0-1 0 0,0-3 0 15,0 4-48-15,0-4-13 0,0-2-3 0,3 0 0 16,0 0-102-16,0-3-21 0,0 1-4 0,3-4-1 0</inkml:trace>
  <inkml:trace contextRef="#ctx0" brushRef="#br0" timeOffset="60100.903">20937 11455 2188 0,'0'0'48'0,"-9"-3"11"0,0 0 1 0,0 1 1 0,0-1-49 0,0 0-12 16,-3 1 0-16,3 2 0 0,-2-3 105 0,-1 3 19 0,0 3 3 0,-3-1 1 15,3 1-29-15,-3 2-6 0,0 1-1 0,0 1 0 16,3 4-45-16,-3 0-10 15,4 2-1-15,-4 3-1 0,6 0-27 0,-3 2-8 0,3 1 0 0,3-1 0 16,0 1 10-16,3-1-2 0,3-2 0 0,0 3 0 16,0-4-8-16,6 1 0 0,0 0 0 0,3-3 0 15,6 1 0-15,-3-4 0 0,6 4 0 0,-1-7 0 16,7 1 0-16,-3 0 0 0,6-2 0 0,0 2 0 16,-1-6 0-16,1 1 0 0,3-3 8 0,-3 0-8 15,0-3 9-15,-1-2-9 0,1 0 10 0,-3-3-10 16,0 0 0-16,-3-3-20 15,-1 1 4-15,-2-1 0 0,-3 0 39 0,-3-2 8 0,-3 0 1 0,-3-3 1 16,-3-2-1-16,-3-4-1 0,-3 1 0 0,-3-3 0 16,-3 1-31-16,-6-1 0 15,0 0 0-15,-3 3 0 0,-5 2-16 0,2 3-10 0,-3 1-2 0,0 1 0 16,-6 1-20-16,4 2-5 0,-4 1-1 0,3 2 0 16,-3 0-147-16,6 0-30 0,-20-5-5 15,17 5-880-15</inkml:trace>
  <inkml:trace contextRef="#ctx0" brushRef="#br0" timeOffset="60555.834">21607 11309 2188 0,'0'0'48'0,"0"0"11"0,0-8 1 0,3 3 1 0,-3 5-49 0,0-3-12 0,3-2 0 0,-3 5 0 16,0 0 105-16,0 0 19 0,0 0 3 0,0 0 1 15,0 0-52-15,0 0-9 0,0 0-3 0,0 0 0 16,0 0 7-16,3 5 1 0,-3 3 0 0,0 0 0 0,3 3-40 0,-3-1-8 16,0 3-2-16,0 1 0 15,0-1-12-15,0 3-2 0,0 0-8 0,0 5 12 0,0 0-3 0,0 5-1 16,3 1 0-16,-1 5 0 0,1-3 0 0,0 0-8 15,0 0 12 1,3-3-4-16,0 1-8 0,0-3 0 0,0-3 0 0,0-3 8 0,0 1 2 16,0-3 0-16,0 0 0 0,0-3 0 0,-3-3-10 0,3 4 0 15,-3-6 0-15,3 2 0 16,-3-2-100-16,3 0-23 0,3-5-4 0,-3 2-1 16,3-2-102-16,0-3-21 0</inkml:trace>
  <inkml:trace contextRef="#ctx0" brushRef="#br0" timeOffset="61064.222">22476 11380 1958 0,'0'0'43'0,"0"0"9"0,-3-5 1 0,0 0 3 0,3 0-45 0,0 5-11 0,0 0 0 0,-3-6 0 0,3 6 114 0,0 0 21 16,0 0 4-16,0 0 1 0,0 0-35 0,0 0-6 16,0 0-2-16,0 0 0 0,0 0-38 0,0 0-8 0,0 8-2 15,0 0 0-15,-3 3-7 0,3 2-2 0,0 3 0 0,-3 2 0 16,3 4-11-16,0 1-2 0,0 4-1 0,0 5 0 15,0-3-11-15,0 0-3 16,0 0 0-16,0-3 0 0,0 1-12 0,0-3 9 0,0-1-9 0,3 1 8 16,-3-5-8-16,3 2 0 15,0-3 0-15,0 1 0 0,0-1 0 0,3 1-19 0,-3 0 3 0,3-1 1 32,3-2-117-32,-3 0-24 0,0-3-5 0,-1 0-699 0,1 0-140 15</inkml:trace>
  <inkml:trace contextRef="#ctx0" brushRef="#br0" timeOffset="61462.651">21095 12550 2181 0,'0'0'48'0,"0"0"9"0,3-5 3 0,3 2 2 0,-3-2-50 0,0 2-12 0,3 0 0 0,-1 1 0 15,1-1 107-15,0 1 18 0,3-1 4 0,0 3 1 16,3 0-104-16,0 0-26 0,3 0 0 0,3 0 0 16,3 0 56-16,-1 0 7 0,4 3 1 0,3-3 0 15,-3 2-52-15,3-2-12 0,-1 3 0 0,4-3 0 16,-3 2 0-16,3 1 0 0,3-3 0 0,-1 0 0 16,1 0 26-16,-3 0 2 0,0 0 1 0,-1 0 0 31,-2 0-97-31,0-3-20 0,-3 1-4 0,-3-1-736 0,-4-2-148 0</inkml:trace>
  <inkml:trace contextRef="#ctx0" brushRef="#br0" timeOffset="61836.956">21565 12309 2347 0,'-9'-8'52'0,"3"3"10"0,0 0 2 0,-3-1 2 0,3-2-53 0,0 3-13 16,0 0 0-16,3 0 0 15,-3 2 108-15,3 0 18 0,3 3 4 0,0 0 1 16,-3-2-45-16,3 2-9 0,0 0-1 0,0 0-1 16,0 0-29-16,0 0-6 0,0 0 0 0,-5 2-1 0,5 6-20 0,-3 3-4 15,3-1-1-15,0 6 0 0,0 3-5 0,0 2-1 16,0 3 0-16,3 2 0 0,-1-2-8 0,1 2 0 16,0 1 0-1,0-1 0-15,0-2 0 0,0 0 0 0,0-3 0 0,0 3 0 0,0-3 0 0,0 3-17 0,0-3 4 16,0 3 1-1,0-3-85-15,3 0-17 0,0 0-3 0,-3-2-779 0,3-3-156 0</inkml:trace>
  <inkml:trace contextRef="#ctx0" brushRef="#br0" timeOffset="62217.796">22535 12246 2188 0,'0'0'48'0,"0"0"11"0,-6 2 1 0,6-2 1 0,-6 0-49 0,6 0-12 15,0 0 0-15,-6 3 0 0,4 2 105 0,-1 1 19 16,0 1 3-16,0 1 1 0,3 3-52 0,0 2-9 15,0 3-3-15,3 3 0 0,0 2-42 0,0 3-9 0,-1-1-1 0,1 4-1 16,3-3-1-16,0 0 0 16,0 2 0-16,0 0 0 0,0-4-10 0,0-1 0 0,3 0 0 0,-3-3 8 15,3 1-24-15,-3 2-6 0,0-2-1 0,3-1 0 32,-6 1-108-32,3-3-21 0,-3-1-5 0,0 1-1 15,0-5-70-15,-3 0-13 0</inkml:trace>
  <inkml:trace contextRef="#ctx0" brushRef="#br0" timeOffset="62786.431">19743 13069 2574 0,'-41'5'56'0,"-7"0"12"0,-3 0 3 0,-5 1 1 0,5-1-57 0,1 0-15 15,-4 1 0-15,0-4 0 0,7 1 20 0,-1 2 0 16,4 1 1 0,-1-1 0-16,6 0-21 0,3-2 0 0,4-1 0 0,2 1 0 0,0 0 0 0,3-3 0 15,4 2 0-15,2 1 0 0,0 0 56 0,6-3 6 16,0 2 2-16,6-2 0 0,3 3-52 15,6-3-12-15,0 0 0 0,0 0 0 0,6 0 0 0,6 0 0 16,3-3 0-16,6 3 0 0,3-2 0 0,0-1 0 0,5 0 0 16,10-2 0-16,6 0 0 0,2 2 0 15,7-2 0-15,5 0 0 0,1-3 34 0,5 2 4 0,7-2 1 0,11 3 0 16,-5 0-11-16,5-3-3 0,6 0 0 0,12 3 0 16,-8-3-25-16,5 2 0 0,6-2 0 15,15 0 0-15,-15 3 0 0,9 0 0 16,4 0 0-16,16-1 0 0,-13-2 9 0,-1 3-9 15,3 0 10-15,18-3-10 0,-15 3 0 0,0-1 0 0,0 1 0 0,17 0-10 16,-19 2 10-16,-1 0 0 0,0 1 0 0,12-1 0 16,-21 3 0-16,-3-3 0 0,0 3 0 0,9 0 0 31,-21 0 0-31,-3 0 0 0,-2 0 0 0,5 3 0 0,-18 0 0 0,-2-1 0 0,-10-2 0 0,4 6 0 16,-13-4 0-16,1 4 0 0,-7-4 0 0,-2 4 0 15,-9-1 0-15,-1 0 0 0,-8-2 0 0,0 2 0 0,-7 0 0 16,-5 1 0-16,-3-1 0 0,-3 0 0 15,0 1-53-15,-3-1-9 0,0 0-2 0,-6 0 0 16,0 1-117-16,0-1-24 0,-3 0-5 0,-3-5-1 0</inkml:trace>
  <inkml:trace contextRef="#ctx0" brushRef="#br0" timeOffset="66969.985">22711 13336 836 0,'0'0'24'0,"0"0"4"0,0-5-28 0,0-1 0 0,0 6 0 0,0-2 0 62,-3-4 108-62,3 1 16 0,-3 0 4 0,3 5 0 0,-3-6 0 0,0 1 0 0,0 2 0 0,3 3 0 0,-3-5-52 0,3 5-9 0,-3-5-3 0,-3 2 0 0,6 3 0 0,-3 0 0 0,3 0 0 0,-6-2 0 0,6 2 0 0,-6-3 0 16,6 3 0-16,-6 0 0 0,0-3 0 0,6 3 0 15,-9 3 0-15,3-3 0 0,1 3 0 0,-1-1 0 16,-3 1 0-16,3 2 0 0,0-2-51 0,0 2-13 16,-3 0 0-16,0 1 0 0,0-1 0 0,-3 3 0 15,3 0 0-15,-3 2 0 0,0-2 15 0,3 3 0 16,-2 0 0-16,2-1 0 0,0 1-15 0,0-1 0 16,0 1 0-16,3 2 0 0,0-2 0 0,3 2-8 0,0 0 8 15,3 0 0-15,0 1-13 0,0-1 4 0,3 3 1 0,0-3 0 16,3 0 8-16,3 3 0 0,-3-3 0 0,6-2-8 31,-3-1 8-31,2 1 0 0,4-6 0 0,-3 3 0 16,3-5-53-16,-3 0-9 0,3-3-2 0,0 0 0 0,0-3 52 0,0-2 12 0,-1-3 0 0,4 0 0 15,-3-3 48-15,3 1 13 0,3-4 3 0,-6-1 0 16,3 1-64-16,-3 1-26 16,2-3 2-16,-2 3 0 0,-3 0 24 0,0-1 19 0,-3 1-3 0,-3 0-1 15,0-3-5-15,-3 0-1 0,-3 3 0 0,0-3 0 16,-3 0 44-16,-3 3 9 0,-3-3 2 0,-3 0 0 15,0 0-64-15,0 1-10 0,0 1-3 0,-2 1-1 16,-1 0 22-16,-3 2 5 0,0 1 1 0,0 2 0 16,3 2-62-16,0 4-13 15,0-1-3-15,1 1 0 0,-1 2 0 0,0-3 0 0,-3 3 0 16,-3 0 0-16,0-3-153 0,3 6-31 0,-20-3-7 0,5 3-1 0</inkml:trace>
  <inkml:trace contextRef="#ctx0" brushRef="#br0" timeOffset="67774.731">21806 13272 2023 0,'0'0'44'0,"0"0"10"0,-3-5 2 0,-3 2 0 0,0 1-44 0,3-4-12 15,-3 1 0-15,3 0 0 16,-3 2 107-16,0-2 19 0,0 2 4 0,0-2 1 16,1 2-44-16,-1 1-9 0,0 2-2 0,-3 0 0 0,0 2-29 0,0 4-7 15,3-1 0-15,-3 0-1 0,0 3-17 0,0 0-3 16,0 3-1-16,-3 2 0 0,3 0-18 0,0 0 8 16,3-2-8-16,0 5 0 0,1 0 0 0,-1-3 0 15,6 3 0-15,0 0 0 0,3 0-13 0,2-1 0 0,1-1 0 16,3 2 0-16,3-1-8 0,0-1-2 0,0 2 0 15,3-3 0 1,3-3 8-16,-3 1 2 0,0-3 0 0,2 0 0 0,-2-6 5 0,0 1 8 0,0-3-13 16,3-3 5-1,-3 1-21-15,0-3-4 0,0-3-1 0,2 0 0 0,-2 0 78 0,0-3 16 16,-3 1 4-16,0 2 0 0,0-6-52 0,0 6-12 0,0-5 0 0,-3 3 0 16,-3-1 54-16,0-2 8 0,0 0 2 0,-3-1 0 15,-3-2-52-15,0 3-12 0,-3-3 0 0,-3-2 0 16,0 2 0-16,-3-3 0 0,-3 1 0 0,-3 2 0 15,3-2 0-15,-6 2 0 0,0 0 0 0,0 3 0 16,1-1 9-16,-7 4-1 0,3 2 0 0,-3 0 0 31,-6 0-101-31,1 3-21 0,-1 2-4 0,-3 0-1 0,0 1-83 0,4 2-17 0</inkml:trace>
  <inkml:trace contextRef="#ctx0" brushRef="#br0" timeOffset="68149.039">21077 13169 1552 0,'0'0'44'0,"0"0"10"0,0 0-43 0,-3-5-11 0,3 5 0 0,-3-5 0 31,3 5 125-31,0 0 23 0,0-3 5 0,0 3 1 0,0 0-42 0,0 0-8 0,0 0-1 0,0 0-1 16,-6 3 21-16,0 2 4 0,3 3 1 0,0 2 0 16,0 1-79-16,0 5-15 0,0 0-3 0,-3 5-1 15,3 0-4-15,0 0-1 0,3 0 0 0,-3 3 0 16,0 0-13-16,0 2-4 0,0 1 0 0,0 2 0 16,0 0-8-16,3 0 0 0,0 3 0 0,0 0 0 0,0-1 0 15,0-4 0-15,0 2 0 0,0-2 0 16,3-6 0-16,-3 0 0 0,3 0 0 0,-3-5 0 15,0 0 0-15,3 0 0 0,-3-3 0 0,3-3 0 0,0 1-8 16,0-3-8-16,0-3 0 0,0 1-1 16,0-1-127-16,3-5-24 0,-3 3-6 0,3-3-624 15,3 0-125-15</inkml:trace>
  <inkml:trace contextRef="#ctx0" brushRef="#br0" timeOffset="68935.687">20276 13249 1497 0,'0'0'32'0,"0"0"8"0,0 0 0 0,-3-6 4 0,3 1-36 16,-3 0-8-16,3-1 0 0,-3 1 0 0,3 0 156 0,0 5 28 0,0 0 7 16,0 0 1-16,0 0-52 0,0 0-9 0,0 0-3 0,0 0 0 15,0 0-51-15,0 0-10 0,0 0-3 0,0 0 0 16,0 0-11-16,-6 5-2 0,3 3-1 0,0 0 0 16,3 3-19-16,-3 2-4 0,0 0-1 0,0 3 0 15,3 2-14-15,-3 4-2 0,0-1-1 0,0 3 0 16,0-3-9-16,0 5 12 0,0 1-12 0,3 4 12 15,-3 1-12-15,3 3 0 0,0-1 0 0,0 3 8 16,0-8-8-16,0 0 0 0,0-2 0 0,0 2 0 0,3-5 0 0,-3-3 0 16,3-3 0-16,-3 1 0 15,3-1-25-15,0-2-1 0,0-5 0 16,0 2 0-16,0-2-82 0,-3-4-17 0,3 1-3 0,0 0-1 16,-3-5-51-16,0-3-9 0,0 0-3 0,0 0-793 0</inkml:trace>
  <inkml:trace contextRef="#ctx0" brushRef="#br0" timeOffset="69489.724">19672 13338 1676 0,'0'0'48'0,"0"0"9"0,0 0-45 0,0 0-12 16,0 0 0-16,0 0 0 15,-3-5 132-15,3 5 25 0,0 0 5 0,0 0 1 0,0 0-41 0,0 0-8 16,0 0-2-16,0 0 0 0,-6 0-25 0,6 0-6 15,-6 0-1-15,0 5 0 0,0 1-20 0,3-1-5 0,-3 3-1 16,3 0 0-16,0 3-15 0,0 2-3 0,0 0-1 0,0 3 0 16,0 2 0-16,-3 4 0 15,3 4 0-15,0 6 0 0,3 0-44 0,-3-1-9 0,0 1-2 0,3 0 0 16,0-3 20-16,0-5 0 16,0 0 0-16,0 2 0 0,0-5 0 0,0-2 0 0,0 2 0 0,3-3 0 15,-3-2-21-15,0 3-1 0,3-6 0 0,-3 3 0 31,0-3-102-31,3-2-20 0,0-1-4 0,0-2-1120 0</inkml:trace>
  <inkml:trace contextRef="#ctx0" brushRef="#br0" timeOffset="72161.781">10671 10028 2098 0,'0'0'46'0,"-6"-2"10"0,3-1 1 0,-3 0 3 0,6 3-48 0,-6-2-12 0,0 2 0 0,6 0 0 0,-6-3 124 0,6 3 24 16,-6 0 4-16,6 0 0 16,0 0-70-16,0 0-14 0,0 0-4 0,-3 3 0 0,3-3-51 0,-6 5-13 15,3 3 0-15,3 0 0 16,-3 0 54-16,3 5 8 0,0-2 2 0,3 5 0 0,-3-3-64 0,3 3 0 16,-3 2-9-16,3 1 0 0,-3 2 9 0,3 0 12 15,-3 3-2-15,3 5-1 0,-3 3-9 0,3-1-12 0,-3 1 2 16,3-3 1-16,-3 0 9 0,0 1 12 0,0-4-2 0,0 0-1 31,0-2-58-31,0-3-12 0,0-2-3 0,0 2 0 0,0-2 64 0,0-1 0 0,0 1 12 0,0 2-2 16,0-5-10-16,0 0-14 15,3-1 3-15,0-1 1 16,0-4-155-16,0 1-31 0,3-6-7 0</inkml:trace>
  <inkml:trace contextRef="#ctx0" brushRef="#br0" timeOffset="72559.862">11242 10304 2178 0,'0'0'48'0,"-3"-3"9"0,0-2 3 0,0-1 1 0,0 1-49 0,3 0-12 0,-3-1 0 0,0 1 0 0,3 0 99 0,0 5 17 16,-3-5 3-16,3 5 1 0,-3-3-35 0,3 3-6 31,0 0-2-31,0 0 0 0,0 0-29 0,0 0-5 0,0 0-2 0,0 0 0 0,3 5-15 0,0 0-3 0,-3 6-1 16,3 0 0-16,0 5-8 0,0-1-2 0,0 1 0 0,0 3 0 15,-3 2-12-15,3 0 0 0,0-2 8 16,-3 2-8-16,3 0 0 0,0-2 0 15,3 2 0-15,-3 0 0 0,-3-3 0 0,3 1 0 0,0-3 0 0,-3 2 0 16,3-2 0-16,-3 3-8 0,3-3-1 0,-3 2 0 31,3-2-19-31,0 0-4 0,0-3-1 0,-3 3 0 16,3-3-82-16,3-2-16 0,-3 2-3 0,0-5-678 16,0 0-136-16</inkml:trace>
  <inkml:trace contextRef="#ctx0" brushRef="#br0" timeOffset="73170.165">12004 10147 1724 0,'0'0'38'0,"0"0"8"0,0-5 2 0,0 0 0 0,0 5-39 0,0-5-9 0,-3-1 0 0,3 6 0 15,0 0 105-15,0-5 19 0,0 5 4 0,0-5 1 16,0 5-1-16,0 0 0 0,0 0 0 0,0 0 0 15,0 0-51-15,0 0-10 0,0 0-3 16,0 0 0-16,0 0-51 0,0 0-13 0,3 5 0 0,0 3 0 16,0 0 54-16,0 0 8 0,0 2 2 0,0 4 0 15,0-1-52-15,0 5-12 0,0 3 0 0,0 6 0 16,0-1 0-16,0 1 0 0,3 2 0 0,-3 0 0 16,3 0 0-16,-3-2 0 0,0-4 0 0,3 4 0 15,-3-3 32-15,3-6 3 0,-3 3 1 0,0-5 0 0,-1 3-28 0,1-6-8 16,0 3 0-16,0-3 0 0,-3-2 0 0,3 2 0 15,0-5-8-15,-3 2 8 16,0 1-28-16,3-3 0 0,-3 0 0 0,3-3 0 16,0 1-112-16,0-4-23 0,0 1-4 0,-3-3-1053 15</inkml:trace>
  <inkml:trace contextRef="#ctx0" brushRef="#br0" timeOffset="73954.074">12692 10290 1497 0,'-18'0'32'0,"9"0"8"0,0 0 0 0,-3 0 4 0,0 0-36 16,0 0-8-16,3 3 0 0,-3-3 0 0,1 3 104 0,2-1 20 0,0-2 3 0,-3 6 1 31,3-4-52-31,0 1-9 0,0 2-3 0,0 0 0 0,0 1 0 0,-3 2 0 0,6 2 0 0,-3 1 0 16,0-1 0-16,0 4 0 0,3 1 0 0,-2 4 0 15,2-3-51-15,3 2-13 0,0-2 0 16,-3 5 0-16,6-2 0 0,0-1 0 0,3-2 0 0,0 3 0 15,3-1 0-15,0 1 0 0,2-3 0 0,1 2 0 32,3 1 0-17,0-3 0-15,0-3 0 0,3 3 0 0,0-3-9 0,3-2-5 0,0-1-1 0,-1 1 0 0,4-6 15 16,0 0 0-16,6-2 12 0,-3-3-12 0,0-3 14 0,-1 1-4 0,-2-4-1 0,3 1 0 16,-6-3-9-16,0 0 0 0,-3 0 0 0,0-2 0 15,-4 2 26-15,-2-5 3 0,-3 2 1 0,0-2 0 16,-3 2 13-16,-3-2 2 0,0 0 1 0,-6 0 0 15,3-3-18-15,-6 0-4 0,0 0-1 0,-2 0 0 16,-1 0-10-16,0-2-1 0,-3 4-1 0,-3-1 0 0,0 1-3 0,-3 1 0 16,3 0 0-16,-2 2 0 0,2 1-8 0,-3 2 0 15,3 2 0-15,0 1 0 0,3 0 0 16,0 2 0-16,4 1-12 0,-4 2 12 16,3 2-36-16,3 1 1 0,-3-1 0 0,3 1 0 15,0 2-90-15,3 1-19 0,0-1-3 0,3 0-631 16,3-5-126-16</inkml:trace>
  <inkml:trace contextRef="#ctx0" brushRef="#br0" timeOffset="74408.057">13141 10224 1982 0,'0'0'56'0,"-6"-5"12"0,3 2-54 0,-3-2-14 0,0 2 0 0,0-2 0 15,0 2 116-15,0-2 20 0,1 0 4 0,-1 2 0 16,3 0-9-16,-3 1-3 16,0-1 0-16,6 3 0 0,-6-2-102 0,0 2-26 0,6 0 0 0,-6 0 0 15,6 0 0-15,-6 2 0 0,0 3 0 0,3 3 0 16,-3 0 0-16,3 3 0 16,3 2 0-16,-3 0 0 0,6 3 0 0,-3 3 0 0,6-3 0 0,0 2 0 15,0 1 0-15,3-1 0 0,3 1 0 0,3-3 0 16,-1-1-15-16,1-1-8 0,3-4-1 0,0 1-1 15,0-3-11-15,3 0-3 0,0-6 0 0,-4 1 0 0,1 0 39 16,0-3 0-16,-3-3 0 0,0 0 0 0,-3 1 22 16,0-4 12-16,0 1 2 0,-3-3 1 0,0 0-8 0,-4 0-1 15,4-2-1-15,-3-1 0 0,0 1 22 0,-3-4 5 16,0 1 1-16,0-3 0 16,-3 3-37-16,0-3-7 0,0 0-2 0,0 0 0 0,-3 3-9 0,0-3 0 15,-3 3 0-15,0 2 0 0,0-2 0 0,0 3 0 16,-2-1 0-16,-4 1 0 0,0-1 0 0,0 3 0 15,-6 0 0-15,-3 3 0 0,3-1 0 0,-6 1 0 16,1 3 0 0,-1-1 0-16,-3 3-49 0,0 3-12 0,0-1-3 0,1 6 0 15,-4-3-153-15,3 6-31 16,-3 0-7-16,-2 2-1 0</inkml:trace>
  <inkml:trace contextRef="#ctx0" brushRef="#br0" timeOffset="75073.173">8748 11547 1724 0,'0'0'38'0,"0"0"8"0,0 0 2 0,0 0 0 0,0 0-39 0,0 0-9 16,6-5 0-16,0 2 0 15,6-2 35-15,2 2 5 0,4-2 0 0,3 2 1 0,3-2 1 0,0-3 0 16,5 3 0-16,4-3 0 0,3 0-42 0,3 3-20 16,5-1 1-16,1 1 1 0,3 0 50 0,2-1 11 15,-2-1 1-15,8 1 1 0,-2-2-25 0,8 3-4 0,1 2-2 0,5-5 0 16,-5 3-14-16,5-3 11 0,4 3-11 0,8 0 10 16,-5-1 45-16,-1 1 9 0,6 0 1 0,10-3 1 15,-7 5-20-15,3-5-4 0,1 3-1 0,11-3 0 16,-6 3-5-16,0-1 0 0,-2 1-1 0,14-3 0 15,-6 3 12-15,-3 0 2 16,4-1 1-16,11 1 0 0,-9-3-40 0,-3 3-10 0,3-1 0 0,10-1 0 16,-10-1 0-16,0 2 0 0,0-2 0 0,12-2 0 15,-12 2 53-15,-2 0 9 0,-1-3 2 16,12 1 0-16,-12-1-52 0,-2 1-12 0,-1-1 0 0,6 0 0 16,-6 1 0-16,-8 2 0 0,-4-3 0 0,6 1 0 15,-8-1 0-15,-1 3 0 0,-6 0 0 0,4 0 0 16,-13 0 0-16,1-2 0 0,-1 2 0 0,4 0 0 0,-7 3 0 15,-5-1 0 1,-7 1 0-16,1 0 0 0,-6-3 0 0,-1 3 0 0,-5-3 0 0,0 2 0 0,-7 1 0 0,-2 0 0 16,-3-1 0-16,-3 1 0 0,-6 2 0 0,-4-2 0 15,-2 3 0-15,-3-4 0 16,-3 4-100-16,-3-4-22 0,-3 1-5 0,-6-3-717 16,0 0-144-16</inkml:trace>
  <inkml:trace contextRef="#ctx0" brushRef="#br0" timeOffset="75685.995">9382 10605 1728 0,'0'0'38'0,"0"0"8"0,0 0 2 0,0 0 0 0,-6 3-39 0,0-1-9 16,6-2 0-16,-6 3 0 15,6-3 104-15,0 0 20 0,0 0 3 0,0 0 1 0,0 0-22 0,0 0-4 16,0 0-1-16,0 0 0 0,0 0-28 0,0 0-5 0,0 0-2 16,6-3 0-1,3 1-33-15,3-3-6 0,3 2-2 0,2 0 0 0,4 1 20 0,3 2 4 0,6-3 1 0,0 3 0 16,2 0-29-16,1 0-5 0,-3-3-2 16,6 1 0-16,-4-1-14 0,4 0 0 0,3 1 0 0,5-1 0 15,-5 3 0-15,0-3 0 0,-1 1 0 0,1 2 0 16,-9 0 0-16,0-3 0 0,-7 0 0 0,-2 3 0 31,-3-2-118-31,-3-1-26 0,-3 1-6 0,-3 2-1 63,-3 0-65-63,-6 0-14 0,0 0-2 0,0 0-1 0</inkml:trace>
  <inkml:trace contextRef="#ctx0" brushRef="#br0" timeOffset="75934.459">9706 10280 2649 0,'0'0'58'0,"-3"-6"12"0,0 4 2 0,0-4 4 16,3 4-61-16,0 2-15 0,-3-5 0 0,3 5 0 15,0 0 54-15,0 0 8 0,0 0 2 0,0 0 0 0,0 0 0 16,0 0 0-16,0 0 0 0,0 7 0 16,-3 1 0-16,3 6 0 0,0 4 0 0,0 3 0 15,3 3-52-15,-3 5-12 0,3 0 0 0,-3 3 0 0,3-3 0 0,-3 6 0 16,3-1 0-16,-3 3 0 0,3 0 0 0,-3 5 0 15,3 1 0-15,0-1 0 0,0-5 0 0,0 3 0 16,0-6 0-16,0 1 0 0,0-6 0 0,0 0 0 16,0-3 0-16,3 3 0 15,-3-2-151-15,3-1-33 0,-3 3-6 0,3 1-1102 0</inkml:trace>
  <inkml:trace contextRef="#ctx0" brushRef="#br0" timeOffset="77531.852">13611 11402 1036 0,'0'0'23'0,"0"0"5"0,0 0 0 0,0 0 1 0,0 0-29 0,0 0 0 0,0 0 0 0,0 0 0 16,0 0 108-16,0 0 16 0,0-6 4 0,0 6 0 15,0 0 0 1,0 0 0 15,0-5 0-31,0 5 0 0,0 0 0 0,0 0 0 0,0 0 0 0,0 0 0 0,-3-5-52 0,3 5-9 0,0 0-3 0,0 0 0 0,0 0 0 0,0 0 0 0,0 0 0 0,-5 0 0 16,5 0-28-16,-6 2-5 0,0 1-2 0,3 2 0 0,0 3-10 0,0 0-3 15,0 3 0-15,0 2 0 0,0 3-8 0,0 5-8 16,0 0 12-16,3 6-12 0,-3-1 12 0,3 3-12 16,3-2 12-16,-3-1-12 0,3 1 12 0,-3-4-4 15,3 1 0-15,0 0-8 0,0 0 0 0,0-6 0 16,0 4 0-16,3 1 0 0,-3-1 0 0,0-1 0 0,0 0 0 16,3 3 0-16,-1-6 0 0,-2 1-9 0,3 2-1 15,-3-5 0-15,3 0-10 0,-3-3-3 16,3 3 0-16,-3-6 0 15,0 1-19-15,-3-3-4 0,3 0-1 0,-3-3 0 16,3 3-95-16,-3-8-19 0,0 0-4 0,0 0-571 0,0 0-115 0</inkml:trace>
  <inkml:trace contextRef="#ctx0" brushRef="#br0" timeOffset="78452.731">12936 11417 1652 0,'0'0'36'0,"0"0"8"16,0 0 2-16,0 0 0 0,0 0-37 0,0 0-9 0,0 0 0 0,-3-5 0 0,3 5 129 0,0 0 24 0,0 0 5 0,0 0 1 0,0 0-44 0,0 0-9 15,0 0-2-15,0 0 0 0,0 0-37 0,0 0-8 0,0 0-2 0,0 0 0 16,0 0-21-16,0 0-4 0,-3 5 0 0,0 3-1 16,0 3-31-16,0 0-10 0,3 2 0 0,-3 3 0 15,0 2 10-15,3 1 0 0,0 5 0 0,-3-1 0 16,3 1 49-16,0 0 12 0,0 0 3 0,0 0 0 15,3-1-64-15,-3-1-28 0,0-1 3 0,3 0 0 16,-3 0 25-16,3-2 0 0,-3-1 0 0,3 1 0 16,0-3 0-16,-3 2 0 0,3-2 0 15,0-3-8-15,0 3-24 0,0-3-5 16,0-2-1-16,-3-1 0 0,3 1 22 0,0-3 4 0,3-3 0 0,-3 1 1 31,0-4-33-31,0 1-8 0,0 2 0 0,-3-5-1 0,0 0-163 0,0 0-32 0,5 0-6 0</inkml:trace>
  <inkml:trace contextRef="#ctx0" brushRef="#br0" timeOffset="79205.796">12204 11465 1551 0,'0'0'34'0,"0"0"7"0,0 0 2 0,0 0 1 0,0 0-36 16,-3-5-8-16,3 5 0 0,-3-3 0 0,0-2 97 0,3 5 18 16,-3-3 3-16,-3-2 1 0,6 5-16 0,-3-3-3 15,0-2-1-15,3 5 0 16,-3-3-15-16,3 3-2 0,0 0-1 0,0 0 0 0,0 0-13 0,0 0-4 16,-3-5 0-16,3 5 0 0,0 0-18 0,0 0-4 15,0 0-1-15,0 0 0 0,0 0-17 0,0 0-3 16,-3 5-1-16,3 6 0 0,-3 0-6 0,3 2-2 15,0 0 0-15,3 8 0 0,-3 0-4 0,3 3 0 0,0 0-8 16,0 2 12-16,0-2-12 0,0 3 0 16,0-4 8-16,0 1-8 0,-3 0 0 0,3 0 0 0,0 0 0 0,0 0 0 15,0-1 0-15,0 1 0 16,-1 3 0-16,1-1 0 0,0-2-9 0,0 0-2 16,0 2 0-16,0-5 0 0,0-2 2 0,0-1 0 0,-3-2 0 0,3 0 0 31,0-5-37-31,-3-1-7 0,0-2-2 15,3 3 0-15,-3-6-7 0,0 0-2 0,0-5 0 0,0 0 0 0,0 0-51 0,0 0-10 16,0 0-3-16,0 0 0 16,0 0-102-16,0 0-21 0,0 0-4 0,0 0-1 0</inkml:trace>
  <inkml:trace contextRef="#ctx0" brushRef="#br0" timeOffset="79788.034">11343 11420 1742 0,'0'0'38'0,"0"0"8"0,0 0 2 16,0 0 1-16,0 0-39 0,0 0-10 0,-3-3 0 0,3 3 0 15,0 0 101-15,0 0 19 0,-6-2 3 0,6 2 1 16,0 0 5-16,0 0 2 0,-3-3 0 0,3 3 0 15,0 0-51-15,0 0-11 0,0 0-1 0,0 0-1 0,0 0-27 0,0 0-4 16,0 0-2-16,-3 3 0 0,0 5-8 0,0 0-2 16,0 2 0-16,3 6 0 0,0 3-7 0,0 2-1 15,0 3-1-15,0 5 0 0,0 0-6 0,0 0-1 16,3 0 0-16,0 3 0 0,-3-3-8 0,3-3 0 16,0 4 0-16,0-1 0 0,0 0 0 0,0 0 0 15,0 0 0-15,3 0 0 0,-3 0 0 0,0-2 0 16,0-1 0-16,0-2 0 15,0-3 0-15,0-2-12 0,0-1 2 0,0-5 1 16,-3 3-17-16,3-5-3 0,-3-1-1 0,0 1 0 16,3-3-15-16,-3 0-3 0,0-3-1 0,0-5 0 15,0 0-114-15,0 0-22 0,0 0-5 0,0 0-547 16,0 0-110-16</inkml:trace>
  <inkml:trace contextRef="#ctx0" brushRef="#br0" timeOffset="80594.466">10620 11777 1792 0,'0'0'51'0,"-3"-5"10"0,0 0-49 0,3-3-12 16,-3 0 0-16,0-3 0 0,0 6 143 0,0 0 25 0,0-3 6 15,-3 2 1 1,0 1-75-16,0 3-16 0,0-4-2 0,0 6-1 0,0-2 5 0,-3 2 1 0,1 0 0 0,-1 2 0 16,0 1-51-16,0 2-11 15,0 3-1-15,-3 0-1 0,0 3-11 0,0 2-1 0,0 3-1 0,0 2 0 16,0 1-10-16,0 2 0 0,4 5 0 0,2 1 0 15,0 2 0-15,0 0 0 0,6 0-8 0,0 0 8 16,3-2 0-16,0-3 0 16,6-3 0-16,0 0 0 0,2 0-10 0,1 0 10 0,3-5 0 0,0 0-9 15,0-3 9-15,0-5-13 0,3 0 5 0,3 0 8 16,-1-3-9-16,4-5 9 0,0 0 0 0,3 0 0 16,0-2 0-16,-1-4 0 0,1 1 0 0,0-3 0 15,-3-2 0-15,-3-1 0 0,-1 0 0 0,-2-2 0 16,-3-3 11-16,-3 3-11 15,-3-3 12-15,-3-2-12 0,-3-1 21 0,0-2-2 0,-3-3-1 0,-3 0 0 16,0 1 1-16,-3-1 0 0,-3 0 0 0,-3 0 0 0,0 0-10 16,-3 3-1-16,-2 0-8 0,-4 2 12 0,0 1-12 15,0 2 0-15,0 3 0 0,-3 0 0 16,1-1-20-16,-1 4-8 0,0-1 0 0,3 3-1 16,0 0-69-16,3 6-14 0,1-4-2 0,-4 6-1 15,0 0-125-15,-3 6-26 0</inkml:trace>
  <inkml:trace contextRef="#ctx0" brushRef="#br0" timeOffset="81020.386">9194 11769 1652 0,'0'-10'36'0,"0"5"8"16,0-3 2-16,0 0 0 0,3 2-37 0,-3-2-9 0,0 0 0 0,3 3 0 0,0-3 104 15,-3 3 18-15,3 0 4 0,-3 5 1 0,0 0-30 0,0 0-5 16,0 0-2-16,0 0 0 0,0 0-16 0,0 0-3 16,0 0-1-16,0 0 0 0,0 8-13 0,3 0-2 15,0 2-1-15,-3 3 0 0,0 6-43 0,0-3-11 16,0 5 0-16,0 3 0 0,0 5 0 0,0 0 0 15,3 3 0-15,-3 2 0 0,0 0 0 0,0 1 0 16,3-3 0-16,-3 2 0 0,3-2 29 16,0-3 4-16,0 0 1 0,0 0 0 0,0-2-26 0,0 2-8 0,0-3 0 15,-3 1 0 1,3-4 0-16,0 1 0 0,0 0 0 0,0-3 0 0,-3-2-18 0,0-3-4 0,0-3-1 16,-3 0 0-1,0-2-23-15,3-3-5 0,-3 0-1 0,0-1 0 16,0-1-100-16,3-6-20 0,0 0-4 0,0 0-861 0</inkml:trace>
  <inkml:trace contextRef="#ctx0" brushRef="#br0" timeOffset="81986.938">8849 11936 2469 0,'0'0'54'15,"0"0"11"-15,0 0 3 0,0 0 2 0,0 0-56 0,6 5-14 0,-3 1 0 0,0 2 0 0,-3 0 62 0,3 2 10 16,0 1 1-16,-3 2 1 15,3 3-39-15,-3 0-8 0,0 2-2 0,3 3 0 16,-3-2-16-16,0 5-9 0,0 0 10 0,0-1-10 0,0 4 0 0,0-1 8 16,0 1-8-16,-3 4 0 0,0-1 0 0,3 1-8 15,-3 1 8-15,0 0-13 0,3-6-4 0,-3 3-1 0,3-2 0 16,-3-3 0-16,3 0 3 0,0-3 1 16,0 2 0-16,0-4 0 0,0 0 3 0,3-4 1 0,0 1 0 15,0-2 0-15,3 1 1 0,-3-1 0 0,3-4 0 16,3 1 0-16,-3-3 0 0,2-3 0 0,4 0 0 15,-3-2 0-15,6 0 17 0,0-3 3 0,0 0 1 0,3-3 0 16,3-2-12-16,2 2 0 0,1-5 0 0,3 3 0 16,0 0-10-16,3-1-4 0,-1-2-1 0,1 0 0 15,0 0 24-15,-3-2 5 0,0 2 1 0,-1-3 0 16,-2-2-63 0,0 2-13-16,3 1-3 0,-3 2 0 0,2-3 52 0,-2 1 12 15,0 2 0-15,-3 0 0 0,0 0 9 0,-4 0 5 0,1 3 1 0,-3-3 0 16,3 3-15-16,-6-1 0 0,3 1-9 0,-3 0 9 15,0 2 0-15,-3-2 0 0,3 2 0 0,-4-2 0 16,-2 2 0-16,3-2 0 0,-3 2 0 0,0 1 0 16,0-1 0-16,0 0 0 0,-3 1 0 0,0-1 0 15,0-2-14-15,3-1 3 0,-3 1 1 0,-3 0 0 0,3-3 19 16,0 0 4-16,-3 0 1 0,0-3 0 0,0 1 29 16,0-3 5-16,0-1 2 0,0-2 0 15,0 1-40-15,0-1-10 0,0-3 0 0,-3 1 0 0,3-4 53 0,0 1 9 16,-3 0 2-16,3-3 0 0,-3-2-52 0,0-1-12 15,3-2 0-15,-3-2 0 0,0-4 0 0,0 3 0 16,0-2 0-16,0 0 0 0,3 5 41 0,-3-3 6 16,0 3 1-16,0 0 0 0,0 2-26 0,0 1-5 15,0-1-1-15,0 3 0 0,0 1-2 0,0-1-1 0,0 3 0 16,0-3 0-16,0 3-3 0,0-1-1 0,0 4 0 0,1-1 0 16,-1 3 0-1,0 1 0-15,0 1 0 0,0 1 0 0,-3 3-9 0,3-1 10 0,0 3-10 0,-3 3 10 47,3-3-10-47,0 3 10 16,-3-1-10-16,0 4 10 0,0-1-10 0,-3-2 8 0,3 2-8 0,-3 0 8 0,-3 3-8 0,0 0 0 0,0 0 0 15,-2 3 0-15,-4 0 0 0,0 2 0 0,-3 0 0 0,-3 6 0 0,0 2 0 0,1 0 0 0,2 1 0 16,-6 1 0-16,6 1-12 0,-3 0 3 16,-3-3 0-16,-2 3 0 0,-1 0 0 0,0-3 0 0,0 3 0 0,-2 0 0 15,2-3-13-15,3 1-2 0,0-1-1 0,3-3 0 16,4 4 25-16,-1-6 0 0,6 2 0 0,0-2 0 15,0 3 12-15,3-3 7 0,3 0 1 0,3-1 1 16,-3 1-33-16,6-2-8 0,-2 2 0 0,2-3-1 16,0 0 21-16,3 1 0 0,0 1 0 0,3-1 0 15,-3 2 0-15,3-3 0 0,-1 3 0 0,1 0 0 0,0-3 0 16,3 3 0-16,-3-3 0 16,3 1 0-16,3-1 0 0,0 0 0 0,3 1 0 0,-3-1 0 15,6 0-107-15,-3 0-17 0,3 1-3 0,3 2-717 16,-4 0-144-16</inkml:trace>
  <inkml:trace contextRef="#ctx0" brushRef="#br0" timeOffset="84311.958">10221 11828 1497 0,'0'0'32'0,"0"0"8"0,0 0 0 0,0 0 4 0,0 0-36 0,0 0-8 0,0 0 0 0,0 0 0 0,0 0 104 0,0 0 20 16,0 0 3-16,0 0 1 0,0 0-53 0,0 0-11 16,0 0-1-16,0 0-1 0,-3 5 3 0,-3 0 1 15,3 0 0-15,0 3 0 0,0 3-53 0,0 2-13 16,0 0 0-16,0 6 0 0,0 2 0 16,3 0 0-16,-3 6 0 0,3 2 0 0,0-3 0 0,-3 1 0 15,3 2 0-15,0 3 0 0,0-3 0 0,0 0 0 16,0 3 0-16,3-1 0 0,-3 1 0 0,0 3 0 0,3-4 0 15,0 4 0-15,-3-4 0 0,3-4 0 0,-3-1 0 0,3-2 0 16,-3-3 0-16,0 1 0 0,0-4 0 16,0-2 0-1,0-3 54-15,0 0 8 0,0-2 2 0,0 0 0 0,0-4-52 0,3-1-12 0,-3 2 0 0,0-3 0 16,3 0 0-16,0 1 0 0,0-4 0 0,3 1 0 16,0-3 54-16,3 3 8 0,-3-3 2 0,3 0 0 15,3-3-52-15,0 3-12 0,0-3 0 0,3 3 0 16,2-2 0-16,-2 2 0 0,3-3 0 0,0 3 0 15,0 0 0-15,3-3 0 0,-1 3 0 0,1 0 0 16,0 0 0-16,0-2-12 0,3 2 3 0,0-3 0 16,2 0 9-16,1 1 0 0,6 2 0 0,6-3-8 15,-1 3 8-15,1 0 16 0,6 0-4 0,-1 0-1 16,1-3-30 0,6 1-5-16,2-1-2 0,7 3 0 0,2-3 15 0,-5 1 11 0,2-1-13 0,10 1 5 15,-7-1-19-15,7 0-3 0,-1 1-1 0,4-1 0 16,-7 0 31-16,4 1 16 0,-1-1-1 0,9 0-1 0,-5 1-14 0,-1-1 0 15,-2 0 0-15,2 1 0 16,1 2 0-16,-1-3 0 0,-2 3 0 0,5 0 0 0,-9 0-8 0,1 0-5 16,2 0-1-16,4 3 0 15,-10-3 30-15,1 0 5 0,-1 0 2 0,4 0 0 0,-4 0-37 0,1 0-7 16,-1 2-2-16,1 1 0 0,-7-3 43 0,1 0 8 16,0 0 1-16,2 0 1 15,-2 0-48-15,-1 3-10 0,-2-3-1 0,2 0-1 0,-5-3 30 0,-3 3 0 16,2 0 0-16,4-3 0 0,-7 1 21 0,1 2 11 0,0-3 1 15,-4 0 1-15,-5 1-34 0,0 2 0 16,-7-3 0-16,4-2 0 0,-3 2 8 0,0 1-8 0,-4-1 0 0,-2 3 0 16,0-5 29-16,-6 2-1 0,3 0 0 0,-7 1 0 15,-2-1-40-15,0-2-9 0,-3 2-2 0,-3-2 0 16,0 0 23-16,-6-1 0 0,3 1 10 16,-6-3-10-16,3 3 11 0,-3-3-11 0,0 0 10 0,-3 0-10 15,0 0 8-15,0-3-8 0,0 1 0 0,-3-1 9 16,3-2-9-16,-3 0 0 0,0 0 0 0,3-3 0 15,-3 0 0-15,0 0 0 0,3 0 0 0,-3 0 0 32,3 0 0-32,0 0 0 0,-3 1 0 0,3-1 0 0,0 0 8 0,1-3-8 0,2 1 8 0,0-1-8 15,-3-5 18-15,3 3-2 0,0-5 0 0,3-6 0 16,-1 0 1-16,1 1 0 16,0-4 0-16,0-2 0 0,0 5-5 0,0 1-2 0,0 1 0 0,-3-1 0 0,3-1-10 15,-3 0 10-15,0-2-10 0,0-1 10 0,0 1-10 16,0 0 0-16,-3-1 0 0,0 3 0 0,-3 1-10 0,0 4-7 15,1 1-2-15,-4-1-871 16,-3 4-174-16</inkml:trace>
  <inkml:trace contextRef="#ctx0" brushRef="#br0" timeOffset="85388.304">8932 12963 2508 0,'0'0'71'0,"0"0"16"0,0 0-70 0,0 0-17 0,-3-3 0 0,3 3 0 16,-6-3 106-16,6 3 18 0,0 0 3 0,-6 0 1 15,0 6-52-15,0 2-9 0,-2 0-3 0,-1 2 0 16,0 3-51-16,-3 1-13 0,-6 2 0 0,0 2 0 15,-3 3 0-15,0 8 0 0,-5 6 0 0,-7 2 0 16,3 2 0-16,0 1 0 0,1 0 0 0,-7 5 0 16,6-3 0-16,0 3 0 0,-5 3 0 0,-1 5 0 15,0-3 0-15,-3-2 0 0,4-3 0 0,-7 5 0 16,6-8 0-16,4 3 0 16,-1 0 0-16,3 0 0 0,6 0 0 0,3-5 0 0,1-3 0 0,5-3 0 62,0-5 0-62,3 0 0 0,0-2 0 0,6-3 0 0,-3-6 0 0,3 1 0 16,0-6 0-16,3 0 0 0,0-5-100 0,3-3-22 0,0-5-5 0,0 0-1 0,6 0-102 0,-3-5-21 0,0-19-4 15,3 1-1-15</inkml:trace>
  <inkml:trace contextRef="#ctx0" brushRef="#br0" timeOffset="85825.739">8349 13193 1972 0,'0'0'44'0,"0"0"8"0,0 0 3 0,0 0 0 0,0 0-44 0,0 0-11 0,0 0 0 0,0 0 0 16,-3-5 100-16,3 5 19 0,0 0 3 0,0 0 1 15,3-6-47-15,-3 6-8 0,3-2-3 0,0-1 0 16,3 0-33-16,0 1-8 0,3-1 0 0,3 3-1 16,2-3-4-16,1 1-1 0,3-3 0 0,0-1 0 15,3 1-4-15,0-3-1 16,2 0 0-16,4 0 0 0,3-2-2 0,0-1-1 0,3 3 0 0,2 0 0 16,-2 0-10-16,0 3 0 0,-3 0 0 0,-1-1 0 15,-5 1 0-15,0 0 0 0,-3-1 9 0,-3 4-9 16,-1-4 8-16,-5 6-8 0,0-2 8 0,0 2-8 15,-6 0 13-15,3 2-1 0,-3 1-1 0,-6-3 0 16,3 5 5-16,-3 3 0 0,0 3 1 0,-3 0 0 0,-3 4-1 16,3 4-1-16,-6 2 0 0,3 3 0 15,-3 2-7-15,0 1 0 0,0-1-8 0,-2 3 12 0,2-2-12 0,-3-1 8 16,0-2-8-16,-3 3 0 0,3-4 0 16,0 1-12-16,0 0 1 0,0 0 0 15,3 0-118-15,3-1-24 0,0 1-5 0,3 0-1042 0</inkml:trace>
  <inkml:trace contextRef="#ctx0" brushRef="#br0" timeOffset="87091.844">8072 14524 2318 0,'0'-3'51'0,"0"-2"10"0,-3-3 3 0,3 0 1 0,-3 3-52 0,3-3-13 0,-3 0 0 0,3 3 0 0,0-1 100 0,-3 4 18 16,3 2 3-16,0 0 1 0,0 0-42 0,0 0-9 15,0 0-2-15,0 0 0 16,0 0-31-16,-3 5-6 0,0 0-2 0,3 6 0 0,-3-1-17 0,3 1-3 15,0 5-1-15,0 0 0 0,0 2-9 0,0 3 0 16,0 3 0-16,0 3 8 0,0-1-8 0,3 3 0 16,-3 6 0-16,3 2 0 0,3-3 0 0,-3 1-14 0,0-4 5 15,3 4 1-15,0-6-12 0,-3-3-1 16,3 3-1-16,0-2 0 31,-3-3-18-31,3-3-4 0,-3 0-1 16,0-3 0-16,0-2 36 0,0 0 9 0,-3-3 0 0,0-2 0 0,3 0 0 0,-3-6 0 0,0 0 0 0,0-5 0 0,0 0 0 0,0 0 0 0,0 0 0 0,0 0 0 15,0 0 0-15,-3-8 0 0,-3 0 0 0,3-2 0 16,-3-1 31-16,0-2 8 0,-3-3 1 0,0 0 1 16,-3 3-12-16,0-3-2 0,-3 3-1 0,0 2 0 15,0-2-6-15,-5 2 0 16,2 1-1-16,0 2 0 0,0 3-4 0,-3-1-1 0,0 4 0 0,4-1 0 16,-1 3 11-16,3 3 3 0,0-3 0 0,0 5 0 15,3 0-28-15,3 1-9 0,0 4 0 0,3 1 0 16,0-1 0-16,3 4 0 0,0-1 0 0,3 0 0 15,3 3-3-15,0 0 0 0,3 2 0 0,3-2 0 16,3 0-12 0,3 0-2-16,0 0-1 0,3-3 0 0,6-5-12 0,-1 3-2 0,1-9-1 0,0 3 0 15,3-7 0-15,-3-1 0 0,2-2 0 16,-5-3 0-16,3-3 11 0,-6-2 3 0,3-3 0 0,0 3 0 16,-1-3 14-16,1 0 3 0,-3 0 1 0,0 3 0 0,0-3-2 15,-3 3-1-15,-3-3 0 0,0 6 0 0,-4-4 49 0,1 4 9 16,-3-1 3-16,-3 3 0 0,3-2 25 0,-3 2 6 15,0 0 1-15,0 0 0 0,-3 3-53 0,3-3-11 16,-3 2-1-16,3 1-1 0,-3 0 2 0,3 2 1 16,0-2 0-16,3 2 0 0,0 1-17 0,0-1 10 15,3 0-10-15,0 1 8 0,0-1-8 0,0 3 0 0,3-3 0 0,0 3 0 16,-1 3 0-16,1-3 0 16,0 3 0-16,-3 2 0 0,0-2 0 0,0 4 0 0,0-1 0 0,0 2-11 31,-3-3-19-31,-3 3-4 0,3 0-1 0,-3 2 0 15,-3-2-11-15,3 3-2 0,-3-3-1 0,0 3 0 16,0-4 9-16,0 1 3 0,0 0 0 0,-3 0 0 16,3 0-1-16,0-8 0 0,0 0 0 0,0 0 0 0,0 0 38 0,0 0 0 0,0 0 0 0,0 0 0 15,3-5 22-15,0-3 12 16,3 0 2-16,0 0 1 0,0 0-5 0,0-2-2 0,-1-1 0 0,4-2 0 16,-3 0 2-16,0-3 1 0,3 2 0 0,0-1 0 15,-3-1-1-15,3 0-1 0,0 0 0 0,0 3 0 16,-3 2-13-16,3 1-2 0,-6 2-1 0,3 0 0 15,0 2-4-15,-3 4-1 0,-3 2 0 0,0 0 0 16,0 0-2-16,3 8 0 0,0 2 0 0,0 1 0 16,-3 2-8-16,0 0 0 0,0 1 9 0,0-1-9 31,3 0-27-31,-3 0-9 0,3-2-3 0,0-1 0 0,-1 1 39 0,4-3 10 0,0-3 1 0,3 3 0 0,0-5-11 16,3-1-16-16,0 1 4 0,0-3 1 0,0-3 11 0,0 1 0 15,3-4 0-15,-3-1 0 16,-1 1 0-16,4-4 0 0,-3-1 0 0,0-2 0 0,-3 0 0 0,0-1 0 15,3-1 0-15,-6-1 0 0,0 0 49 0,-3 0 12 16,3-3 3-16,-3 1 0 0,-3-1-52 0,0 3-12 16,0 1 0-16,0 1 0 0,-3 1 0 0,0 3 0 15,0 2 0-15,-3-3 0 0,0 3 54 0,-3 3 8 0,0-1 2 0,-3 4 0 32,0-1-103-32,-3 3-20 0,3 3-4 0,-2-1-1 15,-1 1 0-15,-3 2 0 0,0 1 0 0,0 2-887 0,3 0-177 16</inkml:trace>
  <inkml:trace contextRef="#ctx0" brushRef="#br0" timeOffset="87774.16">8998 14624 2282 0,'0'0'50'0,"0"0"10"0,0 0 3 0,0 0 1 0,0 0-51 0,0 0-13 0,-3 3 0 0,0 5 0 0,0-3 84 0,0 3 15 15,0 3 2-15,3-1 1 0,0 4-82 0,-3-1-20 16,3 5 0-16,0-2 0 0,3 5 0 0,0 1 0 0,0 1 0 0,0 1 0 16,0 0 0-16,3-3 0 0,0 3 0 0,-3-5 0 15,3-1 0-15,0 1 0 0,2-1 0 0,-2-2 0 31,0 0-47-31,0-3-13 0,3 3-4 0,-3-3 0 0,0-2 50 0,0 2 14 16,-3-2 0-16,3-3 0 0,-3-1 0 0,0-1 0 0,0-1 0 0,-3-5 0 16,0 0 12-16,0 0 4 0,0 0 1 15,0 0 0-15,6-3 24 0,-6 3 5 0,3-5 1 0,-3 0 0 16,0-3 13-16,0 0 4 0,-3 0 0 0,0-5 0 16,0 0 0-16,0-1 0 0,0-2 0 0,-3-2 0 15,3-3 0-15,-3-3 0 0,3-5 0 0,-3-6 0 16,3 1-52-16,3 0-12 0,-3 2 0 0,3 3 0 15,0 0 0-15,3 2 0 0,3 3 0 0,0 1 0 16,3 1 0-16,0 1 0 0,3 3 0 0,3-3 0 16,0-1 0-16,3 1 0 15,-1 0 0-15,4 0 0 0,-3 2 0 0,3 4 0 0,-3 1 0 0,-3 1 0 0,3 2 0 16,-4 4 0-16,4 1 0 0,-3 1 0 0,-3 5 0 0,3 5 0 16,-6 1 0-16,3 1 0 15,-6 4 0-15,-3 2 0 0,0 3 0 0,-6 0 0 0,0 0 0 0,-6 0 0 16,0 2 0-16,-3-2 0 15,-3-3-48-15,0 3-13 0,-6 0-3 0,-2 0 0 0,-4 0 52 0,0-3 12 16,-3 0 0-16,0 1 0 16,4-4-54-16,-1-2-8 0,3 3-2 0,0-3-819 15,3-6-164-15</inkml:trace>
  <inkml:trace contextRef="#ctx0" brushRef="#br0" timeOffset="90870.128">14359 11526 2178 0,'0'0'48'0,"3"-5"9"0,-3-1 3 0,3-2 1 0,0 1-49 0,0-1-12 0,-1 0 0 0,-2 2 0 16,3-2 99-16,-3 0 17 0,0 3 3 0,0 0 1 15,0-3-41-15,0 3-8 0,-3-1-2 0,1 1 0 16,-1 0-22-16,0-1-5 0,-3 1-1 0,0 3 0 16,0-4-11-16,0 4-2 0,-3-4-1 0,0 4 0 15,0-4-6-15,0 4-1 0,-3-4 0 0,0 4 0 16,0-3-10-16,-3-1-2 0,1 1-8 0,-1 0 12 15,-3 2-4-15,3-2-8 0,-3-1 11 0,0 1-11 16,-3-3 9-16,-5 0-9 0,-4 0 0 0,-3 0 9 16,-3 3 4-16,1-3 1 0,-4 0 0 0,0 3 0 15,4-3-6-15,-1 3 0 0,3-1-8 0,-3 1 12 16,1 2-2-16,-4 1-1 0,0-4 0 0,1 4 0 16,2-1-17-16,0 1-4 0,3 2-1 0,1-3 0 15,5 0 13-15,0 1 0 0,3-1 0 0,0 3 0 16,1 0 0-16,-1-3 0 0,3 3-8 0,-3 0 8 0,3 0 0 15,-3 0 0-15,1 0 0 0,-1-2 0 16,-3 2 0 0,3 0 0-16,0-3-10 0,-2 3 10 0,2 0-8 0,0-3 8 0,3 3-10 0,0 0 10 0,3 0 0 0,-2-2 0 15,2 2-8-15,-3 0 8 0,0 0 0 0,-3 0 0 16,3 0 0-16,-2 2 0 0,-1 1 16 0,-3-3 7 16,3 3 1-16,-3-1 0 15,4 1-41-15,-1 0-8 0,0 2-2 0,-3-2 0 0,6-1 27 0,1 1-8 0,-1-1 8 16,0 1 0-1,0 0-33-15,0 2-2 0,0-2 0 0,-2 2 0 0,-1 0 51 0,3 1 9 0,0-1 3 0,-3-2 0 32,3 2-45-32,1 0-9 0,-1-2-2 0,0 2 0 0,0-2 44 0,3 2 9 0,-3 0 2 0,4 1 0 31,2-1-27-31,-3 0 0 0,3-2 0 0,-3 2 0 0,3-2 0 16,-6 2 0-16,3-2 0 0,-2 2 0 0,2-5 0 0,-3 5 0 0,0-2 0 0,-3 0 0 15,3-1 0-15,1 1 0 16,-1 0 0-16,0-1 0 0,0 1 0 0,0-3 0 0,3 2 0 0,1 1 0 15,-1-3 0-15,0 3 0 0,3-3 8 0,0 2-8 16,0 1 0-16,0-3 0 0,-3 0 0 0,-2 0 0 16,2 0 0-16,-3 0 0 0,0-3 0 0,0 1 0 15,-3 2 0-15,4-3 0 0,-4 0 0 0,3 1 0 16,-3-1 0-16,3 3 0 0,0-2 8 0,1-1-8 16,2 3 0-16,0-3 0 0,0 3 0 0,0-2 8 15,3-1-8-15,0 3 0 16,1-3 0-16,-4 1 0 0,3-1 0 0,-3 3 0 0,3-3 0 0,-3 1 0 15,3 2 0-15,-3 0 0 0,4-3 0 16,-4 3 0-16,0 0-24 0,0 0-6 0,3 3-2 0,-3-3 0 0,0 0 77 0,3 0 15 16,1 0 4-16,-1 2 0 15,0 1-76-15,3-3-16 0,-3 3-2 0,0-1-1 0,3 1 31 0,-3 0 0 16,3-1 0-16,1 1 0 0,-4 0 0 0,0-1 0 16,0 1 0-16,-3-1 0 0,0 1 0 0,0 0 0 15,0-1 0-15,-2 1 0 0,2 0 0 0,-3-1 0 16,3 1 0-16,0 0 0 0,0-1 0 0,0 4 0 0,4-4 0 15,-4 3 0 1,0-2 0-16,3 2 0 0,0 1 0 16,0-1 0-16,3 3 0 0,-3 0 0 0,4 0 0 0,-1 0 0 0,-3-3 0 0,6 3 0 0,-3 0 0 15,3 0 0-15,-3-3 0 0,0 3 0 0,3 0 0 0,0 0 0 16,0 0 0-16,0 0 0 0,1 0-8 0,-1 2 8 16,3-2 0-16,-3 0 0 0,3 3 0 0,-3-1 0 15,3-2 0-15,0 0 0 0,-3 3 0 0,3-1 0 16,-3-2 0-1,3 0 0-15,-3 0 0 0,0 3 0 0,0-3 0 0,0 0 0 0,1 0 0 0,-4 0 0 16,3 0 0-16,-3-1 0 0,3 1 0 0,0 0 0 16,0 0 0-16,0 3 0 0,0-3 0 0,0 0 0 15,3 0 8-15,0 0-8 0,0 0 0 0,0 0 0 16,0-1 0-16,3-1 0 0,0 2 0 0,0 0 0 16,1 0 0-16,-1-1 0 0,3 1 0 0,-3 0 0 15,3 0 0-15,-3 0 0 0,3 3 0 0,0-3 0 16,-3 0 0-16,3 2 0 0,0 1 0 0,0 2 0 15,-3-2 0-15,3 2 0 0,0-3 0 0,0 4 0 16,0-1 0-16,0-2 0 0,0 2 0 0,0-3 0 16,0 4 0-16,0-1 0 0,0-3 0 0,0 4 0 0,3-4 0 0,-3 3 0 15,0-2 0-15,0 0 0 0,3-1 0 0,-3 1 0 16,3-1 0-16,-3 4 0 0,3-6 0 0,0-1-11 16,-1 1 11-16,4 0-10 15,0 0-118-15,3-2-23 0,3-4-5 0,3-2-1116 0</inkml:trace>
  <inkml:trace contextRef="#ctx0" brushRef="#br0" timeOffset="96488.583">5866 8589 1556 0,'0'0'44'0,"0"0"10"0,0 0-43 0,0 0-11 0,0 0 0 0,0 0 0 16,-6-3 92-16,6 3 17 0,0 0 3 0,0 0 1 15,0 0-47-15,0 0-10 16,0 0-1-16,0 0-1 0,0 0-17 0,6 3-3 0,3-3-1 0,0 3 0 16,0-3-5-16,0 2 0 15,0-2-1-15,3 3 0 0,0-1-1 0,0 1 0 0,3-3 0 0,2 5 0 16,1-5 4-16,-3 3 1 0,3 0 0 0,0-3 0 16,0 0-6-16,0 0-1 0,2 0 0 0,1-3 0 15,0 3-14-15,0-3-10 0,3 3 12 0,0 0-12 0,-4 0 0 16,1 0 0-16,-3 0 0 0,3 0 0 15,-3 0-102-15,0 0-14 0,0 0-4 0,-4-5-923 16</inkml:trace>
  <inkml:trace contextRef="#ctx0" brushRef="#br0" timeOffset="96789.85">6533 8425 2120 0,'0'0'60'0,"-3"-3"13"0,0-2-58 0,0 0-15 15,0 2 0-15,3 3 0 0,-3-5 137 0,3 5 25 16,0 0 5-16,0 0 1 0,0 0-84 0,0 0-16 16,0 0-3-16,0 0-1 0,0 0-51 0,0 0-13 0,0 0 0 0,0 0 0 15,0 5 0-15,0 3 0 63,0 3 0-63,0-1 0 0,0 3 0 0,0 1 0 0,0 1 0 0,0 4 0 0,0-3 54 0,0 2 8 0,0 4 2 15,0 1 0-15,-3 4-64 0,3-1-28 0,-3 1 3 0,0 2 0 0,3 0 40 0,-3-3 8 0,3 1 1 0,-3-1 1 16,3 1-65-16,-3-6-12 0,0 0-4 0,3 0 0 0,-3-5-64 16,0 0-14-16,0 0-2 0,3-6-644 0,0 1-128 0</inkml:trace>
  <inkml:trace contextRef="#ctx0" brushRef="#br0" timeOffset="97069.881">6685 8549 2030 0,'-6'-10'57'0,"3"4"14"0,0 1-57 0,0 0-14 0,0-1 0 0,0-1 0 16,0 1 156-16,3-2 29 0,3 3 6 0,-3 0 1 0,3-1-103 0,3 1-20 15,0 2-4-15,3-2-1 0,0 0 0 0,0 2 0 16,3 3 0-16,3-2 0 0,-4-1-51 0,4 0-13 16,3 3 0-16,-3 0 0 0,3 0 0 0,-3 0 0 15,0 0 0-15,-3 3 0 0,2 0 0 0,-2 2 0 16,0 0 0-16,0 3 0 0,3 0 0 0,0 0 0 15,-3 3 0-15,0-1 0 0,-3-2 0 0,0 3 0 16,-3 2 0-16,0 0 0 0,-3 3 0 0,-3 3 0 16,0-1 0-16,-3 6 0 0,-3 2 17 0,0 1 1 15,-3-1 0-15,0 1 0 0,0-1-29 0,0 1-5 0,-3-1-2 16,3-2 0 0,-3 0-37-16,0 0-7 0,0-3-2 0,0 0 0 15,4-3-164-15,-4-2-32 0</inkml:trace>
  <inkml:trace contextRef="#ctx0" brushRef="#br0" timeOffset="97293.777">6774 8740 2880 0,'0'0'64'0,"-3"-3"12"0,-3-2 4 0,3 0 0 0,3 2-64 0,0 3-16 0,0-5 0 0,0-1 0 16,0 6 54-16,3-5 8 0,0 0 2 0,3 2 0 15,0 0-42-15,3 3-8 0,3 0-2 0,0-2 0 16,-3 2-12-16,6 0-16 0,-3-3 3 0,2 3 1 0,1-3 12 0,0 1 0 16,6-1 0-16,0 1 0 15,3-4-208-15,0 1-40 0,2 0-7 0</inkml:trace>
  <inkml:trace contextRef="#ctx0" brushRef="#br0" timeOffset="97855.374">7337 8716 2188 0,'0'0'48'0,"0"0"11"0,0 0 1 0,0 0 1 0,-6-5-49 0,3 5-12 0,3 0 0 0,0 0 0 0,0 0 105 0,0 0 19 16,0 0 3-16,-6-3 1 0,6 3-36 0,-6 0-8 15,6 0 0-15,-6 3-1 0,3 2-36 0,-3 3-7 16,3 0-2-16,0 2 0 0,0 4-10 0,0 1-3 16,0 1 0-16,0 3 0 0,0-1-9 0,0 1-1 15,0 5-1-15,-3-3 0 0,3 0-14 0,0 3 9 0,-3 0-9 0,0 0 8 63,3 2-8-48,-2 0 0-15,2-2 0 0,0 3 0 0,3-3-21 0,0-3-7 0,-3-3 0 0,6 3-1 0,-3-5-136 0,3-3-27 0,3-2-6 0,-4 0-1 0</inkml:trace>
  <inkml:trace contextRef="#ctx0" brushRef="#br0" timeOffset="98214.103">7450 9015 2269 0,'-6'-11'64'0,"3"6"15"0,0-3-63 0,0 3-16 0,-3-3 0 0,3 0 0 16,0 0 105-16,-3 3 19 0,0-1 3 0,3 1 1 15,3 5-20-15,-6-3-4 0,6 3-1 0,-6 0 0 16,6 0-63-16,-6 3-12 0,0 2-2 0,3 1-1 15,-3-1-25-15,3 3 0 0,1 3 0 0,-1-1 0 16,0 3 0-16,3-2 0 0,3 2 0 0,-3 3 0 0,3-3 0 0,2 0 0 16,1 1 0-16,3-1 0 15,0-2-46-15,0-1-14 0,3-5-4 0,3 3 0 0,-3-2 52 0,3-6 12 16,3 0 0-16,-3-6 0 0,2 1 0 0,-2-3 0 16,0 0 0-16,0 0 0 15,0-2 0-15,0-1 0 0,0-2 0 0,-6 2 0 0,3-2 48 0,-4 2 13 16,-2-2 3-16,3 0 0 0,-3-3 0 0,-3 3 0 15,0 0 0-15,0-3 0 16,0 3-52-16,0-3-12 0,-3 0 0 0,0 3 0 0,0-1 0 0,-3 4 0 16,-3-1 0-16,0 3 0 0,0 0 8 0,-6 3 0 0,1 0-8 15,-4 2 12-15,0 3-28 0,-6 0-7 16,0 3-1-16,-3 2 0 16,3-2-69-16,-2 2-15 0,-1 3-2 0,0 0-1 15,6 0-116-15,-3 0-23 0,-17 5-5 0,17-3-1 0</inkml:trace>
  <inkml:trace contextRef="#ctx0" brushRef="#br0" timeOffset="98607.662">7884 8282 1728 0,'0'0'38'0,"0"-5"8"0,0-3 2 0,0 2 0 0,0 1-39 0,0-3-9 0,-3 3 0 0,3 0 0 0,0 5 115 0,-2-6 21 16,-1 4 4-16,3 2 0 0,0 0-36 0,0 0-8 16,0 0-2-16,0 0 0 0,-6 0-29 0,6 0-5 15,-3 8-2-15,0 0 0 16,6 5-15-16,0 3-3 0,3 0-1 0,2 5 0 0,4 3-8 0,0-1-2 15,0 1 0-15,3 5 0 0,-3-2-5 0,0-1 0 16,0 1-1-16,0 4 0 0,-3-1-23 0,-3 1 0 0,-3 6 0 16,0 6 0-16,-6-4 0 0,0 4 0 15,-3-4 0-15,-3 1 0 0,0-6 0 0,-3 3 0 0,0 1 0 16,-6 4 0 0,-3 0 0-16,0 3 0 0,-2-2 0 0,-1 2 0 0,0-6 0 0,0-2 0 0,-3-2 0 15,1-1 0 1,-1-2-28-16,0-3-9 0,-3 0-3 0,-2 0 0 15,-1 0-77-15,0 0-16 0,0-2-3 0,-2-1-661 0,2-2-132 0</inkml:trace>
  <inkml:trace contextRef="#ctx0" brushRef="#br0" timeOffset="99076.823">5905 8380 2181 0,'-9'-16'48'0,"6"5"9"0,-6 1 3 0,0-3 2 0,0-3-50 0,0 5-12 16,-3-2 0-16,1 0 0 16,-1 5 103-16,0 0 17 0,0 5 4 0,-3 1 1 0,0 2-45 0,0 2-10 0,3 6-2 0,-3 5 0 15,7 6-35-15,-1 5-7 0,3 7-2 0,3 6 0 16,0 1-12-16,0 4-4 0,3 8 0 0,-3 14 0 15,3 2 4-15,0 0 1 0,-3-3 0 0,0 12 0 16,3 1-1-16,3-2-1 16,-3 0 0-16,0 1 0 0,3-15-1 0,-3 7 0 0,0-1 0 0,3 0 0 15,3-5-10-15,9-6 12 0,2-4-12 0,13-4 12 16,9-5-12-16,5-4-14 0,7-4 3 0,6 0 1 31,-4-7-92-31,7-3-18 0,5-3-4 0,7-5-1129 0</inkml:trace>
  <inkml:trace contextRef="#ctx0" brushRef="#br0" timeOffset="127556.856">13260 7882 1908 0,'0'0'42'0,"-6"-5"9"0,3 2 1 0,-3-2 1 0,3 3-42 0,0-4-11 15,0 4 0-15,0-1 0 0,-3 0 108 0,4 1 19 16,2 2 4-16,-6-3 1 0,0 3-49 0,6 0-10 16,-3 0-1-16,-3 3-1 0,0-1-19 0,0 1-4 15,0 2-1-15,-3 3 0 0,3 0-20 16,0 0-4-16,0 3-1 0,-3-1 0 16,3 3-13-16,0-2-9 0,0 5 12 0,3-3-12 15,-3 0 0-15,3 3 0 0,0-3 0 0,0 1 0 0,3-1 0 0,3-2 0 0,0 2 0 0,3-3 0 16,0-2 0-16,3 3 0 15,3-3 0-15,0-3 0 0,0 0 8 0,3 1-8 0,0-1 0 0,0 0 0 16,2-2 9-16,1-3-9 0,-3 0 0 0,3 0 9 16,-3-3 7-16,3-2 0 0,-3 0 1 0,0-1 0 15,-1-2 3-15,1 1 1 0,0-4 0 0,0 0 0 16,-3 3 3-16,-3-2 0 0,3-3 0 0,-6-1 0 16,3-2-4-16,-6 3 0 15,0-3 0-15,0 1 0 0,-6-4-7 0,0 3-1 0,0 0-1 0,-6 0 0 16,-3 3-3-16,3 0-8 0,-3 0 12 0,-3 2-4 15,0 3-8-15,3 0 0 16,-3 0 0-16,1 3 8 0,-4 2-8 0,0-2-9 0,0 0 9 0,-3 2-13 16,0 3-58-16,0 0-11 15,1 0-2-15,-1 5-1 16,0-2-141-16,3 2-28 0</inkml:trace>
  <inkml:trace contextRef="#ctx0" brushRef="#br0" timeOffset="128470.461">12531 7851 1792 0,'0'0'51'0,"3"-6"10"0,0 1-49 0,-3 0-12 16,3-3 0-16,-3 3 0 0,0-1 156 0,0 1 29 94,0 2 6-94,0-2 1 0,0 5-52 0,-3-3-9 0,3 3-3 0,-6-5 0 0,0 5-102 0,0 0-26 0,0 0 0 0,-3 0 0 0,3 3 49 15,-6 2 5-15,3 0 1 0,-3 1 0 0,1 2-35 0,-4 0-6 0,0 2-2 0,0 3 0 0,3 1-12 0,0 1 9 0,0 1-9 16,3 0 8-16,0 0-8 0,3 0 0 0,0 0 0 0,3-3 0 0,3 0 0 0,0-2 0 0,3-1 0 0,3-2 0 0,0 0 0 0,3 0 0 16,0 0 0-16,3-3 0 0,0 1 0 0,3-4 0 0,0-2 0 0,3 0 0 15,-3 0 0-15,-1-2 0 0,4-1 0 16,-3-2 0-16,0 0 8 0,0-1-8 0,-3 1 8 15,0-3-8-15,0 3 0 0,-3-6-14 0,-1 3 2 0,-2 0 0 16,0-2 37-16,-3-1 8 0,0 1 2 0,-3-4 0 0,0 1-12 16,-3 0-3-16,-3 0 0 0,0-1 0 0,1 1-8 0,-4 3-3 15,0-1 0-15,0 0 0 0,0 3-9 0,-3 3 0 16,0-3 0-16,0 3 0 0,-3 0-9 0,0 2-4 16,-3 0-1-16,1 3 0 15,-1-2-30-15,0 2-5 0,0 0-2 0,0 2 0 16,0-2-165-16,3 0-32 0,-14-5-8 0,8 5-868 15</inkml:trace>
  <inkml:trace contextRef="#ctx0" brushRef="#br0" timeOffset="129087.972">11730 7745 1958 0,'0'0'43'0,"-6"0"9"0,6 0 1 0,-6-3 3 0,0 3-45 0,-3 0-11 16,4 0 0-16,-4 0 0 16,0 3 53-16,0-3 9 0,-3 5 2 0,3-2 0 0,-3 2 0 0,0 0 0 15,3 1 0-15,0 2 0 0,-3 2 0 0,3 1 0 16,0-1 0-16,1 4 0 0,2 1-52 0,0-1-12 15,0 2 0-15,0 2 0 0,3-2 0 0,-3 2 0 0,6-2 0 0,0 0 0 16,0-3 0-16,3 1 0 16,0-1 0-16,0-3 0 0,3 1 0 0,0-3 0 0,0 0 0 15,2 0 0-15,1 0 54 0,0-6 8 0,3 4 2 0,0-4 0 16,0 1-52-16,0-3-12 16,0 0 0-16,0-3 0 0,0 1 54 0,0-4 8 0,0-1 2 0,-1 1 0 15,-2-2-52-15,3 0-12 0,-6-2 0 0,3-1 0 31,-3 1 54-31,-3-4 8 0,3 1 2 0,-6-3 0 0,3 0-52 0,-3 1-12 0,-3-1 0 0,0 2 0 16,0-1 0-16,-3 1 0 0,0 1 0 0,0 3 0 16,0-1 0-16,-3 3 0 0,0 0 0 0,-3 3 0 15,1-1 0-15,-1 4 0 0,0-1 0 0,0 1 0 16,0 2-48-16,0 2-13 0,0-2-3 0,0 3 0 16,3-1-102-16,0 4-21 0,3-1-4 0,0 0-1 15</inkml:trace>
  <inkml:trace contextRef="#ctx0" brushRef="#br0" timeOffset="130269.764">11055 7872 1958 0,'-6'-3'43'0,"0"1"9"0,0-4 1 0,0 1 3 0,0 2-45 0,0-2-11 0,0 0 0 0,-3 2 0 0,3-2 104 0,0 2 20 16,0-2 3-16,0 5 1 0,0-3 0 0,0 3 0 16,0-2 0-1,-3 2 0-15,3 2-103 0,0-2-25 0,0 3 0 0,1 2 0 0,2 0 0 0,-3 1 0 16,0 2 0-16,0 0 0 0,0 2 56 0,0 3 7 15,3 1 1-15,-3 2 0 0,3 2-52 0,0-2-12 16,0 2 0-16,0-2 0 0,3 3-11 0,0-3-5 0,0 0 0 0,3-1-1 16,3 1 17-16,-3-2 0 15,6-1 0-15,-3-3 0 0,3 1 10 0,-3 0 6 0,6-3 0 0,-4-3 1 16,4 0-17-16,0-2 0 0,3-3 0 0,3 2 0 16,-3-2 0-16,3-2 0 15,0 2 0-15,2-6 0 0,-2 4-11 0,0-3-5 0,0 2-2 0,-3-2 0 16,0-1 18-16,-3-2 0 0,0 0 8 0,-3-2-8 15,-1-1 20-15,-2 1-1 0,0-4-1 0,-3 1 0 16,0-3-18-16,-3 3 0 0,0-3-8 16,-3 0 8-16,0 0 0 0,-3 3 0 0,0-3 0 0,-2 3 0 15,-4-3 12-15,0 3 9 0,0 2 2 0,-6 1 0 16,3 2-53 0,-3 0-10-16,3 0-3 0,-5 5 0 0,2-2-103 0,0 2-21 15,0 3-4-15,0-2-1 0</inkml:trace>
  <inkml:trace contextRef="#ctx0" brushRef="#br0" timeOffset="130964.215">10432 7750 1792 0,'0'0'51'0,"-6"-3"10"0,1 1-49 0,-1-1-12 15,0-2 0-15,3 5 0 0,-3-3 156 0,0 3 29 16,6 0 6-16,-6 0 1 0,0-2-103 0,0 2-20 16,6 0-4-16,-6 2-1 15,0 1-19-15,0 0-4 0,3-1-1 0,-3 3 0 0,3 1-23 0,-3 2-5 16,3 0 0-16,0 2-1 0,0 1-11 0,3 2 0 15,-3 3 9-15,3 0-9 0,-3 0 9 0,3 0-9 16,3-1 12-16,-3 1-12 0,3 3 0 0,0-3 0 0,3 0 0 0,0-3 0 31,0 0 0-31,3-2 0 0,0-1 0 0,0 1 0 0,0-1 0 0,3-4 0 0,0 2 0 0,0-6 0 16,-1 4 0-16,1-6 0 16,0 2 0-16,-3-4 0 0,3 2 18 0,-3-6-3 0,3 4-1 0,-3-4 0 15,0 4 10-15,-3-6 1 0,3 2 1 0,-3-2 0 16,0-2 7-16,-3-1 2 0,0 1 0 0,-1-3 0 15,-2-3-3-15,0 0 0 0,0 0 0 0,-2 0 0 16,-1-3-5 0,0 4-2-16,0-1 0 0,-3 0 0 0,0 3-25 0,0-1-9 0,0 4 0 0,0-1 0 15,-3 1 9-15,0 2-10 0,0 0 10 0,0 0-10 32,-6 0-20-32,3 3-4 0,-3-1-1 0,1 4 0 0,-4-1-100 15,3 0-20-15,-6 1-4 0,3 2-1087 16</inkml:trace>
  <inkml:trace contextRef="#ctx0" brushRef="#br0" timeOffset="131482.882">9751 7700 2113 0,'0'0'46'0,"0"0"10"0,0 0 1 0,0-5 3 0,0 5-48 0,0-6-12 0,0 1 0 0,0 0 0 16,0 5 122-16,0 0 22 16,0 0 4-16,0 0 0 0,0 0-118 0,0 0-30 0,0 0 0 0,0 0 0 15,0 0 52-15,0 0 5 0,0 0 1 0,-3 5 0 16,0 3-42-16,0 0-8 16,0 2-8-16,0 1 12 0,0 2-12 0,0 0 0 0,3 6 0 0,-3 0 0 15,0 4 46-15,3 1 7 0,-3 5 2 0,0 0 0 16,3 0-37-16,-3 1-7 0,0-1-2 0,0 0 0 15,3-3-9-15,-3 1 0 0,0-1 0 0,0-2 0 16,3 0 0-16,-3 0 0 0,0 2 0 0,0-2 0 16,0-3 0-16,0 0 0 0,3 0 0 0,0-2 0 15,-3 2 0-15,3-5 0 0,0-3 0 0,0 0 0 0,0-2 0 0,0 0 0 16,0-1 0-16,3-5 0 0,-3 3 0 0,0-8 0 16,3 3 0-16,-3-3 0 15,6 0-100-15,-3 0-23 0,3-3-4 0,0-2-717 16,3-3-144-16</inkml:trace>
  <inkml:trace contextRef="#ctx0" brushRef="#br0" timeOffset="133366.166">9316 7573 2134 0,'0'0'47'0,"0"0"9"0,0 0 3 0,0 0 1 0,0 0-48 0,0 0-12 0,0 0 0 0,0 0 0 15,0 0 66-15,0 0 10 0,0 0 3 0,-3 5 0 16,0 3-63-16,0 0-16 0,3 3 0 0,0 2 0 16,0 3 0-16,0 2 0 0,3 1 0 0,-3 2 0 15,0-3 0-15,3 6 0 0,-3 5 0 16,0 3 0-16,0 3 17 0,3 2 1 0,-3 2 0 0,0 1 0 15,0-3-29-15,0 0-5 0,0-3-2 0,-3 1 0 16,0-3 18-16,0 2 0 0,0-2 0 0,0 2 0 16,0-2 0-16,0-3 0 0,0 0 0 0,0-2 0 15,0-4 8-15,3-1 6 0,-3-1 1 0,1-3 0 16,2 1-15-16,0-3 0 0,0-3 8 0,2 0-8 0,-2-2 0 0,0-1 8 16,3-2-8-16,0-3 0 0,0 3 13 0,0-5-3 15,0 2-1-15,3 1 0 0,-3-4 21 16,3 1 4-16,3-3 1 0,-3 0 0 0,3 0-35 0,3 0 0 15,0-3 0-15,3 1 0 0,-3 2 0 16,3-3 0-16,-1 0 0 0,4 3 0 0,0-2 0 0,0 2 0 16,3-3 0-16,0 3 0 15,0-3 0-15,-1 1-11 0,1-1 0 0,3 3 0 0,-3-3 11 0,-3-2 0 0,3 3 0 16,-1-4 0-16,-2 4 0 0,3-4 0 0,-3 1 0 16,3 2 8-16,3-2-8 15,-1 0 8-15,1-1-8 0,0 4 8 0,3-1-8 0,3-2 0 0,-4 2-8 0,1-2 8 16,-3 2 0-16,3-2 0 0,-3 2 0 0,-4-2 0 15,1 2 0-15,0 1 0 0,0-1 0 16,3-2 0-16,-3 2 0 0,-1 1 8 0,4-1 0 16,0 0 0-16,-3-2-8 0,3 2 0 0,-1 1 0 0,-2-1 0 15,0 0 0-15,0 1-12 0,-3-1 4 16,0-2 0-16,-3 2 8 0,2 1 0 0,-2-1 0 0,-3 0 0 16,0 3 0-16,0-2 0 0,0-1 0 0,-3 0 0 31,0 3 0-31,0 0 0 0,0-2 0 0,0 2 0 0,-3-3 0 0,2 3 0 0,-2 0 8 0,0 0-8 15,0 0 0-15,0 0 0 0,0 0 0 0,0 0 0 16,-3 0 0-16,-3 0 8 16,6 0-8-16,-3 0 0 0,-3 0 0 0,6 0 0 0,-6 0 0 0,3-3 0 15,0 3 0-15,3-2 8 0,-6 2-8 0,3-3 0 16,0 0 0-16,-3 3 0 0,3-5 0 0,-3 0 0 0,3 2 0 0,0-2 0 16,-3 0 0-16,3-3 0 0,-3 0 0 0,3 2 0 15,0-2 0-15,0-2 0 16,-3 2 0-16,3 0 0 0,0-3 0 0,0 1 0 47,0-1 0-47,3 1 0 0,-3-1 0 15,3 1 0-15,0-1 0 0,-4 0 0 0,4 1 0 0,0-3 0 0,0 2 0 0,3 0 0 0,-3 1 0 0,0-3 0 0,3-1 0 0,-3 1 0 16,0-3 0-16,3-2 0 0,0-1 0 0,-3 1 0 0,3-6 0 0,-3 0 0 0,3 0 36 0,-3-2 4 0,3 2 0 16,-4-3 0-16,4 4-21 0,-3 2-4 0,0-1-1 0,0 1 0 15,0 3 3-15,0-1 1 0,0 3 0 0,0 0 0 16,-3 1-2-16,0-1-1 0,0-3 0 15,-3 6 0-15,3-3-6 0,-3 3-1 0,0 0 0 0,0-1 0 16,0 1 0-16,0 0 0 0,0 0 0 0,0 2 0 16,0 0-8-16,0 1 8 0,0-1-8 0,-3 3 8 15,3 0-8-15,0 0 0 0,0 1 0 0,0 1 8 16,0 1-8-16,-3 0 0 0,3 2 0 0,0-2 0 16,0 5 0-16,-3-3 0 0,3 3 0 0,-3-5 0 15,3 5 0-15,-3-6 10 0,0 4-10 0,-3-1 10 16,6 3-10-16,-3-2 10 0,-3-4-10 0,0 4 10 15,3-1-10-15,-3 0 10 0,0 3-10 0,0-2 10 16,1-1-10-16,-1 0 0 0,0 3 0 0,-3-2 8 16,0 2-8-16,0 0 10 0,-3-3-10 0,0 3 10 15,-3-3-2-15,0 3-8 0,0 0 12 0,-3 0-4 16,1 0-8-16,-1 0-14 0,0 0 3 0,0 0 1 0,0 0 24 16,0 0 5-16,0 0 1 0,1 0 0 0,2 0-20 0,-3 0 0 15,0-2 8-15,0-1-8 0,3 1 0 0,-3-1 0 16,-2 0 8-16,-1 3-8 0,3-2 0 0,-3 2 10 15,0-3-10-15,0 3 8 16,1 0-8-16,-1 0 0 0,0 0 0 0,0 3 0 0,0-3 0 0,0 2 8 16,3-2-8-16,4 3 0 0,-4 0 0 0,3-3 0 15,3 0 8-15,-6 0-8 16,3-3 0-16,-3 0 0 0,3 3 0 0,-2-2 0 0,2-1 0 0,-3 3 0 0,0-3 0 0,0 3 0 16,0 0 0-16,0-2 0 0,1 2 8 15,-1 0-8-15,3 0 0 0,-3 0 0 0,3 0 0 0,0 0 0 16,3 0 0-16,-3 0 0 0,4 2 8 0,-1-2-8 15,0 3 0-15,0-3 0 0,3 3 9 0,0-3-9 16,0 2 10-16,0-2-2 0,3 0-8 0,0 3 12 16,-3-3-12-1,3 0 0-15,-3 0 0 0,3 0-10 0,-3 0 10 0,1-3 0 0,-1 3 0 0,0 0 0 16,0-2 0-16,0 2 0 0,0 0 0 0,-3 0 0 16,3 0 0-1,-3 0 0-15,0 2 0 0,0-2 0 0,3 0 0 0,-3 3 0 0,1 0 0 0,-4 2 8 16,3-3-8-16,0 4 0 0,0-1 0 0,-3 0 0 15,3 1 0-15,0-1 0 16,-3 3 0-16,3 0 0 0,1-3 0 0,2 3 0 0,-3-3 0 0,3 6 0 16,0-3 0-16,3 0 0 0,0-3 0 0,0 3 8 15,0-3-8-15,3 3 0 0,0-2 0 0,0 1 0 16,0-1-36-16,0 2-9 0,0-3-2 0,3 3 0 16,-3-3 24-16,3 3 5 0,-3 0 1 0,3-3 0 15,-3 1-75-15,3 2-16 0,0-3-2 0,0 0-1 16,0 3-117-16,-3-5-23 0,-6 5-5 31,9-8 0-31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BCD4045B-8F41-6B4E-97BD-FF08E793C303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9F0351C3-1740-AA4D-BDDF-BF0F4C69FD11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6474A07D-2658-461F-8F83-4F740994F24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B0787F0E-99E1-EC46-8903-479D5ABA0DBF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8261E7AE-94F1-554C-9081-C782E41C57C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B74AB494-A933-744C-97AB-D567B6DD35B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F969DB7-CD90-4014-9B8D-CC33BD96DEA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A225FB7-6986-41E4-8F43-F86C2C2742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C0D8ACF-9AF7-4BE6-B2E3-865733B3F78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1803AE-9905-4AF8-9DA3-73789375BE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BAFD67-0D38-4EFF-B956-560E674B21E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109591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914623E-7E5C-4AFD-BE24-3DB80703DAC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C93BFD6-7F93-4733-A226-6C0EC46E768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ED5D424-E135-44CC-BA4E-A2DB770BDC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7619F1-5350-4307-9409-443BD106766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0216439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9446CB-484F-4252-BB19-9C497B0F54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3A8F4DA-9E72-49E7-9FF9-D36FD65AE1B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7A08CB3-EAD0-4E99-8B98-C89B6DB018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53D098-D75C-4EE5-8B40-FC63AFD0D628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907858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1C54467-B79B-4B77-A3B1-44DDDE77CE3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62F25E2-A807-49CB-BC93-3D806EA7E07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5932679-2C29-4D7B-881E-4BB2B5FA51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C11FBC1-3F18-4B9F-83D9-3A5A4B6E257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738506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ED9B991-D00B-4804-89EB-33BB202D7A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78015FF5-E07E-4C7A-8238-1AF9E0FFD5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C3F5F623-7278-4A70-8A13-35C022DCEB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CCFC92-1B0B-4860-87FB-21B0774F2EA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56079894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200" y="76200"/>
            <a:ext cx="8991600" cy="380999"/>
          </a:xfrm>
        </p:spPr>
        <p:txBody>
          <a:bodyPr/>
          <a:lstStyle>
            <a:lvl1pPr>
              <a:defRPr sz="3400">
                <a:solidFill>
                  <a:srgbClr val="FF0000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1FE1E440-A8C8-43AB-B8E7-F86B3E9B4BB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82FBE08-5985-4EC5-801D-BD8B156BAC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DCED17A-0888-409A-80D0-BD3B63CD52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7966BF-D65F-4E28-A407-653B2DF03F0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4361790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31F0ED2C-B519-4F57-8672-730E3329D11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C221C3B-499D-4477-B03B-03A7E024464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DCD4F977-FA0E-4B3A-B94F-0279441CCC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182C1FB-A275-4CBE-B85C-63204551E734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555996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D62850-C9F3-4ECE-848C-FF22D5C8AF2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C12A31E-209B-42A9-826C-D78F92405A2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821507E-9AE1-4B0E-B93B-7C085C52966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C2F104-DF84-4AEF-9187-41AF5BE74E3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0806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202DB48-69AE-4AF3-868F-545FF5AF8F1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F3E5B6-43C3-4346-B165-FDD6F1E37E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CD27224-906E-4B0A-BE25-6FED1CA2EB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AFDD3B-1453-418D-980A-9289DD4C51F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602560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B9F8C36-2FA4-465E-B8F9-3C035D0919B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E95604D-DBCA-4814-BBC5-446C778B819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758D9F7-727C-4D99-89FD-0C87515CC9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70AC39-4B88-4002-B23C-3DAA2B76F34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7343722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743700" y="228600"/>
            <a:ext cx="2171700" cy="6096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228600"/>
            <a:ext cx="6362700" cy="6096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6694072-58C3-4095-B658-E2EC7AE668D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093BA2E-5916-442F-A773-1816573953A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9B41EDC-CE19-4648-891A-4EFB1DCC0E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86CB7B8-7C25-401E-AFCE-7AE2AED9C12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948232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92ADB1AC-32D3-49A7-A1DC-4BB1BCC568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228600"/>
            <a:ext cx="86868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2CC26A9E-31B8-4391-AE6F-822CE2529F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14400"/>
            <a:ext cx="8686800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FD3DE5A9-11D5-4AEB-B896-6DAD1B6EEEBC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286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2C62297E-DDFC-4E4B-B572-4234ABFF44A5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590800" y="6324600"/>
            <a:ext cx="39624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B8CD9B8A-A795-4DB1-8964-96651783B99F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104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6E3611C3-C128-4ADE-9736-85CD38B1067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83562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+mj-lt"/>
          <a:ea typeface="MS PGothic" panose="020B0600070205080204" pitchFamily="34" charset="-128"/>
          <a:cs typeface="ＭＳ Ｐゴシック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800">
          <a:solidFill>
            <a:schemeClr val="tx1"/>
          </a:solidFill>
          <a:latin typeface="+mn-lt"/>
          <a:ea typeface="MS PGothic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tx1"/>
          </a:solidFill>
          <a:latin typeface="+mn-lt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mailto:maruf@iastate.edu" TargetMode="Externa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2.png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7.xml"/><Relationship Id="rId6" Type="http://schemas.openxmlformats.org/officeDocument/2006/relationships/customXml" Target="../ink/ink3.xml"/><Relationship Id="rId5" Type="http://schemas.openxmlformats.org/officeDocument/2006/relationships/image" Target="../media/image1.png"/><Relationship Id="rId4" Type="http://schemas.openxmlformats.org/officeDocument/2006/relationships/customXml" Target="../ink/ink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customXml" Target="../ink/ink5.xml"/><Relationship Id="rId3" Type="http://schemas.openxmlformats.org/officeDocument/2006/relationships/image" Target="../media/image4.png"/><Relationship Id="rId7" Type="http://schemas.openxmlformats.org/officeDocument/2006/relationships/image" Target="../media/image26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Relationship Id="rId6" Type="http://schemas.openxmlformats.org/officeDocument/2006/relationships/customXml" Target="../ink/ink4.xml"/><Relationship Id="rId5" Type="http://schemas.openxmlformats.org/officeDocument/2006/relationships/image" Target="../media/image6.png"/><Relationship Id="rId4" Type="http://schemas.openxmlformats.org/officeDocument/2006/relationships/image" Target="../media/image5.png"/><Relationship Id="rId9" Type="http://schemas.openxmlformats.org/officeDocument/2006/relationships/image" Target="../media/image50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customXml" Target="../ink/ink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1.png"/><Relationship Id="rId4" Type="http://schemas.openxmlformats.org/officeDocument/2006/relationships/customXml" Target="../ink/ink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7" Type="http://schemas.openxmlformats.org/officeDocument/2006/relationships/image" Target="../media/image8.png"/><Relationship Id="rId2" Type="http://schemas.openxmlformats.org/officeDocument/2006/relationships/customXml" Target="../ink/ink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0.xml"/><Relationship Id="rId5" Type="http://schemas.openxmlformats.org/officeDocument/2006/relationships/image" Target="../media/image7.png"/><Relationship Id="rId4" Type="http://schemas.openxmlformats.org/officeDocument/2006/relationships/customXml" Target="../ink/ink9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3.png"/><Relationship Id="rId5" Type="http://schemas.openxmlformats.org/officeDocument/2006/relationships/customXml" Target="../ink/ink11.xml"/><Relationship Id="rId4" Type="http://schemas.openxmlformats.org/officeDocument/2006/relationships/image" Target="../media/image10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customXml" Target="../ink/ink1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2.png"/><Relationship Id="rId4" Type="http://schemas.openxmlformats.org/officeDocument/2006/relationships/customXml" Target="../ink/ink1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customXml" Target="../ink/ink14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customXml" Target="../ink/ink15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3.png"/><Relationship Id="rId4" Type="http://schemas.openxmlformats.org/officeDocument/2006/relationships/image" Target="../media/image19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emf"/><Relationship Id="rId1" Type="http://schemas.openxmlformats.org/officeDocument/2006/relationships/slideLayout" Target="../slideLayouts/slideLayout6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emf"/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gif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A0691B0-CEC6-481E-939D-D8810FDC17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82C1FB-A275-4CBE-B85C-63204551E734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295ADE-74FF-47AD-9C8F-165D1AECFFA2}"/>
              </a:ext>
            </a:extLst>
          </p:cNvPr>
          <p:cNvSpPr/>
          <p:nvPr/>
        </p:nvSpPr>
        <p:spPr>
          <a:xfrm>
            <a:off x="0" y="2209800"/>
            <a:ext cx="9144000" cy="345488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2700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ACCEACF-131C-41A4-94AE-DC03953FB264}"/>
              </a:ext>
            </a:extLst>
          </p:cNvPr>
          <p:cNvSpPr/>
          <p:nvPr/>
        </p:nvSpPr>
        <p:spPr>
          <a:xfrm>
            <a:off x="8756650" y="2218752"/>
            <a:ext cx="387350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A2A6099-E7BC-4E0E-A993-A4A0E232DA82}"/>
              </a:ext>
            </a:extLst>
          </p:cNvPr>
          <p:cNvSpPr/>
          <p:nvPr/>
        </p:nvSpPr>
        <p:spPr>
          <a:xfrm>
            <a:off x="0" y="2218752"/>
            <a:ext cx="192024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AA7D032-226B-4118-91E6-7691DCD6E9C0}"/>
              </a:ext>
            </a:extLst>
          </p:cNvPr>
          <p:cNvSpPr/>
          <p:nvPr/>
        </p:nvSpPr>
        <p:spPr>
          <a:xfrm>
            <a:off x="188735" y="2218752"/>
            <a:ext cx="192024" cy="3445934"/>
          </a:xfrm>
          <a:prstGeom prst="rect">
            <a:avLst/>
          </a:prstGeom>
          <a:solidFill>
            <a:srgbClr val="FFC000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" name="Rectangle 2">
            <a:extLst>
              <a:ext uri="{FF2B5EF4-FFF2-40B4-BE49-F238E27FC236}">
                <a16:creationId xmlns:a16="http://schemas.microsoft.com/office/drawing/2014/main" id="{5103DEAD-D09C-405E-8E54-66750C17923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663575"/>
            <a:ext cx="9144000" cy="14700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ＭＳ Ｐゴシック" charset="0"/>
                <a:cs typeface="+mj-cs"/>
              </a:rPr>
              <a:t>CPR E 281: Digital Logic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0D3868F-B461-4FA8-9F34-9EACAEC215A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0"/>
            <a:ext cx="9144000" cy="22098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Md Maruf Ahamed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Office: 307 Durham Center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Phone: (515) 294-6323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Email: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maruf@iastate.edu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4361169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0F84150-23C2-2B4E-9AF3-3C96FE96ED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457200"/>
          </a:xfrm>
        </p:spPr>
        <p:txBody>
          <a:bodyPr/>
          <a:lstStyle/>
          <a:p>
            <a:pPr eaLnBrk="1" hangingPunct="1">
              <a:defRPr/>
            </a:pPr>
            <a:r>
              <a:rPr lang="en-US" sz="3600" dirty="0">
                <a:solidFill>
                  <a:srgbClr val="FF0000"/>
                </a:solidFill>
                <a:ea typeface="+mj-ea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D583FDE5-0A59-BD41-A182-AC71C16B08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" y="609600"/>
            <a:ext cx="8991600" cy="5791200"/>
          </a:xfrm>
        </p:spPr>
        <p:txBody>
          <a:bodyPr/>
          <a:lstStyle/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Homework: </a:t>
            </a:r>
            <a:r>
              <a:rPr lang="en-US" sz="3000" dirty="0"/>
              <a:t>HW#4 due on Sunday @ 11:59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Quiz: </a:t>
            </a:r>
            <a:r>
              <a:rPr lang="en-US" sz="3000" dirty="0"/>
              <a:t>Quiz #4 due on Friday @ 4:25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Recitation: </a:t>
            </a:r>
            <a:r>
              <a:rPr lang="en-US" sz="3000" dirty="0"/>
              <a:t>Recitation #05 this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Lab: </a:t>
            </a:r>
            <a:r>
              <a:rPr lang="en-US" sz="3000" dirty="0"/>
              <a:t>Lab # 05 this week</a:t>
            </a:r>
          </a:p>
          <a:p>
            <a:pPr marL="731520" lvl="3" indent="-18288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2400" dirty="0"/>
              <a:t>Submit pre-lab prior to the lab otherwise you will lose 20% points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rgbClr val="0000FF"/>
                </a:solidFill>
              </a:rPr>
              <a:t>Lecture-16 Readings: </a:t>
            </a:r>
            <a:r>
              <a:rPr lang="en-US" sz="3000" dirty="0"/>
              <a:t>Section 3.6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rgbClr val="FF0000"/>
                </a:solidFill>
              </a:rPr>
              <a:t>Mini Project next week</a:t>
            </a:r>
          </a:p>
          <a:p>
            <a:pPr marL="720090" lvl="2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2200" dirty="0"/>
              <a:t>Submit pre-lab prior to the lab otherwise you will lose 20% points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endParaRPr lang="en-US" sz="1800" dirty="0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7480B98-CB43-4109-9B52-91BC90F254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97619F1-5350-4307-9409-443BD1067667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528156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9FC2C7-9EDE-4430-A34B-E779489E72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>
                <a:ea typeface="+mj-ea"/>
                <a:cs typeface="+mj-cs"/>
              </a:rPr>
              <a:t>15–Fast Adders 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F09B821-ABB0-4BC8-AF04-34B658E176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A5AE38B-8B29-4CFD-8DC4-49E537DD3855}"/>
              </a:ext>
            </a:extLst>
          </p:cNvPr>
          <p:cNvSpPr txBox="1">
            <a:spLocks noChangeArrowheads="1"/>
          </p:cNvSpPr>
          <p:nvPr/>
        </p:nvSpPr>
        <p:spPr>
          <a:xfrm>
            <a:off x="666750" y="735329"/>
            <a:ext cx="7810500" cy="5589271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lvl="1" eaLnBrk="1" hangingPunct="1">
              <a:defRPr/>
            </a:pPr>
            <a:r>
              <a:rPr lang="en-US" sz="3000" kern="0" dirty="0">
                <a:solidFill>
                  <a:srgbClr val="000000"/>
                </a:solidFill>
              </a:rPr>
              <a:t>Fast Adders</a:t>
            </a:r>
          </a:p>
          <a:p>
            <a:pPr lvl="1" eaLnBrk="1" hangingPunct="1">
              <a:defRPr/>
            </a:pPr>
            <a:r>
              <a:rPr lang="en-US" sz="3000" kern="0" dirty="0">
                <a:solidFill>
                  <a:srgbClr val="000000"/>
                </a:solidFill>
              </a:rPr>
              <a:t>How to build Fast Adder circuits</a:t>
            </a:r>
          </a:p>
          <a:p>
            <a:pPr lvl="1" eaLnBrk="1" hangingPunct="1">
              <a:defRPr/>
            </a:pPr>
            <a:r>
              <a:rPr lang="en-US" sz="3000" kern="0" dirty="0">
                <a:solidFill>
                  <a:srgbClr val="000000"/>
                </a:solidFill>
              </a:rPr>
              <a:t>Carry-Lookahead Adder</a:t>
            </a:r>
          </a:p>
          <a:p>
            <a:pPr lvl="1" eaLnBrk="1" hangingPunct="1">
              <a:defRPr/>
            </a:pPr>
            <a:r>
              <a:rPr lang="en-US" sz="3000" kern="0" dirty="0">
                <a:solidFill>
                  <a:srgbClr val="000000"/>
                </a:solidFill>
              </a:rPr>
              <a:t>Hierarchical CLA Adder Carry Logic</a:t>
            </a:r>
          </a:p>
          <a:p>
            <a:pPr lvl="1" eaLnBrk="1" hangingPunct="1">
              <a:defRPr/>
            </a:pPr>
            <a:endParaRPr lang="en-US" sz="3000" kern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6408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8AE24B3D-5C33-41A5-9CD3-67705958C921}"/>
              </a:ext>
            </a:extLst>
          </p:cNvPr>
          <p:cNvGrpSpPr/>
          <p:nvPr/>
        </p:nvGrpSpPr>
        <p:grpSpPr>
          <a:xfrm>
            <a:off x="152400" y="1066800"/>
            <a:ext cx="4413250" cy="2133600"/>
            <a:chOff x="2190750" y="1066800"/>
            <a:chExt cx="4413250" cy="2133600"/>
          </a:xfrm>
        </p:grpSpPr>
        <p:sp>
          <p:nvSpPr>
            <p:cNvPr id="60417" name="Rectangle 6">
              <a:extLst>
                <a:ext uri="{FF2B5EF4-FFF2-40B4-BE49-F238E27FC236}">
                  <a16:creationId xmlns:a16="http://schemas.microsoft.com/office/drawing/2014/main" id="{135C6D36-010E-4797-9AAF-7D4905F63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325" y="10668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18" name="Rectangle 7">
              <a:extLst>
                <a:ext uri="{FF2B5EF4-FFF2-40B4-BE49-F238E27FC236}">
                  <a16:creationId xmlns:a16="http://schemas.microsoft.com/office/drawing/2014/main" id="{D3027337-469E-4B53-9C4C-14646E515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115252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19" name="Rectangle 8">
              <a:extLst>
                <a:ext uri="{FF2B5EF4-FFF2-40B4-BE49-F238E27FC236}">
                  <a16:creationId xmlns:a16="http://schemas.microsoft.com/office/drawing/2014/main" id="{98D21DED-D6F8-4E6F-95B7-319DF6A25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188" y="115252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0" name="Freeform 9">
              <a:extLst>
                <a:ext uri="{FF2B5EF4-FFF2-40B4-BE49-F238E27FC236}">
                  <a16:creationId xmlns:a16="http://schemas.microsoft.com/office/drawing/2014/main" id="{3DA18DE6-9B97-4F8A-BB45-46CBFFF0B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275" y="1682750"/>
              <a:ext cx="57150" cy="39687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3"/>
                  </a:cubicBezTo>
                  <a:cubicBezTo>
                    <a:pt x="60" y="23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1" name="Freeform 10">
              <a:extLst>
                <a:ext uri="{FF2B5EF4-FFF2-40B4-BE49-F238E27FC236}">
                  <a16:creationId xmlns:a16="http://schemas.microsoft.com/office/drawing/2014/main" id="{CCDF0BC9-E2D0-40BC-995B-975A26B79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263" y="1682750"/>
              <a:ext cx="57150" cy="39687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3"/>
                  </a:cubicBezTo>
                  <a:cubicBezTo>
                    <a:pt x="60" y="23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2" name="Freeform 11">
              <a:extLst>
                <a:ext uri="{FF2B5EF4-FFF2-40B4-BE49-F238E27FC236}">
                  <a16:creationId xmlns:a16="http://schemas.microsoft.com/office/drawing/2014/main" id="{D042F350-2FBC-4F18-93E7-4F11F9840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0" y="1682750"/>
              <a:ext cx="57150" cy="39687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3"/>
                  </a:cubicBezTo>
                  <a:cubicBezTo>
                    <a:pt x="60" y="23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3" name="Rectangle 12">
              <a:extLst>
                <a:ext uri="{FF2B5EF4-FFF2-40B4-BE49-F238E27FC236}">
                  <a16:creationId xmlns:a16="http://schemas.microsoft.com/office/drawing/2014/main" id="{680DBAAC-10EA-414A-823F-1832235B4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425" y="1431925"/>
              <a:ext cx="558800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4" name="Rectangle 13">
              <a:extLst>
                <a:ext uri="{FF2B5EF4-FFF2-40B4-BE49-F238E27FC236}">
                  <a16:creationId xmlns:a16="http://schemas.microsoft.com/office/drawing/2014/main" id="{A1349463-DAE3-4831-9438-8FD11E45D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225" y="1431925"/>
              <a:ext cx="2181225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5" name="Rectangle 14">
              <a:extLst>
                <a:ext uri="{FF2B5EF4-FFF2-40B4-BE49-F238E27FC236}">
                  <a16:creationId xmlns:a16="http://schemas.microsoft.com/office/drawing/2014/main" id="{9E5EDEFE-DA35-401E-AAEF-B5BDF56A3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450" y="1431925"/>
              <a:ext cx="558800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6" name="Rectangle 15">
              <a:extLst>
                <a:ext uri="{FF2B5EF4-FFF2-40B4-BE49-F238E27FC236}">
                  <a16:creationId xmlns:a16="http://schemas.microsoft.com/office/drawing/2014/main" id="{81D68ECC-2CC4-4441-8540-70BC9A0C0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4250" y="1431925"/>
              <a:ext cx="539750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7" name="Rectangle 16">
              <a:extLst>
                <a:ext uri="{FF2B5EF4-FFF2-40B4-BE49-F238E27FC236}">
                  <a16:creationId xmlns:a16="http://schemas.microsoft.com/office/drawing/2014/main" id="{7E9F50ED-E901-493D-A77F-767E4C701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588" y="115252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8" name="Rectangle 17">
              <a:extLst>
                <a:ext uri="{FF2B5EF4-FFF2-40B4-BE49-F238E27FC236}">
                  <a16:creationId xmlns:a16="http://schemas.microsoft.com/office/drawing/2014/main" id="{2306184D-92FB-4D72-8E60-2E762ED86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063" y="10668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29" name="Rectangle 18">
              <a:extLst>
                <a:ext uri="{FF2B5EF4-FFF2-40B4-BE49-F238E27FC236}">
                  <a16:creationId xmlns:a16="http://schemas.microsoft.com/office/drawing/2014/main" id="{3891E69C-07DF-4903-A190-828693E13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9138" y="115252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1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0" name="Rectangle 19">
              <a:extLst>
                <a:ext uri="{FF2B5EF4-FFF2-40B4-BE49-F238E27FC236}">
                  <a16:creationId xmlns:a16="http://schemas.microsoft.com/office/drawing/2014/main" id="{ACF3E606-EA63-4EE3-889A-9D32A96A1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3163" y="10668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1" name="Freeform 20">
              <a:extLst>
                <a:ext uri="{FF2B5EF4-FFF2-40B4-BE49-F238E27FC236}">
                  <a16:creationId xmlns:a16="http://schemas.microsoft.com/office/drawing/2014/main" id="{B9DE270F-FDAD-464B-8846-1D9E8EA57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300" y="2109787"/>
              <a:ext cx="1914525" cy="136525"/>
            </a:xfrm>
            <a:custGeom>
              <a:avLst/>
              <a:gdLst>
                <a:gd name="T0" fmla="*/ 2147483646 w 1985"/>
                <a:gd name="T1" fmla="*/ 0 h 141"/>
                <a:gd name="T2" fmla="*/ 2147483646 w 1985"/>
                <a:gd name="T3" fmla="*/ 2147483646 h 141"/>
                <a:gd name="T4" fmla="*/ 2147483646 w 1985"/>
                <a:gd name="T5" fmla="*/ 2147483646 h 141"/>
                <a:gd name="T6" fmla="*/ 2147483646 w 1985"/>
                <a:gd name="T7" fmla="*/ 2147483646 h 141"/>
                <a:gd name="T8" fmla="*/ 0 w 1985"/>
                <a:gd name="T9" fmla="*/ 2147483646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85"/>
                <a:gd name="T16" fmla="*/ 0 h 141"/>
                <a:gd name="T17" fmla="*/ 1985 w 1985"/>
                <a:gd name="T18" fmla="*/ 141 h 1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85" h="141">
                  <a:moveTo>
                    <a:pt x="1985" y="0"/>
                  </a:moveTo>
                  <a:cubicBezTo>
                    <a:pt x="1949" y="71"/>
                    <a:pt x="1949" y="71"/>
                    <a:pt x="1931" y="71"/>
                  </a:cubicBezTo>
                  <a:cubicBezTo>
                    <a:pt x="1914" y="71"/>
                    <a:pt x="1914" y="71"/>
                    <a:pt x="992" y="71"/>
                  </a:cubicBezTo>
                  <a:cubicBezTo>
                    <a:pt x="71" y="71"/>
                    <a:pt x="71" y="71"/>
                    <a:pt x="54" y="71"/>
                  </a:cubicBezTo>
                  <a:cubicBezTo>
                    <a:pt x="36" y="71"/>
                    <a:pt x="36" y="71"/>
                    <a:pt x="0" y="141"/>
                  </a:cubicBez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2" name="Freeform 21">
              <a:extLst>
                <a:ext uri="{FF2B5EF4-FFF2-40B4-BE49-F238E27FC236}">
                  <a16:creationId xmlns:a16="http://schemas.microsoft.com/office/drawing/2014/main" id="{F40F8740-ACB9-4599-9BB9-276559CAD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363" y="2109787"/>
              <a:ext cx="1912937" cy="136525"/>
            </a:xfrm>
            <a:custGeom>
              <a:avLst/>
              <a:gdLst>
                <a:gd name="T0" fmla="*/ 0 w 1984"/>
                <a:gd name="T1" fmla="*/ 0 h 141"/>
                <a:gd name="T2" fmla="*/ 2147483646 w 1984"/>
                <a:gd name="T3" fmla="*/ 2147483646 h 141"/>
                <a:gd name="T4" fmla="*/ 2147483646 w 1984"/>
                <a:gd name="T5" fmla="*/ 2147483646 h 141"/>
                <a:gd name="T6" fmla="*/ 2147483646 w 1984"/>
                <a:gd name="T7" fmla="*/ 2147483646 h 141"/>
                <a:gd name="T8" fmla="*/ 2147483646 w 1984"/>
                <a:gd name="T9" fmla="*/ 2147483646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84"/>
                <a:gd name="T16" fmla="*/ 0 h 141"/>
                <a:gd name="T17" fmla="*/ 1984 w 1984"/>
                <a:gd name="T18" fmla="*/ 141 h 1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84" h="141">
                  <a:moveTo>
                    <a:pt x="0" y="0"/>
                  </a:moveTo>
                  <a:cubicBezTo>
                    <a:pt x="36" y="71"/>
                    <a:pt x="36" y="71"/>
                    <a:pt x="53" y="71"/>
                  </a:cubicBezTo>
                  <a:cubicBezTo>
                    <a:pt x="71" y="71"/>
                    <a:pt x="71" y="71"/>
                    <a:pt x="992" y="71"/>
                  </a:cubicBezTo>
                  <a:cubicBezTo>
                    <a:pt x="1913" y="71"/>
                    <a:pt x="1913" y="71"/>
                    <a:pt x="1931" y="71"/>
                  </a:cubicBezTo>
                  <a:cubicBezTo>
                    <a:pt x="1949" y="71"/>
                    <a:pt x="1949" y="71"/>
                    <a:pt x="1984" y="141"/>
                  </a:cubicBez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3" name="Rectangle 22">
              <a:extLst>
                <a:ext uri="{FF2B5EF4-FFF2-40B4-BE49-F238E27FC236}">
                  <a16:creationId xmlns:a16="http://schemas.microsoft.com/office/drawing/2014/main" id="{BA806CF1-AEBC-44EE-BD49-41A32B38D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6825" y="115252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4" name="Freeform 23">
              <a:extLst>
                <a:ext uri="{FF2B5EF4-FFF2-40B4-BE49-F238E27FC236}">
                  <a16:creationId xmlns:a16="http://schemas.microsoft.com/office/drawing/2014/main" id="{E9C7D89E-DA82-44BB-824E-4FAF11591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0" y="2339975"/>
              <a:ext cx="57150" cy="115887"/>
            </a:xfrm>
            <a:custGeom>
              <a:avLst/>
              <a:gdLst>
                <a:gd name="T0" fmla="*/ 2147483646 w 36"/>
                <a:gd name="T1" fmla="*/ 2147483646 h 73"/>
                <a:gd name="T2" fmla="*/ 2147483646 w 36"/>
                <a:gd name="T3" fmla="*/ 0 h 73"/>
                <a:gd name="T4" fmla="*/ 0 w 36"/>
                <a:gd name="T5" fmla="*/ 2147483646 h 73"/>
                <a:gd name="T6" fmla="*/ 2147483646 w 36"/>
                <a:gd name="T7" fmla="*/ 2147483646 h 73"/>
                <a:gd name="T8" fmla="*/ 2147483646 w 36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73"/>
                <a:gd name="T17" fmla="*/ 36 w 36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73">
                  <a:moveTo>
                    <a:pt x="36" y="73"/>
                  </a:moveTo>
                  <a:lnTo>
                    <a:pt x="24" y="0"/>
                  </a:lnTo>
                  <a:lnTo>
                    <a:pt x="0" y="73"/>
                  </a:lnTo>
                  <a:lnTo>
                    <a:pt x="24" y="73"/>
                  </a:lnTo>
                  <a:lnTo>
                    <a:pt x="36" y="7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5" name="Freeform 24">
              <a:extLst>
                <a:ext uri="{FF2B5EF4-FFF2-40B4-BE49-F238E27FC236}">
                  <a16:creationId xmlns:a16="http://schemas.microsoft.com/office/drawing/2014/main" id="{65498A00-DB9E-47EC-BADC-6976E52F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488" y="2455862"/>
              <a:ext cx="423862" cy="271463"/>
            </a:xfrm>
            <a:custGeom>
              <a:avLst/>
              <a:gdLst>
                <a:gd name="T0" fmla="*/ 0 w 267"/>
                <a:gd name="T1" fmla="*/ 2147483646 h 171"/>
                <a:gd name="T2" fmla="*/ 2147483646 w 267"/>
                <a:gd name="T3" fmla="*/ 2147483646 h 171"/>
                <a:gd name="T4" fmla="*/ 2147483646 w 267"/>
                <a:gd name="T5" fmla="*/ 0 h 171"/>
                <a:gd name="T6" fmla="*/ 0 60000 65536"/>
                <a:gd name="T7" fmla="*/ 0 60000 65536"/>
                <a:gd name="T8" fmla="*/ 0 60000 65536"/>
                <a:gd name="T9" fmla="*/ 0 w 267"/>
                <a:gd name="T10" fmla="*/ 0 h 171"/>
                <a:gd name="T11" fmla="*/ 267 w 267"/>
                <a:gd name="T12" fmla="*/ 171 h 17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7" h="171">
                  <a:moveTo>
                    <a:pt x="0" y="171"/>
                  </a:moveTo>
                  <a:lnTo>
                    <a:pt x="267" y="171"/>
                  </a:lnTo>
                  <a:lnTo>
                    <a:pt x="26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6" name="Rectangle 25">
              <a:extLst>
                <a:ext uri="{FF2B5EF4-FFF2-40B4-BE49-F238E27FC236}">
                  <a16:creationId xmlns:a16="http://schemas.microsoft.com/office/drawing/2014/main" id="{579BAD96-7D93-4F57-9C4D-5B3ACF7D0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063" y="2298700"/>
              <a:ext cx="105317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Magnitude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7" name="Rectangle 26">
              <a:extLst>
                <a:ext uri="{FF2B5EF4-FFF2-40B4-BE49-F238E27FC236}">
                  <a16:creationId xmlns:a16="http://schemas.microsoft.com/office/drawing/2014/main" id="{F1FBE224-0A4B-4AC0-BA13-EB51D6583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750" y="2643187"/>
              <a:ext cx="51456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MSB</a:t>
              </a:r>
              <a:endPara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38" name="Rectangle 27">
              <a:extLst>
                <a:ext uri="{FF2B5EF4-FFF2-40B4-BE49-F238E27FC236}">
                  <a16:creationId xmlns:a16="http://schemas.microsoft.com/office/drawing/2014/main" id="{5F4A9C95-6BEB-4D88-BA2C-24A8E670B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875" y="2954179"/>
              <a:ext cx="192681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Unsigned number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8091F2B-22CA-47EF-AF8F-33E91497D158}"/>
              </a:ext>
            </a:extLst>
          </p:cNvPr>
          <p:cNvGrpSpPr/>
          <p:nvPr/>
        </p:nvGrpSpPr>
        <p:grpSpPr>
          <a:xfrm>
            <a:off x="152400" y="3946525"/>
            <a:ext cx="4611687" cy="2486799"/>
            <a:chOff x="1992313" y="3946525"/>
            <a:chExt cx="4611687" cy="2486799"/>
          </a:xfrm>
        </p:grpSpPr>
        <p:sp>
          <p:nvSpPr>
            <p:cNvPr id="60439" name="Rectangle 28">
              <a:extLst>
                <a:ext uri="{FF2B5EF4-FFF2-40B4-BE49-F238E27FC236}">
                  <a16:creationId xmlns:a16="http://schemas.microsoft.com/office/drawing/2014/main" id="{8E6BF06D-371C-410D-BB47-83F5527C4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325" y="3946525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0" name="Rectangle 29">
              <a:extLst>
                <a:ext uri="{FF2B5EF4-FFF2-40B4-BE49-F238E27FC236}">
                  <a16:creationId xmlns:a16="http://schemas.microsoft.com/office/drawing/2014/main" id="{CCED4C72-FE79-443C-8190-13D9D30FB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1" name="Rectangle 30">
              <a:extLst>
                <a:ext uri="{FF2B5EF4-FFF2-40B4-BE49-F238E27FC236}">
                  <a16:creationId xmlns:a16="http://schemas.microsoft.com/office/drawing/2014/main" id="{DDF31A61-5D60-4143-AECD-E89C8E519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188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2" name="Freeform 31">
              <a:extLst>
                <a:ext uri="{FF2B5EF4-FFF2-40B4-BE49-F238E27FC236}">
                  <a16:creationId xmlns:a16="http://schemas.microsoft.com/office/drawing/2014/main" id="{9B4BC505-6AEE-409D-93BA-3AA2FED11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200" y="4551363"/>
              <a:ext cx="38100" cy="39687"/>
            </a:xfrm>
            <a:custGeom>
              <a:avLst/>
              <a:gdLst>
                <a:gd name="T0" fmla="*/ 0 w 40"/>
                <a:gd name="T1" fmla="*/ 2147483646 h 40"/>
                <a:gd name="T2" fmla="*/ 0 w 40"/>
                <a:gd name="T3" fmla="*/ 2147483646 h 40"/>
                <a:gd name="T4" fmla="*/ 2147483646 w 40"/>
                <a:gd name="T5" fmla="*/ 0 h 40"/>
                <a:gd name="T6" fmla="*/ 2147483646 w 40"/>
                <a:gd name="T7" fmla="*/ 0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0 w 4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40"/>
                <a:gd name="T32" fmla="*/ 40 w 4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40">
                  <a:moveTo>
                    <a:pt x="0" y="17"/>
                  </a:moveTo>
                  <a:cubicBezTo>
                    <a:pt x="0" y="17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17" y="0"/>
                    <a:pt x="17" y="0"/>
                  </a:cubicBezTo>
                  <a:cubicBezTo>
                    <a:pt x="30" y="0"/>
                    <a:pt x="40" y="10"/>
                    <a:pt x="40" y="23"/>
                  </a:cubicBezTo>
                  <a:cubicBezTo>
                    <a:pt x="40" y="23"/>
                    <a:pt x="40" y="17"/>
                    <a:pt x="40" y="17"/>
                  </a:cubicBezTo>
                  <a:cubicBezTo>
                    <a:pt x="40" y="30"/>
                    <a:pt x="30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3" name="Freeform 32">
              <a:extLst>
                <a:ext uri="{FF2B5EF4-FFF2-40B4-BE49-F238E27FC236}">
                  <a16:creationId xmlns:a16="http://schemas.microsoft.com/office/drawing/2014/main" id="{74DFE78E-5378-44CB-BF0F-6E12CC0EA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188" y="4551363"/>
              <a:ext cx="38100" cy="39687"/>
            </a:xfrm>
            <a:custGeom>
              <a:avLst/>
              <a:gdLst>
                <a:gd name="T0" fmla="*/ 0 w 40"/>
                <a:gd name="T1" fmla="*/ 2147483646 h 40"/>
                <a:gd name="T2" fmla="*/ 0 w 40"/>
                <a:gd name="T3" fmla="*/ 2147483646 h 40"/>
                <a:gd name="T4" fmla="*/ 2147483646 w 40"/>
                <a:gd name="T5" fmla="*/ 0 h 40"/>
                <a:gd name="T6" fmla="*/ 2147483646 w 40"/>
                <a:gd name="T7" fmla="*/ 0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0 w 4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40"/>
                <a:gd name="T32" fmla="*/ 40 w 4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40">
                  <a:moveTo>
                    <a:pt x="0" y="17"/>
                  </a:moveTo>
                  <a:cubicBezTo>
                    <a:pt x="0" y="17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17" y="0"/>
                    <a:pt x="17" y="0"/>
                  </a:cubicBezTo>
                  <a:cubicBezTo>
                    <a:pt x="30" y="0"/>
                    <a:pt x="40" y="10"/>
                    <a:pt x="40" y="23"/>
                  </a:cubicBezTo>
                  <a:cubicBezTo>
                    <a:pt x="40" y="23"/>
                    <a:pt x="40" y="17"/>
                    <a:pt x="40" y="17"/>
                  </a:cubicBezTo>
                  <a:cubicBezTo>
                    <a:pt x="40" y="30"/>
                    <a:pt x="30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4" name="Freeform 33">
              <a:extLst>
                <a:ext uri="{FF2B5EF4-FFF2-40B4-BE49-F238E27FC236}">
                  <a16:creationId xmlns:a16="http://schemas.microsoft.com/office/drawing/2014/main" id="{872D94A0-8E52-49F5-B245-A9CCA91B8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175" y="4551363"/>
              <a:ext cx="39688" cy="39687"/>
            </a:xfrm>
            <a:custGeom>
              <a:avLst/>
              <a:gdLst>
                <a:gd name="T0" fmla="*/ 0 w 40"/>
                <a:gd name="T1" fmla="*/ 2147483646 h 40"/>
                <a:gd name="T2" fmla="*/ 0 w 40"/>
                <a:gd name="T3" fmla="*/ 2147483646 h 40"/>
                <a:gd name="T4" fmla="*/ 2147483646 w 40"/>
                <a:gd name="T5" fmla="*/ 0 h 40"/>
                <a:gd name="T6" fmla="*/ 2147483646 w 40"/>
                <a:gd name="T7" fmla="*/ 0 h 40"/>
                <a:gd name="T8" fmla="*/ 2147483646 w 40"/>
                <a:gd name="T9" fmla="*/ 2147483646 h 40"/>
                <a:gd name="T10" fmla="*/ 2147483646 w 40"/>
                <a:gd name="T11" fmla="*/ 2147483646 h 40"/>
                <a:gd name="T12" fmla="*/ 2147483646 w 40"/>
                <a:gd name="T13" fmla="*/ 2147483646 h 40"/>
                <a:gd name="T14" fmla="*/ 2147483646 w 40"/>
                <a:gd name="T15" fmla="*/ 2147483646 h 40"/>
                <a:gd name="T16" fmla="*/ 2147483646 w 40"/>
                <a:gd name="T17" fmla="*/ 2147483646 h 40"/>
                <a:gd name="T18" fmla="*/ 0 w 4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40"/>
                <a:gd name="T32" fmla="*/ 40 w 4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40">
                  <a:moveTo>
                    <a:pt x="0" y="17"/>
                  </a:moveTo>
                  <a:cubicBezTo>
                    <a:pt x="0" y="17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17" y="0"/>
                    <a:pt x="17" y="0"/>
                  </a:cubicBezTo>
                  <a:cubicBezTo>
                    <a:pt x="30" y="0"/>
                    <a:pt x="40" y="10"/>
                    <a:pt x="40" y="23"/>
                  </a:cubicBezTo>
                  <a:cubicBezTo>
                    <a:pt x="40" y="23"/>
                    <a:pt x="40" y="17"/>
                    <a:pt x="40" y="17"/>
                  </a:cubicBezTo>
                  <a:cubicBezTo>
                    <a:pt x="40" y="30"/>
                    <a:pt x="30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5" name="Rectangle 34">
              <a:extLst>
                <a:ext uri="{FF2B5EF4-FFF2-40B4-BE49-F238E27FC236}">
                  <a16:creationId xmlns:a16="http://schemas.microsoft.com/office/drawing/2014/main" id="{2EE664E3-7309-4321-906E-EF0336CE7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425" y="4300538"/>
              <a:ext cx="558800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6" name="Rectangle 35">
              <a:extLst>
                <a:ext uri="{FF2B5EF4-FFF2-40B4-BE49-F238E27FC236}">
                  <a16:creationId xmlns:a16="http://schemas.microsoft.com/office/drawing/2014/main" id="{F1D1363E-5343-4B02-9A4E-8C1183C19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563" y="4300538"/>
              <a:ext cx="1639887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7" name="Rectangle 36">
              <a:extLst>
                <a:ext uri="{FF2B5EF4-FFF2-40B4-BE49-F238E27FC236}">
                  <a16:creationId xmlns:a16="http://schemas.microsoft.com/office/drawing/2014/main" id="{20F9E6B3-7F0E-404D-B69A-C8D58926B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450" y="4300538"/>
              <a:ext cx="558800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8" name="Rectangle 37">
              <a:extLst>
                <a:ext uri="{FF2B5EF4-FFF2-40B4-BE49-F238E27FC236}">
                  <a16:creationId xmlns:a16="http://schemas.microsoft.com/office/drawing/2014/main" id="{1CA562DC-B015-43D3-B4C4-1449611CF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4250" y="4300538"/>
              <a:ext cx="539750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49" name="Rectangle 38">
              <a:extLst>
                <a:ext uri="{FF2B5EF4-FFF2-40B4-BE49-F238E27FC236}">
                  <a16:creationId xmlns:a16="http://schemas.microsoft.com/office/drawing/2014/main" id="{F56D95E4-F3CF-4F82-AA36-768B27219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588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0" name="Rectangle 39">
              <a:extLst>
                <a:ext uri="{FF2B5EF4-FFF2-40B4-BE49-F238E27FC236}">
                  <a16:creationId xmlns:a16="http://schemas.microsoft.com/office/drawing/2014/main" id="{C1A0E3B9-A797-42CB-BB4C-BB5E5049A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063" y="3946525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1" name="Rectangle 40">
              <a:extLst>
                <a:ext uri="{FF2B5EF4-FFF2-40B4-BE49-F238E27FC236}">
                  <a16:creationId xmlns:a16="http://schemas.microsoft.com/office/drawing/2014/main" id="{BA4A4CBA-2035-4F41-BDD5-015AFD97F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9138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2" name="Rectangle 41">
              <a:extLst>
                <a:ext uri="{FF2B5EF4-FFF2-40B4-BE49-F238E27FC236}">
                  <a16:creationId xmlns:a16="http://schemas.microsoft.com/office/drawing/2014/main" id="{C1BBC823-319A-4E83-A749-D5BEBBDB4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3163" y="3946525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3" name="Freeform 42">
              <a:extLst>
                <a:ext uri="{FF2B5EF4-FFF2-40B4-BE49-F238E27FC236}">
                  <a16:creationId xmlns:a16="http://schemas.microsoft.com/office/drawing/2014/main" id="{43E34EAB-A424-4EA5-A689-604741B34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050" y="4986338"/>
              <a:ext cx="1639888" cy="136525"/>
            </a:xfrm>
            <a:custGeom>
              <a:avLst/>
              <a:gdLst>
                <a:gd name="T0" fmla="*/ 0 w 1701"/>
                <a:gd name="T1" fmla="*/ 0 h 142"/>
                <a:gd name="T2" fmla="*/ 2147483646 w 1701"/>
                <a:gd name="T3" fmla="*/ 2147483646 h 142"/>
                <a:gd name="T4" fmla="*/ 2147483646 w 1701"/>
                <a:gd name="T5" fmla="*/ 2147483646 h 142"/>
                <a:gd name="T6" fmla="*/ 2147483646 w 1701"/>
                <a:gd name="T7" fmla="*/ 2147483646 h 142"/>
                <a:gd name="T8" fmla="*/ 2147483646 w 1701"/>
                <a:gd name="T9" fmla="*/ 2147483646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1"/>
                <a:gd name="T16" fmla="*/ 0 h 142"/>
                <a:gd name="T17" fmla="*/ 1701 w 1701"/>
                <a:gd name="T18" fmla="*/ 142 h 1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1" h="142">
                  <a:moveTo>
                    <a:pt x="0" y="0"/>
                  </a:moveTo>
                  <a:cubicBezTo>
                    <a:pt x="36" y="71"/>
                    <a:pt x="36" y="71"/>
                    <a:pt x="53" y="71"/>
                  </a:cubicBezTo>
                  <a:cubicBezTo>
                    <a:pt x="71" y="71"/>
                    <a:pt x="71" y="71"/>
                    <a:pt x="851" y="71"/>
                  </a:cubicBezTo>
                  <a:cubicBezTo>
                    <a:pt x="1630" y="71"/>
                    <a:pt x="1630" y="71"/>
                    <a:pt x="1648" y="71"/>
                  </a:cubicBezTo>
                  <a:cubicBezTo>
                    <a:pt x="1666" y="71"/>
                    <a:pt x="1666" y="71"/>
                    <a:pt x="1701" y="142"/>
                  </a:cubicBez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4" name="Rectangle 43">
              <a:extLst>
                <a:ext uri="{FF2B5EF4-FFF2-40B4-BE49-F238E27FC236}">
                  <a16:creationId xmlns:a16="http://schemas.microsoft.com/office/drawing/2014/main" id="{EFCAF931-A546-4D99-B8AC-C199FAF01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6825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5" name="Freeform 44">
              <a:extLst>
                <a:ext uri="{FF2B5EF4-FFF2-40B4-BE49-F238E27FC236}">
                  <a16:creationId xmlns:a16="http://schemas.microsoft.com/office/drawing/2014/main" id="{A5D6B7C2-3F0B-4555-A435-0A8629A45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0" y="5016500"/>
              <a:ext cx="57150" cy="115888"/>
            </a:xfrm>
            <a:custGeom>
              <a:avLst/>
              <a:gdLst>
                <a:gd name="T0" fmla="*/ 2147483646 w 36"/>
                <a:gd name="T1" fmla="*/ 2147483646 h 73"/>
                <a:gd name="T2" fmla="*/ 2147483646 w 36"/>
                <a:gd name="T3" fmla="*/ 0 h 73"/>
                <a:gd name="T4" fmla="*/ 0 w 36"/>
                <a:gd name="T5" fmla="*/ 2147483646 h 73"/>
                <a:gd name="T6" fmla="*/ 2147483646 w 36"/>
                <a:gd name="T7" fmla="*/ 2147483646 h 73"/>
                <a:gd name="T8" fmla="*/ 2147483646 w 36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73"/>
                <a:gd name="T17" fmla="*/ 36 w 36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73">
                  <a:moveTo>
                    <a:pt x="36" y="73"/>
                  </a:moveTo>
                  <a:lnTo>
                    <a:pt x="24" y="0"/>
                  </a:lnTo>
                  <a:lnTo>
                    <a:pt x="0" y="73"/>
                  </a:lnTo>
                  <a:lnTo>
                    <a:pt x="24" y="73"/>
                  </a:lnTo>
                  <a:lnTo>
                    <a:pt x="36" y="7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6" name="Freeform 45">
              <a:extLst>
                <a:ext uri="{FF2B5EF4-FFF2-40B4-BE49-F238E27FC236}">
                  <a16:creationId xmlns:a16="http://schemas.microsoft.com/office/drawing/2014/main" id="{D88F20A8-45A7-4AAE-B6F0-4745AEF86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488" y="5132388"/>
              <a:ext cx="423862" cy="269875"/>
            </a:xfrm>
            <a:custGeom>
              <a:avLst/>
              <a:gdLst>
                <a:gd name="T0" fmla="*/ 0 w 267"/>
                <a:gd name="T1" fmla="*/ 2147483646 h 170"/>
                <a:gd name="T2" fmla="*/ 2147483646 w 267"/>
                <a:gd name="T3" fmla="*/ 2147483646 h 170"/>
                <a:gd name="T4" fmla="*/ 2147483646 w 267"/>
                <a:gd name="T5" fmla="*/ 0 h 170"/>
                <a:gd name="T6" fmla="*/ 0 60000 65536"/>
                <a:gd name="T7" fmla="*/ 0 60000 65536"/>
                <a:gd name="T8" fmla="*/ 0 60000 65536"/>
                <a:gd name="T9" fmla="*/ 0 w 267"/>
                <a:gd name="T10" fmla="*/ 0 h 170"/>
                <a:gd name="T11" fmla="*/ 267 w 267"/>
                <a:gd name="T12" fmla="*/ 170 h 1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7" h="170">
                  <a:moveTo>
                    <a:pt x="0" y="170"/>
                  </a:moveTo>
                  <a:lnTo>
                    <a:pt x="267" y="170"/>
                  </a:lnTo>
                  <a:lnTo>
                    <a:pt x="26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7" name="Rectangle 46">
              <a:extLst>
                <a:ext uri="{FF2B5EF4-FFF2-40B4-BE49-F238E27FC236}">
                  <a16:creationId xmlns:a16="http://schemas.microsoft.com/office/drawing/2014/main" id="{E5DDFFB9-322A-4BF8-926D-A00381AA8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700" y="5178425"/>
              <a:ext cx="100027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Magnitude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8" name="Rectangle 47">
              <a:extLst>
                <a:ext uri="{FF2B5EF4-FFF2-40B4-BE49-F238E27FC236}">
                  <a16:creationId xmlns:a16="http://schemas.microsoft.com/office/drawing/2014/main" id="{06167038-1479-4231-84FD-B9DEB91A4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245" y="5244326"/>
              <a:ext cx="42319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Sign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59" name="Rectangle 48">
              <a:extLst>
                <a:ext uri="{FF2B5EF4-FFF2-40B4-BE49-F238E27FC236}">
                  <a16:creationId xmlns:a16="http://schemas.microsoft.com/office/drawing/2014/main" id="{0CEB542B-9E3B-4847-B705-BC64FB85F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225" y="4300538"/>
              <a:ext cx="541338" cy="5413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0" name="Rectangle 49">
              <a:extLst>
                <a:ext uri="{FF2B5EF4-FFF2-40B4-BE49-F238E27FC236}">
                  <a16:creationId xmlns:a16="http://schemas.microsoft.com/office/drawing/2014/main" id="{6A0D5B2F-77E9-43AA-B6EC-D7C0F3EC6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225" y="6156325"/>
              <a:ext cx="191077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Signed number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1" name="Rectangle 50">
              <a:extLst>
                <a:ext uri="{FF2B5EF4-FFF2-40B4-BE49-F238E27FC236}">
                  <a16:creationId xmlns:a16="http://schemas.microsoft.com/office/drawing/2014/main" id="{52E471C8-1E17-40CA-84C8-15BF72E34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3946525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2" name="Rectangle 51">
              <a:extLst>
                <a:ext uri="{FF2B5EF4-FFF2-40B4-BE49-F238E27FC236}">
                  <a16:creationId xmlns:a16="http://schemas.microsoft.com/office/drawing/2014/main" id="{B5188C77-493D-4AFA-9FE9-28DC36D5C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675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n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3" name="Rectangle 52">
              <a:extLst>
                <a:ext uri="{FF2B5EF4-FFF2-40B4-BE49-F238E27FC236}">
                  <a16:creationId xmlns:a16="http://schemas.microsoft.com/office/drawing/2014/main" id="{1C343B00-D603-43C5-917E-D7F1B5D28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875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4" name="Freeform 53">
              <a:extLst>
                <a:ext uri="{FF2B5EF4-FFF2-40B4-BE49-F238E27FC236}">
                  <a16:creationId xmlns:a16="http://schemas.microsoft.com/office/drawing/2014/main" id="{57352EFC-76DD-4768-9FE5-C6B2573AE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350" y="4986338"/>
              <a:ext cx="1641475" cy="136525"/>
            </a:xfrm>
            <a:custGeom>
              <a:avLst/>
              <a:gdLst>
                <a:gd name="T0" fmla="*/ 2147483646 w 1701"/>
                <a:gd name="T1" fmla="*/ 0 h 142"/>
                <a:gd name="T2" fmla="*/ 2147483646 w 1701"/>
                <a:gd name="T3" fmla="*/ 2147483646 h 142"/>
                <a:gd name="T4" fmla="*/ 2147483646 w 1701"/>
                <a:gd name="T5" fmla="*/ 2147483646 h 142"/>
                <a:gd name="T6" fmla="*/ 2147483646 w 1701"/>
                <a:gd name="T7" fmla="*/ 2147483646 h 142"/>
                <a:gd name="T8" fmla="*/ 0 w 1701"/>
                <a:gd name="T9" fmla="*/ 2147483646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1"/>
                <a:gd name="T16" fmla="*/ 0 h 142"/>
                <a:gd name="T17" fmla="*/ 1701 w 1701"/>
                <a:gd name="T18" fmla="*/ 142 h 1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1" h="142">
                  <a:moveTo>
                    <a:pt x="1701" y="0"/>
                  </a:moveTo>
                  <a:cubicBezTo>
                    <a:pt x="1665" y="71"/>
                    <a:pt x="1665" y="71"/>
                    <a:pt x="1648" y="71"/>
                  </a:cubicBezTo>
                  <a:cubicBezTo>
                    <a:pt x="1630" y="71"/>
                    <a:pt x="1630" y="71"/>
                    <a:pt x="850" y="71"/>
                  </a:cubicBezTo>
                  <a:cubicBezTo>
                    <a:pt x="71" y="71"/>
                    <a:pt x="71" y="71"/>
                    <a:pt x="53" y="71"/>
                  </a:cubicBezTo>
                  <a:cubicBezTo>
                    <a:pt x="35" y="71"/>
                    <a:pt x="35" y="71"/>
                    <a:pt x="0" y="142"/>
                  </a:cubicBez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5" name="Rectangle 54">
              <a:extLst>
                <a:ext uri="{FF2B5EF4-FFF2-40B4-BE49-F238E27FC236}">
                  <a16:creationId xmlns:a16="http://schemas.microsoft.com/office/drawing/2014/main" id="{104AAEA1-AD96-409A-9138-1E4B0CFD7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275" y="4032250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6" name="Rectangle 55">
              <a:extLst>
                <a:ext uri="{FF2B5EF4-FFF2-40B4-BE49-F238E27FC236}">
                  <a16:creationId xmlns:a16="http://schemas.microsoft.com/office/drawing/2014/main" id="{6CC20F3D-056B-472D-8474-EF049A379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313" y="5513388"/>
              <a:ext cx="87844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denotes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7" name="Rectangle 56">
              <a:extLst>
                <a:ext uri="{FF2B5EF4-FFF2-40B4-BE49-F238E27FC236}">
                  <a16:creationId xmlns:a16="http://schemas.microsoft.com/office/drawing/2014/main" id="{91858441-FD43-434C-BC6A-BDCE4422B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313" y="5702300"/>
              <a:ext cx="87844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denotes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8" name="Rectangle 57">
              <a:extLst>
                <a:ext uri="{FF2B5EF4-FFF2-40B4-BE49-F238E27FC236}">
                  <a16:creationId xmlns:a16="http://schemas.microsoft.com/office/drawing/2014/main" id="{79C93CE2-2023-48EF-8864-5EA3C7592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5513388"/>
              <a:ext cx="12984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+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69" name="Freeform 58">
              <a:extLst>
                <a:ext uri="{FF2B5EF4-FFF2-40B4-BE49-F238E27FC236}">
                  <a16:creationId xmlns:a16="http://schemas.microsoft.com/office/drawing/2014/main" id="{15530843-858A-492A-B0C1-35818C779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5229225"/>
              <a:ext cx="39688" cy="115888"/>
            </a:xfrm>
            <a:custGeom>
              <a:avLst/>
              <a:gdLst>
                <a:gd name="T0" fmla="*/ 2147483646 w 25"/>
                <a:gd name="T1" fmla="*/ 2147483646 h 73"/>
                <a:gd name="T2" fmla="*/ 2147483646 w 25"/>
                <a:gd name="T3" fmla="*/ 0 h 73"/>
                <a:gd name="T4" fmla="*/ 0 w 25"/>
                <a:gd name="T5" fmla="*/ 2147483646 h 73"/>
                <a:gd name="T6" fmla="*/ 2147483646 w 25"/>
                <a:gd name="T7" fmla="*/ 2147483646 h 73"/>
                <a:gd name="T8" fmla="*/ 2147483646 w 25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73"/>
                <a:gd name="T17" fmla="*/ 25 w 25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73">
                  <a:moveTo>
                    <a:pt x="25" y="73"/>
                  </a:moveTo>
                  <a:lnTo>
                    <a:pt x="13" y="0"/>
                  </a:lnTo>
                  <a:lnTo>
                    <a:pt x="0" y="73"/>
                  </a:lnTo>
                  <a:lnTo>
                    <a:pt x="13" y="73"/>
                  </a:lnTo>
                  <a:lnTo>
                    <a:pt x="25" y="7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70" name="Line 59">
              <a:extLst>
                <a:ext uri="{FF2B5EF4-FFF2-40B4-BE49-F238E27FC236}">
                  <a16:creationId xmlns:a16="http://schemas.microsoft.com/office/drawing/2014/main" id="{DA79028D-AD33-419F-B61E-201BF4D7F3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95688" y="5345113"/>
              <a:ext cx="1587" cy="25082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71" name="Rectangle 60">
              <a:extLst>
                <a:ext uri="{FF2B5EF4-FFF2-40B4-BE49-F238E27FC236}">
                  <a16:creationId xmlns:a16="http://schemas.microsoft.com/office/drawing/2014/main" id="{B64E48D5-4057-4E90-A274-03E9954F8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5694363"/>
              <a:ext cx="11541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472" name="Rectangle 61">
              <a:extLst>
                <a:ext uri="{FF2B5EF4-FFF2-40B4-BE49-F238E27FC236}">
                  <a16:creationId xmlns:a16="http://schemas.microsoft.com/office/drawing/2014/main" id="{FF2580BF-B4A9-462A-B30D-073ACF6C9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950" y="5694363"/>
              <a:ext cx="48731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MSB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0473" name="Title 1">
            <a:extLst>
              <a:ext uri="{FF2B5EF4-FFF2-40B4-BE49-F238E27FC236}">
                <a16:creationId xmlns:a16="http://schemas.microsoft.com/office/drawing/2014/main" id="{FA747CA3-7B24-451D-8050-A29CEBFE728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Formats for representation of integers</a:t>
            </a:r>
          </a:p>
        </p:txBody>
      </p:sp>
      <p:sp>
        <p:nvSpPr>
          <p:cNvPr id="60474" name="TextBox 125">
            <a:extLst>
              <a:ext uri="{FF2B5EF4-FFF2-40B4-BE49-F238E27FC236}">
                <a16:creationId xmlns:a16="http://schemas.microsoft.com/office/drawing/2014/main" id="{073BB9E3-B6BC-4CE9-987A-99F4DDDFF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3.7 from the textbook ]</a:t>
            </a:r>
          </a:p>
        </p:txBody>
      </p:sp>
      <p:sp>
        <p:nvSpPr>
          <p:cNvPr id="62" name="TextBox 2">
            <a:extLst>
              <a:ext uri="{FF2B5EF4-FFF2-40B4-BE49-F238E27FC236}">
                <a16:creationId xmlns:a16="http://schemas.microsoft.com/office/drawing/2014/main" id="{BCD02396-557D-431F-8233-621C4F16A0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8058" y="3088719"/>
            <a:ext cx="3349742" cy="2092881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 Sign and magnitude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ja-JP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s complement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ja-JP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s complement</a:t>
            </a:r>
            <a:endParaRPr kumimoji="0" lang="en-US" altLang="en-US" sz="2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3" name="Title 1">
            <a:extLst>
              <a:ext uri="{FF2B5EF4-FFF2-40B4-BE49-F238E27FC236}">
                <a16:creationId xmlns:a16="http://schemas.microsoft.com/office/drawing/2014/main" id="{97836264-6880-4C45-A5AA-48C695574864}"/>
              </a:ext>
            </a:extLst>
          </p:cNvPr>
          <p:cNvSpPr txBox="1">
            <a:spLocks/>
          </p:cNvSpPr>
          <p:nvPr/>
        </p:nvSpPr>
        <p:spPr bwMode="auto">
          <a:xfrm>
            <a:off x="5041902" y="2133600"/>
            <a:ext cx="4025898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Negative numbers can be represented in following ways: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Title 1">
            <a:extLst>
              <a:ext uri="{FF2B5EF4-FFF2-40B4-BE49-F238E27FC236}">
                <a16:creationId xmlns:a16="http://schemas.microsoft.com/office/drawing/2014/main" id="{2078ED36-8D30-4201-996E-880DD9D4EE4B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Find the 1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of …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4514" name="TextBox 25">
            <a:extLst>
              <a:ext uri="{FF2B5EF4-FFF2-40B4-BE49-F238E27FC236}">
                <a16:creationId xmlns:a16="http://schemas.microsoft.com/office/drawing/2014/main" id="{B14A222F-0BA7-4406-97CE-A082DB7BAC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0" y="7620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0 1 0 1</a:t>
            </a:r>
          </a:p>
        </p:txBody>
      </p:sp>
      <p:sp>
        <p:nvSpPr>
          <p:cNvPr id="64515" name="TextBox 26">
            <a:extLst>
              <a:ext uri="{FF2B5EF4-FFF2-40B4-BE49-F238E27FC236}">
                <a16:creationId xmlns:a16="http://schemas.microsoft.com/office/drawing/2014/main" id="{98DAA91E-7E37-48BF-A410-00196ECC1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6858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0 0 1 0</a:t>
            </a:r>
          </a:p>
        </p:txBody>
      </p:sp>
      <p:sp>
        <p:nvSpPr>
          <p:cNvPr id="64516" name="TextBox 27">
            <a:extLst>
              <a:ext uri="{FF2B5EF4-FFF2-40B4-BE49-F238E27FC236}">
                <a16:creationId xmlns:a16="http://schemas.microsoft.com/office/drawing/2014/main" id="{AF2B3340-5A46-4C59-8FDF-324DB7BA64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32004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0 1 1 1</a:t>
            </a:r>
          </a:p>
        </p:txBody>
      </p:sp>
      <p:sp>
        <p:nvSpPr>
          <p:cNvPr id="64517" name="TextBox 28">
            <a:extLst>
              <a:ext uri="{FF2B5EF4-FFF2-40B4-BE49-F238E27FC236}">
                <a16:creationId xmlns:a16="http://schemas.microsoft.com/office/drawing/2014/main" id="{E858871C-B6A8-46E4-B681-2384B9D81F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0" y="31242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0 0 1 1</a:t>
            </a:r>
          </a:p>
        </p:txBody>
      </p:sp>
      <p:sp>
        <p:nvSpPr>
          <p:cNvPr id="64518" name="TextBox 25">
            <a:extLst>
              <a:ext uri="{FF2B5EF4-FFF2-40B4-BE49-F238E27FC236}">
                <a16:creationId xmlns:a16="http://schemas.microsoft.com/office/drawing/2014/main" id="{FBDB4C3F-9E5D-4685-988F-484965AC4F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0" y="13716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1 0 1 0</a:t>
            </a:r>
          </a:p>
        </p:txBody>
      </p:sp>
      <p:sp>
        <p:nvSpPr>
          <p:cNvPr id="64519" name="TextBox 25">
            <a:extLst>
              <a:ext uri="{FF2B5EF4-FFF2-40B4-BE49-F238E27FC236}">
                <a16:creationId xmlns:a16="http://schemas.microsoft.com/office/drawing/2014/main" id="{CA66BBA7-AA49-4CFA-90A5-0AE30ED9D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13716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1 1 0 1</a:t>
            </a:r>
          </a:p>
        </p:txBody>
      </p:sp>
      <p:sp>
        <p:nvSpPr>
          <p:cNvPr id="64520" name="TextBox 25">
            <a:extLst>
              <a:ext uri="{FF2B5EF4-FFF2-40B4-BE49-F238E27FC236}">
                <a16:creationId xmlns:a16="http://schemas.microsoft.com/office/drawing/2014/main" id="{63728665-5765-4801-B2D0-79227DC24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3914775"/>
            <a:ext cx="145415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1 0 0 0</a:t>
            </a:r>
          </a:p>
        </p:txBody>
      </p:sp>
      <p:sp>
        <p:nvSpPr>
          <p:cNvPr id="64521" name="TextBox 25">
            <a:extLst>
              <a:ext uri="{FF2B5EF4-FFF2-40B4-BE49-F238E27FC236}">
                <a16:creationId xmlns:a16="http://schemas.microsoft.com/office/drawing/2014/main" id="{405E2CD4-4AF6-45A4-B228-9F90403251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0" y="38100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1 1 0 0</a:t>
            </a:r>
          </a:p>
        </p:txBody>
      </p:sp>
      <p:sp>
        <p:nvSpPr>
          <p:cNvPr id="64522" name="TextBox 2">
            <a:extLst>
              <a:ext uri="{FF2B5EF4-FFF2-40B4-BE49-F238E27FC236}">
                <a16:creationId xmlns:a16="http://schemas.microsoft.com/office/drawing/2014/main" id="{2CFA7494-1F6F-42B7-B94C-706C725028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0" y="5029200"/>
            <a:ext cx="4194175" cy="4619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Just flip 1's to 0's and vice versa.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0C52309-1787-4371-B151-54BAE1D040B8}"/>
                  </a:ext>
                </a:extLst>
              </p14:cNvPr>
              <p14:cNvContentPartPr/>
              <p14:nvPr/>
            </p14:nvContentPartPr>
            <p14:xfrm>
              <a:off x="6854760" y="998280"/>
              <a:ext cx="736560" cy="8596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0C52309-1787-4371-B151-54BAE1D040B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845400" y="988920"/>
                <a:ext cx="755280" cy="87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7FD32496-D5D2-4250-991B-BFC6379F6FC1}"/>
                  </a:ext>
                </a:extLst>
              </p14:cNvPr>
              <p14:cNvContentPartPr/>
              <p14:nvPr/>
            </p14:nvContentPartPr>
            <p14:xfrm>
              <a:off x="7193520" y="1111680"/>
              <a:ext cx="163440" cy="8316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7FD32496-D5D2-4250-991B-BFC6379F6FC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184160" y="1102320"/>
                <a:ext cx="182160" cy="85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5ED798A7-5FE3-4E99-B8A8-30B9CC350528}"/>
                  </a:ext>
                </a:extLst>
              </p14:cNvPr>
              <p14:cNvContentPartPr/>
              <p14:nvPr/>
            </p14:nvContentPartPr>
            <p14:xfrm>
              <a:off x="6321960" y="2166120"/>
              <a:ext cx="2504880" cy="937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5ED798A7-5FE3-4E99-B8A8-30B9CC35052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312600" y="2156760"/>
                <a:ext cx="2523600" cy="9565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Title 1">
            <a:extLst>
              <a:ext uri="{FF2B5EF4-FFF2-40B4-BE49-F238E27FC236}">
                <a16:creationId xmlns:a16="http://schemas.microsoft.com/office/drawing/2014/main" id="{02A69F62-8667-43C8-89B8-1C1DC045132E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 of 1’s complement addition</a:t>
            </a:r>
          </a:p>
        </p:txBody>
      </p:sp>
      <p:grpSp>
        <p:nvGrpSpPr>
          <p:cNvPr id="67605" name="Group 21">
            <a:extLst>
              <a:ext uri="{FF2B5EF4-FFF2-40B4-BE49-F238E27FC236}">
                <a16:creationId xmlns:a16="http://schemas.microsoft.com/office/drawing/2014/main" id="{1DEE2AE5-C857-4756-A24F-8F9B67021FA3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782888" cy="5154613"/>
            <a:chOff x="16274" y="1290719"/>
            <a:chExt cx="2782974" cy="5154721"/>
          </a:xfrm>
        </p:grpSpPr>
        <p:pic>
          <p:nvPicPr>
            <p:cNvPr id="67607" name="Picture 22" descr="Screen shot 2015-09-30 at 3.23.46 PM.png">
              <a:extLst>
                <a:ext uri="{FF2B5EF4-FFF2-40B4-BE49-F238E27FC236}">
                  <a16:creationId xmlns:a16="http://schemas.microsoft.com/office/drawing/2014/main" id="{06C2D44F-D7F3-47B7-880E-9399647B845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608" name="Picture 23" descr="Screen shot 2015-09-30 at 3.24.03 PM.png">
              <a:extLst>
                <a:ext uri="{FF2B5EF4-FFF2-40B4-BE49-F238E27FC236}">
                  <a16:creationId xmlns:a16="http://schemas.microsoft.com/office/drawing/2014/main" id="{1F78BB75-66C2-4E0D-9AA1-B554109623C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7606" name="TextBox 125">
            <a:extLst>
              <a:ext uri="{FF2B5EF4-FFF2-40B4-BE49-F238E27FC236}">
                <a16:creationId xmlns:a16="http://schemas.microsoft.com/office/drawing/2014/main" id="{916D4D57-64D1-478C-90AB-BA8E1C2EC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3" y="645795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3.8 from the textbook ]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315CE44-4A60-43D3-8387-6FC096ECD06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2160601"/>
            <a:ext cx="3168936" cy="1563674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B9696352-D5D4-4177-B865-54F2FD08ED0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95797" y="2160601"/>
            <a:ext cx="3110970" cy="1518741"/>
          </a:xfrm>
          <a:prstGeom prst="rect">
            <a:avLst/>
          </a:prstGeom>
        </p:spPr>
      </p:pic>
      <p:sp>
        <p:nvSpPr>
          <p:cNvPr id="9" name="TextBox 31">
            <a:extLst>
              <a:ext uri="{FF2B5EF4-FFF2-40B4-BE49-F238E27FC236}">
                <a16:creationId xmlns:a16="http://schemas.microsoft.com/office/drawing/2014/main" id="{AE3AC8BD-62AD-4FCE-AABB-5B3DD3018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5130" y="3581400"/>
            <a:ext cx="193835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But this is +2!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1A46A00-523B-43F8-BB58-E5E984433A3E}"/>
                  </a:ext>
                </a:extLst>
              </p14:cNvPr>
              <p14:cNvContentPartPr/>
              <p14:nvPr/>
            </p14:nvContentPartPr>
            <p14:xfrm>
              <a:off x="3665520" y="728640"/>
              <a:ext cx="3235680" cy="44384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1A46A00-523B-43F8-BB58-E5E984433A3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656160" y="719280"/>
                <a:ext cx="3254400" cy="445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F5333188-DA01-432B-B02D-6BE31BB1F441}"/>
                  </a:ext>
                </a:extLst>
              </p14:cNvPr>
              <p14:cNvContentPartPr/>
              <p14:nvPr/>
            </p14:nvContentPartPr>
            <p14:xfrm>
              <a:off x="4967640" y="1863360"/>
              <a:ext cx="3443400" cy="3479760"/>
            </p14:xfrm>
          </p:contentPart>
        </mc:Choice>
        <mc:Fallback xmlns=""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F5333188-DA01-432B-B02D-6BE31BB1F44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958280" y="1854000"/>
                <a:ext cx="3462120" cy="3498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6616523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Title 1">
            <a:extLst>
              <a:ext uri="{FF2B5EF4-FFF2-40B4-BE49-F238E27FC236}">
                <a16:creationId xmlns:a16="http://schemas.microsoft.com/office/drawing/2014/main" id="{E1CA29CC-90EA-4025-B042-FF4B75D4F4D0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Find the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of …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3970" name="TextBox 25">
            <a:extLst>
              <a:ext uri="{FF2B5EF4-FFF2-40B4-BE49-F238E27FC236}">
                <a16:creationId xmlns:a16="http://schemas.microsoft.com/office/drawing/2014/main" id="{DEB46EE7-A681-4544-8E98-0D9C044751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10668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0 1 0 1</a:t>
            </a:r>
          </a:p>
        </p:txBody>
      </p:sp>
      <p:sp>
        <p:nvSpPr>
          <p:cNvPr id="83971" name="TextBox 26">
            <a:extLst>
              <a:ext uri="{FF2B5EF4-FFF2-40B4-BE49-F238E27FC236}">
                <a16:creationId xmlns:a16="http://schemas.microsoft.com/office/drawing/2014/main" id="{57D5D1D5-B459-491E-B331-7CB98B795B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10683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0 0 1 0</a:t>
            </a:r>
          </a:p>
        </p:txBody>
      </p:sp>
      <p:sp>
        <p:nvSpPr>
          <p:cNvPr id="83972" name="TextBox 27">
            <a:extLst>
              <a:ext uri="{FF2B5EF4-FFF2-40B4-BE49-F238E27FC236}">
                <a16:creationId xmlns:a16="http://schemas.microsoft.com/office/drawing/2014/main" id="{A8865D63-5AAF-4C44-8053-372F2D002D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114800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0 1 1 1</a:t>
            </a:r>
          </a:p>
        </p:txBody>
      </p:sp>
      <p:sp>
        <p:nvSpPr>
          <p:cNvPr id="83973" name="TextBox 28">
            <a:extLst>
              <a:ext uri="{FF2B5EF4-FFF2-40B4-BE49-F238E27FC236}">
                <a16:creationId xmlns:a16="http://schemas.microsoft.com/office/drawing/2014/main" id="{A86C1BB9-612C-4395-BC31-F6F98EB565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409733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0 1 0 0</a:t>
            </a:r>
          </a:p>
        </p:txBody>
      </p:sp>
      <p:grpSp>
        <p:nvGrpSpPr>
          <p:cNvPr id="83974" name="Group 3">
            <a:extLst>
              <a:ext uri="{FF2B5EF4-FFF2-40B4-BE49-F238E27FC236}">
                <a16:creationId xmlns:a16="http://schemas.microsoft.com/office/drawing/2014/main" id="{19329051-A2A2-4C2C-9809-D291DB742D0B}"/>
              </a:ext>
            </a:extLst>
          </p:cNvPr>
          <p:cNvGrpSpPr>
            <a:grpSpLocks/>
          </p:cNvGrpSpPr>
          <p:nvPr/>
        </p:nvGrpSpPr>
        <p:grpSpPr bwMode="auto">
          <a:xfrm>
            <a:off x="820738" y="1676400"/>
            <a:ext cx="1998662" cy="1600200"/>
            <a:chOff x="821146" y="2057400"/>
            <a:chExt cx="1998254" cy="1600200"/>
          </a:xfrm>
        </p:grpSpPr>
        <p:sp>
          <p:nvSpPr>
            <p:cNvPr id="83994" name="TextBox 25">
              <a:extLst>
                <a:ext uri="{FF2B5EF4-FFF2-40B4-BE49-F238E27FC236}">
                  <a16:creationId xmlns:a16="http://schemas.microsoft.com/office/drawing/2014/main" id="{BB249D9E-7B0F-46B1-B7CC-BD8948B6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1 0 1 0</a:t>
              </a:r>
            </a:p>
          </p:txBody>
        </p:sp>
        <p:sp>
          <p:nvSpPr>
            <p:cNvPr id="83995" name="TextBox 25">
              <a:extLst>
                <a:ext uri="{FF2B5EF4-FFF2-40B4-BE49-F238E27FC236}">
                  <a16:creationId xmlns:a16="http://schemas.microsoft.com/office/drawing/2014/main" id="{7F1EA70E-B880-43F6-8416-6F90901FFB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1</a:t>
              </a:r>
            </a:p>
          </p:txBody>
        </p:sp>
        <p:sp>
          <p:nvSpPr>
            <p:cNvPr id="83996" name="TextBox 25">
              <a:extLst>
                <a:ext uri="{FF2B5EF4-FFF2-40B4-BE49-F238E27FC236}">
                  <a16:creationId xmlns:a16="http://schemas.microsoft.com/office/drawing/2014/main" id="{5790F920-C7F9-42A3-8D3E-4EE72D27C4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150" cy="646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1 0 1 1</a:t>
              </a:r>
            </a:p>
          </p:txBody>
        </p:sp>
        <p:sp>
          <p:nvSpPr>
            <p:cNvPr id="83997" name="TextBox 25">
              <a:extLst>
                <a:ext uri="{FF2B5EF4-FFF2-40B4-BE49-F238E27FC236}">
                  <a16:creationId xmlns:a16="http://schemas.microsoft.com/office/drawing/2014/main" id="{C3C08F44-0314-499F-95A1-DDB12F1818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+</a:t>
              </a:r>
            </a:p>
          </p:txBody>
        </p:sp>
        <p:cxnSp>
          <p:nvCxnSpPr>
            <p:cNvPr id="83998" name="Straight Connector 2">
              <a:extLst>
                <a:ext uri="{FF2B5EF4-FFF2-40B4-BE49-F238E27FC236}">
                  <a16:creationId xmlns:a16="http://schemas.microsoft.com/office/drawing/2014/main" id="{61ACA222-03B0-4573-992D-EE4A7C4B5F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200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975" name="Group 18">
            <a:extLst>
              <a:ext uri="{FF2B5EF4-FFF2-40B4-BE49-F238E27FC236}">
                <a16:creationId xmlns:a16="http://schemas.microsoft.com/office/drawing/2014/main" id="{A8DD9B5E-B4FA-4525-A924-6522DB4D16FC}"/>
              </a:ext>
            </a:extLst>
          </p:cNvPr>
          <p:cNvGrpSpPr>
            <a:grpSpLocks/>
          </p:cNvGrpSpPr>
          <p:nvPr/>
        </p:nvGrpSpPr>
        <p:grpSpPr bwMode="auto">
          <a:xfrm>
            <a:off x="820738" y="4684713"/>
            <a:ext cx="1998662" cy="1601787"/>
            <a:chOff x="821146" y="2057400"/>
            <a:chExt cx="1998254" cy="1600418"/>
          </a:xfrm>
        </p:grpSpPr>
        <p:sp>
          <p:nvSpPr>
            <p:cNvPr id="83989" name="TextBox 25">
              <a:extLst>
                <a:ext uri="{FF2B5EF4-FFF2-40B4-BE49-F238E27FC236}">
                  <a16:creationId xmlns:a16="http://schemas.microsoft.com/office/drawing/2014/main" id="{92C91DC8-DACA-4DE7-A534-ABAC3C3633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1 0 1 1</a:t>
              </a:r>
            </a:p>
          </p:txBody>
        </p:sp>
        <p:sp>
          <p:nvSpPr>
            <p:cNvPr id="83990" name="TextBox 25">
              <a:extLst>
                <a:ext uri="{FF2B5EF4-FFF2-40B4-BE49-F238E27FC236}">
                  <a16:creationId xmlns:a16="http://schemas.microsoft.com/office/drawing/2014/main" id="{B5B27C74-409D-4464-BA35-9B3BA28A4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1</a:t>
              </a:r>
            </a:p>
          </p:txBody>
        </p:sp>
        <p:sp>
          <p:nvSpPr>
            <p:cNvPr id="83991" name="TextBox 25">
              <a:extLst>
                <a:ext uri="{FF2B5EF4-FFF2-40B4-BE49-F238E27FC236}">
                  <a16:creationId xmlns:a16="http://schemas.microsoft.com/office/drawing/2014/main" id="{388BF23D-5F7D-42D4-9EA2-E7CE58D4B8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1 1 0 0</a:t>
              </a:r>
            </a:p>
          </p:txBody>
        </p:sp>
        <p:sp>
          <p:nvSpPr>
            <p:cNvPr id="83992" name="TextBox 25">
              <a:extLst>
                <a:ext uri="{FF2B5EF4-FFF2-40B4-BE49-F238E27FC236}">
                  <a16:creationId xmlns:a16="http://schemas.microsoft.com/office/drawing/2014/main" id="{8F37B9BA-286E-4EE8-A1CB-F5AF3D1309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+</a:t>
              </a:r>
            </a:p>
          </p:txBody>
        </p:sp>
        <p:cxnSp>
          <p:nvCxnSpPr>
            <p:cNvPr id="83993" name="Straight Connector 23">
              <a:extLst>
                <a:ext uri="{FF2B5EF4-FFF2-40B4-BE49-F238E27FC236}">
                  <a16:creationId xmlns:a16="http://schemas.microsoft.com/office/drawing/2014/main" id="{F5859C7A-3866-4595-B32F-0CF5638A43A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874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976" name="Group 24">
            <a:extLst>
              <a:ext uri="{FF2B5EF4-FFF2-40B4-BE49-F238E27FC236}">
                <a16:creationId xmlns:a16="http://schemas.microsoft.com/office/drawing/2014/main" id="{C82FB0CE-9D7C-4ECF-89D2-7D1D5D802E85}"/>
              </a:ext>
            </a:extLst>
          </p:cNvPr>
          <p:cNvGrpSpPr>
            <a:grpSpLocks/>
          </p:cNvGrpSpPr>
          <p:nvPr/>
        </p:nvGrpSpPr>
        <p:grpSpPr bwMode="auto">
          <a:xfrm>
            <a:off x="5611813" y="4687888"/>
            <a:ext cx="1998662" cy="1600200"/>
            <a:chOff x="821146" y="2057400"/>
            <a:chExt cx="1998254" cy="1600418"/>
          </a:xfrm>
        </p:grpSpPr>
        <p:sp>
          <p:nvSpPr>
            <p:cNvPr id="83984" name="TextBox 25">
              <a:extLst>
                <a:ext uri="{FF2B5EF4-FFF2-40B4-BE49-F238E27FC236}">
                  <a16:creationId xmlns:a16="http://schemas.microsoft.com/office/drawing/2014/main" id="{138946D8-4B1C-4FD5-8EA3-DE01E34E64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1 0 0 0</a:t>
              </a:r>
            </a:p>
          </p:txBody>
        </p:sp>
        <p:sp>
          <p:nvSpPr>
            <p:cNvPr id="83985" name="TextBox 25">
              <a:extLst>
                <a:ext uri="{FF2B5EF4-FFF2-40B4-BE49-F238E27FC236}">
                  <a16:creationId xmlns:a16="http://schemas.microsoft.com/office/drawing/2014/main" id="{DA3513C7-C695-4A33-9AE9-B2FD4EF2C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1</a:t>
              </a:r>
            </a:p>
          </p:txBody>
        </p:sp>
        <p:sp>
          <p:nvSpPr>
            <p:cNvPr id="83986" name="TextBox 25">
              <a:extLst>
                <a:ext uri="{FF2B5EF4-FFF2-40B4-BE49-F238E27FC236}">
                  <a16:creationId xmlns:a16="http://schemas.microsoft.com/office/drawing/2014/main" id="{CA7EBF41-6FD2-4B37-AC42-25187BB4DB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1 0 0 1</a:t>
              </a:r>
            </a:p>
          </p:txBody>
        </p:sp>
        <p:sp>
          <p:nvSpPr>
            <p:cNvPr id="83987" name="TextBox 25">
              <a:extLst>
                <a:ext uri="{FF2B5EF4-FFF2-40B4-BE49-F238E27FC236}">
                  <a16:creationId xmlns:a16="http://schemas.microsoft.com/office/drawing/2014/main" id="{9F2FF755-EAF8-4944-A464-499FFB58F4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+</a:t>
              </a:r>
            </a:p>
          </p:txBody>
        </p:sp>
        <p:cxnSp>
          <p:nvCxnSpPr>
            <p:cNvPr id="83988" name="Straight Connector 29">
              <a:extLst>
                <a:ext uri="{FF2B5EF4-FFF2-40B4-BE49-F238E27FC236}">
                  <a16:creationId xmlns:a16="http://schemas.microsoft.com/office/drawing/2014/main" id="{98BF19C9-FC4B-412E-94AF-335A4D2C29F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345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977" name="Group 30">
            <a:extLst>
              <a:ext uri="{FF2B5EF4-FFF2-40B4-BE49-F238E27FC236}">
                <a16:creationId xmlns:a16="http://schemas.microsoft.com/office/drawing/2014/main" id="{79493975-F4F5-4A38-B918-CB86007B9D5E}"/>
              </a:ext>
            </a:extLst>
          </p:cNvPr>
          <p:cNvGrpSpPr>
            <a:grpSpLocks/>
          </p:cNvGrpSpPr>
          <p:nvPr/>
        </p:nvGrpSpPr>
        <p:grpSpPr bwMode="auto">
          <a:xfrm>
            <a:off x="5611813" y="1685925"/>
            <a:ext cx="1998662" cy="1600200"/>
            <a:chOff x="821146" y="2057400"/>
            <a:chExt cx="1998254" cy="1600418"/>
          </a:xfrm>
        </p:grpSpPr>
        <p:sp>
          <p:nvSpPr>
            <p:cNvPr id="83979" name="TextBox 31">
              <a:extLst>
                <a:ext uri="{FF2B5EF4-FFF2-40B4-BE49-F238E27FC236}">
                  <a16:creationId xmlns:a16="http://schemas.microsoft.com/office/drawing/2014/main" id="{119B1CEF-552C-40DE-A30C-EB9FC6855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1 1 0 1</a:t>
              </a:r>
            </a:p>
          </p:txBody>
        </p:sp>
        <p:sp>
          <p:nvSpPr>
            <p:cNvPr id="83980" name="TextBox 25">
              <a:extLst>
                <a:ext uri="{FF2B5EF4-FFF2-40B4-BE49-F238E27FC236}">
                  <a16:creationId xmlns:a16="http://schemas.microsoft.com/office/drawing/2014/main" id="{BF7E8BF1-FC2D-4AC1-8DB8-98B8623997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1</a:t>
              </a:r>
            </a:p>
          </p:txBody>
        </p:sp>
        <p:sp>
          <p:nvSpPr>
            <p:cNvPr id="83981" name="TextBox 25">
              <a:extLst>
                <a:ext uri="{FF2B5EF4-FFF2-40B4-BE49-F238E27FC236}">
                  <a16:creationId xmlns:a16="http://schemas.microsoft.com/office/drawing/2014/main" id="{791831E4-FD89-40C3-8E3B-289C0EBEF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1 1 1 0</a:t>
              </a:r>
            </a:p>
          </p:txBody>
        </p:sp>
        <p:sp>
          <p:nvSpPr>
            <p:cNvPr id="83982" name="TextBox 25">
              <a:extLst>
                <a:ext uri="{FF2B5EF4-FFF2-40B4-BE49-F238E27FC236}">
                  <a16:creationId xmlns:a16="http://schemas.microsoft.com/office/drawing/2014/main" id="{8426049A-9D28-4600-8E79-973AC3FDB7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+</a:t>
              </a:r>
            </a:p>
          </p:txBody>
        </p:sp>
        <p:cxnSp>
          <p:nvCxnSpPr>
            <p:cNvPr id="83983" name="Straight Connector 35">
              <a:extLst>
                <a:ext uri="{FF2B5EF4-FFF2-40B4-BE49-F238E27FC236}">
                  <a16:creationId xmlns:a16="http://schemas.microsoft.com/office/drawing/2014/main" id="{ABB4B9E2-247E-4C96-8C21-5918BBD33F2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345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3978" name="TextBox 36">
            <a:extLst>
              <a:ext uri="{FF2B5EF4-FFF2-40B4-BE49-F238E27FC236}">
                <a16:creationId xmlns:a16="http://schemas.microsoft.com/office/drawing/2014/main" id="{D686EBD3-E30C-4246-8972-B7E901559D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7600" y="6305550"/>
            <a:ext cx="14033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Then add 1.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629E396-4062-4931-B7A9-F13E4CD92919}"/>
                  </a:ext>
                </a:extLst>
              </p14:cNvPr>
              <p14:cNvContentPartPr/>
              <p14:nvPr/>
            </p14:nvContentPartPr>
            <p14:xfrm>
              <a:off x="6057360" y="4804560"/>
              <a:ext cx="1495440" cy="9043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629E396-4062-4931-B7A9-F13E4CD9291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048000" y="4795200"/>
                <a:ext cx="1514160" cy="9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202524F-B995-49AB-9AA8-8B4CB12FE34F}"/>
                  </a:ext>
                </a:extLst>
              </p14:cNvPr>
              <p14:cNvContentPartPr/>
              <p14:nvPr/>
            </p14:nvContentPartPr>
            <p14:xfrm>
              <a:off x="7642440" y="1176480"/>
              <a:ext cx="1129680" cy="19357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202524F-B995-49AB-9AA8-8B4CB12FE34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633080" y="1167120"/>
                <a:ext cx="1148400" cy="19544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Rectangle 2">
            <a:extLst>
              <a:ext uri="{FF2B5EF4-FFF2-40B4-BE49-F238E27FC236}">
                <a16:creationId xmlns:a16="http://schemas.microsoft.com/office/drawing/2014/main" id="{2FC73BF6-EEF1-4833-A935-9A899C1387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457200"/>
          </a:xfrm>
        </p:spPr>
        <p:txBody>
          <a:bodyPr/>
          <a:lstStyle/>
          <a:p>
            <a:pPr eaLnBrk="1" hangingPunct="1"/>
            <a:r>
              <a:rPr lang="en-US" altLang="en-US" sz="3400" dirty="0"/>
              <a:t>Quick Way to find 2’s complement</a:t>
            </a:r>
          </a:p>
        </p:txBody>
      </p:sp>
      <p:sp>
        <p:nvSpPr>
          <p:cNvPr id="84994" name="Rectangle 3">
            <a:extLst>
              <a:ext uri="{FF2B5EF4-FFF2-40B4-BE49-F238E27FC236}">
                <a16:creationId xmlns:a16="http://schemas.microsoft.com/office/drawing/2014/main" id="{9DB3D021-3110-44E4-8713-C54F9DA2E54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066800" y="914400"/>
            <a:ext cx="7162800" cy="4953000"/>
          </a:xfrm>
        </p:spPr>
        <p:txBody>
          <a:bodyPr/>
          <a:lstStyle/>
          <a:p>
            <a:pPr eaLnBrk="1" hangingPunct="1"/>
            <a:r>
              <a:rPr lang="en-US" altLang="en-US" dirty="0"/>
              <a:t>Scan the binary number from right to left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Copy all bits that are 0 from right to left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Stop at the first 1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Copy that 1 as well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Invert all remaining bits</a:t>
            </a:r>
          </a:p>
        </p:txBody>
      </p:sp>
      <p:sp>
        <p:nvSpPr>
          <p:cNvPr id="5" name="TextBox 26">
            <a:extLst>
              <a:ext uri="{FF2B5EF4-FFF2-40B4-BE49-F238E27FC236}">
                <a16:creationId xmlns:a16="http://schemas.microsoft.com/office/drawing/2014/main" id="{B3C5E138-1A8C-4DAB-A3B4-92510C474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1800" y="2971800"/>
            <a:ext cx="145424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0 1 1 0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EA442BF-8EF9-4779-A1A7-7F85C43CF3CA}"/>
                  </a:ext>
                </a:extLst>
              </p14:cNvPr>
              <p14:cNvContentPartPr/>
              <p14:nvPr/>
            </p14:nvContentPartPr>
            <p14:xfrm>
              <a:off x="5858280" y="2993760"/>
              <a:ext cx="3225600" cy="33717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EA442BF-8EF9-4779-A1A7-7F85C43CF3CA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848920" y="2984400"/>
                <a:ext cx="3244320" cy="339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3C96971-EEAC-4735-A33F-AC433E99E7B3}"/>
                  </a:ext>
                </a:extLst>
              </p14:cNvPr>
              <p14:cNvContentPartPr/>
              <p14:nvPr/>
            </p14:nvContentPartPr>
            <p14:xfrm>
              <a:off x="7878960" y="1263240"/>
              <a:ext cx="36000" cy="151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3C96971-EEAC-4735-A33F-AC433E99E7B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869600" y="1253880"/>
                <a:ext cx="5472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C9D0E15-C3DE-43BA-8ABE-AE3D87C2E577}"/>
                  </a:ext>
                </a:extLst>
              </p14:cNvPr>
              <p14:cNvContentPartPr/>
              <p14:nvPr/>
            </p14:nvContentPartPr>
            <p14:xfrm>
              <a:off x="7335720" y="1176480"/>
              <a:ext cx="1698840" cy="1368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C9D0E15-C3DE-43BA-8ABE-AE3D87C2E57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326360" y="1167120"/>
                <a:ext cx="1717560" cy="13867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Title 1">
            <a:extLst>
              <a:ext uri="{FF2B5EF4-FFF2-40B4-BE49-F238E27FC236}">
                <a16:creationId xmlns:a16="http://schemas.microsoft.com/office/drawing/2014/main" id="{2315034C-0ED8-41D1-9A90-C5E13E1CBC79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 of 2</a:t>
            </a:r>
            <a:r>
              <a:rPr kumimoji="0" lang="ja-JP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 complement addition</a:t>
            </a: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9331" name="TextBox 125">
            <a:extLst>
              <a:ext uri="{FF2B5EF4-FFF2-40B4-BE49-F238E27FC236}">
                <a16:creationId xmlns:a16="http://schemas.microsoft.com/office/drawing/2014/main" id="{EB5936A6-BC68-472C-B9A7-68F7733FE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6477000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3.9 from the textbook ]</a:t>
            </a:r>
          </a:p>
        </p:txBody>
      </p:sp>
      <p:grpSp>
        <p:nvGrpSpPr>
          <p:cNvPr id="99332" name="Group 27">
            <a:extLst>
              <a:ext uri="{FF2B5EF4-FFF2-40B4-BE49-F238E27FC236}">
                <a16:creationId xmlns:a16="http://schemas.microsoft.com/office/drawing/2014/main" id="{94654CB5-727B-4396-AB91-4E53AEFAA62B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43000"/>
            <a:ext cx="2803525" cy="5167313"/>
            <a:chOff x="6172200" y="1143000"/>
            <a:chExt cx="2803963" cy="5167923"/>
          </a:xfrm>
        </p:grpSpPr>
        <p:pic>
          <p:nvPicPr>
            <p:cNvPr id="99339" name="Picture 28" descr="Screen shot 2015-09-30 at 3.23.46 PM.png">
              <a:extLst>
                <a:ext uri="{FF2B5EF4-FFF2-40B4-BE49-F238E27FC236}">
                  <a16:creationId xmlns:a16="http://schemas.microsoft.com/office/drawing/2014/main" id="{B6A67280-EDE0-4A27-92CF-C78C2A3DD8A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340" name="Picture 29" descr="Screen shot 2015-09-30 at 3.24.18 PM.png">
              <a:extLst>
                <a:ext uri="{FF2B5EF4-FFF2-40B4-BE49-F238E27FC236}">
                  <a16:creationId xmlns:a16="http://schemas.microsoft.com/office/drawing/2014/main" id="{D9680D06-28E3-4684-95E2-9D1D6DD3DCE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9333" name="Rectangle 3">
            <a:extLst>
              <a:ext uri="{FF2B5EF4-FFF2-40B4-BE49-F238E27FC236}">
                <a16:creationId xmlns:a16="http://schemas.microsoft.com/office/drawing/2014/main" id="{ED1E6715-3E8D-4842-A4FD-93ED18EB1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5725" y="253682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9334" name="Rectangle 3">
            <a:extLst>
              <a:ext uri="{FF2B5EF4-FFF2-40B4-BE49-F238E27FC236}">
                <a16:creationId xmlns:a16="http://schemas.microsoft.com/office/drawing/2014/main" id="{0A1F445D-A528-4F62-993A-3773CA5B0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2550" y="5661025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9335" name="Rectangle 3">
            <a:extLst>
              <a:ext uri="{FF2B5EF4-FFF2-40B4-BE49-F238E27FC236}">
                <a16:creationId xmlns:a16="http://schemas.microsoft.com/office/drawing/2014/main" id="{4577F0E2-5FBB-41EB-87F7-9FCA486BE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8425" y="306070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E25CB1C1-9E1E-49DE-88AC-5B05A7C5BCC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28800" y="2362200"/>
            <a:ext cx="3654664" cy="3059920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706C4E89-1F5B-43E2-B11A-EA7DD67B13CC}"/>
                  </a:ext>
                </a:extLst>
              </p14:cNvPr>
              <p14:cNvContentPartPr/>
              <p14:nvPr/>
            </p14:nvContentPartPr>
            <p14:xfrm>
              <a:off x="3922920" y="3525480"/>
              <a:ext cx="4497840" cy="2467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706C4E89-1F5B-43E2-B11A-EA7DD67B13CC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3913560" y="3516120"/>
                <a:ext cx="4516560" cy="24861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Line 4">
            <a:extLst>
              <a:ext uri="{FF2B5EF4-FFF2-40B4-BE49-F238E27FC236}">
                <a16:creationId xmlns:a16="http://schemas.microsoft.com/office/drawing/2014/main" id="{EB9F043D-0CB1-45A3-BBDB-F10221CB53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40475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0" name="Freeform 5">
            <a:extLst>
              <a:ext uri="{FF2B5EF4-FFF2-40B4-BE49-F238E27FC236}">
                <a16:creationId xmlns:a16="http://schemas.microsoft.com/office/drawing/2014/main" id="{7E289559-2087-4952-9C04-746A66482636}"/>
              </a:ext>
            </a:extLst>
          </p:cNvPr>
          <p:cNvSpPr>
            <a:spLocks/>
          </p:cNvSpPr>
          <p:nvPr/>
        </p:nvSpPr>
        <p:spPr bwMode="auto">
          <a:xfrm>
            <a:off x="6719887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1" name="Line 6">
            <a:extLst>
              <a:ext uri="{FF2B5EF4-FFF2-40B4-BE49-F238E27FC236}">
                <a16:creationId xmlns:a16="http://schemas.microsoft.com/office/drawing/2014/main" id="{CF992CE5-8E52-454E-AC4E-F435ABA4094F}"/>
              </a:ext>
            </a:extLst>
          </p:cNvPr>
          <p:cNvSpPr>
            <a:spLocks noChangeShapeType="1"/>
          </p:cNvSpPr>
          <p:nvPr/>
        </p:nvSpPr>
        <p:spPr bwMode="auto">
          <a:xfrm>
            <a:off x="7458075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2" name="Line 7">
            <a:extLst>
              <a:ext uri="{FF2B5EF4-FFF2-40B4-BE49-F238E27FC236}">
                <a16:creationId xmlns:a16="http://schemas.microsoft.com/office/drawing/2014/main" id="{F53BB240-A100-4FB8-8AA0-FD3CC2F9D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83437" y="2516188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3" name="Line 8">
            <a:extLst>
              <a:ext uri="{FF2B5EF4-FFF2-40B4-BE49-F238E27FC236}">
                <a16:creationId xmlns:a16="http://schemas.microsoft.com/office/drawing/2014/main" id="{4BAEC3B2-CFE1-4B57-886E-AA6DB01E88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31075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4" name="Freeform 9">
            <a:extLst>
              <a:ext uri="{FF2B5EF4-FFF2-40B4-BE49-F238E27FC236}">
                <a16:creationId xmlns:a16="http://schemas.microsoft.com/office/drawing/2014/main" id="{4446B1B0-8EEB-4717-90DE-1E61B618F6B4}"/>
              </a:ext>
            </a:extLst>
          </p:cNvPr>
          <p:cNvSpPr>
            <a:spLocks/>
          </p:cNvSpPr>
          <p:nvPr/>
        </p:nvSpPr>
        <p:spPr bwMode="auto">
          <a:xfrm>
            <a:off x="7326312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5" name="Freeform 10">
            <a:extLst>
              <a:ext uri="{FF2B5EF4-FFF2-40B4-BE49-F238E27FC236}">
                <a16:creationId xmlns:a16="http://schemas.microsoft.com/office/drawing/2014/main" id="{0C79CB8D-FFB3-490A-99AF-E16226ABB5F8}"/>
              </a:ext>
            </a:extLst>
          </p:cNvPr>
          <p:cNvSpPr>
            <a:spLocks/>
          </p:cNvSpPr>
          <p:nvPr/>
        </p:nvSpPr>
        <p:spPr bwMode="auto">
          <a:xfrm>
            <a:off x="7086600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6" name="Freeform 11">
            <a:extLst>
              <a:ext uri="{FF2B5EF4-FFF2-40B4-BE49-F238E27FC236}">
                <a16:creationId xmlns:a16="http://schemas.microsoft.com/office/drawing/2014/main" id="{E9DF1B87-7300-4759-A32E-31C4B3E9CE8A}"/>
              </a:ext>
            </a:extLst>
          </p:cNvPr>
          <p:cNvSpPr>
            <a:spLocks/>
          </p:cNvSpPr>
          <p:nvPr/>
        </p:nvSpPr>
        <p:spPr bwMode="auto">
          <a:xfrm>
            <a:off x="7324725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7" name="Freeform 12">
            <a:extLst>
              <a:ext uri="{FF2B5EF4-FFF2-40B4-BE49-F238E27FC236}">
                <a16:creationId xmlns:a16="http://schemas.microsoft.com/office/drawing/2014/main" id="{1D182B00-766B-4AF7-9950-5946F7644A73}"/>
              </a:ext>
            </a:extLst>
          </p:cNvPr>
          <p:cNvSpPr>
            <a:spLocks/>
          </p:cNvSpPr>
          <p:nvPr/>
        </p:nvSpPr>
        <p:spPr bwMode="auto">
          <a:xfrm>
            <a:off x="7086600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8" name="Freeform 13">
            <a:extLst>
              <a:ext uri="{FF2B5EF4-FFF2-40B4-BE49-F238E27FC236}">
                <a16:creationId xmlns:a16="http://schemas.microsoft.com/office/drawing/2014/main" id="{A2244A9D-D7EC-4D76-8CF8-B5E6957E40E6}"/>
              </a:ext>
            </a:extLst>
          </p:cNvPr>
          <p:cNvSpPr>
            <a:spLocks/>
          </p:cNvSpPr>
          <p:nvPr/>
        </p:nvSpPr>
        <p:spPr bwMode="auto">
          <a:xfrm>
            <a:off x="7324725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9" name="Freeform 14">
            <a:extLst>
              <a:ext uri="{FF2B5EF4-FFF2-40B4-BE49-F238E27FC236}">
                <a16:creationId xmlns:a16="http://schemas.microsoft.com/office/drawing/2014/main" id="{04F2FD05-68DE-4EB9-872B-665E8DF84238}"/>
              </a:ext>
            </a:extLst>
          </p:cNvPr>
          <p:cNvSpPr>
            <a:spLocks/>
          </p:cNvSpPr>
          <p:nvPr/>
        </p:nvSpPr>
        <p:spPr bwMode="auto">
          <a:xfrm>
            <a:off x="7086600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0" name="Freeform 15">
            <a:extLst>
              <a:ext uri="{FF2B5EF4-FFF2-40B4-BE49-F238E27FC236}">
                <a16:creationId xmlns:a16="http://schemas.microsoft.com/office/drawing/2014/main" id="{6DE22183-7430-4C5E-9397-B0E72CC39A35}"/>
              </a:ext>
            </a:extLst>
          </p:cNvPr>
          <p:cNvSpPr>
            <a:spLocks/>
          </p:cNvSpPr>
          <p:nvPr/>
        </p:nvSpPr>
        <p:spPr bwMode="auto">
          <a:xfrm>
            <a:off x="2082800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1" name="Line 16">
            <a:extLst>
              <a:ext uri="{FF2B5EF4-FFF2-40B4-BE49-F238E27FC236}">
                <a16:creationId xmlns:a16="http://schemas.microsoft.com/office/drawing/2014/main" id="{51A5C356-EA76-4113-8878-677BA0085EC4}"/>
              </a:ext>
            </a:extLst>
          </p:cNvPr>
          <p:cNvSpPr>
            <a:spLocks noChangeShapeType="1"/>
          </p:cNvSpPr>
          <p:nvPr/>
        </p:nvSpPr>
        <p:spPr bwMode="auto">
          <a:xfrm>
            <a:off x="5329237" y="2495550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2" name="Line 17">
            <a:extLst>
              <a:ext uri="{FF2B5EF4-FFF2-40B4-BE49-F238E27FC236}">
                <a16:creationId xmlns:a16="http://schemas.microsoft.com/office/drawing/2014/main" id="{B25355FC-0012-45A3-9D11-B30DCE6F3725}"/>
              </a:ext>
            </a:extLst>
          </p:cNvPr>
          <p:cNvSpPr>
            <a:spLocks noChangeShapeType="1"/>
          </p:cNvSpPr>
          <p:nvPr/>
        </p:nvSpPr>
        <p:spPr bwMode="auto">
          <a:xfrm>
            <a:off x="5054600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3" name="Line 18">
            <a:extLst>
              <a:ext uri="{FF2B5EF4-FFF2-40B4-BE49-F238E27FC236}">
                <a16:creationId xmlns:a16="http://schemas.microsoft.com/office/drawing/2014/main" id="{FF738C64-5707-4F26-83D6-A80D98EFA7D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02237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19824" name="Group 111">
            <a:extLst>
              <a:ext uri="{FF2B5EF4-FFF2-40B4-BE49-F238E27FC236}">
                <a16:creationId xmlns:a16="http://schemas.microsoft.com/office/drawing/2014/main" id="{26290DD0-14C5-412A-B8BA-E05E00C62CEC}"/>
              </a:ext>
            </a:extLst>
          </p:cNvPr>
          <p:cNvGrpSpPr>
            <a:grpSpLocks/>
          </p:cNvGrpSpPr>
          <p:nvPr/>
        </p:nvGrpSpPr>
        <p:grpSpPr bwMode="auto">
          <a:xfrm>
            <a:off x="4959350" y="2682875"/>
            <a:ext cx="476250" cy="682625"/>
            <a:chOff x="2783" y="1185"/>
            <a:chExt cx="300" cy="430"/>
          </a:xfrm>
        </p:grpSpPr>
        <p:sp>
          <p:nvSpPr>
            <p:cNvPr id="119913" name="Freeform 19">
              <a:extLst>
                <a:ext uri="{FF2B5EF4-FFF2-40B4-BE49-F238E27FC236}">
                  <a16:creationId xmlns:a16="http://schemas.microsoft.com/office/drawing/2014/main" id="{F4806894-B403-40FA-AD11-E26BD705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4" name="Freeform 20">
              <a:extLst>
                <a:ext uri="{FF2B5EF4-FFF2-40B4-BE49-F238E27FC236}">
                  <a16:creationId xmlns:a16="http://schemas.microsoft.com/office/drawing/2014/main" id="{48BCCCFA-3C34-41A2-8626-6A6FFD917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5" name="Freeform 21">
              <a:extLst>
                <a:ext uri="{FF2B5EF4-FFF2-40B4-BE49-F238E27FC236}">
                  <a16:creationId xmlns:a16="http://schemas.microsoft.com/office/drawing/2014/main" id="{56616A94-165F-452A-A63F-7A10B68A2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6" name="Freeform 22">
              <a:extLst>
                <a:ext uri="{FF2B5EF4-FFF2-40B4-BE49-F238E27FC236}">
                  <a16:creationId xmlns:a16="http://schemas.microsoft.com/office/drawing/2014/main" id="{5182F601-886A-4617-B002-794AE27B9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7" name="Freeform 23">
              <a:extLst>
                <a:ext uri="{FF2B5EF4-FFF2-40B4-BE49-F238E27FC236}">
                  <a16:creationId xmlns:a16="http://schemas.microsoft.com/office/drawing/2014/main" id="{12F934ED-8A4E-4147-82DA-EFD6F2D51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8" name="Freeform 24">
              <a:extLst>
                <a:ext uri="{FF2B5EF4-FFF2-40B4-BE49-F238E27FC236}">
                  <a16:creationId xmlns:a16="http://schemas.microsoft.com/office/drawing/2014/main" id="{26A35850-2C51-4D60-AB05-65E861B38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9825" name="Line 25">
            <a:extLst>
              <a:ext uri="{FF2B5EF4-FFF2-40B4-BE49-F238E27FC236}">
                <a16:creationId xmlns:a16="http://schemas.microsoft.com/office/drawing/2014/main" id="{A6CF1101-0C20-41F4-82A3-D69C473689F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2750" y="2495550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6" name="Line 26">
            <a:extLst>
              <a:ext uri="{FF2B5EF4-FFF2-40B4-BE49-F238E27FC236}">
                <a16:creationId xmlns:a16="http://schemas.microsoft.com/office/drawing/2014/main" id="{BF738B24-4BED-49BD-A255-0F350F53B27C}"/>
              </a:ext>
            </a:extLst>
          </p:cNvPr>
          <p:cNvSpPr>
            <a:spLocks noChangeShapeType="1"/>
          </p:cNvSpPr>
          <p:nvPr/>
        </p:nvSpPr>
        <p:spPr bwMode="auto">
          <a:xfrm>
            <a:off x="6467475" y="2516188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7" name="Line 27">
            <a:extLst>
              <a:ext uri="{FF2B5EF4-FFF2-40B4-BE49-F238E27FC236}">
                <a16:creationId xmlns:a16="http://schemas.microsoft.com/office/drawing/2014/main" id="{C9C04A15-0A60-406D-8C80-D5EA180E6D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5112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8" name="Freeform 28">
            <a:extLst>
              <a:ext uri="{FF2B5EF4-FFF2-40B4-BE49-F238E27FC236}">
                <a16:creationId xmlns:a16="http://schemas.microsoft.com/office/drawing/2014/main" id="{F3310869-5EA0-46B5-BF7B-D9EDA3162768}"/>
              </a:ext>
            </a:extLst>
          </p:cNvPr>
          <p:cNvSpPr>
            <a:spLocks/>
          </p:cNvSpPr>
          <p:nvPr/>
        </p:nvSpPr>
        <p:spPr bwMode="auto">
          <a:xfrm>
            <a:off x="6616700" y="2767013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9" name="Freeform 29">
            <a:extLst>
              <a:ext uri="{FF2B5EF4-FFF2-40B4-BE49-F238E27FC236}">
                <a16:creationId xmlns:a16="http://schemas.microsoft.com/office/drawing/2014/main" id="{E4737407-3C7D-4206-932B-7509B788D234}"/>
              </a:ext>
            </a:extLst>
          </p:cNvPr>
          <p:cNvSpPr>
            <a:spLocks/>
          </p:cNvSpPr>
          <p:nvPr/>
        </p:nvSpPr>
        <p:spPr bwMode="auto">
          <a:xfrm>
            <a:off x="6376987" y="2767013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0" name="Freeform 30">
            <a:extLst>
              <a:ext uri="{FF2B5EF4-FFF2-40B4-BE49-F238E27FC236}">
                <a16:creationId xmlns:a16="http://schemas.microsoft.com/office/drawing/2014/main" id="{5A583602-194C-4390-B9EE-E2C7513E5179}"/>
              </a:ext>
            </a:extLst>
          </p:cNvPr>
          <p:cNvSpPr>
            <a:spLocks/>
          </p:cNvSpPr>
          <p:nvPr/>
        </p:nvSpPr>
        <p:spPr bwMode="auto">
          <a:xfrm>
            <a:off x="6615112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1" name="Freeform 31">
            <a:extLst>
              <a:ext uri="{FF2B5EF4-FFF2-40B4-BE49-F238E27FC236}">
                <a16:creationId xmlns:a16="http://schemas.microsoft.com/office/drawing/2014/main" id="{09A5EBDC-E3CA-4BE0-B652-DE8663DD2936}"/>
              </a:ext>
            </a:extLst>
          </p:cNvPr>
          <p:cNvSpPr>
            <a:spLocks/>
          </p:cNvSpPr>
          <p:nvPr/>
        </p:nvSpPr>
        <p:spPr bwMode="auto">
          <a:xfrm>
            <a:off x="6376987" y="2760663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2" name="Freeform 32">
            <a:extLst>
              <a:ext uri="{FF2B5EF4-FFF2-40B4-BE49-F238E27FC236}">
                <a16:creationId xmlns:a16="http://schemas.microsoft.com/office/drawing/2014/main" id="{7BAA1D1C-0CAB-44E9-8FE5-CB38B6EC077B}"/>
              </a:ext>
            </a:extLst>
          </p:cNvPr>
          <p:cNvSpPr>
            <a:spLocks/>
          </p:cNvSpPr>
          <p:nvPr/>
        </p:nvSpPr>
        <p:spPr bwMode="auto">
          <a:xfrm>
            <a:off x="6615112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3" name="Freeform 33">
            <a:extLst>
              <a:ext uri="{FF2B5EF4-FFF2-40B4-BE49-F238E27FC236}">
                <a16:creationId xmlns:a16="http://schemas.microsoft.com/office/drawing/2014/main" id="{65C78B4D-B8B9-479C-B577-ABCCE0DC77E0}"/>
              </a:ext>
            </a:extLst>
          </p:cNvPr>
          <p:cNvSpPr>
            <a:spLocks/>
          </p:cNvSpPr>
          <p:nvPr/>
        </p:nvSpPr>
        <p:spPr bwMode="auto">
          <a:xfrm>
            <a:off x="6376987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4" name="Freeform 34">
            <a:extLst>
              <a:ext uri="{FF2B5EF4-FFF2-40B4-BE49-F238E27FC236}">
                <a16:creationId xmlns:a16="http://schemas.microsoft.com/office/drawing/2014/main" id="{58FD1674-6A01-4311-B9DB-750F577D7348}"/>
              </a:ext>
            </a:extLst>
          </p:cNvPr>
          <p:cNvSpPr>
            <a:spLocks/>
          </p:cNvSpPr>
          <p:nvPr/>
        </p:nvSpPr>
        <p:spPr bwMode="auto">
          <a:xfrm>
            <a:off x="7289800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5" name="Line 35">
            <a:extLst>
              <a:ext uri="{FF2B5EF4-FFF2-40B4-BE49-F238E27FC236}">
                <a16:creationId xmlns:a16="http://schemas.microsoft.com/office/drawing/2014/main" id="{D0668570-04E0-4B9F-B372-BD7D249741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31075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6" name="Freeform 36">
            <a:extLst>
              <a:ext uri="{FF2B5EF4-FFF2-40B4-BE49-F238E27FC236}">
                <a16:creationId xmlns:a16="http://schemas.microsoft.com/office/drawing/2014/main" id="{07F9BF3C-70B8-4A07-8E4F-B39FD696E75B}"/>
              </a:ext>
            </a:extLst>
          </p:cNvPr>
          <p:cNvSpPr>
            <a:spLocks/>
          </p:cNvSpPr>
          <p:nvPr/>
        </p:nvSpPr>
        <p:spPr bwMode="auto">
          <a:xfrm>
            <a:off x="5160962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7" name="Line 37">
            <a:extLst>
              <a:ext uri="{FF2B5EF4-FFF2-40B4-BE49-F238E27FC236}">
                <a16:creationId xmlns:a16="http://schemas.microsoft.com/office/drawing/2014/main" id="{B80910B3-F90B-49D0-9B98-614AEFDF58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02237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8" name="Freeform 38">
            <a:extLst>
              <a:ext uri="{FF2B5EF4-FFF2-40B4-BE49-F238E27FC236}">
                <a16:creationId xmlns:a16="http://schemas.microsoft.com/office/drawing/2014/main" id="{3356A14A-C2C7-4542-89E7-557C42C376BC}"/>
              </a:ext>
            </a:extLst>
          </p:cNvPr>
          <p:cNvSpPr>
            <a:spLocks/>
          </p:cNvSpPr>
          <p:nvPr/>
        </p:nvSpPr>
        <p:spPr bwMode="auto">
          <a:xfrm>
            <a:off x="6592887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39" name="Line 39">
            <a:extLst>
              <a:ext uri="{FF2B5EF4-FFF2-40B4-BE49-F238E27FC236}">
                <a16:creationId xmlns:a16="http://schemas.microsoft.com/office/drawing/2014/main" id="{6D354AB2-8F5B-472B-89A3-3E5264B84A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5112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0" name="Freeform 40">
            <a:extLst>
              <a:ext uri="{FF2B5EF4-FFF2-40B4-BE49-F238E27FC236}">
                <a16:creationId xmlns:a16="http://schemas.microsoft.com/office/drawing/2014/main" id="{B4567B77-CC8F-44CF-B037-541990330DE9}"/>
              </a:ext>
            </a:extLst>
          </p:cNvPr>
          <p:cNvSpPr>
            <a:spLocks/>
          </p:cNvSpPr>
          <p:nvPr/>
        </p:nvSpPr>
        <p:spPr bwMode="auto">
          <a:xfrm>
            <a:off x="5729287" y="3001963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1" name="Freeform 41">
            <a:extLst>
              <a:ext uri="{FF2B5EF4-FFF2-40B4-BE49-F238E27FC236}">
                <a16:creationId xmlns:a16="http://schemas.microsoft.com/office/drawing/2014/main" id="{7A670CC6-2E76-46A4-A8D5-0E544CCDC2A5}"/>
              </a:ext>
            </a:extLst>
          </p:cNvPr>
          <p:cNvSpPr>
            <a:spLocks/>
          </p:cNvSpPr>
          <p:nvPr/>
        </p:nvSpPr>
        <p:spPr bwMode="auto">
          <a:xfrm>
            <a:off x="5876925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2" name="Freeform 42">
            <a:extLst>
              <a:ext uri="{FF2B5EF4-FFF2-40B4-BE49-F238E27FC236}">
                <a16:creationId xmlns:a16="http://schemas.microsoft.com/office/drawing/2014/main" id="{A97C482A-7A3A-4245-8FB3-1309D1ABB41C}"/>
              </a:ext>
            </a:extLst>
          </p:cNvPr>
          <p:cNvSpPr>
            <a:spLocks/>
          </p:cNvSpPr>
          <p:nvPr/>
        </p:nvSpPr>
        <p:spPr bwMode="auto">
          <a:xfrm>
            <a:off x="6045200" y="3001963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3" name="Freeform 43">
            <a:extLst>
              <a:ext uri="{FF2B5EF4-FFF2-40B4-BE49-F238E27FC236}">
                <a16:creationId xmlns:a16="http://schemas.microsoft.com/office/drawing/2014/main" id="{45E26594-B2DD-4B79-AF6F-3FFE2E60D542}"/>
              </a:ext>
            </a:extLst>
          </p:cNvPr>
          <p:cNvSpPr>
            <a:spLocks/>
          </p:cNvSpPr>
          <p:nvPr/>
        </p:nvSpPr>
        <p:spPr bwMode="auto">
          <a:xfrm>
            <a:off x="5329237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4" name="Freeform 44">
            <a:extLst>
              <a:ext uri="{FF2B5EF4-FFF2-40B4-BE49-F238E27FC236}">
                <a16:creationId xmlns:a16="http://schemas.microsoft.com/office/drawing/2014/main" id="{5AB4150E-A22D-48BE-B2C6-910528426236}"/>
              </a:ext>
            </a:extLst>
          </p:cNvPr>
          <p:cNvSpPr>
            <a:spLocks/>
          </p:cNvSpPr>
          <p:nvPr/>
        </p:nvSpPr>
        <p:spPr bwMode="auto">
          <a:xfrm>
            <a:off x="5729287" y="2200275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5" name="Freeform 45">
            <a:extLst>
              <a:ext uri="{FF2B5EF4-FFF2-40B4-BE49-F238E27FC236}">
                <a16:creationId xmlns:a16="http://schemas.microsoft.com/office/drawing/2014/main" id="{DA113702-928A-4BDE-B345-FB3E87B80883}"/>
              </a:ext>
            </a:extLst>
          </p:cNvPr>
          <p:cNvSpPr>
            <a:spLocks/>
          </p:cNvSpPr>
          <p:nvPr/>
        </p:nvSpPr>
        <p:spPr bwMode="auto">
          <a:xfrm>
            <a:off x="5876925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6" name="Freeform 46">
            <a:extLst>
              <a:ext uri="{FF2B5EF4-FFF2-40B4-BE49-F238E27FC236}">
                <a16:creationId xmlns:a16="http://schemas.microsoft.com/office/drawing/2014/main" id="{00BFAF80-F430-48F7-A126-17BEABE5DF81}"/>
              </a:ext>
            </a:extLst>
          </p:cNvPr>
          <p:cNvSpPr>
            <a:spLocks/>
          </p:cNvSpPr>
          <p:nvPr/>
        </p:nvSpPr>
        <p:spPr bwMode="auto">
          <a:xfrm>
            <a:off x="6045200" y="2200275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7" name="Line 47">
            <a:extLst>
              <a:ext uri="{FF2B5EF4-FFF2-40B4-BE49-F238E27FC236}">
                <a16:creationId xmlns:a16="http://schemas.microsoft.com/office/drawing/2014/main" id="{F236C58A-4228-4C44-A358-69D71B5B18EE}"/>
              </a:ext>
            </a:extLst>
          </p:cNvPr>
          <p:cNvSpPr>
            <a:spLocks noChangeShapeType="1"/>
          </p:cNvSpPr>
          <p:nvPr/>
        </p:nvSpPr>
        <p:spPr bwMode="auto">
          <a:xfrm>
            <a:off x="6467475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8" name="Line 48">
            <a:extLst>
              <a:ext uri="{FF2B5EF4-FFF2-40B4-BE49-F238E27FC236}">
                <a16:creationId xmlns:a16="http://schemas.microsoft.com/office/drawing/2014/main" id="{DA65EB4D-9202-4AA9-A3D3-A06E07333F60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2750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9" name="Line 49">
            <a:extLst>
              <a:ext uri="{FF2B5EF4-FFF2-40B4-BE49-F238E27FC236}">
                <a16:creationId xmlns:a16="http://schemas.microsoft.com/office/drawing/2014/main" id="{BB3F0D80-7294-4E29-9ACF-BD0AE51EA922}"/>
              </a:ext>
            </a:extLst>
          </p:cNvPr>
          <p:cNvSpPr>
            <a:spLocks noChangeShapeType="1"/>
          </p:cNvSpPr>
          <p:nvPr/>
        </p:nvSpPr>
        <p:spPr bwMode="auto">
          <a:xfrm>
            <a:off x="7183437" y="1947863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0" name="Line 50">
            <a:extLst>
              <a:ext uri="{FF2B5EF4-FFF2-40B4-BE49-F238E27FC236}">
                <a16:creationId xmlns:a16="http://schemas.microsoft.com/office/drawing/2014/main" id="{3C78702B-77BD-4B9D-B152-65B416289C51}"/>
              </a:ext>
            </a:extLst>
          </p:cNvPr>
          <p:cNvSpPr>
            <a:spLocks noChangeShapeType="1"/>
          </p:cNvSpPr>
          <p:nvPr/>
        </p:nvSpPr>
        <p:spPr bwMode="auto">
          <a:xfrm>
            <a:off x="7458075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1" name="Line 51">
            <a:extLst>
              <a:ext uri="{FF2B5EF4-FFF2-40B4-BE49-F238E27FC236}">
                <a16:creationId xmlns:a16="http://schemas.microsoft.com/office/drawing/2014/main" id="{B5F5D8BC-4E76-4136-B032-CCC4E1BFF551}"/>
              </a:ext>
            </a:extLst>
          </p:cNvPr>
          <p:cNvSpPr>
            <a:spLocks noChangeShapeType="1"/>
          </p:cNvSpPr>
          <p:nvPr/>
        </p:nvSpPr>
        <p:spPr bwMode="auto">
          <a:xfrm>
            <a:off x="5054600" y="1947863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2" name="Freeform 52">
            <a:extLst>
              <a:ext uri="{FF2B5EF4-FFF2-40B4-BE49-F238E27FC236}">
                <a16:creationId xmlns:a16="http://schemas.microsoft.com/office/drawing/2014/main" id="{AF2E29BC-F1A0-4A48-855A-03FD3D5F837C}"/>
              </a:ext>
            </a:extLst>
          </p:cNvPr>
          <p:cNvSpPr>
            <a:spLocks/>
          </p:cNvSpPr>
          <p:nvPr/>
        </p:nvSpPr>
        <p:spPr bwMode="auto">
          <a:xfrm>
            <a:off x="7437437" y="2200275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3" name="Freeform 53">
            <a:extLst>
              <a:ext uri="{FF2B5EF4-FFF2-40B4-BE49-F238E27FC236}">
                <a16:creationId xmlns:a16="http://schemas.microsoft.com/office/drawing/2014/main" id="{35D57D6F-2C06-4452-9EC7-A4E033B61E43}"/>
              </a:ext>
            </a:extLst>
          </p:cNvPr>
          <p:cNvSpPr>
            <a:spLocks/>
          </p:cNvSpPr>
          <p:nvPr/>
        </p:nvSpPr>
        <p:spPr bwMode="auto">
          <a:xfrm>
            <a:off x="7858125" y="2200275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4" name="Freeform 54">
            <a:extLst>
              <a:ext uri="{FF2B5EF4-FFF2-40B4-BE49-F238E27FC236}">
                <a16:creationId xmlns:a16="http://schemas.microsoft.com/office/drawing/2014/main" id="{57708D8C-AB93-4B0F-848D-CD44BC5590E4}"/>
              </a:ext>
            </a:extLst>
          </p:cNvPr>
          <p:cNvSpPr>
            <a:spLocks/>
          </p:cNvSpPr>
          <p:nvPr/>
        </p:nvSpPr>
        <p:spPr bwMode="auto">
          <a:xfrm>
            <a:off x="7205662" y="4329113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5" name="Freeform 55">
            <a:extLst>
              <a:ext uri="{FF2B5EF4-FFF2-40B4-BE49-F238E27FC236}">
                <a16:creationId xmlns:a16="http://schemas.microsoft.com/office/drawing/2014/main" id="{53519242-16AB-41AA-8BDE-FD1CB60487BC}"/>
              </a:ext>
            </a:extLst>
          </p:cNvPr>
          <p:cNvSpPr>
            <a:spLocks/>
          </p:cNvSpPr>
          <p:nvPr/>
        </p:nvSpPr>
        <p:spPr bwMode="auto">
          <a:xfrm>
            <a:off x="7351712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6" name="Freeform 56">
            <a:extLst>
              <a:ext uri="{FF2B5EF4-FFF2-40B4-BE49-F238E27FC236}">
                <a16:creationId xmlns:a16="http://schemas.microsoft.com/office/drawing/2014/main" id="{584405B2-2BBF-4AC8-8B0A-3D8E990E78B4}"/>
              </a:ext>
            </a:extLst>
          </p:cNvPr>
          <p:cNvSpPr>
            <a:spLocks/>
          </p:cNvSpPr>
          <p:nvPr/>
        </p:nvSpPr>
        <p:spPr bwMode="auto">
          <a:xfrm>
            <a:off x="4170362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7" name="Line 57">
            <a:extLst>
              <a:ext uri="{FF2B5EF4-FFF2-40B4-BE49-F238E27FC236}">
                <a16:creationId xmlns:a16="http://schemas.microsoft.com/office/drawing/2014/main" id="{04F9A966-BCD7-4F43-A668-860CA1BC83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11637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8" name="Freeform 58">
            <a:extLst>
              <a:ext uri="{FF2B5EF4-FFF2-40B4-BE49-F238E27FC236}">
                <a16:creationId xmlns:a16="http://schemas.microsoft.com/office/drawing/2014/main" id="{F4534D6E-89EA-4096-BB3F-A059E4DE8395}"/>
              </a:ext>
            </a:extLst>
          </p:cNvPr>
          <p:cNvSpPr>
            <a:spLocks/>
          </p:cNvSpPr>
          <p:nvPr/>
        </p:nvSpPr>
        <p:spPr bwMode="auto">
          <a:xfrm>
            <a:off x="3748087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59" name="Line 59">
            <a:extLst>
              <a:ext uri="{FF2B5EF4-FFF2-40B4-BE49-F238E27FC236}">
                <a16:creationId xmlns:a16="http://schemas.microsoft.com/office/drawing/2014/main" id="{A86B2B94-EECA-493E-B9A3-101A866236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68725" y="3211513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0" name="Freeform 60">
            <a:extLst>
              <a:ext uri="{FF2B5EF4-FFF2-40B4-BE49-F238E27FC236}">
                <a16:creationId xmlns:a16="http://schemas.microsoft.com/office/drawing/2014/main" id="{31600B87-1D29-4EF5-9B61-314E30DAB240}"/>
              </a:ext>
            </a:extLst>
          </p:cNvPr>
          <p:cNvSpPr>
            <a:spLocks/>
          </p:cNvSpPr>
          <p:nvPr/>
        </p:nvSpPr>
        <p:spPr bwMode="auto">
          <a:xfrm>
            <a:off x="2336800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1" name="Line 61">
            <a:extLst>
              <a:ext uri="{FF2B5EF4-FFF2-40B4-BE49-F238E27FC236}">
                <a16:creationId xmlns:a16="http://schemas.microsoft.com/office/drawing/2014/main" id="{435D0DBF-2B1F-47BC-A0FB-69678574F6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57437" y="3211513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2" name="Freeform 62">
            <a:extLst>
              <a:ext uri="{FF2B5EF4-FFF2-40B4-BE49-F238E27FC236}">
                <a16:creationId xmlns:a16="http://schemas.microsoft.com/office/drawing/2014/main" id="{25A547F4-43C4-4484-9E10-9B93C7C98DA2}"/>
              </a:ext>
            </a:extLst>
          </p:cNvPr>
          <p:cNvSpPr>
            <a:spLocks/>
          </p:cNvSpPr>
          <p:nvPr/>
        </p:nvSpPr>
        <p:spPr bwMode="auto">
          <a:xfrm>
            <a:off x="1830387" y="4329113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3" name="Line 63">
            <a:extLst>
              <a:ext uri="{FF2B5EF4-FFF2-40B4-BE49-F238E27FC236}">
                <a16:creationId xmlns:a16="http://schemas.microsoft.com/office/drawing/2014/main" id="{DA773644-F855-4363-9956-FCAC8DC29E3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57387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4" name="Freeform 64">
            <a:extLst>
              <a:ext uri="{FF2B5EF4-FFF2-40B4-BE49-F238E27FC236}">
                <a16:creationId xmlns:a16="http://schemas.microsoft.com/office/drawing/2014/main" id="{E7213AB0-8220-4C84-91A3-5987C0DFD7A2}"/>
              </a:ext>
            </a:extLst>
          </p:cNvPr>
          <p:cNvSpPr>
            <a:spLocks/>
          </p:cNvSpPr>
          <p:nvPr/>
        </p:nvSpPr>
        <p:spPr bwMode="auto">
          <a:xfrm>
            <a:off x="3032125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5" name="Line 65">
            <a:extLst>
              <a:ext uri="{FF2B5EF4-FFF2-40B4-BE49-F238E27FC236}">
                <a16:creationId xmlns:a16="http://schemas.microsoft.com/office/drawing/2014/main" id="{A656A2CF-8377-4C5A-BF63-3D3DF5BA17F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73400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6" name="Freeform 66">
            <a:extLst>
              <a:ext uri="{FF2B5EF4-FFF2-40B4-BE49-F238E27FC236}">
                <a16:creationId xmlns:a16="http://schemas.microsoft.com/office/drawing/2014/main" id="{3154C8FE-F0E9-4D9C-A994-F860B66F2263}"/>
              </a:ext>
            </a:extLst>
          </p:cNvPr>
          <p:cNvSpPr>
            <a:spLocks/>
          </p:cNvSpPr>
          <p:nvPr/>
        </p:nvSpPr>
        <p:spPr bwMode="auto">
          <a:xfrm>
            <a:off x="6446837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7" name="Line 67">
            <a:extLst>
              <a:ext uri="{FF2B5EF4-FFF2-40B4-BE49-F238E27FC236}">
                <a16:creationId xmlns:a16="http://schemas.microsoft.com/office/drawing/2014/main" id="{BE45A7B2-5E22-4EFE-845B-83EA4B4B62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67475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8" name="Freeform 68">
            <a:extLst>
              <a:ext uri="{FF2B5EF4-FFF2-40B4-BE49-F238E27FC236}">
                <a16:creationId xmlns:a16="http://schemas.microsoft.com/office/drawing/2014/main" id="{B7E328A7-047C-49D5-8428-E06878B25DF6}"/>
              </a:ext>
            </a:extLst>
          </p:cNvPr>
          <p:cNvSpPr>
            <a:spLocks/>
          </p:cNvSpPr>
          <p:nvPr/>
        </p:nvSpPr>
        <p:spPr bwMode="auto">
          <a:xfrm>
            <a:off x="5876925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69" name="Line 69">
            <a:extLst>
              <a:ext uri="{FF2B5EF4-FFF2-40B4-BE49-F238E27FC236}">
                <a16:creationId xmlns:a16="http://schemas.microsoft.com/office/drawing/2014/main" id="{DB69E24C-3D84-4DAE-94A0-C09D15AE61F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97562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0" name="Freeform 70">
            <a:extLst>
              <a:ext uri="{FF2B5EF4-FFF2-40B4-BE49-F238E27FC236}">
                <a16:creationId xmlns:a16="http://schemas.microsoft.com/office/drawing/2014/main" id="{DA89E201-4BEC-4FB1-BCB0-5B6F417316C4}"/>
              </a:ext>
            </a:extLst>
          </p:cNvPr>
          <p:cNvSpPr>
            <a:spLocks/>
          </p:cNvSpPr>
          <p:nvPr/>
        </p:nvSpPr>
        <p:spPr bwMode="auto">
          <a:xfrm>
            <a:off x="2884487" y="3486150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1" name="Freeform 71">
            <a:extLst>
              <a:ext uri="{FF2B5EF4-FFF2-40B4-BE49-F238E27FC236}">
                <a16:creationId xmlns:a16="http://schemas.microsoft.com/office/drawing/2014/main" id="{2B557E8E-B12D-462E-93F2-5521BA6EE6C9}"/>
              </a:ext>
            </a:extLst>
          </p:cNvPr>
          <p:cNvSpPr>
            <a:spLocks/>
          </p:cNvSpPr>
          <p:nvPr/>
        </p:nvSpPr>
        <p:spPr bwMode="auto">
          <a:xfrm>
            <a:off x="3052762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2" name="Freeform 72">
            <a:extLst>
              <a:ext uri="{FF2B5EF4-FFF2-40B4-BE49-F238E27FC236}">
                <a16:creationId xmlns:a16="http://schemas.microsoft.com/office/drawing/2014/main" id="{627347C3-5892-47C6-83B6-B6B3D320FD60}"/>
              </a:ext>
            </a:extLst>
          </p:cNvPr>
          <p:cNvSpPr>
            <a:spLocks/>
          </p:cNvSpPr>
          <p:nvPr/>
        </p:nvSpPr>
        <p:spPr bwMode="auto">
          <a:xfrm>
            <a:off x="3200400" y="3486150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3" name="Freeform 73">
            <a:extLst>
              <a:ext uri="{FF2B5EF4-FFF2-40B4-BE49-F238E27FC236}">
                <a16:creationId xmlns:a16="http://schemas.microsoft.com/office/drawing/2014/main" id="{FD2B1622-8DFD-46DF-AB5A-86DC4C11C3F7}"/>
              </a:ext>
            </a:extLst>
          </p:cNvPr>
          <p:cNvSpPr>
            <a:spLocks/>
          </p:cNvSpPr>
          <p:nvPr/>
        </p:nvSpPr>
        <p:spPr bwMode="auto">
          <a:xfrm>
            <a:off x="4295775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4" name="Freeform 74">
            <a:extLst>
              <a:ext uri="{FF2B5EF4-FFF2-40B4-BE49-F238E27FC236}">
                <a16:creationId xmlns:a16="http://schemas.microsoft.com/office/drawing/2014/main" id="{EDCF2E92-298A-4E1B-93E8-9D7C1B996019}"/>
              </a:ext>
            </a:extLst>
          </p:cNvPr>
          <p:cNvSpPr>
            <a:spLocks/>
          </p:cNvSpPr>
          <p:nvPr/>
        </p:nvSpPr>
        <p:spPr bwMode="auto">
          <a:xfrm>
            <a:off x="4465637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5" name="Freeform 75">
            <a:extLst>
              <a:ext uri="{FF2B5EF4-FFF2-40B4-BE49-F238E27FC236}">
                <a16:creationId xmlns:a16="http://schemas.microsoft.com/office/drawing/2014/main" id="{CA9F223D-9DE4-4E8A-BABB-0F9759B1DE5B}"/>
              </a:ext>
            </a:extLst>
          </p:cNvPr>
          <p:cNvSpPr>
            <a:spLocks/>
          </p:cNvSpPr>
          <p:nvPr/>
        </p:nvSpPr>
        <p:spPr bwMode="auto">
          <a:xfrm>
            <a:off x="4633912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6" name="Rectangle 76">
            <a:extLst>
              <a:ext uri="{FF2B5EF4-FFF2-40B4-BE49-F238E27FC236}">
                <a16:creationId xmlns:a16="http://schemas.microsoft.com/office/drawing/2014/main" id="{6CADB7D2-B8D4-4B58-A4EC-F3608AC27A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2387" y="5532438"/>
            <a:ext cx="211138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7" name="Rectangle 77">
            <a:extLst>
              <a:ext uri="{FF2B5EF4-FFF2-40B4-BE49-F238E27FC236}">
                <a16:creationId xmlns:a16="http://schemas.microsoft.com/office/drawing/2014/main" id="{82E560AB-4685-465F-9D6F-28FB7AEBC6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3350" y="562768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8" name="Rectangle 78">
            <a:extLst>
              <a:ext uri="{FF2B5EF4-FFF2-40B4-BE49-F238E27FC236}">
                <a16:creationId xmlns:a16="http://schemas.microsoft.com/office/drawing/2014/main" id="{77736469-5AA7-4B39-8353-E47B37F6C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2475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79" name="Rectangle 79">
            <a:extLst>
              <a:ext uri="{FF2B5EF4-FFF2-40B4-BE49-F238E27FC236}">
                <a16:creationId xmlns:a16="http://schemas.microsoft.com/office/drawing/2014/main" id="{3E441142-B0D0-4CCC-89DA-6D585A503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3437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0" name="Rectangle 80">
            <a:extLst>
              <a:ext uri="{FF2B5EF4-FFF2-40B4-BE49-F238E27FC236}">
                <a16:creationId xmlns:a16="http://schemas.microsoft.com/office/drawing/2014/main" id="{65B78EF3-91F0-484A-9BC4-88BF0F8EE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2900" y="5532438"/>
            <a:ext cx="2111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1" name="Rectangle 81">
            <a:extLst>
              <a:ext uri="{FF2B5EF4-FFF2-40B4-BE49-F238E27FC236}">
                <a16:creationId xmlns:a16="http://schemas.microsoft.com/office/drawing/2014/main" id="{699E6B4F-1E12-4D14-91C8-9850FC335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3862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2" name="Rectangle 82">
            <a:extLst>
              <a:ext uri="{FF2B5EF4-FFF2-40B4-BE49-F238E27FC236}">
                <a16:creationId xmlns:a16="http://schemas.microsoft.com/office/drawing/2014/main" id="{63379589-0E5D-4B68-9C65-A5355A7E9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6112" y="562768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3" name="Rectangle 83">
            <a:extLst>
              <a:ext uri="{FF2B5EF4-FFF2-40B4-BE49-F238E27FC236}">
                <a16:creationId xmlns:a16="http://schemas.microsoft.com/office/drawing/2014/main" id="{CC36BC4B-999C-417A-B2CD-DF5EB50EC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4987" y="56276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4" name="Rectangle 84">
            <a:extLst>
              <a:ext uri="{FF2B5EF4-FFF2-40B4-BE49-F238E27FC236}">
                <a16:creationId xmlns:a16="http://schemas.microsoft.com/office/drawing/2014/main" id="{D64D45E2-16E0-4C7E-8D30-BCE5B6E42B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2737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5" name="Rectangle 85">
            <a:extLst>
              <a:ext uri="{FF2B5EF4-FFF2-40B4-BE49-F238E27FC236}">
                <a16:creationId xmlns:a16="http://schemas.microsoft.com/office/drawing/2014/main" id="{CB4281DD-E25E-49D6-BFE4-70CD830C34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4812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6" name="Rectangle 86">
            <a:extLst>
              <a:ext uri="{FF2B5EF4-FFF2-40B4-BE49-F238E27FC236}">
                <a16:creationId xmlns:a16="http://schemas.microsoft.com/office/drawing/2014/main" id="{F1013F5D-A2FB-492F-8467-8C7E8E0EC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3637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7" name="Rectangle 87">
            <a:extLst>
              <a:ext uri="{FF2B5EF4-FFF2-40B4-BE49-F238E27FC236}">
                <a16:creationId xmlns:a16="http://schemas.microsoft.com/office/drawing/2014/main" id="{7848BF39-4EC6-4AFE-890C-E54E6319E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4125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8" name="Rectangle 88">
            <a:extLst>
              <a:ext uri="{FF2B5EF4-FFF2-40B4-BE49-F238E27FC236}">
                <a16:creationId xmlns:a16="http://schemas.microsoft.com/office/drawing/2014/main" id="{551E0A12-8BA9-43B6-8BAB-CB1A45B6D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9637" y="2873375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89" name="Rectangle 89">
            <a:extLst>
              <a:ext uri="{FF2B5EF4-FFF2-40B4-BE49-F238E27FC236}">
                <a16:creationId xmlns:a16="http://schemas.microsoft.com/office/drawing/2014/main" id="{0EF95290-310E-4620-BF5E-A2DCE502AC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1712" y="29686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0" name="Rectangle 90">
            <a:extLst>
              <a:ext uri="{FF2B5EF4-FFF2-40B4-BE49-F238E27FC236}">
                <a16:creationId xmlns:a16="http://schemas.microsoft.com/office/drawing/2014/main" id="{41ACC60F-84AD-4DDF-8DAF-E67EF43667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29686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1" name="Rectangle 91">
            <a:extLst>
              <a:ext uri="{FF2B5EF4-FFF2-40B4-BE49-F238E27FC236}">
                <a16:creationId xmlns:a16="http://schemas.microsoft.com/office/drawing/2014/main" id="{5B2EC10E-46E5-418F-8758-F26BB9A4FA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2837" y="296862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2" name="Rectangle 92">
            <a:extLst>
              <a:ext uri="{FF2B5EF4-FFF2-40B4-BE49-F238E27FC236}">
                <a16:creationId xmlns:a16="http://schemas.microsoft.com/office/drawing/2014/main" id="{7D1537FC-EE92-4BEE-9DFF-EFBC6DFE3D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8450" y="4221163"/>
            <a:ext cx="223837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3" name="Rectangle 93">
            <a:extLst>
              <a:ext uri="{FF2B5EF4-FFF2-40B4-BE49-F238E27FC236}">
                <a16:creationId xmlns:a16="http://schemas.microsoft.com/office/drawing/2014/main" id="{8725A210-00BD-41FE-8C49-01F071E0C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0525" y="4318000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4" name="Rectangle 94">
            <a:extLst>
              <a:ext uri="{FF2B5EF4-FFF2-40B4-BE49-F238E27FC236}">
                <a16:creationId xmlns:a16="http://schemas.microsoft.com/office/drawing/2014/main" id="{C4804CFE-D361-4575-8E25-8CA578BC9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7687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5" name="Rectangle 95">
            <a:extLst>
              <a:ext uri="{FF2B5EF4-FFF2-40B4-BE49-F238E27FC236}">
                <a16:creationId xmlns:a16="http://schemas.microsoft.com/office/drawing/2014/main" id="{D0248964-B5E6-40E1-974D-127DA0DDD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7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-bit adder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6" name="Rectangle 96">
            <a:extLst>
              <a:ext uri="{FF2B5EF4-FFF2-40B4-BE49-F238E27FC236}">
                <a16:creationId xmlns:a16="http://schemas.microsoft.com/office/drawing/2014/main" id="{4A4D6CB4-2632-4BED-BDF1-A800A908A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3112" y="1600200"/>
            <a:ext cx="223838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7" name="Rectangle 97">
            <a:extLst>
              <a:ext uri="{FF2B5EF4-FFF2-40B4-BE49-F238E27FC236}">
                <a16:creationId xmlns:a16="http://schemas.microsoft.com/office/drawing/2014/main" id="{3C3D4F13-FCCB-489D-9B63-606C0EC91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3600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8" name="Rectangle 98">
            <a:extLst>
              <a:ext uri="{FF2B5EF4-FFF2-40B4-BE49-F238E27FC236}">
                <a16:creationId xmlns:a16="http://schemas.microsoft.com/office/drawing/2014/main" id="{DB094621-C03C-4DEC-9BA3-568CC21EB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1275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99" name="Rectangle 99">
            <a:extLst>
              <a:ext uri="{FF2B5EF4-FFF2-40B4-BE49-F238E27FC236}">
                <a16:creationId xmlns:a16="http://schemas.microsoft.com/office/drawing/2014/main" id="{2D783636-532C-4AB8-B496-09C697437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3350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0" name="Rectangle 100">
            <a:extLst>
              <a:ext uri="{FF2B5EF4-FFF2-40B4-BE49-F238E27FC236}">
                <a16:creationId xmlns:a16="http://schemas.microsoft.com/office/drawing/2014/main" id="{C62B0FBC-B0A5-48BC-8B7E-18FC0C63E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0450" y="1600200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1" name="Rectangle 101">
            <a:extLst>
              <a:ext uri="{FF2B5EF4-FFF2-40B4-BE49-F238E27FC236}">
                <a16:creationId xmlns:a16="http://schemas.microsoft.com/office/drawing/2014/main" id="{D8390E70-2026-4979-859E-D1DA6FE28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2525" y="169703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2" name="Rectangle 102">
            <a:extLst>
              <a:ext uri="{FF2B5EF4-FFF2-40B4-BE49-F238E27FC236}">
                <a16:creationId xmlns:a16="http://schemas.microsoft.com/office/drawing/2014/main" id="{A1CA7A77-32A7-4CB2-87E8-177D4AB80B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3187" y="169703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3" name="Rectangle 103">
            <a:extLst>
              <a:ext uri="{FF2B5EF4-FFF2-40B4-BE49-F238E27FC236}">
                <a16:creationId xmlns:a16="http://schemas.microsoft.com/office/drawing/2014/main" id="{63375257-2C22-4CC7-8F70-0C5C03D2C0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3650" y="16970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4" name="Rectangle 104">
            <a:extLst>
              <a:ext uri="{FF2B5EF4-FFF2-40B4-BE49-F238E27FC236}">
                <a16:creationId xmlns:a16="http://schemas.microsoft.com/office/drawing/2014/main" id="{C2352562-448F-4192-9A6D-08887B794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7350" y="4200525"/>
            <a:ext cx="223837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5" name="Rectangle 105">
            <a:extLst>
              <a:ext uri="{FF2B5EF4-FFF2-40B4-BE49-F238E27FC236}">
                <a16:creationId xmlns:a16="http://schemas.microsoft.com/office/drawing/2014/main" id="{D290D57C-47D4-4920-8376-0E9F52AD06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9425" y="4297363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6" name="Rectangle 106">
            <a:extLst>
              <a:ext uri="{FF2B5EF4-FFF2-40B4-BE49-F238E27FC236}">
                <a16:creationId xmlns:a16="http://schemas.microsoft.com/office/drawing/2014/main" id="{AF8E1291-9D75-4ADB-9894-D97D3ED65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75" y="1998663"/>
            <a:ext cx="4826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Add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7" name="Line 107">
            <a:extLst>
              <a:ext uri="{FF2B5EF4-FFF2-40B4-BE49-F238E27FC236}">
                <a16:creationId xmlns:a16="http://schemas.microsoft.com/office/drawing/2014/main" id="{732F560F-6D71-477E-A1A5-2CF62A910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16900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8" name="Rectangle 108">
            <a:extLst>
              <a:ext uri="{FF2B5EF4-FFF2-40B4-BE49-F238E27FC236}">
                <a16:creationId xmlns:a16="http://schemas.microsoft.com/office/drawing/2014/main" id="{1D48CA87-A154-43B6-8311-858B2BE70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04250" y="1993900"/>
            <a:ext cx="2063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¤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09" name="Rectangle 109">
            <a:extLst>
              <a:ext uri="{FF2B5EF4-FFF2-40B4-BE49-F238E27FC236}">
                <a16:creationId xmlns:a16="http://schemas.microsoft.com/office/drawing/2014/main" id="{E38FF79C-CC81-41FB-AC43-91CEC4F28D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7" y="2000250"/>
            <a:ext cx="44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Sub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10" name="Rectangle 110">
            <a:extLst>
              <a:ext uri="{FF2B5EF4-FFF2-40B4-BE49-F238E27FC236}">
                <a16:creationId xmlns:a16="http://schemas.microsoft.com/office/drawing/2014/main" id="{5614E388-BCA0-4109-8562-5C9056EFC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31200" y="2200275"/>
            <a:ext cx="7096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control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911" name="TextBox 125">
            <a:extLst>
              <a:ext uri="{FF2B5EF4-FFF2-40B4-BE49-F238E27FC236}">
                <a16:creationId xmlns:a16="http://schemas.microsoft.com/office/drawing/2014/main" id="{69398461-D9F0-4082-B51A-1B6F33FC0B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3.12 from the textbook ]</a:t>
            </a:r>
          </a:p>
        </p:txBody>
      </p:sp>
      <p:sp>
        <p:nvSpPr>
          <p:cNvPr id="119912" name="Title 1">
            <a:extLst>
              <a:ext uri="{FF2B5EF4-FFF2-40B4-BE49-F238E27FC236}">
                <a16:creationId xmlns:a16="http://schemas.microsoft.com/office/drawing/2014/main" id="{D5635B7F-39E1-456E-9587-270E8C679014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Adder/subtractor unit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4D6E2287-75B8-4F33-B225-8E4D12191F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6200" y="762000"/>
            <a:ext cx="2551030" cy="1178825"/>
          </a:xfrm>
          <a:prstGeom prst="rect">
            <a:avLst/>
          </a:prstGeom>
          <a:ln>
            <a:solidFill>
              <a:schemeClr val="accent1"/>
            </a:solidFill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Rectangle 5">
            <a:extLst>
              <a:ext uri="{FF2B5EF4-FFF2-40B4-BE49-F238E27FC236}">
                <a16:creationId xmlns:a16="http://schemas.microsoft.com/office/drawing/2014/main" id="{E2FB8116-F3BF-4509-9020-1F0B337A2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18" name="Rectangle 6">
            <a:extLst>
              <a:ext uri="{FF2B5EF4-FFF2-40B4-BE49-F238E27FC236}">
                <a16:creationId xmlns:a16="http://schemas.microsoft.com/office/drawing/2014/main" id="{CA011846-C655-4AEA-BC9B-E68F3F3B35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19" name="Rectangle 7">
            <a:extLst>
              <a:ext uri="{FF2B5EF4-FFF2-40B4-BE49-F238E27FC236}">
                <a16:creationId xmlns:a16="http://schemas.microsoft.com/office/drawing/2014/main" id="{07B2F1FF-06E7-455D-97DB-DB751A027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0" name="Rectangle 8">
            <a:extLst>
              <a:ext uri="{FF2B5EF4-FFF2-40B4-BE49-F238E27FC236}">
                <a16:creationId xmlns:a16="http://schemas.microsoft.com/office/drawing/2014/main" id="{20816072-862C-49D1-A3A5-26AE9AC745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1" name="Line 9">
            <a:extLst>
              <a:ext uri="{FF2B5EF4-FFF2-40B4-BE49-F238E27FC236}">
                <a16:creationId xmlns:a16="http://schemas.microsoft.com/office/drawing/2014/main" id="{26C423A9-5E1B-4EAD-BDAF-DB556F9A451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2" name="Rectangle 10">
            <a:extLst>
              <a:ext uri="{FF2B5EF4-FFF2-40B4-BE49-F238E27FC236}">
                <a16:creationId xmlns:a16="http://schemas.microsoft.com/office/drawing/2014/main" id="{233DF4F7-E4B6-4B82-91E0-60CDB43E7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3" name="Rectangle 11">
            <a:extLst>
              <a:ext uri="{FF2B5EF4-FFF2-40B4-BE49-F238E27FC236}">
                <a16:creationId xmlns:a16="http://schemas.microsoft.com/office/drawing/2014/main" id="{8CAE012C-8E1E-4B69-AFA9-32B35FDA5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4" name="Rectangle 12">
            <a:extLst>
              <a:ext uri="{FF2B5EF4-FFF2-40B4-BE49-F238E27FC236}">
                <a16:creationId xmlns:a16="http://schemas.microsoft.com/office/drawing/2014/main" id="{3A08E218-D62D-4B97-BE8D-463B404B37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5" name="Line 13">
            <a:extLst>
              <a:ext uri="{FF2B5EF4-FFF2-40B4-BE49-F238E27FC236}">
                <a16:creationId xmlns:a16="http://schemas.microsoft.com/office/drawing/2014/main" id="{F679F1DC-65F4-451F-B094-F63993BF17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6" name="Line 14">
            <a:extLst>
              <a:ext uri="{FF2B5EF4-FFF2-40B4-BE49-F238E27FC236}">
                <a16:creationId xmlns:a16="http://schemas.microsoft.com/office/drawing/2014/main" id="{B6203E67-6947-4424-AEC2-13AED2760D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7" name="Rectangle 15">
            <a:extLst>
              <a:ext uri="{FF2B5EF4-FFF2-40B4-BE49-F238E27FC236}">
                <a16:creationId xmlns:a16="http://schemas.microsoft.com/office/drawing/2014/main" id="{383426C5-B112-4927-8255-E3F7579B1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8" name="Rectangle 16">
            <a:extLst>
              <a:ext uri="{FF2B5EF4-FFF2-40B4-BE49-F238E27FC236}">
                <a16:creationId xmlns:a16="http://schemas.microsoft.com/office/drawing/2014/main" id="{EAAD8001-C5D0-4256-A722-C628F1ABD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9" name="Rectangle 17">
            <a:extLst>
              <a:ext uri="{FF2B5EF4-FFF2-40B4-BE49-F238E27FC236}">
                <a16:creationId xmlns:a16="http://schemas.microsoft.com/office/drawing/2014/main" id="{0F1F90E1-D8E5-4389-A341-39C1EF985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0" name="Rectangle 18">
            <a:extLst>
              <a:ext uri="{FF2B5EF4-FFF2-40B4-BE49-F238E27FC236}">
                <a16:creationId xmlns:a16="http://schemas.microsoft.com/office/drawing/2014/main" id="{6665441C-4DBC-4B7A-A85B-37386AAE5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1" name="Rectangle 19">
            <a:extLst>
              <a:ext uri="{FF2B5EF4-FFF2-40B4-BE49-F238E27FC236}">
                <a16:creationId xmlns:a16="http://schemas.microsoft.com/office/drawing/2014/main" id="{F329F47F-CE10-4861-9D4B-A8CD51736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2" name="Rectangle 20">
            <a:extLst>
              <a:ext uri="{FF2B5EF4-FFF2-40B4-BE49-F238E27FC236}">
                <a16:creationId xmlns:a16="http://schemas.microsoft.com/office/drawing/2014/main" id="{7B70C544-9785-42EA-99FF-EE0F27C038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3" name="Rectangle 21">
            <a:extLst>
              <a:ext uri="{FF2B5EF4-FFF2-40B4-BE49-F238E27FC236}">
                <a16:creationId xmlns:a16="http://schemas.microsoft.com/office/drawing/2014/main" id="{77F7235E-2635-4615-BCEE-B558113F8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4" name="Rectangle 22">
            <a:extLst>
              <a:ext uri="{FF2B5EF4-FFF2-40B4-BE49-F238E27FC236}">
                <a16:creationId xmlns:a16="http://schemas.microsoft.com/office/drawing/2014/main" id="{420472E0-33DD-4382-B5BB-D0198843F8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5" name="Rectangle 23">
            <a:extLst>
              <a:ext uri="{FF2B5EF4-FFF2-40B4-BE49-F238E27FC236}">
                <a16:creationId xmlns:a16="http://schemas.microsoft.com/office/drawing/2014/main" id="{24847D80-0049-449D-921C-081D77212B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6" name="Rectangle 24">
            <a:extLst>
              <a:ext uri="{FF2B5EF4-FFF2-40B4-BE49-F238E27FC236}">
                <a16:creationId xmlns:a16="http://schemas.microsoft.com/office/drawing/2014/main" id="{E64272AD-F8FB-475A-9D57-4B5F3BAF4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7" name="Rectangle 25">
            <a:extLst>
              <a:ext uri="{FF2B5EF4-FFF2-40B4-BE49-F238E27FC236}">
                <a16:creationId xmlns:a16="http://schemas.microsoft.com/office/drawing/2014/main" id="{E0FAAAF3-F556-4128-B210-5704DE67DD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8" name="Rectangle 26">
            <a:extLst>
              <a:ext uri="{FF2B5EF4-FFF2-40B4-BE49-F238E27FC236}">
                <a16:creationId xmlns:a16="http://schemas.microsoft.com/office/drawing/2014/main" id="{DC252193-C92D-4EAD-8F7B-DD6A07B84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9" name="Rectangle 27">
            <a:extLst>
              <a:ext uri="{FF2B5EF4-FFF2-40B4-BE49-F238E27FC236}">
                <a16:creationId xmlns:a16="http://schemas.microsoft.com/office/drawing/2014/main" id="{6CE446B1-67B2-489B-9952-FDE92B2F13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0" name="Rectangle 28">
            <a:extLst>
              <a:ext uri="{FF2B5EF4-FFF2-40B4-BE49-F238E27FC236}">
                <a16:creationId xmlns:a16="http://schemas.microsoft.com/office/drawing/2014/main" id="{9748C9BF-BB8D-416B-AE6F-D17629E31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1" name="Rectangle 29">
            <a:extLst>
              <a:ext uri="{FF2B5EF4-FFF2-40B4-BE49-F238E27FC236}">
                <a16:creationId xmlns:a16="http://schemas.microsoft.com/office/drawing/2014/main" id="{B07D0929-1E90-42CA-910F-EBCC8FB2A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2" name="Rectangle 30">
            <a:extLst>
              <a:ext uri="{FF2B5EF4-FFF2-40B4-BE49-F238E27FC236}">
                <a16:creationId xmlns:a16="http://schemas.microsoft.com/office/drawing/2014/main" id="{0057D233-456A-46A8-85D1-4765AAAD2B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3" name="Rectangle 31">
            <a:extLst>
              <a:ext uri="{FF2B5EF4-FFF2-40B4-BE49-F238E27FC236}">
                <a16:creationId xmlns:a16="http://schemas.microsoft.com/office/drawing/2014/main" id="{60DA62AB-83C3-4BE7-9EAB-75466E553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4" name="Rectangle 32">
            <a:extLst>
              <a:ext uri="{FF2B5EF4-FFF2-40B4-BE49-F238E27FC236}">
                <a16:creationId xmlns:a16="http://schemas.microsoft.com/office/drawing/2014/main" id="{75E69277-A111-431C-A202-0C771E8FA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5" name="Line 33">
            <a:extLst>
              <a:ext uri="{FF2B5EF4-FFF2-40B4-BE49-F238E27FC236}">
                <a16:creationId xmlns:a16="http://schemas.microsoft.com/office/drawing/2014/main" id="{A03E355E-2FFE-4D7B-BDD6-FB0CE10BBE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6" name="Rectangle 34">
            <a:extLst>
              <a:ext uri="{FF2B5EF4-FFF2-40B4-BE49-F238E27FC236}">
                <a16:creationId xmlns:a16="http://schemas.microsoft.com/office/drawing/2014/main" id="{99E4DC73-A7AB-4BC3-972C-EDEF668EB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7" name="Rectangle 35">
            <a:extLst>
              <a:ext uri="{FF2B5EF4-FFF2-40B4-BE49-F238E27FC236}">
                <a16:creationId xmlns:a16="http://schemas.microsoft.com/office/drawing/2014/main" id="{C430F885-D795-4894-9114-908D8A1064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8" name="Rectangle 36">
            <a:extLst>
              <a:ext uri="{FF2B5EF4-FFF2-40B4-BE49-F238E27FC236}">
                <a16:creationId xmlns:a16="http://schemas.microsoft.com/office/drawing/2014/main" id="{C3412578-233A-4D66-BDEC-74A1075BD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9" name="Line 37">
            <a:extLst>
              <a:ext uri="{FF2B5EF4-FFF2-40B4-BE49-F238E27FC236}">
                <a16:creationId xmlns:a16="http://schemas.microsoft.com/office/drawing/2014/main" id="{E14E6443-C374-40F5-934B-DB5F708AEDE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0" name="Line 38">
            <a:extLst>
              <a:ext uri="{FF2B5EF4-FFF2-40B4-BE49-F238E27FC236}">
                <a16:creationId xmlns:a16="http://schemas.microsoft.com/office/drawing/2014/main" id="{06760CAF-345D-43CD-9E97-5EE9CBF4B0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1" name="Rectangle 39">
            <a:extLst>
              <a:ext uri="{FF2B5EF4-FFF2-40B4-BE49-F238E27FC236}">
                <a16:creationId xmlns:a16="http://schemas.microsoft.com/office/drawing/2014/main" id="{3E7DD893-119A-479A-B67A-E81821A6D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2" name="Rectangle 40">
            <a:extLst>
              <a:ext uri="{FF2B5EF4-FFF2-40B4-BE49-F238E27FC236}">
                <a16:creationId xmlns:a16="http://schemas.microsoft.com/office/drawing/2014/main" id="{4AF6E26C-F6A2-4447-BD63-96CB4C5CD9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3" name="Rectangle 41">
            <a:extLst>
              <a:ext uri="{FF2B5EF4-FFF2-40B4-BE49-F238E27FC236}">
                <a16:creationId xmlns:a16="http://schemas.microsoft.com/office/drawing/2014/main" id="{CE5C6EEA-F7BD-41BF-AF3C-585B598EB8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4" name="Rectangle 42">
            <a:extLst>
              <a:ext uri="{FF2B5EF4-FFF2-40B4-BE49-F238E27FC236}">
                <a16:creationId xmlns:a16="http://schemas.microsoft.com/office/drawing/2014/main" id="{3DDC4DCF-8CEB-403A-BC3A-C44AFA207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5" name="Rectangle 43">
            <a:extLst>
              <a:ext uri="{FF2B5EF4-FFF2-40B4-BE49-F238E27FC236}">
                <a16:creationId xmlns:a16="http://schemas.microsoft.com/office/drawing/2014/main" id="{14C05156-C4C7-4413-8FA6-F2C2A11DF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6" name="Rectangle 44">
            <a:extLst>
              <a:ext uri="{FF2B5EF4-FFF2-40B4-BE49-F238E27FC236}">
                <a16:creationId xmlns:a16="http://schemas.microsoft.com/office/drawing/2014/main" id="{F5698271-E9C2-46BC-8D09-350E6B4048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7" name="Rectangle 45">
            <a:extLst>
              <a:ext uri="{FF2B5EF4-FFF2-40B4-BE49-F238E27FC236}">
                <a16:creationId xmlns:a16="http://schemas.microsoft.com/office/drawing/2014/main" id="{A11918C0-1B9B-466A-867B-0E276DB75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8" name="Rectangle 46">
            <a:extLst>
              <a:ext uri="{FF2B5EF4-FFF2-40B4-BE49-F238E27FC236}">
                <a16:creationId xmlns:a16="http://schemas.microsoft.com/office/drawing/2014/main" id="{9948FFF7-124E-4166-9757-B98EACC8E4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9" name="Rectangle 47">
            <a:extLst>
              <a:ext uri="{FF2B5EF4-FFF2-40B4-BE49-F238E27FC236}">
                <a16:creationId xmlns:a16="http://schemas.microsoft.com/office/drawing/2014/main" id="{9649B5C9-F88B-4059-8963-4FF789686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0" name="Rectangle 48">
            <a:extLst>
              <a:ext uri="{FF2B5EF4-FFF2-40B4-BE49-F238E27FC236}">
                <a16:creationId xmlns:a16="http://schemas.microsoft.com/office/drawing/2014/main" id="{2F6E4A03-2189-4128-83DC-1CDC04808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1" name="Rectangle 49">
            <a:extLst>
              <a:ext uri="{FF2B5EF4-FFF2-40B4-BE49-F238E27FC236}">
                <a16:creationId xmlns:a16="http://schemas.microsoft.com/office/drawing/2014/main" id="{4132B625-7220-4DE1-AD6C-E5D0FB341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2" name="Rectangle 50">
            <a:extLst>
              <a:ext uri="{FF2B5EF4-FFF2-40B4-BE49-F238E27FC236}">
                <a16:creationId xmlns:a16="http://schemas.microsoft.com/office/drawing/2014/main" id="{AD8E0B47-6E5D-444E-9717-1D272A921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3" name="Rectangle 51">
            <a:extLst>
              <a:ext uri="{FF2B5EF4-FFF2-40B4-BE49-F238E27FC236}">
                <a16:creationId xmlns:a16="http://schemas.microsoft.com/office/drawing/2014/main" id="{C6BFE66F-24A1-4A66-8CE5-6BA6FF49B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4" name="Rectangle 52">
            <a:extLst>
              <a:ext uri="{FF2B5EF4-FFF2-40B4-BE49-F238E27FC236}">
                <a16:creationId xmlns:a16="http://schemas.microsoft.com/office/drawing/2014/main" id="{2A82F830-5F99-4AB6-88E4-4A71AA831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5" name="Rectangle 53">
            <a:extLst>
              <a:ext uri="{FF2B5EF4-FFF2-40B4-BE49-F238E27FC236}">
                <a16:creationId xmlns:a16="http://schemas.microsoft.com/office/drawing/2014/main" id="{FB215F57-1462-4305-9B8B-B74C1D4B7E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6" name="Rectangle 54">
            <a:extLst>
              <a:ext uri="{FF2B5EF4-FFF2-40B4-BE49-F238E27FC236}">
                <a16:creationId xmlns:a16="http://schemas.microsoft.com/office/drawing/2014/main" id="{65A78845-258F-4278-B2C5-E37B50ACF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7" name="Rectangle 87">
            <a:extLst>
              <a:ext uri="{FF2B5EF4-FFF2-40B4-BE49-F238E27FC236}">
                <a16:creationId xmlns:a16="http://schemas.microsoft.com/office/drawing/2014/main" id="{48CF2503-EF92-4467-B083-CF9BAA45A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8" name="Rectangle 88">
            <a:extLst>
              <a:ext uri="{FF2B5EF4-FFF2-40B4-BE49-F238E27FC236}">
                <a16:creationId xmlns:a16="http://schemas.microsoft.com/office/drawing/2014/main" id="{8AD3E0E7-9BD5-40DF-A999-8A98BF9D2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9" name="Rectangle 89">
            <a:extLst>
              <a:ext uri="{FF2B5EF4-FFF2-40B4-BE49-F238E27FC236}">
                <a16:creationId xmlns:a16="http://schemas.microsoft.com/office/drawing/2014/main" id="{CF4F134D-7FA1-4843-B391-6085A08F7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0" name="Rectangle 90">
            <a:extLst>
              <a:ext uri="{FF2B5EF4-FFF2-40B4-BE49-F238E27FC236}">
                <a16:creationId xmlns:a16="http://schemas.microsoft.com/office/drawing/2014/main" id="{4D6E56AA-67B5-4B27-A455-F52BEAEDA3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1" name="Rectangle 91">
            <a:extLst>
              <a:ext uri="{FF2B5EF4-FFF2-40B4-BE49-F238E27FC236}">
                <a16:creationId xmlns:a16="http://schemas.microsoft.com/office/drawing/2014/main" id="{4FC9AB5C-DEB4-4F97-B16E-DAD3143FBC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2" name="Rectangle 92">
            <a:extLst>
              <a:ext uri="{FF2B5EF4-FFF2-40B4-BE49-F238E27FC236}">
                <a16:creationId xmlns:a16="http://schemas.microsoft.com/office/drawing/2014/main" id="{795D97C0-D299-4CF3-96D7-A363199D9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3" name="Rectangle 93">
            <a:extLst>
              <a:ext uri="{FF2B5EF4-FFF2-40B4-BE49-F238E27FC236}">
                <a16:creationId xmlns:a16="http://schemas.microsoft.com/office/drawing/2014/main" id="{4EBD8377-D95C-4EBA-927A-D2BA8FA81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4" name="Rectangle 94">
            <a:extLst>
              <a:ext uri="{FF2B5EF4-FFF2-40B4-BE49-F238E27FC236}">
                <a16:creationId xmlns:a16="http://schemas.microsoft.com/office/drawing/2014/main" id="{6200404B-7B5C-4BF8-AEFD-8E88B9BFD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5" name="Rectangle 95">
            <a:extLst>
              <a:ext uri="{FF2B5EF4-FFF2-40B4-BE49-F238E27FC236}">
                <a16:creationId xmlns:a16="http://schemas.microsoft.com/office/drawing/2014/main" id="{CD1B5C9F-635D-4EA6-86B6-3B5BF0BCA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6" name="Rectangle 96">
            <a:extLst>
              <a:ext uri="{FF2B5EF4-FFF2-40B4-BE49-F238E27FC236}">
                <a16:creationId xmlns:a16="http://schemas.microsoft.com/office/drawing/2014/main" id="{E9A5AA72-9117-46C8-904B-1BB885C04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7" name="Rectangle 97">
            <a:extLst>
              <a:ext uri="{FF2B5EF4-FFF2-40B4-BE49-F238E27FC236}">
                <a16:creationId xmlns:a16="http://schemas.microsoft.com/office/drawing/2014/main" id="{B254BDD9-261C-49D0-A0C6-6419F7596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8" name="Line 98">
            <a:extLst>
              <a:ext uri="{FF2B5EF4-FFF2-40B4-BE49-F238E27FC236}">
                <a16:creationId xmlns:a16="http://schemas.microsoft.com/office/drawing/2014/main" id="{A504B655-C95C-489D-B6DC-E48A72A428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9" name="Rectangle 99">
            <a:extLst>
              <a:ext uri="{FF2B5EF4-FFF2-40B4-BE49-F238E27FC236}">
                <a16:creationId xmlns:a16="http://schemas.microsoft.com/office/drawing/2014/main" id="{D235A6F4-B2D6-4CBD-8A57-61E5817B6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0" name="Rectangle 100">
            <a:extLst>
              <a:ext uri="{FF2B5EF4-FFF2-40B4-BE49-F238E27FC236}">
                <a16:creationId xmlns:a16="http://schemas.microsoft.com/office/drawing/2014/main" id="{1A418393-ADB5-41AF-B65D-8E136DA46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1" name="Rectangle 101">
            <a:extLst>
              <a:ext uri="{FF2B5EF4-FFF2-40B4-BE49-F238E27FC236}">
                <a16:creationId xmlns:a16="http://schemas.microsoft.com/office/drawing/2014/main" id="{6773158D-26F2-438F-8268-29943CA78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2" name="Rectangle 102">
            <a:extLst>
              <a:ext uri="{FF2B5EF4-FFF2-40B4-BE49-F238E27FC236}">
                <a16:creationId xmlns:a16="http://schemas.microsoft.com/office/drawing/2014/main" id="{8E7797AC-64B1-4449-9431-50E3EF2059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3" name="Rectangle 103">
            <a:extLst>
              <a:ext uri="{FF2B5EF4-FFF2-40B4-BE49-F238E27FC236}">
                <a16:creationId xmlns:a16="http://schemas.microsoft.com/office/drawing/2014/main" id="{E0789967-82E8-4D6E-A4B4-CE7470F47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4" name="Rectangle 104">
            <a:extLst>
              <a:ext uri="{FF2B5EF4-FFF2-40B4-BE49-F238E27FC236}">
                <a16:creationId xmlns:a16="http://schemas.microsoft.com/office/drawing/2014/main" id="{4ECF04F8-04B8-4B30-8942-5763692F33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5" name="Rectangle 105">
            <a:extLst>
              <a:ext uri="{FF2B5EF4-FFF2-40B4-BE49-F238E27FC236}">
                <a16:creationId xmlns:a16="http://schemas.microsoft.com/office/drawing/2014/main" id="{3A3290AC-4AD5-475F-8B14-1B67CB6C1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6" name="Rectangle 106">
            <a:extLst>
              <a:ext uri="{FF2B5EF4-FFF2-40B4-BE49-F238E27FC236}">
                <a16:creationId xmlns:a16="http://schemas.microsoft.com/office/drawing/2014/main" id="{B8D806C6-03A0-4C85-B8BE-F201EE7DD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7" name="Rectangle 107">
            <a:extLst>
              <a:ext uri="{FF2B5EF4-FFF2-40B4-BE49-F238E27FC236}">
                <a16:creationId xmlns:a16="http://schemas.microsoft.com/office/drawing/2014/main" id="{32A299B4-CFCE-42AA-928F-184A9710D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8" name="Line 108">
            <a:extLst>
              <a:ext uri="{FF2B5EF4-FFF2-40B4-BE49-F238E27FC236}">
                <a16:creationId xmlns:a16="http://schemas.microsoft.com/office/drawing/2014/main" id="{7458F23F-3E3E-4FB6-BE0A-47FCF02958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9" name="Rectangle 109">
            <a:extLst>
              <a:ext uri="{FF2B5EF4-FFF2-40B4-BE49-F238E27FC236}">
                <a16:creationId xmlns:a16="http://schemas.microsoft.com/office/drawing/2014/main" id="{B7B5FCF3-DC3E-4D21-AEDC-674469823E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0" name="Rectangle 110">
            <a:extLst>
              <a:ext uri="{FF2B5EF4-FFF2-40B4-BE49-F238E27FC236}">
                <a16:creationId xmlns:a16="http://schemas.microsoft.com/office/drawing/2014/main" id="{C620CD01-15DF-4CAE-B877-2C834EC02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1" name="Rectangle 111">
            <a:extLst>
              <a:ext uri="{FF2B5EF4-FFF2-40B4-BE49-F238E27FC236}">
                <a16:creationId xmlns:a16="http://schemas.microsoft.com/office/drawing/2014/main" id="{985DBEF5-A7E1-4E99-9298-A89E7A0D2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2" name="Rectangle 112">
            <a:extLst>
              <a:ext uri="{FF2B5EF4-FFF2-40B4-BE49-F238E27FC236}">
                <a16:creationId xmlns:a16="http://schemas.microsoft.com/office/drawing/2014/main" id="{B7190093-982C-40B8-B797-27A1A9ECF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3" name="Rectangle 113">
            <a:extLst>
              <a:ext uri="{FF2B5EF4-FFF2-40B4-BE49-F238E27FC236}">
                <a16:creationId xmlns:a16="http://schemas.microsoft.com/office/drawing/2014/main" id="{F4576A20-C3FE-4DA6-9D2E-2D3C81216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4" name="Rectangle 114">
            <a:extLst>
              <a:ext uri="{FF2B5EF4-FFF2-40B4-BE49-F238E27FC236}">
                <a16:creationId xmlns:a16="http://schemas.microsoft.com/office/drawing/2014/main" id="{CB1CD2D8-4C10-4042-8A6E-3CF8EEE8E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5" name="Title 1">
            <a:extLst>
              <a:ext uri="{FF2B5EF4-FFF2-40B4-BE49-F238E27FC236}">
                <a16:creationId xmlns:a16="http://schemas.microsoft.com/office/drawing/2014/main" id="{C32D7A32-539C-4BEA-AA32-8D977F6DCE74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37296" name="Rectangle 12">
            <a:extLst>
              <a:ext uri="{FF2B5EF4-FFF2-40B4-BE49-F238E27FC236}">
                <a16:creationId xmlns:a16="http://schemas.microsoft.com/office/drawing/2014/main" id="{0BB0014D-0D75-48BB-8C0B-F354A60F73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3713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7" name="Rectangle 12">
            <a:extLst>
              <a:ext uri="{FF2B5EF4-FFF2-40B4-BE49-F238E27FC236}">
                <a16:creationId xmlns:a16="http://schemas.microsoft.com/office/drawing/2014/main" id="{5FB04613-A0A7-4CF3-BE82-51B3B0773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8" name="Rectangle 12">
            <a:extLst>
              <a:ext uri="{FF2B5EF4-FFF2-40B4-BE49-F238E27FC236}">
                <a16:creationId xmlns:a16="http://schemas.microsoft.com/office/drawing/2014/main" id="{59BC0217-1FC3-4667-86AC-1D6CBF934E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9" name="Rectangle 12">
            <a:extLst>
              <a:ext uri="{FF2B5EF4-FFF2-40B4-BE49-F238E27FC236}">
                <a16:creationId xmlns:a16="http://schemas.microsoft.com/office/drawing/2014/main" id="{B82BC902-32A7-4821-A2E1-8D42BA299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0" name="Rectangle 86">
            <a:extLst>
              <a:ext uri="{FF2B5EF4-FFF2-40B4-BE49-F238E27FC236}">
                <a16:creationId xmlns:a16="http://schemas.microsoft.com/office/drawing/2014/main" id="{4BEA46E3-E47F-4BE4-8C95-F2CBF04E06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0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1" name="Rectangle 87">
            <a:extLst>
              <a:ext uri="{FF2B5EF4-FFF2-40B4-BE49-F238E27FC236}">
                <a16:creationId xmlns:a16="http://schemas.microsoft.com/office/drawing/2014/main" id="{7A9F9618-13C4-45B4-AD21-B3B567B71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2438" y="3586163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2" name="Rectangle 88">
            <a:extLst>
              <a:ext uri="{FF2B5EF4-FFF2-40B4-BE49-F238E27FC236}">
                <a16:creationId xmlns:a16="http://schemas.microsoft.com/office/drawing/2014/main" id="{5E939707-A144-4064-9400-815F1E0E01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76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3" name="Rectangle 89">
            <a:extLst>
              <a:ext uri="{FF2B5EF4-FFF2-40B4-BE49-F238E27FC236}">
                <a16:creationId xmlns:a16="http://schemas.microsoft.com/office/drawing/2014/main" id="{F3332045-DAD9-4497-BBA1-56F4E7839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39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7304" name="Group 90">
            <a:extLst>
              <a:ext uri="{FF2B5EF4-FFF2-40B4-BE49-F238E27FC236}">
                <a16:creationId xmlns:a16="http://schemas.microsoft.com/office/drawing/2014/main" id="{09F6F282-3D09-4618-8962-FCAC1931E070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219200"/>
            <a:ext cx="690563" cy="623888"/>
            <a:chOff x="381000" y="2590800"/>
            <a:chExt cx="690562" cy="623887"/>
          </a:xfrm>
        </p:grpSpPr>
        <p:sp>
          <p:nvSpPr>
            <p:cNvPr id="137340" name="Rectangle 55">
              <a:extLst>
                <a:ext uri="{FF2B5EF4-FFF2-40B4-BE49-F238E27FC236}">
                  <a16:creationId xmlns:a16="http://schemas.microsoft.com/office/drawing/2014/main" id="{517D8EAE-B923-4D0A-8A1B-5D3D01367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1" name="Rectangle 56">
              <a:extLst>
                <a:ext uri="{FF2B5EF4-FFF2-40B4-BE49-F238E27FC236}">
                  <a16:creationId xmlns:a16="http://schemas.microsoft.com/office/drawing/2014/main" id="{788205B7-B5FD-4DB7-9364-2751D7362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2" name="Rectangle 57">
              <a:extLst>
                <a:ext uri="{FF2B5EF4-FFF2-40B4-BE49-F238E27FC236}">
                  <a16:creationId xmlns:a16="http://schemas.microsoft.com/office/drawing/2014/main" id="{1DBBFD86-50D6-48B6-99BF-C33FDEDF8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3" name="Rectangle 58">
              <a:extLst>
                <a:ext uri="{FF2B5EF4-FFF2-40B4-BE49-F238E27FC236}">
                  <a16:creationId xmlns:a16="http://schemas.microsoft.com/office/drawing/2014/main" id="{2C4480EF-A216-406A-BE0B-E5E4A3726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4" name="Rectangle 59">
              <a:extLst>
                <a:ext uri="{FF2B5EF4-FFF2-40B4-BE49-F238E27FC236}">
                  <a16:creationId xmlns:a16="http://schemas.microsoft.com/office/drawing/2014/main" id="{712D13E6-352A-4EBE-9424-865624E8C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5" name="Rectangle 60">
              <a:extLst>
                <a:ext uri="{FF2B5EF4-FFF2-40B4-BE49-F238E27FC236}">
                  <a16:creationId xmlns:a16="http://schemas.microsoft.com/office/drawing/2014/main" id="{BE56284D-42E8-4BBD-AF69-1DA1F98B1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6" name="Rectangle 61">
              <a:extLst>
                <a:ext uri="{FF2B5EF4-FFF2-40B4-BE49-F238E27FC236}">
                  <a16:creationId xmlns:a16="http://schemas.microsoft.com/office/drawing/2014/main" id="{FF1D3225-5E87-4BF0-9A9C-78B57E897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47" name="Rectangle 62">
              <a:extLst>
                <a:ext uri="{FF2B5EF4-FFF2-40B4-BE49-F238E27FC236}">
                  <a16:creationId xmlns:a16="http://schemas.microsoft.com/office/drawing/2014/main" id="{DDA36C96-E366-4C87-B939-9FED238AB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7305" name="Group 99">
            <a:extLst>
              <a:ext uri="{FF2B5EF4-FFF2-40B4-BE49-F238E27FC236}">
                <a16:creationId xmlns:a16="http://schemas.microsoft.com/office/drawing/2014/main" id="{4B747121-27D6-4572-86F9-ED0356D1F06E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3429000"/>
            <a:ext cx="690563" cy="622300"/>
            <a:chOff x="2903538" y="4905375"/>
            <a:chExt cx="690562" cy="622300"/>
          </a:xfrm>
        </p:grpSpPr>
        <p:sp>
          <p:nvSpPr>
            <p:cNvPr id="137332" name="Rectangle 71">
              <a:extLst>
                <a:ext uri="{FF2B5EF4-FFF2-40B4-BE49-F238E27FC236}">
                  <a16:creationId xmlns:a16="http://schemas.microsoft.com/office/drawing/2014/main" id="{7FE000CE-1315-4BAE-B716-69093A021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3" name="Rectangle 72">
              <a:extLst>
                <a:ext uri="{FF2B5EF4-FFF2-40B4-BE49-F238E27FC236}">
                  <a16:creationId xmlns:a16="http://schemas.microsoft.com/office/drawing/2014/main" id="{BBF20581-DD17-4E4D-A969-B2536739C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4" name="Rectangle 73">
              <a:extLst>
                <a:ext uri="{FF2B5EF4-FFF2-40B4-BE49-F238E27FC236}">
                  <a16:creationId xmlns:a16="http://schemas.microsoft.com/office/drawing/2014/main" id="{A68682FB-9A1F-4712-BA0F-6B69B2CF7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5" name="Rectangle 74">
              <a:extLst>
                <a:ext uri="{FF2B5EF4-FFF2-40B4-BE49-F238E27FC236}">
                  <a16:creationId xmlns:a16="http://schemas.microsoft.com/office/drawing/2014/main" id="{1886FE88-FC70-4E96-B808-B6C1B623B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6" name="Rectangle 75">
              <a:extLst>
                <a:ext uri="{FF2B5EF4-FFF2-40B4-BE49-F238E27FC236}">
                  <a16:creationId xmlns:a16="http://schemas.microsoft.com/office/drawing/2014/main" id="{EDEB8EF7-2DA2-45A8-9779-F5F41DA28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7" name="Rectangle 76">
              <a:extLst>
                <a:ext uri="{FF2B5EF4-FFF2-40B4-BE49-F238E27FC236}">
                  <a16:creationId xmlns:a16="http://schemas.microsoft.com/office/drawing/2014/main" id="{2145A2A3-77D4-49A3-A555-312466140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8" name="Rectangle 77">
              <a:extLst>
                <a:ext uri="{FF2B5EF4-FFF2-40B4-BE49-F238E27FC236}">
                  <a16:creationId xmlns:a16="http://schemas.microsoft.com/office/drawing/2014/main" id="{CEEA3A3D-7C17-45AC-BA91-5063AF129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9" name="Rectangle 78">
              <a:extLst>
                <a:ext uri="{FF2B5EF4-FFF2-40B4-BE49-F238E27FC236}">
                  <a16:creationId xmlns:a16="http://schemas.microsoft.com/office/drawing/2014/main" id="{2887C02C-7663-4C3B-8F6C-3FF9A6D61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7306" name="Group 108">
            <a:extLst>
              <a:ext uri="{FF2B5EF4-FFF2-40B4-BE49-F238E27FC236}">
                <a16:creationId xmlns:a16="http://schemas.microsoft.com/office/drawing/2014/main" id="{9B30750F-CE62-4226-9A8C-7CDBE743400B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1219200"/>
            <a:ext cx="690563" cy="623888"/>
            <a:chOff x="6430963" y="2765425"/>
            <a:chExt cx="690562" cy="623888"/>
          </a:xfrm>
        </p:grpSpPr>
        <p:sp>
          <p:nvSpPr>
            <p:cNvPr id="137324" name="Rectangle 63">
              <a:extLst>
                <a:ext uri="{FF2B5EF4-FFF2-40B4-BE49-F238E27FC236}">
                  <a16:creationId xmlns:a16="http://schemas.microsoft.com/office/drawing/2014/main" id="{3051E772-9AA3-4EFE-88A5-25AE07DB1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5" name="Rectangle 64">
              <a:extLst>
                <a:ext uri="{FF2B5EF4-FFF2-40B4-BE49-F238E27FC236}">
                  <a16:creationId xmlns:a16="http://schemas.microsoft.com/office/drawing/2014/main" id="{F90F9F18-9E3A-4493-AD7F-C5FEE2F03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6" name="Rectangle 65">
              <a:extLst>
                <a:ext uri="{FF2B5EF4-FFF2-40B4-BE49-F238E27FC236}">
                  <a16:creationId xmlns:a16="http://schemas.microsoft.com/office/drawing/2014/main" id="{B3F24948-7D6C-478E-95D9-82F4AE882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7" name="Rectangle 66">
              <a:extLst>
                <a:ext uri="{FF2B5EF4-FFF2-40B4-BE49-F238E27FC236}">
                  <a16:creationId xmlns:a16="http://schemas.microsoft.com/office/drawing/2014/main" id="{47BABAAA-D8CC-4AA6-962C-41F74E13D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8" name="Rectangle 67">
              <a:extLst>
                <a:ext uri="{FF2B5EF4-FFF2-40B4-BE49-F238E27FC236}">
                  <a16:creationId xmlns:a16="http://schemas.microsoft.com/office/drawing/2014/main" id="{F32B340A-ED39-4D54-8D4A-887974BBA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9" name="Rectangle 68">
              <a:extLst>
                <a:ext uri="{FF2B5EF4-FFF2-40B4-BE49-F238E27FC236}">
                  <a16:creationId xmlns:a16="http://schemas.microsoft.com/office/drawing/2014/main" id="{D6042BCC-CD5F-42D4-B041-34C71FBEC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0" name="Rectangle 69">
              <a:extLst>
                <a:ext uri="{FF2B5EF4-FFF2-40B4-BE49-F238E27FC236}">
                  <a16:creationId xmlns:a16="http://schemas.microsoft.com/office/drawing/2014/main" id="{1A275737-2FAF-4226-A93D-318A33135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31" name="Rectangle 70">
              <a:extLst>
                <a:ext uri="{FF2B5EF4-FFF2-40B4-BE49-F238E27FC236}">
                  <a16:creationId xmlns:a16="http://schemas.microsoft.com/office/drawing/2014/main" id="{5313D539-F1B3-466E-8D5F-AEECE29E5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7307" name="Group 121">
            <a:extLst>
              <a:ext uri="{FF2B5EF4-FFF2-40B4-BE49-F238E27FC236}">
                <a16:creationId xmlns:a16="http://schemas.microsoft.com/office/drawing/2014/main" id="{725E44EF-3AB6-4A6E-8B34-9A51534C775D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3429000"/>
            <a:ext cx="690563" cy="622300"/>
            <a:chOff x="6442075" y="4906963"/>
            <a:chExt cx="690563" cy="622300"/>
          </a:xfrm>
        </p:grpSpPr>
        <p:sp>
          <p:nvSpPr>
            <p:cNvPr id="137316" name="Rectangle 79">
              <a:extLst>
                <a:ext uri="{FF2B5EF4-FFF2-40B4-BE49-F238E27FC236}">
                  <a16:creationId xmlns:a16="http://schemas.microsoft.com/office/drawing/2014/main" id="{C9745464-7032-4D42-9049-1E7C1426F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63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17" name="Rectangle 80">
              <a:extLst>
                <a:ext uri="{FF2B5EF4-FFF2-40B4-BE49-F238E27FC236}">
                  <a16:creationId xmlns:a16="http://schemas.microsoft.com/office/drawing/2014/main" id="{8D35DC3A-A3D0-4AA2-ABED-F3EEF6077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18" name="Rectangle 81">
              <a:extLst>
                <a:ext uri="{FF2B5EF4-FFF2-40B4-BE49-F238E27FC236}">
                  <a16:creationId xmlns:a16="http://schemas.microsoft.com/office/drawing/2014/main" id="{0EF0302E-5815-4D5A-AD7F-27CEE1ADA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19" name="Rectangle 82">
              <a:extLst>
                <a:ext uri="{FF2B5EF4-FFF2-40B4-BE49-F238E27FC236}">
                  <a16:creationId xmlns:a16="http://schemas.microsoft.com/office/drawing/2014/main" id="{5950D0AA-3C41-4876-BC30-83B3B1AF5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0" name="Rectangle 83">
              <a:extLst>
                <a:ext uri="{FF2B5EF4-FFF2-40B4-BE49-F238E27FC236}">
                  <a16:creationId xmlns:a16="http://schemas.microsoft.com/office/drawing/2014/main" id="{E8A26277-C42B-4806-89DC-413DE7C31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63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1" name="Rectangle 84">
              <a:extLst>
                <a:ext uri="{FF2B5EF4-FFF2-40B4-BE49-F238E27FC236}">
                  <a16:creationId xmlns:a16="http://schemas.microsoft.com/office/drawing/2014/main" id="{393EF83A-0095-4AB3-A872-E3F9E80D1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2" name="Rectangle 85">
              <a:extLst>
                <a:ext uri="{FF2B5EF4-FFF2-40B4-BE49-F238E27FC236}">
                  <a16:creationId xmlns:a16="http://schemas.microsoft.com/office/drawing/2014/main" id="{E8D3C9AB-6ACC-4072-A1A7-57376A4BA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3" name="Rectangle 86">
              <a:extLst>
                <a:ext uri="{FF2B5EF4-FFF2-40B4-BE49-F238E27FC236}">
                  <a16:creationId xmlns:a16="http://schemas.microsoft.com/office/drawing/2014/main" id="{A63B1480-B552-4FFD-BE1B-D8936526B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37308" name="Oval 113">
            <a:extLst>
              <a:ext uri="{FF2B5EF4-FFF2-40B4-BE49-F238E27FC236}">
                <a16:creationId xmlns:a16="http://schemas.microsoft.com/office/drawing/2014/main" id="{3B765595-576F-4ED6-B833-B4FEFD1E18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163" y="965200"/>
            <a:ext cx="1219200" cy="113188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9" name="Oval 113">
            <a:extLst>
              <a:ext uri="{FF2B5EF4-FFF2-40B4-BE49-F238E27FC236}">
                <a16:creationId xmlns:a16="http://schemas.microsoft.com/office/drawing/2014/main" id="{5295CAB6-0AA5-4CE4-B64D-F82F93DB1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35900" y="3154363"/>
            <a:ext cx="1219200" cy="11303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7310" name="Group 5">
            <a:extLst>
              <a:ext uri="{FF2B5EF4-FFF2-40B4-BE49-F238E27FC236}">
                <a16:creationId xmlns:a16="http://schemas.microsoft.com/office/drawing/2014/main" id="{50DBBD8D-A78C-44DD-AC2D-503C25553B78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5791200"/>
            <a:ext cx="3035300" cy="461963"/>
            <a:chOff x="1143000" y="5791200"/>
            <a:chExt cx="3035907" cy="461665"/>
          </a:xfrm>
        </p:grpSpPr>
        <p:sp>
          <p:nvSpPr>
            <p:cNvPr id="137313" name="TextBox 2">
              <a:extLst>
                <a:ext uri="{FF2B5EF4-FFF2-40B4-BE49-F238E27FC236}">
                  <a16:creationId xmlns:a16="http://schemas.microsoft.com/office/drawing/2014/main" id="{D684B227-8044-4E8B-9EF1-47168ACF4D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3000" y="5791200"/>
              <a:ext cx="30359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Overflow = c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 + c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</a:t>
              </a:r>
            </a:p>
          </p:txBody>
        </p:sp>
        <p:cxnSp>
          <p:nvCxnSpPr>
            <p:cNvPr id="137314" name="Straight Connector 134">
              <a:extLst>
                <a:ext uri="{FF2B5EF4-FFF2-40B4-BE49-F238E27FC236}">
                  <a16:creationId xmlns:a16="http://schemas.microsoft.com/office/drawing/2014/main" id="{F2910771-3F4D-40AF-B4FE-D86051261DC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919768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7315" name="Straight Connector 135">
              <a:extLst>
                <a:ext uri="{FF2B5EF4-FFF2-40B4-BE49-F238E27FC236}">
                  <a16:creationId xmlns:a16="http://schemas.microsoft.com/office/drawing/2014/main" id="{AC733A94-AB2C-449B-9A6A-B6FB663AB8A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8712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37311" name="Right Brace 3">
            <a:extLst>
              <a:ext uri="{FF2B5EF4-FFF2-40B4-BE49-F238E27FC236}">
                <a16:creationId xmlns:a16="http://schemas.microsoft.com/office/drawing/2014/main" id="{F3093691-D404-45AA-8D79-863471426120}"/>
              </a:ext>
            </a:extLst>
          </p:cNvPr>
          <p:cNvSpPr>
            <a:spLocks/>
          </p:cNvSpPr>
          <p:nvPr/>
        </p:nvSpPr>
        <p:spPr bwMode="auto">
          <a:xfrm rot="5400000">
            <a:off x="5448300" y="5634038"/>
            <a:ext cx="304800" cy="1447800"/>
          </a:xfrm>
          <a:prstGeom prst="rightBrace">
            <a:avLst>
              <a:gd name="adj1" fmla="val 8334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12" name="TextBox 6">
            <a:extLst>
              <a:ext uri="{FF2B5EF4-FFF2-40B4-BE49-F238E27FC236}">
                <a16:creationId xmlns:a16="http://schemas.microsoft.com/office/drawing/2014/main" id="{974822BD-11E0-4257-9C5B-A62D6EE161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6525" y="6457950"/>
            <a:ext cx="7270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XOR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661B647A-F164-47D2-A43D-E0B0E0633B03}"/>
                  </a:ext>
                </a:extLst>
              </p14:cNvPr>
              <p14:cNvContentPartPr/>
              <p14:nvPr/>
            </p14:nvContentPartPr>
            <p14:xfrm>
              <a:off x="1627560" y="641880"/>
              <a:ext cx="6777000" cy="448596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661B647A-F164-47D2-A43D-E0B0E0633B0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618200" y="632520"/>
                <a:ext cx="6795720" cy="450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9867B3C-D045-4D44-9522-39B7855E69E0}"/>
                  </a:ext>
                </a:extLst>
              </p14:cNvPr>
              <p14:cNvContentPartPr/>
              <p14:nvPr/>
            </p14:nvContentPartPr>
            <p14:xfrm>
              <a:off x="3254040" y="628560"/>
              <a:ext cx="3545280" cy="6054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9867B3C-D045-4D44-9522-39B7855E69E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44680" y="619200"/>
                <a:ext cx="3564000" cy="60728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Rectangle 4">
            <a:extLst>
              <a:ext uri="{FF2B5EF4-FFF2-40B4-BE49-F238E27FC236}">
                <a16:creationId xmlns:a16="http://schemas.microsoft.com/office/drawing/2014/main" id="{16482904-02BE-49A1-AFD6-A7FB9AEDA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9938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4" name="Freeform 5">
            <a:extLst>
              <a:ext uri="{FF2B5EF4-FFF2-40B4-BE49-F238E27FC236}">
                <a16:creationId xmlns:a16="http://schemas.microsoft.com/office/drawing/2014/main" id="{C64E75D3-CB78-4DD6-ABC6-59E3D9510508}"/>
              </a:ext>
            </a:extLst>
          </p:cNvPr>
          <p:cNvSpPr>
            <a:spLocks/>
          </p:cNvSpPr>
          <p:nvPr/>
        </p:nvSpPr>
        <p:spPr bwMode="auto">
          <a:xfrm>
            <a:off x="14716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5" name="Line 6">
            <a:extLst>
              <a:ext uri="{FF2B5EF4-FFF2-40B4-BE49-F238E27FC236}">
                <a16:creationId xmlns:a16="http://schemas.microsoft.com/office/drawing/2014/main" id="{00B7E0B6-6320-452D-B522-F4C60F5BD6F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8613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6" name="Freeform 7">
            <a:extLst>
              <a:ext uri="{FF2B5EF4-FFF2-40B4-BE49-F238E27FC236}">
                <a16:creationId xmlns:a16="http://schemas.microsoft.com/office/drawing/2014/main" id="{43ED1746-FDB5-494B-8E40-22CBC2E59905}"/>
              </a:ext>
            </a:extLst>
          </p:cNvPr>
          <p:cNvSpPr>
            <a:spLocks/>
          </p:cNvSpPr>
          <p:nvPr/>
        </p:nvSpPr>
        <p:spPr bwMode="auto">
          <a:xfrm>
            <a:off x="29654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7" name="Line 8">
            <a:extLst>
              <a:ext uri="{FF2B5EF4-FFF2-40B4-BE49-F238E27FC236}">
                <a16:creationId xmlns:a16="http://schemas.microsoft.com/office/drawing/2014/main" id="{C187CBE6-196D-4111-AA1E-BADAEC7E2B8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92450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8" name="Rectangle 9">
            <a:extLst>
              <a:ext uri="{FF2B5EF4-FFF2-40B4-BE49-F238E27FC236}">
                <a16:creationId xmlns:a16="http://schemas.microsoft.com/office/drawing/2014/main" id="{99786042-698B-4397-A234-0151FD45B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0613" y="3478213"/>
            <a:ext cx="33972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9" name="Rectangle 10">
            <a:extLst>
              <a:ext uri="{FF2B5EF4-FFF2-40B4-BE49-F238E27FC236}">
                <a16:creationId xmlns:a16="http://schemas.microsoft.com/office/drawing/2014/main" id="{EC5E151B-9990-4E79-BBEC-D94EF4A18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838" y="2352675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0" name="Rectangle 11">
            <a:extLst>
              <a:ext uri="{FF2B5EF4-FFF2-40B4-BE49-F238E27FC236}">
                <a16:creationId xmlns:a16="http://schemas.microsoft.com/office/drawing/2014/main" id="{56144677-DFF0-49A1-84DC-E99F18262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3913" y="2447925"/>
            <a:ext cx="1905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1" name="Rectangle 12">
            <a:extLst>
              <a:ext uri="{FF2B5EF4-FFF2-40B4-BE49-F238E27FC236}">
                <a16:creationId xmlns:a16="http://schemas.microsoft.com/office/drawing/2014/main" id="{EC03335B-122F-4E18-8A48-F2820CA22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4575" y="24479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2" name="Rectangle 14">
            <a:extLst>
              <a:ext uri="{FF2B5EF4-FFF2-40B4-BE49-F238E27FC236}">
                <a16:creationId xmlns:a16="http://schemas.microsoft.com/office/drawing/2014/main" id="{3546FA3B-F835-4A68-A636-EB1CBE2A5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3419475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3" name="Rectangle 15">
            <a:extLst>
              <a:ext uri="{FF2B5EF4-FFF2-40B4-BE49-F238E27FC236}">
                <a16:creationId xmlns:a16="http://schemas.microsoft.com/office/drawing/2014/main" id="{ABCA8971-9A66-4FAD-9A77-D19B977F31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1275" y="3513138"/>
            <a:ext cx="176213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4" name="Rectangle 16">
            <a:extLst>
              <a:ext uri="{FF2B5EF4-FFF2-40B4-BE49-F238E27FC236}">
                <a16:creationId xmlns:a16="http://schemas.microsoft.com/office/drawing/2014/main" id="{21066E47-D8A6-4993-AB6B-F838FF82DF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3417888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5" name="Rectangle 17">
            <a:extLst>
              <a:ext uri="{FF2B5EF4-FFF2-40B4-BE49-F238E27FC236}">
                <a16:creationId xmlns:a16="http://schemas.microsoft.com/office/drawing/2014/main" id="{1D70D580-6742-4C2B-B097-A1B6577EA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3150" y="3511550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6" name="Rectangle 18">
            <a:extLst>
              <a:ext uri="{FF2B5EF4-FFF2-40B4-BE49-F238E27FC236}">
                <a16:creationId xmlns:a16="http://schemas.microsoft.com/office/drawing/2014/main" id="{BF173E6A-88CC-4AB5-B4BF-52CFB6451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3813" y="3511550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7" name="Freeform 19">
            <a:extLst>
              <a:ext uri="{FF2B5EF4-FFF2-40B4-BE49-F238E27FC236}">
                <a16:creationId xmlns:a16="http://schemas.microsoft.com/office/drawing/2014/main" id="{D10EEF3E-9E9C-4884-A7C3-8831C2BCE759}"/>
              </a:ext>
            </a:extLst>
          </p:cNvPr>
          <p:cNvSpPr>
            <a:spLocks/>
          </p:cNvSpPr>
          <p:nvPr/>
        </p:nvSpPr>
        <p:spPr bwMode="auto">
          <a:xfrm>
            <a:off x="2460625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8" name="Line 20">
            <a:extLst>
              <a:ext uri="{FF2B5EF4-FFF2-40B4-BE49-F238E27FC236}">
                <a16:creationId xmlns:a16="http://schemas.microsoft.com/office/drawing/2014/main" id="{008D2CD4-F3A3-42C0-A620-DD28C0E718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82850" y="3860800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29" name="Freeform 21">
            <a:extLst>
              <a:ext uri="{FF2B5EF4-FFF2-40B4-BE49-F238E27FC236}">
                <a16:creationId xmlns:a16="http://schemas.microsoft.com/office/drawing/2014/main" id="{1229967C-E556-4E4C-9D03-1FA1E210EB38}"/>
              </a:ext>
            </a:extLst>
          </p:cNvPr>
          <p:cNvSpPr>
            <a:spLocks/>
          </p:cNvSpPr>
          <p:nvPr/>
        </p:nvSpPr>
        <p:spPr bwMode="auto">
          <a:xfrm>
            <a:off x="2671763" y="3124200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0" name="Line 22">
            <a:extLst>
              <a:ext uri="{FF2B5EF4-FFF2-40B4-BE49-F238E27FC236}">
                <a16:creationId xmlns:a16="http://schemas.microsoft.com/office/drawing/2014/main" id="{7CF6D4AD-E06E-4C4A-BAF4-A65C89599D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13038" y="2681288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1" name="Freeform 23">
            <a:extLst>
              <a:ext uri="{FF2B5EF4-FFF2-40B4-BE49-F238E27FC236}">
                <a16:creationId xmlns:a16="http://schemas.microsoft.com/office/drawing/2014/main" id="{41FEAB6A-8D77-4E5A-A3D4-4B7FF6A0B97B}"/>
              </a:ext>
            </a:extLst>
          </p:cNvPr>
          <p:cNvSpPr>
            <a:spLocks/>
          </p:cNvSpPr>
          <p:nvPr/>
        </p:nvSpPr>
        <p:spPr bwMode="auto">
          <a:xfrm>
            <a:off x="2230438" y="3124200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2" name="Line 24">
            <a:extLst>
              <a:ext uri="{FF2B5EF4-FFF2-40B4-BE49-F238E27FC236}">
                <a16:creationId xmlns:a16="http://schemas.microsoft.com/office/drawing/2014/main" id="{E52427B3-3EDC-464F-81DC-0735A0C960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51075" y="2681288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3" name="Rectangle 26">
            <a:extLst>
              <a:ext uri="{FF2B5EF4-FFF2-40B4-BE49-F238E27FC236}">
                <a16:creationId xmlns:a16="http://schemas.microsoft.com/office/drawing/2014/main" id="{D611628E-131A-4D98-8C19-62ECC6CF1D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5088" y="2352675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4" name="Rectangle 27">
            <a:extLst>
              <a:ext uri="{FF2B5EF4-FFF2-40B4-BE49-F238E27FC236}">
                <a16:creationId xmlns:a16="http://schemas.microsoft.com/office/drawing/2014/main" id="{0CE34F13-353F-4E2D-9762-EA3A69794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7163" y="244792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5" name="Rectangle 28">
            <a:extLst>
              <a:ext uri="{FF2B5EF4-FFF2-40B4-BE49-F238E27FC236}">
                <a16:creationId xmlns:a16="http://schemas.microsoft.com/office/drawing/2014/main" id="{E06F8809-7772-40F7-9EAC-E71A63162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7825" y="24479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6" name="Rectangle 29">
            <a:extLst>
              <a:ext uri="{FF2B5EF4-FFF2-40B4-BE49-F238E27FC236}">
                <a16:creationId xmlns:a16="http://schemas.microsoft.com/office/drawing/2014/main" id="{E7821A1A-D4C1-44EB-8F82-13D0BBD7C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6700" y="244792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7" name="Rectangle 30">
            <a:extLst>
              <a:ext uri="{FF2B5EF4-FFF2-40B4-BE49-F238E27FC236}">
                <a16:creationId xmlns:a16="http://schemas.microsoft.com/office/drawing/2014/main" id="{881F6426-AF85-49BE-AB3E-9AFDF62F2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5050" y="4456113"/>
            <a:ext cx="2111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8" name="Rectangle 31">
            <a:extLst>
              <a:ext uri="{FF2B5EF4-FFF2-40B4-BE49-F238E27FC236}">
                <a16:creationId xmlns:a16="http://schemas.microsoft.com/office/drawing/2014/main" id="{18B160EA-EBA0-4CE5-9988-81E6B415FF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6013" y="45497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n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39" name="Rectangle 32">
            <a:extLst>
              <a:ext uri="{FF2B5EF4-FFF2-40B4-BE49-F238E27FC236}">
                <a16:creationId xmlns:a16="http://schemas.microsoft.com/office/drawing/2014/main" id="{B0DA92BD-E771-4C26-B57C-F59BEAA91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6675" y="454977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0" name="Rectangle 33">
            <a:extLst>
              <a:ext uri="{FF2B5EF4-FFF2-40B4-BE49-F238E27FC236}">
                <a16:creationId xmlns:a16="http://schemas.microsoft.com/office/drawing/2014/main" id="{5C33F5E9-07C0-40F2-A608-C6F3642B5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57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1" name="Freeform 34">
            <a:extLst>
              <a:ext uri="{FF2B5EF4-FFF2-40B4-BE49-F238E27FC236}">
                <a16:creationId xmlns:a16="http://schemas.microsoft.com/office/drawing/2014/main" id="{A25E32E2-E873-41E1-851B-42F89A6AF0C2}"/>
              </a:ext>
            </a:extLst>
          </p:cNvPr>
          <p:cNvSpPr>
            <a:spLocks/>
          </p:cNvSpPr>
          <p:nvPr/>
        </p:nvSpPr>
        <p:spPr bwMode="auto">
          <a:xfrm>
            <a:off x="49450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2" name="Line 35">
            <a:extLst>
              <a:ext uri="{FF2B5EF4-FFF2-40B4-BE49-F238E27FC236}">
                <a16:creationId xmlns:a16="http://schemas.microsoft.com/office/drawing/2014/main" id="{D71C9D44-7CDF-426C-849B-B54B13AAD6CD}"/>
              </a:ext>
            </a:extLst>
          </p:cNvPr>
          <p:cNvSpPr>
            <a:spLocks noChangeShapeType="1"/>
          </p:cNvSpPr>
          <p:nvPr/>
        </p:nvSpPr>
        <p:spPr bwMode="auto">
          <a:xfrm>
            <a:off x="5070475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3" name="Freeform 36">
            <a:extLst>
              <a:ext uri="{FF2B5EF4-FFF2-40B4-BE49-F238E27FC236}">
                <a16:creationId xmlns:a16="http://schemas.microsoft.com/office/drawing/2014/main" id="{093E9B7F-C335-41AF-9025-514D6BF76C2C}"/>
              </a:ext>
            </a:extLst>
          </p:cNvPr>
          <p:cNvSpPr>
            <a:spLocks/>
          </p:cNvSpPr>
          <p:nvPr/>
        </p:nvSpPr>
        <p:spPr bwMode="auto">
          <a:xfrm>
            <a:off x="62912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4" name="Line 37">
            <a:extLst>
              <a:ext uri="{FF2B5EF4-FFF2-40B4-BE49-F238E27FC236}">
                <a16:creationId xmlns:a16="http://schemas.microsoft.com/office/drawing/2014/main" id="{4BB43908-E1C0-442D-BE45-3CD4D301AD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18263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5" name="Rectangle 38">
            <a:extLst>
              <a:ext uri="{FF2B5EF4-FFF2-40B4-BE49-F238E27FC236}">
                <a16:creationId xmlns:a16="http://schemas.microsoft.com/office/drawing/2014/main" id="{8B1C4D79-A8A7-43AF-95AA-CA1FA05EA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7138" y="45497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6" name="Rectangle 39">
            <a:extLst>
              <a:ext uri="{FF2B5EF4-FFF2-40B4-BE49-F238E27FC236}">
                <a16:creationId xmlns:a16="http://schemas.microsoft.com/office/drawing/2014/main" id="{6892464F-7A8C-4346-893B-E83210552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8013" y="3478213"/>
            <a:ext cx="33972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7" name="Rectangle 40">
            <a:extLst>
              <a:ext uri="{FF2B5EF4-FFF2-40B4-BE49-F238E27FC236}">
                <a16:creationId xmlns:a16="http://schemas.microsoft.com/office/drawing/2014/main" id="{88D26DF1-F4B6-400B-80C6-58EEF601DD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1800" y="2347913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8" name="Rectangle 41">
            <a:extLst>
              <a:ext uri="{FF2B5EF4-FFF2-40B4-BE49-F238E27FC236}">
                <a16:creationId xmlns:a16="http://schemas.microsoft.com/office/drawing/2014/main" id="{CD4ACA90-4B16-434E-8730-E27FD5AC7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463" y="24415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49" name="Rectangle 42">
            <a:extLst>
              <a:ext uri="{FF2B5EF4-FFF2-40B4-BE49-F238E27FC236}">
                <a16:creationId xmlns:a16="http://schemas.microsoft.com/office/drawing/2014/main" id="{99077CA0-1D82-4255-A538-BE607490AD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435350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0" name="Freeform 43">
            <a:extLst>
              <a:ext uri="{FF2B5EF4-FFF2-40B4-BE49-F238E27FC236}">
                <a16:creationId xmlns:a16="http://schemas.microsoft.com/office/drawing/2014/main" id="{ADA7334D-798F-49CF-8ECE-6BC6ED748F78}"/>
              </a:ext>
            </a:extLst>
          </p:cNvPr>
          <p:cNvSpPr>
            <a:spLocks/>
          </p:cNvSpPr>
          <p:nvPr/>
        </p:nvSpPr>
        <p:spPr bwMode="auto">
          <a:xfrm>
            <a:off x="5786438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1" name="Line 44">
            <a:extLst>
              <a:ext uri="{FF2B5EF4-FFF2-40B4-BE49-F238E27FC236}">
                <a16:creationId xmlns:a16="http://schemas.microsoft.com/office/drawing/2014/main" id="{3A233B8D-E348-46DA-B8AB-439F2979F4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07075" y="3860800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2" name="Freeform 45">
            <a:extLst>
              <a:ext uri="{FF2B5EF4-FFF2-40B4-BE49-F238E27FC236}">
                <a16:creationId xmlns:a16="http://schemas.microsoft.com/office/drawing/2014/main" id="{940622EC-36BC-4A08-BCC6-5E7D3DAF0266}"/>
              </a:ext>
            </a:extLst>
          </p:cNvPr>
          <p:cNvSpPr>
            <a:spLocks/>
          </p:cNvSpPr>
          <p:nvPr/>
        </p:nvSpPr>
        <p:spPr bwMode="auto">
          <a:xfrm>
            <a:off x="5995988" y="3124200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3" name="Line 46">
            <a:extLst>
              <a:ext uri="{FF2B5EF4-FFF2-40B4-BE49-F238E27FC236}">
                <a16:creationId xmlns:a16="http://schemas.microsoft.com/office/drawing/2014/main" id="{EC2169B6-3CDB-4895-B030-B2DCB38F89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38850" y="2681288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4" name="Freeform 47">
            <a:extLst>
              <a:ext uri="{FF2B5EF4-FFF2-40B4-BE49-F238E27FC236}">
                <a16:creationId xmlns:a16="http://schemas.microsoft.com/office/drawing/2014/main" id="{DC196E75-130A-47BF-B237-A51D142B6C33}"/>
              </a:ext>
            </a:extLst>
          </p:cNvPr>
          <p:cNvSpPr>
            <a:spLocks/>
          </p:cNvSpPr>
          <p:nvPr/>
        </p:nvSpPr>
        <p:spPr bwMode="auto">
          <a:xfrm>
            <a:off x="5554663" y="3124200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5" name="Line 48">
            <a:extLst>
              <a:ext uri="{FF2B5EF4-FFF2-40B4-BE49-F238E27FC236}">
                <a16:creationId xmlns:a16="http://schemas.microsoft.com/office/drawing/2014/main" id="{CDBB3F1D-80A4-4FE2-BA85-5930A99962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2681288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6" name="Rectangle 49">
            <a:extLst>
              <a:ext uri="{FF2B5EF4-FFF2-40B4-BE49-F238E27FC236}">
                <a16:creationId xmlns:a16="http://schemas.microsoft.com/office/drawing/2014/main" id="{3B5C0D01-1539-4156-B05F-7EA837043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4088" y="3529013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7" name="Rectangle 50">
            <a:extLst>
              <a:ext uri="{FF2B5EF4-FFF2-40B4-BE49-F238E27FC236}">
                <a16:creationId xmlns:a16="http://schemas.microsoft.com/office/drawing/2014/main" id="{5254CFC9-ED68-4FA9-B7B8-4BF5BC79D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7413" y="2347913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8" name="Rectangle 51">
            <a:extLst>
              <a:ext uri="{FF2B5EF4-FFF2-40B4-BE49-F238E27FC236}">
                <a16:creationId xmlns:a16="http://schemas.microsoft.com/office/drawing/2014/main" id="{1D86142C-407B-4718-8552-C07513CEA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24415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59" name="Rectangle 52">
            <a:extLst>
              <a:ext uri="{FF2B5EF4-FFF2-40B4-BE49-F238E27FC236}">
                <a16:creationId xmlns:a16="http://schemas.microsoft.com/office/drawing/2014/main" id="{1C5E04BD-98AE-4950-90F5-93792A546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1988" y="4456113"/>
            <a:ext cx="2111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0" name="Rectangle 53">
            <a:extLst>
              <a:ext uri="{FF2B5EF4-FFF2-40B4-BE49-F238E27FC236}">
                <a16:creationId xmlns:a16="http://schemas.microsoft.com/office/drawing/2014/main" id="{627ECF0A-7389-4A8F-A78F-9C7C14F7A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9588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1" name="Freeform 54">
            <a:extLst>
              <a:ext uri="{FF2B5EF4-FFF2-40B4-BE49-F238E27FC236}">
                <a16:creationId xmlns:a16="http://schemas.microsoft.com/office/drawing/2014/main" id="{451301E4-F302-4C75-9E05-8DFAF7FE71DA}"/>
              </a:ext>
            </a:extLst>
          </p:cNvPr>
          <p:cNvSpPr>
            <a:spLocks/>
          </p:cNvSpPr>
          <p:nvPr/>
        </p:nvSpPr>
        <p:spPr bwMode="auto">
          <a:xfrm>
            <a:off x="77851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2" name="Line 55">
            <a:extLst>
              <a:ext uri="{FF2B5EF4-FFF2-40B4-BE49-F238E27FC236}">
                <a16:creationId xmlns:a16="http://schemas.microsoft.com/office/drawing/2014/main" id="{398C5198-4A1E-451F-9EC5-8C5B2115B8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12100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3" name="Rectangle 56">
            <a:extLst>
              <a:ext uri="{FF2B5EF4-FFF2-40B4-BE49-F238E27FC236}">
                <a16:creationId xmlns:a16="http://schemas.microsoft.com/office/drawing/2014/main" id="{3D753CBB-5EA6-4DD1-96E7-A70FCC430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2950" y="454977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4" name="Freeform 57">
            <a:extLst>
              <a:ext uri="{FF2B5EF4-FFF2-40B4-BE49-F238E27FC236}">
                <a16:creationId xmlns:a16="http://schemas.microsoft.com/office/drawing/2014/main" id="{D58E4721-C6DD-4F1D-8C4F-04B9737114C8}"/>
              </a:ext>
            </a:extLst>
          </p:cNvPr>
          <p:cNvSpPr>
            <a:spLocks/>
          </p:cNvSpPr>
          <p:nvPr/>
        </p:nvSpPr>
        <p:spPr bwMode="auto">
          <a:xfrm>
            <a:off x="7280275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5" name="Line 58">
            <a:extLst>
              <a:ext uri="{FF2B5EF4-FFF2-40B4-BE49-F238E27FC236}">
                <a16:creationId xmlns:a16="http://schemas.microsoft.com/office/drawing/2014/main" id="{9A4BFEB2-FB0E-4666-A9F2-B6D02F6131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00913" y="3860800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6" name="Freeform 59">
            <a:extLst>
              <a:ext uri="{FF2B5EF4-FFF2-40B4-BE49-F238E27FC236}">
                <a16:creationId xmlns:a16="http://schemas.microsoft.com/office/drawing/2014/main" id="{F97F472E-9627-45E1-8D7F-CA6335DE811B}"/>
              </a:ext>
            </a:extLst>
          </p:cNvPr>
          <p:cNvSpPr>
            <a:spLocks/>
          </p:cNvSpPr>
          <p:nvPr/>
        </p:nvSpPr>
        <p:spPr bwMode="auto">
          <a:xfrm>
            <a:off x="7491413" y="3124200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7" name="Line 60">
            <a:extLst>
              <a:ext uri="{FF2B5EF4-FFF2-40B4-BE49-F238E27FC236}">
                <a16:creationId xmlns:a16="http://schemas.microsoft.com/office/drawing/2014/main" id="{3C19246F-26BD-4529-9D1A-0862CA9B63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32688" y="2681288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8" name="Freeform 61">
            <a:extLst>
              <a:ext uri="{FF2B5EF4-FFF2-40B4-BE49-F238E27FC236}">
                <a16:creationId xmlns:a16="http://schemas.microsoft.com/office/drawing/2014/main" id="{FF20EEE4-7789-460A-9830-4CE95FBC62C4}"/>
              </a:ext>
            </a:extLst>
          </p:cNvPr>
          <p:cNvSpPr>
            <a:spLocks/>
          </p:cNvSpPr>
          <p:nvPr/>
        </p:nvSpPr>
        <p:spPr bwMode="auto">
          <a:xfrm>
            <a:off x="7048500" y="3124200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69" name="Line 62">
            <a:extLst>
              <a:ext uri="{FF2B5EF4-FFF2-40B4-BE49-F238E27FC236}">
                <a16:creationId xmlns:a16="http://schemas.microsoft.com/office/drawing/2014/main" id="{AC90DBC1-0A2B-4232-A56D-86B160697A5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69138" y="2681288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0" name="Rectangle 63">
            <a:extLst>
              <a:ext uri="{FF2B5EF4-FFF2-40B4-BE49-F238E27FC236}">
                <a16:creationId xmlns:a16="http://schemas.microsoft.com/office/drawing/2014/main" id="{79918460-905E-485C-95AD-26A7A4497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8675" y="3478213"/>
            <a:ext cx="33972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FA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1" name="Rectangle 64">
            <a:extLst>
              <a:ext uri="{FF2B5EF4-FFF2-40B4-BE49-F238E27FC236}">
                <a16:creationId xmlns:a16="http://schemas.microsoft.com/office/drawing/2014/main" id="{3C2CB5D2-0F3D-4822-9284-FF33C3643D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5413" y="3221038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2" name="Rectangle 65">
            <a:extLst>
              <a:ext uri="{FF2B5EF4-FFF2-40B4-BE49-F238E27FC236}">
                <a16:creationId xmlns:a16="http://schemas.microsoft.com/office/drawing/2014/main" id="{304AF574-F47B-403F-A755-B1B8125156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7488" y="3316288"/>
            <a:ext cx="176212" cy="211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3" name="Rectangle 66">
            <a:extLst>
              <a:ext uri="{FF2B5EF4-FFF2-40B4-BE49-F238E27FC236}">
                <a16:creationId xmlns:a16="http://schemas.microsoft.com/office/drawing/2014/main" id="{B03BCBFC-25FB-47F0-B5E7-C44AC1C8B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2347913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4" name="Rectangle 67">
            <a:extLst>
              <a:ext uri="{FF2B5EF4-FFF2-40B4-BE49-F238E27FC236}">
                <a16:creationId xmlns:a16="http://schemas.microsoft.com/office/drawing/2014/main" id="{67BAFBB2-6579-4EAB-9AEA-AFE276765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9775" y="244157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5" name="Rectangle 68">
            <a:extLst>
              <a:ext uri="{FF2B5EF4-FFF2-40B4-BE49-F238E27FC236}">
                <a16:creationId xmlns:a16="http://schemas.microsoft.com/office/drawing/2014/main" id="{08555FA3-CE8F-48D8-8974-0CE868B8C6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3313" y="2347913"/>
            <a:ext cx="223837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6" name="Rectangle 69">
            <a:extLst>
              <a:ext uri="{FF2B5EF4-FFF2-40B4-BE49-F238E27FC236}">
                <a16:creationId xmlns:a16="http://schemas.microsoft.com/office/drawing/2014/main" id="{BF7930B0-857F-4810-8ED4-25A07E01C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5388" y="24415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7" name="Rectangle 70">
            <a:extLst>
              <a:ext uri="{FF2B5EF4-FFF2-40B4-BE49-F238E27FC236}">
                <a16:creationId xmlns:a16="http://schemas.microsoft.com/office/drawing/2014/main" id="{EEBE7F9E-2B96-41DD-B1EF-F1F742570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9950" y="4456113"/>
            <a:ext cx="2111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8" name="Rectangle 71">
            <a:extLst>
              <a:ext uri="{FF2B5EF4-FFF2-40B4-BE49-F238E27FC236}">
                <a16:creationId xmlns:a16="http://schemas.microsoft.com/office/drawing/2014/main" id="{ABFE8371-E9D5-4DA5-A7C9-D2DAB0BEC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0913" y="4549775"/>
            <a:ext cx="176212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79" name="Rectangle 72">
            <a:extLst>
              <a:ext uri="{FF2B5EF4-FFF2-40B4-BE49-F238E27FC236}">
                <a16:creationId xmlns:a16="http://schemas.microsoft.com/office/drawing/2014/main" id="{43290F63-F3FC-4814-BEE5-1E65668CF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5025" y="3433763"/>
            <a:ext cx="223838" cy="269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0" name="Freeform 73">
            <a:extLst>
              <a:ext uri="{FF2B5EF4-FFF2-40B4-BE49-F238E27FC236}">
                <a16:creationId xmlns:a16="http://schemas.microsoft.com/office/drawing/2014/main" id="{6310AA2B-9FC8-4963-B3C7-0D52663FD04E}"/>
              </a:ext>
            </a:extLst>
          </p:cNvPr>
          <p:cNvSpPr>
            <a:spLocks/>
          </p:cNvSpPr>
          <p:nvPr/>
        </p:nvSpPr>
        <p:spPr bwMode="auto">
          <a:xfrm>
            <a:off x="4102100" y="3544888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1" name="Freeform 74">
            <a:extLst>
              <a:ext uri="{FF2B5EF4-FFF2-40B4-BE49-F238E27FC236}">
                <a16:creationId xmlns:a16="http://schemas.microsoft.com/office/drawing/2014/main" id="{D62312A5-220A-4292-B972-D529E3446C19}"/>
              </a:ext>
            </a:extLst>
          </p:cNvPr>
          <p:cNvSpPr>
            <a:spLocks/>
          </p:cNvSpPr>
          <p:nvPr/>
        </p:nvSpPr>
        <p:spPr bwMode="auto">
          <a:xfrm>
            <a:off x="4270375" y="3544888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2" name="Freeform 75">
            <a:extLst>
              <a:ext uri="{FF2B5EF4-FFF2-40B4-BE49-F238E27FC236}">
                <a16:creationId xmlns:a16="http://schemas.microsoft.com/office/drawing/2014/main" id="{1FA0B8F1-6C2F-4E26-A6EB-A66CC8598DB5}"/>
              </a:ext>
            </a:extLst>
          </p:cNvPr>
          <p:cNvSpPr>
            <a:spLocks/>
          </p:cNvSpPr>
          <p:nvPr/>
        </p:nvSpPr>
        <p:spPr bwMode="auto">
          <a:xfrm>
            <a:off x="4438650" y="3544888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3" name="Rectangle 76">
            <a:extLst>
              <a:ext uri="{FF2B5EF4-FFF2-40B4-BE49-F238E27FC236}">
                <a16:creationId xmlns:a16="http://schemas.microsoft.com/office/drawing/2014/main" id="{B5E0038F-0A64-43C2-AC55-7A971BF5A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47100" y="3527425"/>
            <a:ext cx="176213" cy="2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4" name="Title 1">
            <a:extLst>
              <a:ext uri="{FF2B5EF4-FFF2-40B4-BE49-F238E27FC236}">
                <a16:creationId xmlns:a16="http://schemas.microsoft.com/office/drawing/2014/main" id="{6324EE37-D4FB-4820-BC48-9BF517E62B98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Detecting Overflow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(with one extra XOR)</a:t>
            </a:r>
          </a:p>
        </p:txBody>
      </p:sp>
      <p:sp>
        <p:nvSpPr>
          <p:cNvPr id="141385" name="Freeform 15">
            <a:extLst>
              <a:ext uri="{FF2B5EF4-FFF2-40B4-BE49-F238E27FC236}">
                <a16:creationId xmlns:a16="http://schemas.microsoft.com/office/drawing/2014/main" id="{958A8AD9-E83F-40B7-8CB7-7FC41DD4FBF8}"/>
              </a:ext>
            </a:extLst>
          </p:cNvPr>
          <p:cNvSpPr>
            <a:spLocks/>
          </p:cNvSpPr>
          <p:nvPr/>
        </p:nvSpPr>
        <p:spPr bwMode="auto">
          <a:xfrm>
            <a:off x="14081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41386" name="Group 111">
            <a:extLst>
              <a:ext uri="{FF2B5EF4-FFF2-40B4-BE49-F238E27FC236}">
                <a16:creationId xmlns:a16="http://schemas.microsoft.com/office/drawing/2014/main" id="{55B567C9-ABEC-42FC-AD25-22874CF79798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169988" y="5230812"/>
            <a:ext cx="476250" cy="682625"/>
            <a:chOff x="2783" y="1185"/>
            <a:chExt cx="300" cy="430"/>
          </a:xfrm>
        </p:grpSpPr>
        <p:sp>
          <p:nvSpPr>
            <p:cNvPr id="141396" name="Freeform 19">
              <a:extLst>
                <a:ext uri="{FF2B5EF4-FFF2-40B4-BE49-F238E27FC236}">
                  <a16:creationId xmlns:a16="http://schemas.microsoft.com/office/drawing/2014/main" id="{9B3510B7-6DA6-407A-B817-EF09F1E1B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7" name="Freeform 20">
              <a:extLst>
                <a:ext uri="{FF2B5EF4-FFF2-40B4-BE49-F238E27FC236}">
                  <a16:creationId xmlns:a16="http://schemas.microsoft.com/office/drawing/2014/main" id="{5A4FAA92-9FB7-4882-8342-7ADD82944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8" name="Freeform 21">
              <a:extLst>
                <a:ext uri="{FF2B5EF4-FFF2-40B4-BE49-F238E27FC236}">
                  <a16:creationId xmlns:a16="http://schemas.microsoft.com/office/drawing/2014/main" id="{06804305-481A-430D-A1F3-AB0DE029F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9" name="Freeform 22">
              <a:extLst>
                <a:ext uri="{FF2B5EF4-FFF2-40B4-BE49-F238E27FC236}">
                  <a16:creationId xmlns:a16="http://schemas.microsoft.com/office/drawing/2014/main" id="{4B10AC3F-CB55-455F-9B4C-47778630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0" name="Freeform 23">
              <a:extLst>
                <a:ext uri="{FF2B5EF4-FFF2-40B4-BE49-F238E27FC236}">
                  <a16:creationId xmlns:a16="http://schemas.microsoft.com/office/drawing/2014/main" id="{7141FF06-16E8-4B11-9A9E-A69A10C68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1" name="Freeform 24">
              <a:extLst>
                <a:ext uri="{FF2B5EF4-FFF2-40B4-BE49-F238E27FC236}">
                  <a16:creationId xmlns:a16="http://schemas.microsoft.com/office/drawing/2014/main" id="{E946BABA-C621-43E4-A7AF-FB86D04C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41387" name="Line 6">
            <a:extLst>
              <a:ext uri="{FF2B5EF4-FFF2-40B4-BE49-F238E27FC236}">
                <a16:creationId xmlns:a16="http://schemas.microsoft.com/office/drawing/2014/main" id="{14852DF6-3650-407B-8115-EA3BF5423BAD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513" y="5562600"/>
            <a:ext cx="6461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8" name="Line 20">
            <a:extLst>
              <a:ext uri="{FF2B5EF4-FFF2-40B4-BE49-F238E27FC236}">
                <a16:creationId xmlns:a16="http://schemas.microsoft.com/office/drawing/2014/main" id="{C1AB2165-5BA9-4D83-93EF-C32842FB05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35163" y="3529013"/>
            <a:ext cx="1587" cy="19050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89" name="Line 20">
            <a:extLst>
              <a:ext uri="{FF2B5EF4-FFF2-40B4-BE49-F238E27FC236}">
                <a16:creationId xmlns:a16="http://schemas.microsoft.com/office/drawing/2014/main" id="{E7B6CCF9-739C-4635-9C87-8E87347422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46438" y="3551238"/>
            <a:ext cx="1587" cy="21336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90" name="Line 6">
            <a:extLst>
              <a:ext uri="{FF2B5EF4-FFF2-40B4-BE49-F238E27FC236}">
                <a16:creationId xmlns:a16="http://schemas.microsoft.com/office/drawing/2014/main" id="{59482586-1BC0-4859-91A4-3968DAE42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5450" y="5441950"/>
            <a:ext cx="250825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91" name="Line 6">
            <a:extLst>
              <a:ext uri="{FF2B5EF4-FFF2-40B4-BE49-F238E27FC236}">
                <a16:creationId xmlns:a16="http://schemas.microsoft.com/office/drawing/2014/main" id="{AF469AE7-FD6E-4A2B-85EA-A30E16A86C2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0850" y="5683250"/>
            <a:ext cx="1524000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92" name="TextBox 1">
            <a:extLst>
              <a:ext uri="{FF2B5EF4-FFF2-40B4-BE49-F238E27FC236}">
                <a16:creationId xmlns:a16="http://schemas.microsoft.com/office/drawing/2014/main" id="{8304CE31-3C56-407C-9EC8-85C8C7AB33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88" y="5086350"/>
            <a:ext cx="10969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overflow</a:t>
            </a:r>
          </a:p>
        </p:txBody>
      </p:sp>
      <p:sp>
        <p:nvSpPr>
          <p:cNvPr id="141393" name="Freeform 75">
            <a:extLst>
              <a:ext uri="{FF2B5EF4-FFF2-40B4-BE49-F238E27FC236}">
                <a16:creationId xmlns:a16="http://schemas.microsoft.com/office/drawing/2014/main" id="{0253B40A-5441-4E9F-9CEB-BBB5FD2CCB93}"/>
              </a:ext>
            </a:extLst>
          </p:cNvPr>
          <p:cNvSpPr>
            <a:spLocks/>
          </p:cNvSpPr>
          <p:nvPr/>
        </p:nvSpPr>
        <p:spPr bwMode="auto">
          <a:xfrm>
            <a:off x="3230563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94" name="Freeform 75">
            <a:extLst>
              <a:ext uri="{FF2B5EF4-FFF2-40B4-BE49-F238E27FC236}">
                <a16:creationId xmlns:a16="http://schemas.microsoft.com/office/drawing/2014/main" id="{54353D49-7095-4B8B-93D6-494512C3150E}"/>
              </a:ext>
            </a:extLst>
          </p:cNvPr>
          <p:cNvSpPr>
            <a:spLocks/>
          </p:cNvSpPr>
          <p:nvPr/>
        </p:nvSpPr>
        <p:spPr bwMode="auto">
          <a:xfrm>
            <a:off x="1919288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95" name="Rectangle 25">
            <a:extLst>
              <a:ext uri="{FF2B5EF4-FFF2-40B4-BE49-F238E27FC236}">
                <a16:creationId xmlns:a16="http://schemas.microsoft.com/office/drawing/2014/main" id="{0D2CB336-BF75-4466-A177-7863F77F6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9200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-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TextBox 3">
            <a:extLst>
              <a:ext uri="{FF2B5EF4-FFF2-40B4-BE49-F238E27FC236}">
                <a16:creationId xmlns:a16="http://schemas.microsoft.com/office/drawing/2014/main" id="{6F13101B-EDDC-4D37-A967-46F642CD3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652588"/>
            <a:ext cx="4953000" cy="30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X=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Y=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" pitchFamily="49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S=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" pitchFamily="49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42338" name="Straight Connector 5">
            <a:extLst>
              <a:ext uri="{FF2B5EF4-FFF2-40B4-BE49-F238E27FC236}">
                <a16:creationId xmlns:a16="http://schemas.microsoft.com/office/drawing/2014/main" id="{274924CC-2833-45A8-837C-90CD59EF369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93913" y="3336925"/>
            <a:ext cx="5243512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2339" name="TextBox 7">
            <a:extLst>
              <a:ext uri="{FF2B5EF4-FFF2-40B4-BE49-F238E27FC236}">
                <a16:creationId xmlns:a16="http://schemas.microsoft.com/office/drawing/2014/main" id="{F7CAE8F1-9171-43DD-8E5F-759AB990AE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6625" y="1846263"/>
            <a:ext cx="917575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6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</a:t>
            </a:r>
          </a:p>
        </p:txBody>
      </p:sp>
      <p:sp>
        <p:nvSpPr>
          <p:cNvPr id="142340" name="Title 1">
            <a:extLst>
              <a:ext uri="{FF2B5EF4-FFF2-40B4-BE49-F238E27FC236}">
                <a16:creationId xmlns:a16="http://schemas.microsoft.com/office/drawing/2014/main" id="{B6861C64-B891-4635-BB13-31E3F80ED8A7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Another way to look at the overflow issue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7B23D5B-CE67-473C-A525-195640DDF4C9}"/>
                  </a:ext>
                </a:extLst>
              </p14:cNvPr>
              <p14:cNvContentPartPr/>
              <p14:nvPr/>
            </p14:nvContentPartPr>
            <p14:xfrm>
              <a:off x="3937680" y="1465920"/>
              <a:ext cx="5003640" cy="2784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7B23D5B-CE67-473C-A525-195640DDF4C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928320" y="1456560"/>
                <a:ext cx="5022360" cy="28033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5" name="Rectangle 5">
            <a:extLst>
              <a:ext uri="{FF2B5EF4-FFF2-40B4-BE49-F238E27FC236}">
                <a16:creationId xmlns:a16="http://schemas.microsoft.com/office/drawing/2014/main" id="{7260A936-7A2D-4029-A2B3-FDFC2F2BB6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06" name="Rectangle 6">
            <a:extLst>
              <a:ext uri="{FF2B5EF4-FFF2-40B4-BE49-F238E27FC236}">
                <a16:creationId xmlns:a16="http://schemas.microsoft.com/office/drawing/2014/main" id="{9BB80789-1E74-41C6-973A-973176E07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8288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07" name="Rectangle 7">
            <a:extLst>
              <a:ext uri="{FF2B5EF4-FFF2-40B4-BE49-F238E27FC236}">
                <a16:creationId xmlns:a16="http://schemas.microsoft.com/office/drawing/2014/main" id="{56D7B759-AE35-4008-863E-16F3EAE1E6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08" name="Rectangle 8">
            <a:extLst>
              <a:ext uri="{FF2B5EF4-FFF2-40B4-BE49-F238E27FC236}">
                <a16:creationId xmlns:a16="http://schemas.microsoft.com/office/drawing/2014/main" id="{63DA732A-7BF2-4C10-9AF5-52554DE84A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09" name="Line 9">
            <a:extLst>
              <a:ext uri="{FF2B5EF4-FFF2-40B4-BE49-F238E27FC236}">
                <a16:creationId xmlns:a16="http://schemas.microsoft.com/office/drawing/2014/main" id="{21D055AF-7BCB-45EF-89B1-39C9698BAB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0" name="Rectangle 10">
            <a:extLst>
              <a:ext uri="{FF2B5EF4-FFF2-40B4-BE49-F238E27FC236}">
                <a16:creationId xmlns:a16="http://schemas.microsoft.com/office/drawing/2014/main" id="{214F9F95-D966-4169-A310-D18CC0CB2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1" name="Rectangle 11">
            <a:extLst>
              <a:ext uri="{FF2B5EF4-FFF2-40B4-BE49-F238E27FC236}">
                <a16:creationId xmlns:a16="http://schemas.microsoft.com/office/drawing/2014/main" id="{00DFCAFE-CDC2-4057-817A-3EF5D2505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24209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2" name="Rectangle 12">
            <a:extLst>
              <a:ext uri="{FF2B5EF4-FFF2-40B4-BE49-F238E27FC236}">
                <a16:creationId xmlns:a16="http://schemas.microsoft.com/office/drawing/2014/main" id="{CC8D5F3A-4F4B-4EAF-B992-781909995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687513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3" name="Line 13">
            <a:extLst>
              <a:ext uri="{FF2B5EF4-FFF2-40B4-BE49-F238E27FC236}">
                <a16:creationId xmlns:a16="http://schemas.microsoft.com/office/drawing/2014/main" id="{9C5CD342-0668-4D11-9FD8-2742ACBFBB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4" name="Line 14">
            <a:extLst>
              <a:ext uri="{FF2B5EF4-FFF2-40B4-BE49-F238E27FC236}">
                <a16:creationId xmlns:a16="http://schemas.microsoft.com/office/drawing/2014/main" id="{52292B3F-3C36-4461-9C4B-DDD0B0A1D6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5" name="Rectangle 15">
            <a:extLst>
              <a:ext uri="{FF2B5EF4-FFF2-40B4-BE49-F238E27FC236}">
                <a16:creationId xmlns:a16="http://schemas.microsoft.com/office/drawing/2014/main" id="{513F313D-82F3-4C5C-A4B6-9FE62AAA1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197643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0 0 1 0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6" name="Rectangle 16">
            <a:extLst>
              <a:ext uri="{FF2B5EF4-FFF2-40B4-BE49-F238E27FC236}">
                <a16:creationId xmlns:a16="http://schemas.microsoft.com/office/drawing/2014/main" id="{3253BB65-D797-4965-8994-C04282BE1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6843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7" name="Rectangle 17">
            <a:extLst>
              <a:ext uri="{FF2B5EF4-FFF2-40B4-BE49-F238E27FC236}">
                <a16:creationId xmlns:a16="http://schemas.microsoft.com/office/drawing/2014/main" id="{C01C1998-8B89-417E-B05C-D3FB22331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68433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8" name="Rectangle 18">
            <a:extLst>
              <a:ext uri="{FF2B5EF4-FFF2-40B4-BE49-F238E27FC236}">
                <a16:creationId xmlns:a16="http://schemas.microsoft.com/office/drawing/2014/main" id="{969E58F2-4DA2-4FA4-BBCE-C456C7DDA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6764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19" name="Rectangle 19">
            <a:extLst>
              <a:ext uri="{FF2B5EF4-FFF2-40B4-BE49-F238E27FC236}">
                <a16:creationId xmlns:a16="http://schemas.microsoft.com/office/drawing/2014/main" id="{122F978C-9894-4094-82CB-6CED8861F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6764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0" name="Rectangle 20">
            <a:extLst>
              <a:ext uri="{FF2B5EF4-FFF2-40B4-BE49-F238E27FC236}">
                <a16:creationId xmlns:a16="http://schemas.microsoft.com/office/drawing/2014/main" id="{3DC230F3-61BC-4392-8662-593A98910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1" name="Rectangle 21">
            <a:extLst>
              <a:ext uri="{FF2B5EF4-FFF2-40B4-BE49-F238E27FC236}">
                <a16:creationId xmlns:a16="http://schemas.microsoft.com/office/drawing/2014/main" id="{448A49D8-975A-4344-B8BE-54B3AAFB8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2" name="Rectangle 22">
            <a:extLst>
              <a:ext uri="{FF2B5EF4-FFF2-40B4-BE49-F238E27FC236}">
                <a16:creationId xmlns:a16="http://schemas.microsoft.com/office/drawing/2014/main" id="{B8F74147-FA0A-4988-B9D8-665F3DD15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3" name="Rectangle 23">
            <a:extLst>
              <a:ext uri="{FF2B5EF4-FFF2-40B4-BE49-F238E27FC236}">
                <a16:creationId xmlns:a16="http://schemas.microsoft.com/office/drawing/2014/main" id="{B211A614-0238-4B66-BE40-4532398BD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4" name="Rectangle 24">
            <a:extLst>
              <a:ext uri="{FF2B5EF4-FFF2-40B4-BE49-F238E27FC236}">
                <a16:creationId xmlns:a16="http://schemas.microsoft.com/office/drawing/2014/main" id="{1BF56929-A38D-4052-AC90-EBE09939B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4177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5" name="Rectangle 25">
            <a:extLst>
              <a:ext uri="{FF2B5EF4-FFF2-40B4-BE49-F238E27FC236}">
                <a16:creationId xmlns:a16="http://schemas.microsoft.com/office/drawing/2014/main" id="{FBBD3297-DE61-47EF-8629-AE17842EB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24177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6" name="Rectangle 26">
            <a:extLst>
              <a:ext uri="{FF2B5EF4-FFF2-40B4-BE49-F238E27FC236}">
                <a16:creationId xmlns:a16="http://schemas.microsoft.com/office/drawing/2014/main" id="{1DF4538B-1A73-4D9B-A83A-7B1403BFE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4098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7" name="Rectangle 27">
            <a:extLst>
              <a:ext uri="{FF2B5EF4-FFF2-40B4-BE49-F238E27FC236}">
                <a16:creationId xmlns:a16="http://schemas.microsoft.com/office/drawing/2014/main" id="{17C470BC-2612-456E-81EF-2D3E35296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24098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8" name="Rectangle 28">
            <a:extLst>
              <a:ext uri="{FF2B5EF4-FFF2-40B4-BE49-F238E27FC236}">
                <a16:creationId xmlns:a16="http://schemas.microsoft.com/office/drawing/2014/main" id="{95E47D16-2042-4709-95D6-A2591EFA8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29" name="Rectangle 29">
            <a:extLst>
              <a:ext uri="{FF2B5EF4-FFF2-40B4-BE49-F238E27FC236}">
                <a16:creationId xmlns:a16="http://schemas.microsoft.com/office/drawing/2014/main" id="{8B4FB927-4DED-41FD-BD09-1DD17B076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9624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0" name="Rectangle 30">
            <a:extLst>
              <a:ext uri="{FF2B5EF4-FFF2-40B4-BE49-F238E27FC236}">
                <a16:creationId xmlns:a16="http://schemas.microsoft.com/office/drawing/2014/main" id="{2386C12E-4E62-48B7-AD40-8561A578A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1" name="Rectangle 31">
            <a:extLst>
              <a:ext uri="{FF2B5EF4-FFF2-40B4-BE49-F238E27FC236}">
                <a16:creationId xmlns:a16="http://schemas.microsoft.com/office/drawing/2014/main" id="{BF9B5292-B851-445B-9F70-1199BC9E6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2" name="Rectangle 32">
            <a:extLst>
              <a:ext uri="{FF2B5EF4-FFF2-40B4-BE49-F238E27FC236}">
                <a16:creationId xmlns:a16="http://schemas.microsoft.com/office/drawing/2014/main" id="{6B1A2B1D-3ACE-452C-BC9A-85D85E3520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1 0 0 1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3" name="Line 33">
            <a:extLst>
              <a:ext uri="{FF2B5EF4-FFF2-40B4-BE49-F238E27FC236}">
                <a16:creationId xmlns:a16="http://schemas.microsoft.com/office/drawing/2014/main" id="{66A95524-CA3C-416D-9C7D-93321E44B9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0488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4" name="Rectangle 34">
            <a:extLst>
              <a:ext uri="{FF2B5EF4-FFF2-40B4-BE49-F238E27FC236}">
                <a16:creationId xmlns:a16="http://schemas.microsoft.com/office/drawing/2014/main" id="{94AAD3D5-5F50-4226-8C2C-3AFA556CC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25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5" name="Rectangle 35">
            <a:extLst>
              <a:ext uri="{FF2B5EF4-FFF2-40B4-BE49-F238E27FC236}">
                <a16:creationId xmlns:a16="http://schemas.microsoft.com/office/drawing/2014/main" id="{B05D8C9D-9476-4577-A26D-8A8F71355F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5878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0 1 0 1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6" name="Rectangle 36">
            <a:extLst>
              <a:ext uri="{FF2B5EF4-FFF2-40B4-BE49-F238E27FC236}">
                <a16:creationId xmlns:a16="http://schemas.microsoft.com/office/drawing/2014/main" id="{4D55E0D4-057D-4141-B7CB-82F7373BE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385445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0 1 1 1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7" name="Line 37">
            <a:extLst>
              <a:ext uri="{FF2B5EF4-FFF2-40B4-BE49-F238E27FC236}">
                <a16:creationId xmlns:a16="http://schemas.microsoft.com/office/drawing/2014/main" id="{3838AD00-7E43-48F7-8D09-4939F56572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49575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8" name="Line 38">
            <a:extLst>
              <a:ext uri="{FF2B5EF4-FFF2-40B4-BE49-F238E27FC236}">
                <a16:creationId xmlns:a16="http://schemas.microsoft.com/office/drawing/2014/main" id="{E20EE10D-0852-44E8-BE3A-2AEDDAAD6B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89088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39" name="Rectangle 39">
            <a:extLst>
              <a:ext uri="{FF2B5EF4-FFF2-40B4-BE49-F238E27FC236}">
                <a16:creationId xmlns:a16="http://schemas.microsoft.com/office/drawing/2014/main" id="{5578C068-93DC-468F-B3E6-8008036E3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1038" y="4143375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1 1 1 0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0" name="Rectangle 40">
            <a:extLst>
              <a:ext uri="{FF2B5EF4-FFF2-40B4-BE49-F238E27FC236}">
                <a16:creationId xmlns:a16="http://schemas.microsoft.com/office/drawing/2014/main" id="{07BC1BE8-AADD-4DDD-81A4-26BC95222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38512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1" name="Rectangle 41">
            <a:extLst>
              <a:ext uri="{FF2B5EF4-FFF2-40B4-BE49-F238E27FC236}">
                <a16:creationId xmlns:a16="http://schemas.microsoft.com/office/drawing/2014/main" id="{D683C55F-1267-45EA-BFE5-42DACBCF3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851275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2" name="Rectangle 42">
            <a:extLst>
              <a:ext uri="{FF2B5EF4-FFF2-40B4-BE49-F238E27FC236}">
                <a16:creationId xmlns:a16="http://schemas.microsoft.com/office/drawing/2014/main" id="{8D5BFD34-3C91-41AE-9A8B-A8C40C449F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8433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3" name="Rectangle 43">
            <a:extLst>
              <a:ext uri="{FF2B5EF4-FFF2-40B4-BE49-F238E27FC236}">
                <a16:creationId xmlns:a16="http://schemas.microsoft.com/office/drawing/2014/main" id="{3A4A74E6-D37E-477A-BCBF-EA51D17EE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8433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4" name="Rectangle 44">
            <a:extLst>
              <a:ext uri="{FF2B5EF4-FFF2-40B4-BE49-F238E27FC236}">
                <a16:creationId xmlns:a16="http://schemas.microsoft.com/office/drawing/2014/main" id="{037FCDC8-8468-4083-91C0-2F97E6705D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458470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5" name="Rectangle 45">
            <a:extLst>
              <a:ext uri="{FF2B5EF4-FFF2-40B4-BE49-F238E27FC236}">
                <a16:creationId xmlns:a16="http://schemas.microsoft.com/office/drawing/2014/main" id="{575F9C17-E9ED-45AE-AB1E-96E56FE25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458470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6" name="Rectangle 46">
            <a:extLst>
              <a:ext uri="{FF2B5EF4-FFF2-40B4-BE49-F238E27FC236}">
                <a16:creationId xmlns:a16="http://schemas.microsoft.com/office/drawing/2014/main" id="{FC35649D-254E-465D-9E86-24EC54872C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57835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7" name="Rectangle 47">
            <a:extLst>
              <a:ext uri="{FF2B5EF4-FFF2-40B4-BE49-F238E27FC236}">
                <a16:creationId xmlns:a16="http://schemas.microsoft.com/office/drawing/2014/main" id="{DE7DF89B-DCE2-45C6-8352-5857D1578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457835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8" name="Rectangle 48">
            <a:extLst>
              <a:ext uri="{FF2B5EF4-FFF2-40B4-BE49-F238E27FC236}">
                <a16:creationId xmlns:a16="http://schemas.microsoft.com/office/drawing/2014/main" id="{7FEE6B88-393D-4D71-80C7-6F4629254B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49" name="Rectangle 49">
            <a:extLst>
              <a:ext uri="{FF2B5EF4-FFF2-40B4-BE49-F238E27FC236}">
                <a16:creationId xmlns:a16="http://schemas.microsoft.com/office/drawing/2014/main" id="{A1C9A42D-13F8-4114-82FC-19E741B3B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6613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0" name="Rectangle 50">
            <a:extLst>
              <a:ext uri="{FF2B5EF4-FFF2-40B4-BE49-F238E27FC236}">
                <a16:creationId xmlns:a16="http://schemas.microsoft.com/office/drawing/2014/main" id="{205F46EE-436C-499B-A328-CADB108A9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100" y="41433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1" name="Rectangle 51">
            <a:extLst>
              <a:ext uri="{FF2B5EF4-FFF2-40B4-BE49-F238E27FC236}">
                <a16:creationId xmlns:a16="http://schemas.microsoft.com/office/drawing/2014/main" id="{2F995B92-8217-48D9-A7D6-AE4B6CD1D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7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2" name="Rectangle 52">
            <a:extLst>
              <a:ext uri="{FF2B5EF4-FFF2-40B4-BE49-F238E27FC236}">
                <a16:creationId xmlns:a16="http://schemas.microsoft.com/office/drawing/2014/main" id="{BBB7251E-4A96-49B9-9E74-7772C08823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1370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3" name="Rectangle 53">
            <a:extLst>
              <a:ext uri="{FF2B5EF4-FFF2-40B4-BE49-F238E27FC236}">
                <a16:creationId xmlns:a16="http://schemas.microsoft.com/office/drawing/2014/main" id="{BD37212C-6932-41E2-832A-FD0756E4A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5263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4" name="Rectangle 54">
            <a:extLst>
              <a:ext uri="{FF2B5EF4-FFF2-40B4-BE49-F238E27FC236}">
                <a16:creationId xmlns:a16="http://schemas.microsoft.com/office/drawing/2014/main" id="{043A1F6C-26F9-4D7F-BA35-5880D23D6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4587875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5" name="Rectangle 87">
            <a:extLst>
              <a:ext uri="{FF2B5EF4-FFF2-40B4-BE49-F238E27FC236}">
                <a16:creationId xmlns:a16="http://schemas.microsoft.com/office/drawing/2014/main" id="{82DF4310-0A9D-4EE3-BC35-A07F908DA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8650" y="197326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6" name="Rectangle 88">
            <a:extLst>
              <a:ext uri="{FF2B5EF4-FFF2-40B4-BE49-F238E27FC236}">
                <a16:creationId xmlns:a16="http://schemas.microsoft.com/office/drawing/2014/main" id="{98B94B8C-E44E-434B-A996-5E2EEF0F0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738" y="1973263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7" name="Rectangle 89">
            <a:extLst>
              <a:ext uri="{FF2B5EF4-FFF2-40B4-BE49-F238E27FC236}">
                <a16:creationId xmlns:a16="http://schemas.microsoft.com/office/drawing/2014/main" id="{E0D18A29-FA4B-477E-AB99-D24A124C3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3" y="1965325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8" name="Rectangle 90">
            <a:extLst>
              <a:ext uri="{FF2B5EF4-FFF2-40B4-BE49-F238E27FC236}">
                <a16:creationId xmlns:a16="http://schemas.microsoft.com/office/drawing/2014/main" id="{D5395F33-F57C-40DD-A4DB-CA569381CD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9775" y="1965325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59" name="Rectangle 91">
            <a:extLst>
              <a:ext uri="{FF2B5EF4-FFF2-40B4-BE49-F238E27FC236}">
                <a16:creationId xmlns:a16="http://schemas.microsoft.com/office/drawing/2014/main" id="{FCC29D07-0CAA-4EB3-83F2-3CFBF2E2C3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0" name="Rectangle 92">
            <a:extLst>
              <a:ext uri="{FF2B5EF4-FFF2-40B4-BE49-F238E27FC236}">
                <a16:creationId xmlns:a16="http://schemas.microsoft.com/office/drawing/2014/main" id="{CC567CC0-27BA-447A-861D-33318BB12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1687513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1" name="Rectangle 93">
            <a:extLst>
              <a:ext uri="{FF2B5EF4-FFF2-40B4-BE49-F238E27FC236}">
                <a16:creationId xmlns:a16="http://schemas.microsoft.com/office/drawing/2014/main" id="{FE618ADA-3251-4925-A9AF-A067314C7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2" name="Rectangle 94">
            <a:extLst>
              <a:ext uri="{FF2B5EF4-FFF2-40B4-BE49-F238E27FC236}">
                <a16:creationId xmlns:a16="http://schemas.microsoft.com/office/drawing/2014/main" id="{D24E4350-8221-4BA1-832B-F29C5DA57F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1681163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3" name="Rectangle 95">
            <a:extLst>
              <a:ext uri="{FF2B5EF4-FFF2-40B4-BE49-F238E27FC236}">
                <a16:creationId xmlns:a16="http://schemas.microsoft.com/office/drawing/2014/main" id="{6B302A6F-4315-421D-84FD-3D7EE74D0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4" name="Rectangle 96">
            <a:extLst>
              <a:ext uri="{FF2B5EF4-FFF2-40B4-BE49-F238E27FC236}">
                <a16:creationId xmlns:a16="http://schemas.microsoft.com/office/drawing/2014/main" id="{B0646287-F50F-494D-961E-82E45F246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240823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5" name="Rectangle 97">
            <a:extLst>
              <a:ext uri="{FF2B5EF4-FFF2-40B4-BE49-F238E27FC236}">
                <a16:creationId xmlns:a16="http://schemas.microsoft.com/office/drawing/2014/main" id="{BEC8930E-6241-4D32-B2B4-16DB57B58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6" name="Line 98">
            <a:extLst>
              <a:ext uri="{FF2B5EF4-FFF2-40B4-BE49-F238E27FC236}">
                <a16:creationId xmlns:a16="http://schemas.microsoft.com/office/drawing/2014/main" id="{4869FABB-BB9B-4D03-B83E-1415384432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7" name="Rectangle 99">
            <a:extLst>
              <a:ext uri="{FF2B5EF4-FFF2-40B4-BE49-F238E27FC236}">
                <a16:creationId xmlns:a16="http://schemas.microsoft.com/office/drawing/2014/main" id="{94A11968-BE79-4896-B96B-CC4FAAD49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40188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8" name="Rectangle 100">
            <a:extLst>
              <a:ext uri="{FF2B5EF4-FFF2-40B4-BE49-F238E27FC236}">
                <a16:creationId xmlns:a16="http://schemas.microsoft.com/office/drawing/2014/main" id="{6BCDB720-0A95-4C70-9488-B09E50CDD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1974850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69" name="Rectangle 101">
            <a:extLst>
              <a:ext uri="{FF2B5EF4-FFF2-40B4-BE49-F238E27FC236}">
                <a16:creationId xmlns:a16="http://schemas.microsoft.com/office/drawing/2014/main" id="{54A0ADCE-5571-4613-8DCC-86EC9DA15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0" name="Rectangle 102">
            <a:extLst>
              <a:ext uri="{FF2B5EF4-FFF2-40B4-BE49-F238E27FC236}">
                <a16:creationId xmlns:a16="http://schemas.microsoft.com/office/drawing/2014/main" id="{03E8C0EC-3C56-4E22-B93F-915307B35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3854450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1" name="Rectangle 103">
            <a:extLst>
              <a:ext uri="{FF2B5EF4-FFF2-40B4-BE49-F238E27FC236}">
                <a16:creationId xmlns:a16="http://schemas.microsoft.com/office/drawing/2014/main" id="{7068EBF6-7DBD-4743-B0B6-57939310B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2" name="Rectangle 104">
            <a:extLst>
              <a:ext uri="{FF2B5EF4-FFF2-40B4-BE49-F238E27FC236}">
                <a16:creationId xmlns:a16="http://schemas.microsoft.com/office/drawing/2014/main" id="{8BE99DC7-4B48-4BFF-AE06-D2CDEA470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3848100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3" name="Rectangle 105">
            <a:extLst>
              <a:ext uri="{FF2B5EF4-FFF2-40B4-BE49-F238E27FC236}">
                <a16:creationId xmlns:a16="http://schemas.microsoft.com/office/drawing/2014/main" id="{9865D4B9-DD5F-4D83-8B94-20037226A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9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4" name="Rectangle 106">
            <a:extLst>
              <a:ext uri="{FF2B5EF4-FFF2-40B4-BE49-F238E27FC236}">
                <a16:creationId xmlns:a16="http://schemas.microsoft.com/office/drawing/2014/main" id="{498F9021-713F-4034-B9A1-3B8D94F3A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5775" y="45735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5" name="Rectangle 107">
            <a:extLst>
              <a:ext uri="{FF2B5EF4-FFF2-40B4-BE49-F238E27FC236}">
                <a16:creationId xmlns:a16="http://schemas.microsoft.com/office/drawing/2014/main" id="{3264BE00-7D6F-4004-9E03-87C62B65D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6" name="Line 108">
            <a:extLst>
              <a:ext uri="{FF2B5EF4-FFF2-40B4-BE49-F238E27FC236}">
                <a16:creationId xmlns:a16="http://schemas.microsoft.com/office/drawing/2014/main" id="{2B08744E-86C1-4CDA-9864-0EB6040C5A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08588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7" name="Rectangle 109">
            <a:extLst>
              <a:ext uri="{FF2B5EF4-FFF2-40B4-BE49-F238E27FC236}">
                <a16:creationId xmlns:a16="http://schemas.microsoft.com/office/drawing/2014/main" id="{04F4FE74-4B15-4F27-BDE8-27EE3C724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4567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8" name="Rectangle 110">
            <a:extLst>
              <a:ext uri="{FF2B5EF4-FFF2-40B4-BE49-F238E27FC236}">
                <a16:creationId xmlns:a16="http://schemas.microsoft.com/office/drawing/2014/main" id="{D7EDE5DE-3517-4F0C-BE41-C062604AA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4141788"/>
            <a:ext cx="1365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+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79" name="Rectangle 111">
            <a:extLst>
              <a:ext uri="{FF2B5EF4-FFF2-40B4-BE49-F238E27FC236}">
                <a16:creationId xmlns:a16="http://schemas.microsoft.com/office/drawing/2014/main" id="{E6CD7C5E-8D0C-4CE8-8AC2-2B14ADE63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538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80" name="Rectangle 112">
            <a:extLst>
              <a:ext uri="{FF2B5EF4-FFF2-40B4-BE49-F238E27FC236}">
                <a16:creationId xmlns:a16="http://schemas.microsoft.com/office/drawing/2014/main" id="{97274B3B-0415-4EAD-8EC3-EC4A599B5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41788"/>
            <a:ext cx="1206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81" name="Rectangle 113">
            <a:extLst>
              <a:ext uri="{FF2B5EF4-FFF2-40B4-BE49-F238E27FC236}">
                <a16:creationId xmlns:a16="http://schemas.microsoft.com/office/drawing/2014/main" id="{2E24711A-D017-4CDE-B84F-4B4EEF3F5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(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82" name="Rectangle 114">
            <a:extLst>
              <a:ext uri="{FF2B5EF4-FFF2-40B4-BE49-F238E27FC236}">
                <a16:creationId xmlns:a16="http://schemas.microsoft.com/office/drawing/2014/main" id="{7662A353-5670-4E79-9CC2-1EE6695C0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4135438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panose="05050102010706020507" pitchFamily="18" charset="2"/>
                <a:ea typeface="MS PGothic" panose="020B0600070205080204" pitchFamily="34" charset="-128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83" name="Title 1">
            <a:extLst>
              <a:ext uri="{FF2B5EF4-FFF2-40B4-BE49-F238E27FC236}">
                <a16:creationId xmlns:a16="http://schemas.microsoft.com/office/drawing/2014/main" id="{C8A3AFFE-1329-4581-937F-27C3C390FA27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Examples of determination of overflow</a:t>
            </a:r>
          </a:p>
        </p:txBody>
      </p:sp>
      <p:sp>
        <p:nvSpPr>
          <p:cNvPr id="149584" name="Rectangle 86">
            <a:extLst>
              <a:ext uri="{FF2B5EF4-FFF2-40B4-BE49-F238E27FC236}">
                <a16:creationId xmlns:a16="http://schemas.microsoft.com/office/drawing/2014/main" id="{23516D98-2E52-4AEA-9AA5-084E8A6D6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43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85" name="Oval 113">
            <a:extLst>
              <a:ext uri="{FF2B5EF4-FFF2-40B4-BE49-F238E27FC236}">
                <a16:creationId xmlns:a16="http://schemas.microsoft.com/office/drawing/2014/main" id="{014A5F0C-E0C4-4095-A263-832FF95203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" y="1052513"/>
            <a:ext cx="1439863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49586" name="Group 2">
            <a:extLst>
              <a:ext uri="{FF2B5EF4-FFF2-40B4-BE49-F238E27FC236}">
                <a16:creationId xmlns:a16="http://schemas.microsoft.com/office/drawing/2014/main" id="{D0D0F388-D546-4762-99EC-5FE416FF16A7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219200"/>
            <a:ext cx="695325" cy="990600"/>
            <a:chOff x="381000" y="1219200"/>
            <a:chExt cx="694955" cy="990600"/>
          </a:xfrm>
        </p:grpSpPr>
        <p:sp>
          <p:nvSpPr>
            <p:cNvPr id="149635" name="Rectangle 55">
              <a:extLst>
                <a:ext uri="{FF2B5EF4-FFF2-40B4-BE49-F238E27FC236}">
                  <a16:creationId xmlns:a16="http://schemas.microsoft.com/office/drawing/2014/main" id="{EC9B87BE-CFC1-4094-971E-28E4367AE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6" name="Rectangle 56">
              <a:extLst>
                <a:ext uri="{FF2B5EF4-FFF2-40B4-BE49-F238E27FC236}">
                  <a16:creationId xmlns:a16="http://schemas.microsoft.com/office/drawing/2014/main" id="{15F7AA5E-A861-4D8E-8178-8601507CA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7" name="Rectangle 57">
              <a:extLst>
                <a:ext uri="{FF2B5EF4-FFF2-40B4-BE49-F238E27FC236}">
                  <a16:creationId xmlns:a16="http://schemas.microsoft.com/office/drawing/2014/main" id="{B2361BB8-29F1-48EE-9B1D-61CCB3D1F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8" name="Rectangle 58">
              <a:extLst>
                <a:ext uri="{FF2B5EF4-FFF2-40B4-BE49-F238E27FC236}">
                  <a16:creationId xmlns:a16="http://schemas.microsoft.com/office/drawing/2014/main" id="{A9D0C08C-0A0E-4995-A47B-7CCF741F8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9" name="Rectangle 59">
              <a:extLst>
                <a:ext uri="{FF2B5EF4-FFF2-40B4-BE49-F238E27FC236}">
                  <a16:creationId xmlns:a16="http://schemas.microsoft.com/office/drawing/2014/main" id="{BD3ADB3D-0E4D-40AF-AC16-3C2CFB7B3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0" name="Rectangle 60">
              <a:extLst>
                <a:ext uri="{FF2B5EF4-FFF2-40B4-BE49-F238E27FC236}">
                  <a16:creationId xmlns:a16="http://schemas.microsoft.com/office/drawing/2014/main" id="{C4753854-8424-4BB6-AA3C-961EEE7B6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1" name="Rectangle 61">
              <a:extLst>
                <a:ext uri="{FF2B5EF4-FFF2-40B4-BE49-F238E27FC236}">
                  <a16:creationId xmlns:a16="http://schemas.microsoft.com/office/drawing/2014/main" id="{24D6A00F-B02E-453A-9030-E2C1FA76E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2" name="Rectangle 62">
              <a:extLst>
                <a:ext uri="{FF2B5EF4-FFF2-40B4-BE49-F238E27FC236}">
                  <a16:creationId xmlns:a16="http://schemas.microsoft.com/office/drawing/2014/main" id="{DCE54FD3-7729-4ED6-8267-4954D01C7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3" name="Rectangle 59">
              <a:extLst>
                <a:ext uri="{FF2B5EF4-FFF2-40B4-BE49-F238E27FC236}">
                  <a16:creationId xmlns:a16="http://schemas.microsoft.com/office/drawing/2014/main" id="{3DD58C8C-6264-4794-8F76-4FE838410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4" name="Rectangle 60">
              <a:extLst>
                <a:ext uri="{FF2B5EF4-FFF2-40B4-BE49-F238E27FC236}">
                  <a16:creationId xmlns:a16="http://schemas.microsoft.com/office/drawing/2014/main" id="{A1A4A174-2BEC-4969-8FDC-0D6B6BCD2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5" name="Rectangle 61">
              <a:extLst>
                <a:ext uri="{FF2B5EF4-FFF2-40B4-BE49-F238E27FC236}">
                  <a16:creationId xmlns:a16="http://schemas.microsoft.com/office/drawing/2014/main" id="{1392F8A6-3A49-4E46-8CC9-C26D6FE39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6" name="Rectangle 62">
              <a:extLst>
                <a:ext uri="{FF2B5EF4-FFF2-40B4-BE49-F238E27FC236}">
                  <a16:creationId xmlns:a16="http://schemas.microsoft.com/office/drawing/2014/main" id="{E710D2AD-02E9-4999-BC02-DF7B80FC8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9587" name="Group 142">
            <a:extLst>
              <a:ext uri="{FF2B5EF4-FFF2-40B4-BE49-F238E27FC236}">
                <a16:creationId xmlns:a16="http://schemas.microsoft.com/office/drawing/2014/main" id="{A5011526-AD54-4F0B-ACD6-9F2DA002BC82}"/>
              </a:ext>
            </a:extLst>
          </p:cNvPr>
          <p:cNvGrpSpPr>
            <a:grpSpLocks/>
          </p:cNvGrpSpPr>
          <p:nvPr/>
        </p:nvGrpSpPr>
        <p:grpSpPr bwMode="auto">
          <a:xfrm>
            <a:off x="388938" y="3429000"/>
            <a:ext cx="696912" cy="990600"/>
            <a:chOff x="381000" y="1219200"/>
            <a:chExt cx="696133" cy="990600"/>
          </a:xfrm>
        </p:grpSpPr>
        <p:sp>
          <p:nvSpPr>
            <p:cNvPr id="149623" name="Rectangle 55">
              <a:extLst>
                <a:ext uri="{FF2B5EF4-FFF2-40B4-BE49-F238E27FC236}">
                  <a16:creationId xmlns:a16="http://schemas.microsoft.com/office/drawing/2014/main" id="{48C40DBE-13AD-41F6-B67F-EEC659C65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4" name="Rectangle 56">
              <a:extLst>
                <a:ext uri="{FF2B5EF4-FFF2-40B4-BE49-F238E27FC236}">
                  <a16:creationId xmlns:a16="http://schemas.microsoft.com/office/drawing/2014/main" id="{A2D2E538-654F-4F40-BAF8-AD1841E62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5" name="Rectangle 57">
              <a:extLst>
                <a:ext uri="{FF2B5EF4-FFF2-40B4-BE49-F238E27FC236}">
                  <a16:creationId xmlns:a16="http://schemas.microsoft.com/office/drawing/2014/main" id="{3401B211-6E98-44D4-BC50-0280E675E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6" name="Rectangle 58">
              <a:extLst>
                <a:ext uri="{FF2B5EF4-FFF2-40B4-BE49-F238E27FC236}">
                  <a16:creationId xmlns:a16="http://schemas.microsoft.com/office/drawing/2014/main" id="{2A491BD5-6C9C-4BB8-9B7A-E80B255E1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7" name="Rectangle 59">
              <a:extLst>
                <a:ext uri="{FF2B5EF4-FFF2-40B4-BE49-F238E27FC236}">
                  <a16:creationId xmlns:a16="http://schemas.microsoft.com/office/drawing/2014/main" id="{0ECB997F-6353-41C0-969D-99E0D9FA9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8" name="Rectangle 60">
              <a:extLst>
                <a:ext uri="{FF2B5EF4-FFF2-40B4-BE49-F238E27FC236}">
                  <a16:creationId xmlns:a16="http://schemas.microsoft.com/office/drawing/2014/main" id="{B3813237-879A-4A1B-90C1-576480FC2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9" name="Rectangle 61">
              <a:extLst>
                <a:ext uri="{FF2B5EF4-FFF2-40B4-BE49-F238E27FC236}">
                  <a16:creationId xmlns:a16="http://schemas.microsoft.com/office/drawing/2014/main" id="{756E9381-C2E4-4782-AAA8-2CB278C61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0" name="Rectangle 62">
              <a:extLst>
                <a:ext uri="{FF2B5EF4-FFF2-40B4-BE49-F238E27FC236}">
                  <a16:creationId xmlns:a16="http://schemas.microsoft.com/office/drawing/2014/main" id="{B85C720C-9AA2-4A92-B70C-E84F82AD3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1" name="Rectangle 59">
              <a:extLst>
                <a:ext uri="{FF2B5EF4-FFF2-40B4-BE49-F238E27FC236}">
                  <a16:creationId xmlns:a16="http://schemas.microsoft.com/office/drawing/2014/main" id="{723847FE-45F2-4E71-835D-09A3EE2AB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2" name="Rectangle 60">
              <a:extLst>
                <a:ext uri="{FF2B5EF4-FFF2-40B4-BE49-F238E27FC236}">
                  <a16:creationId xmlns:a16="http://schemas.microsoft.com/office/drawing/2014/main" id="{485627CD-1A34-4F0B-A9E3-2D779F39C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3" name="Rectangle 61">
              <a:extLst>
                <a:ext uri="{FF2B5EF4-FFF2-40B4-BE49-F238E27FC236}">
                  <a16:creationId xmlns:a16="http://schemas.microsoft.com/office/drawing/2014/main" id="{3D473EC5-6BE5-48B5-9E63-E7CA52B24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4" name="Rectangle 62">
              <a:extLst>
                <a:ext uri="{FF2B5EF4-FFF2-40B4-BE49-F238E27FC236}">
                  <a16:creationId xmlns:a16="http://schemas.microsoft.com/office/drawing/2014/main" id="{E131EAD3-FE82-4F78-A086-6808C6A16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9588" name="Group 155">
            <a:extLst>
              <a:ext uri="{FF2B5EF4-FFF2-40B4-BE49-F238E27FC236}">
                <a16:creationId xmlns:a16="http://schemas.microsoft.com/office/drawing/2014/main" id="{0BB469E4-5C04-40ED-96F0-7211CAA1EDE2}"/>
              </a:ext>
            </a:extLst>
          </p:cNvPr>
          <p:cNvGrpSpPr>
            <a:grpSpLocks/>
          </p:cNvGrpSpPr>
          <p:nvPr/>
        </p:nvGrpSpPr>
        <p:grpSpPr bwMode="auto">
          <a:xfrm>
            <a:off x="8067675" y="1219200"/>
            <a:ext cx="695325" cy="990600"/>
            <a:chOff x="381000" y="1219200"/>
            <a:chExt cx="694955" cy="990600"/>
          </a:xfrm>
        </p:grpSpPr>
        <p:sp>
          <p:nvSpPr>
            <p:cNvPr id="149611" name="Rectangle 55">
              <a:extLst>
                <a:ext uri="{FF2B5EF4-FFF2-40B4-BE49-F238E27FC236}">
                  <a16:creationId xmlns:a16="http://schemas.microsoft.com/office/drawing/2014/main" id="{C6479115-6C83-416E-AF42-F1DD482C0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2" name="Rectangle 56">
              <a:extLst>
                <a:ext uri="{FF2B5EF4-FFF2-40B4-BE49-F238E27FC236}">
                  <a16:creationId xmlns:a16="http://schemas.microsoft.com/office/drawing/2014/main" id="{A1C2CA8A-E5A9-4E93-B164-717C2EF9C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3" name="Rectangle 57">
              <a:extLst>
                <a:ext uri="{FF2B5EF4-FFF2-40B4-BE49-F238E27FC236}">
                  <a16:creationId xmlns:a16="http://schemas.microsoft.com/office/drawing/2014/main" id="{25CB0BB5-C799-4A68-8E2A-D0B18F0C3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4" name="Rectangle 58">
              <a:extLst>
                <a:ext uri="{FF2B5EF4-FFF2-40B4-BE49-F238E27FC236}">
                  <a16:creationId xmlns:a16="http://schemas.microsoft.com/office/drawing/2014/main" id="{37ABE025-4710-4D7F-A2EF-71A23E4AF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5" name="Rectangle 59">
              <a:extLst>
                <a:ext uri="{FF2B5EF4-FFF2-40B4-BE49-F238E27FC236}">
                  <a16:creationId xmlns:a16="http://schemas.microsoft.com/office/drawing/2014/main" id="{ADB7A31E-2A6F-4CB5-B3F9-EFD821DDD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6" name="Rectangle 60">
              <a:extLst>
                <a:ext uri="{FF2B5EF4-FFF2-40B4-BE49-F238E27FC236}">
                  <a16:creationId xmlns:a16="http://schemas.microsoft.com/office/drawing/2014/main" id="{071409B1-8AF9-46FE-989E-E5815CDBC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7" name="Rectangle 61">
              <a:extLst>
                <a:ext uri="{FF2B5EF4-FFF2-40B4-BE49-F238E27FC236}">
                  <a16:creationId xmlns:a16="http://schemas.microsoft.com/office/drawing/2014/main" id="{8C31D63C-2F2F-45A8-BC2E-9FCB19752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8" name="Rectangle 62">
              <a:extLst>
                <a:ext uri="{FF2B5EF4-FFF2-40B4-BE49-F238E27FC236}">
                  <a16:creationId xmlns:a16="http://schemas.microsoft.com/office/drawing/2014/main" id="{788D6F25-B811-43DA-BBF5-23C64EE80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9" name="Rectangle 59">
              <a:extLst>
                <a:ext uri="{FF2B5EF4-FFF2-40B4-BE49-F238E27FC236}">
                  <a16:creationId xmlns:a16="http://schemas.microsoft.com/office/drawing/2014/main" id="{35D67E09-9BE5-4029-B91A-5BA641DE0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0" name="Rectangle 60">
              <a:extLst>
                <a:ext uri="{FF2B5EF4-FFF2-40B4-BE49-F238E27FC236}">
                  <a16:creationId xmlns:a16="http://schemas.microsoft.com/office/drawing/2014/main" id="{BB8EF1C6-C3CF-4A85-B5CC-D773D1DC8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1" name="Rectangle 61">
              <a:extLst>
                <a:ext uri="{FF2B5EF4-FFF2-40B4-BE49-F238E27FC236}">
                  <a16:creationId xmlns:a16="http://schemas.microsoft.com/office/drawing/2014/main" id="{2E9CECB6-3D0C-4001-9D02-6A367B5B8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06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2" name="Rectangle 62">
              <a:extLst>
                <a:ext uri="{FF2B5EF4-FFF2-40B4-BE49-F238E27FC236}">
                  <a16:creationId xmlns:a16="http://schemas.microsoft.com/office/drawing/2014/main" id="{3BF0C4D1-0F66-44DF-BCF7-84DAE82B8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9589" name="Group 181">
            <a:extLst>
              <a:ext uri="{FF2B5EF4-FFF2-40B4-BE49-F238E27FC236}">
                <a16:creationId xmlns:a16="http://schemas.microsoft.com/office/drawing/2014/main" id="{B888F382-15D4-4427-8A6F-17E742634D45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3429000"/>
            <a:ext cx="696913" cy="990600"/>
            <a:chOff x="381000" y="1219200"/>
            <a:chExt cx="696133" cy="990600"/>
          </a:xfrm>
        </p:grpSpPr>
        <p:sp>
          <p:nvSpPr>
            <p:cNvPr id="149599" name="Rectangle 55">
              <a:extLst>
                <a:ext uri="{FF2B5EF4-FFF2-40B4-BE49-F238E27FC236}">
                  <a16:creationId xmlns:a16="http://schemas.microsoft.com/office/drawing/2014/main" id="{2D1FEBB0-1DB2-44C0-B4B6-3DE2FC00D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0" name="Rectangle 56">
              <a:extLst>
                <a:ext uri="{FF2B5EF4-FFF2-40B4-BE49-F238E27FC236}">
                  <a16:creationId xmlns:a16="http://schemas.microsoft.com/office/drawing/2014/main" id="{FFBA96E9-4E4F-4618-A7CA-BB212670C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1" name="Rectangle 57">
              <a:extLst>
                <a:ext uri="{FF2B5EF4-FFF2-40B4-BE49-F238E27FC236}">
                  <a16:creationId xmlns:a16="http://schemas.microsoft.com/office/drawing/2014/main" id="{02B13890-7F25-4F15-BED8-BB8762EE1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2" name="Rectangle 58">
              <a:extLst>
                <a:ext uri="{FF2B5EF4-FFF2-40B4-BE49-F238E27FC236}">
                  <a16:creationId xmlns:a16="http://schemas.microsoft.com/office/drawing/2014/main" id="{53ECC037-BDE1-4C12-96A4-F10FE263C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3" name="Rectangle 59">
              <a:extLst>
                <a:ext uri="{FF2B5EF4-FFF2-40B4-BE49-F238E27FC236}">
                  <a16:creationId xmlns:a16="http://schemas.microsoft.com/office/drawing/2014/main" id="{D719D356-FD67-461F-89A8-C9371FD7F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4" name="Rectangle 60">
              <a:extLst>
                <a:ext uri="{FF2B5EF4-FFF2-40B4-BE49-F238E27FC236}">
                  <a16:creationId xmlns:a16="http://schemas.microsoft.com/office/drawing/2014/main" id="{EBAE5138-4678-4B1D-BFBC-0238608DC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5" name="Rectangle 61">
              <a:extLst>
                <a:ext uri="{FF2B5EF4-FFF2-40B4-BE49-F238E27FC236}">
                  <a16:creationId xmlns:a16="http://schemas.microsoft.com/office/drawing/2014/main" id="{5E711C8A-3281-4AA6-88EA-AC072A21E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6" name="Rectangle 62">
              <a:extLst>
                <a:ext uri="{FF2B5EF4-FFF2-40B4-BE49-F238E27FC236}">
                  <a16:creationId xmlns:a16="http://schemas.microsoft.com/office/drawing/2014/main" id="{FC3DBEE0-9011-4F63-B60B-F5F990A95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7" name="Rectangle 59">
              <a:extLst>
                <a:ext uri="{FF2B5EF4-FFF2-40B4-BE49-F238E27FC236}">
                  <a16:creationId xmlns:a16="http://schemas.microsoft.com/office/drawing/2014/main" id="{46806AB5-C284-4F4B-8807-80D3789AB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11201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8" name="Rectangle 60">
              <a:extLst>
                <a:ext uri="{FF2B5EF4-FFF2-40B4-BE49-F238E27FC236}">
                  <a16:creationId xmlns:a16="http://schemas.microsoft.com/office/drawing/2014/main" id="{5BE99C46-14A5-4619-8C5D-A482C33B2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9" name="Rectangle 61">
              <a:extLst>
                <a:ext uri="{FF2B5EF4-FFF2-40B4-BE49-F238E27FC236}">
                  <a16:creationId xmlns:a16="http://schemas.microsoft.com/office/drawing/2014/main" id="{EC08642B-7717-40F6-A791-3B3997358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0" name="Rectangle 62">
              <a:extLst>
                <a:ext uri="{FF2B5EF4-FFF2-40B4-BE49-F238E27FC236}">
                  <a16:creationId xmlns:a16="http://schemas.microsoft.com/office/drawing/2014/main" id="{35CFBC79-815B-4297-80CB-8CC91D825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65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49590" name="Rectangle 194">
            <a:extLst>
              <a:ext uri="{FF2B5EF4-FFF2-40B4-BE49-F238E27FC236}">
                <a16:creationId xmlns:a16="http://schemas.microsoft.com/office/drawing/2014/main" id="{5AE68F1D-A6B6-4456-998F-24E9591EF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43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91" name="Oval 113">
            <a:extLst>
              <a:ext uri="{FF2B5EF4-FFF2-40B4-BE49-F238E27FC236}">
                <a16:creationId xmlns:a16="http://schemas.microsoft.com/office/drawing/2014/main" id="{02512570-215D-41E1-BBE2-FE650DC9E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9213" y="3200400"/>
            <a:ext cx="1439862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92" name="Rectangle 196">
            <a:extLst>
              <a:ext uri="{FF2B5EF4-FFF2-40B4-BE49-F238E27FC236}">
                <a16:creationId xmlns:a16="http://schemas.microsoft.com/office/drawing/2014/main" id="{77A92F8C-48C6-4E90-9916-DAE1139D4C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93" name="Rectangle 197">
            <a:extLst>
              <a:ext uri="{FF2B5EF4-FFF2-40B4-BE49-F238E27FC236}">
                <a16:creationId xmlns:a16="http://schemas.microsoft.com/office/drawing/2014/main" id="{B69027C8-D971-4D67-9421-7536309B5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49594" name="Group 1">
            <a:extLst>
              <a:ext uri="{FF2B5EF4-FFF2-40B4-BE49-F238E27FC236}">
                <a16:creationId xmlns:a16="http://schemas.microsoft.com/office/drawing/2014/main" id="{E97E5DE2-E382-4458-B951-0AAEED7AE562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5791200"/>
            <a:ext cx="3703638" cy="461963"/>
            <a:chOff x="2971800" y="5791202"/>
            <a:chExt cx="3703658" cy="461665"/>
          </a:xfrm>
        </p:grpSpPr>
        <p:sp>
          <p:nvSpPr>
            <p:cNvPr id="149595" name="TextBox 2">
              <a:extLst>
                <a:ext uri="{FF2B5EF4-FFF2-40B4-BE49-F238E27FC236}">
                  <a16:creationId xmlns:a16="http://schemas.microsoft.com/office/drawing/2014/main" id="{E0A6D2A2-386C-42B9-85B2-A7B007853E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91202"/>
              <a:ext cx="37036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Overflow =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s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+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cxnSp>
          <p:nvCxnSpPr>
            <p:cNvPr id="149596" name="Straight Connector 134">
              <a:extLst>
                <a:ext uri="{FF2B5EF4-FFF2-40B4-BE49-F238E27FC236}">
                  <a16:creationId xmlns:a16="http://schemas.microsoft.com/office/drawing/2014/main" id="{99C5E96B-0C40-4753-A7B5-63F5E05DE10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9597" name="Straight Connector 169">
              <a:extLst>
                <a:ext uri="{FF2B5EF4-FFF2-40B4-BE49-F238E27FC236}">
                  <a16:creationId xmlns:a16="http://schemas.microsoft.com/office/drawing/2014/main" id="{89E2E209-BD3C-46C1-B8EF-BA43DF0C573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9598" name="Straight Connector 170">
              <a:extLst>
                <a:ext uri="{FF2B5EF4-FFF2-40B4-BE49-F238E27FC236}">
                  <a16:creationId xmlns:a16="http://schemas.microsoft.com/office/drawing/2014/main" id="{EAB3A901-6251-4D36-8CD4-1452D38681C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TextBox 3">
            <a:extLst>
              <a:ext uri="{FF2B5EF4-FFF2-40B4-BE49-F238E27FC236}">
                <a16:creationId xmlns:a16="http://schemas.microsoft.com/office/drawing/2014/main" id="{E685D3A0-06F7-4E13-AFB1-A42776E898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652588"/>
            <a:ext cx="4953000" cy="30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X=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Y=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" pitchFamily="49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S=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 s</a:t>
            </a:r>
            <a:r>
              <a:rPr kumimoji="0" lang="en-US" altLang="en-US" sz="4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" pitchFamily="49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" pitchFamily="49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50530" name="Straight Connector 5">
            <a:extLst>
              <a:ext uri="{FF2B5EF4-FFF2-40B4-BE49-F238E27FC236}">
                <a16:creationId xmlns:a16="http://schemas.microsoft.com/office/drawing/2014/main" id="{0B9F2A93-4C47-40DB-A0E4-0918606955A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93913" y="3336925"/>
            <a:ext cx="5243512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0531" name="TextBox 7">
            <a:extLst>
              <a:ext uri="{FF2B5EF4-FFF2-40B4-BE49-F238E27FC236}">
                <a16:creationId xmlns:a16="http://schemas.microsoft.com/office/drawing/2014/main" id="{3D236DE3-6F33-4F41-BB16-9D67FF8CE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6625" y="1846263"/>
            <a:ext cx="917575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6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</a:t>
            </a:r>
          </a:p>
        </p:txBody>
      </p:sp>
      <p:sp>
        <p:nvSpPr>
          <p:cNvPr id="150532" name="Title 1">
            <a:extLst>
              <a:ext uri="{FF2B5EF4-FFF2-40B4-BE49-F238E27FC236}">
                <a16:creationId xmlns:a16="http://schemas.microsoft.com/office/drawing/2014/main" id="{59F4300F-E3FB-41D6-9A94-B84CAF8BC95F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Another way to look at the overflow issue</a:t>
            </a:r>
          </a:p>
        </p:txBody>
      </p:sp>
      <p:sp>
        <p:nvSpPr>
          <p:cNvPr id="150533" name="TextBox 8">
            <a:extLst>
              <a:ext uri="{FF2B5EF4-FFF2-40B4-BE49-F238E27FC236}">
                <a16:creationId xmlns:a16="http://schemas.microsoft.com/office/drawing/2014/main" id="{05DBFF76-EBC6-427C-8613-4B7424A978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3163" y="4876800"/>
            <a:ext cx="705643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If  both numbers that we are adding have the same sign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but the sum does not, then we have an overflow.</a:t>
            </a:r>
          </a:p>
        </p:txBody>
      </p:sp>
      <p:grpSp>
        <p:nvGrpSpPr>
          <p:cNvPr id="150534" name="Group 1">
            <a:extLst>
              <a:ext uri="{FF2B5EF4-FFF2-40B4-BE49-F238E27FC236}">
                <a16:creationId xmlns:a16="http://schemas.microsoft.com/office/drawing/2014/main" id="{5411A341-FC32-47E3-B519-86B22C7CC1F8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5791200"/>
            <a:ext cx="3703638" cy="461963"/>
            <a:chOff x="2971800" y="5791202"/>
            <a:chExt cx="3703658" cy="461665"/>
          </a:xfrm>
        </p:grpSpPr>
        <p:sp>
          <p:nvSpPr>
            <p:cNvPr id="150536" name="TextBox 2">
              <a:extLst>
                <a:ext uri="{FF2B5EF4-FFF2-40B4-BE49-F238E27FC236}">
                  <a16:creationId xmlns:a16="http://schemas.microsoft.com/office/drawing/2014/main" id="{4A995D07-0CD7-43F2-A9A2-1B5336E84C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91202"/>
              <a:ext cx="37036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Overflow =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s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+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cxnSp>
          <p:nvCxnSpPr>
            <p:cNvPr id="150537" name="Straight Connector 12">
              <a:extLst>
                <a:ext uri="{FF2B5EF4-FFF2-40B4-BE49-F238E27FC236}">
                  <a16:creationId xmlns:a16="http://schemas.microsoft.com/office/drawing/2014/main" id="{2B797232-C5E8-465E-9558-CA4DAE0822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0538" name="Straight Connector 13">
              <a:extLst>
                <a:ext uri="{FF2B5EF4-FFF2-40B4-BE49-F238E27FC236}">
                  <a16:creationId xmlns:a16="http://schemas.microsoft.com/office/drawing/2014/main" id="{2AFA9A32-C5DC-4BF4-B729-B6C8404E59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0539" name="Straight Connector 14">
              <a:extLst>
                <a:ext uri="{FF2B5EF4-FFF2-40B4-BE49-F238E27FC236}">
                  <a16:creationId xmlns:a16="http://schemas.microsoft.com/office/drawing/2014/main" id="{9EE5C524-64CB-449D-84A8-3E2C7635F51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50535" name="Rectangle 8">
            <a:extLst>
              <a:ext uri="{FF2B5EF4-FFF2-40B4-BE49-F238E27FC236}">
                <a16:creationId xmlns:a16="http://schemas.microsoft.com/office/drawing/2014/main" id="{EFAF2B79-98B8-4F16-B307-CFCEFA1AB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9225" y="1738313"/>
            <a:ext cx="609600" cy="2630487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3A2D45C-BCCF-4B6C-9DE9-6B85D2647F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Practice Problem 2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267E978-D582-4ABE-B927-258468DDA7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A97966BF-D65F-4E28-A407-653B2DF03F01}" type="slidenum">
              <a:rPr lang="en-US" altLang="zh-CN" smtClean="0"/>
              <a:pPr>
                <a:defRPr/>
              </a:pPr>
              <a:t>16</a:t>
            </a:fld>
            <a:endParaRPr lang="en-US" altLang="zh-CN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D3F2D51-14D2-4F71-A2BC-28F6DE8A1684}"/>
              </a:ext>
            </a:extLst>
          </p:cNvPr>
          <p:cNvSpPr txBox="1"/>
          <p:nvPr/>
        </p:nvSpPr>
        <p:spPr>
          <a:xfrm>
            <a:off x="90311" y="533400"/>
            <a:ext cx="8991600" cy="24211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Perform the following operations in 2's complement form and identify, if there is any overflow occurs or not.</a:t>
            </a:r>
          </a:p>
          <a:p>
            <a:endParaRPr lang="en-US" sz="1000" dirty="0"/>
          </a:p>
          <a:p>
            <a:pPr lvl="2"/>
            <a:r>
              <a:rPr lang="en-US" dirty="0"/>
              <a:t>	</a:t>
            </a:r>
            <a:r>
              <a:rPr lang="en-US" sz="2800" dirty="0"/>
              <a:t>(-13</a:t>
            </a:r>
            <a:r>
              <a:rPr lang="en-US" sz="2800" baseline="-25000" dirty="0"/>
              <a:t>10</a:t>
            </a:r>
            <a:r>
              <a:rPr lang="en-US" sz="2800" dirty="0"/>
              <a:t>)</a:t>
            </a:r>
          </a:p>
          <a:p>
            <a:pPr lvl="2"/>
            <a:endParaRPr lang="en-US" sz="2800" baseline="-25000" dirty="0"/>
          </a:p>
          <a:p>
            <a:pPr lvl="2"/>
            <a:r>
              <a:rPr lang="en-US" sz="2800" dirty="0"/>
              <a:t>      + </a:t>
            </a:r>
            <a:r>
              <a:rPr lang="en-US" sz="2800"/>
              <a:t>	(- 4</a:t>
            </a:r>
            <a:r>
              <a:rPr lang="en-US" sz="2800" baseline="-25000"/>
              <a:t>10</a:t>
            </a:r>
            <a:r>
              <a:rPr lang="en-US" sz="2800" dirty="0"/>
              <a:t>)</a:t>
            </a:r>
          </a:p>
          <a:p>
            <a:pPr lvl="2"/>
            <a:r>
              <a:rPr lang="en-US" sz="2800" baseline="-25000" dirty="0"/>
              <a:t>-------------------------------------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CD392797-5EBC-450D-A395-EA11C7EE19F2}"/>
                  </a:ext>
                </a:extLst>
              </p14:cNvPr>
              <p14:cNvContentPartPr/>
              <p14:nvPr/>
            </p14:nvContentPartPr>
            <p14:xfrm>
              <a:off x="2046600" y="1133640"/>
              <a:ext cx="6558480" cy="4343760"/>
            </p14:xfrm>
          </p:contentPart>
        </mc:Choice>
        <mc:Fallback xmlns=""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CD392797-5EBC-450D-A395-EA11C7EE19F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37240" y="1124280"/>
                <a:ext cx="6577200" cy="4362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3520234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84E9BE94-6032-40F2-98FC-CD1110FBD6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82C1FB-A275-4CBE-B85C-63204551E734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0390948-5CD1-4A44-B477-7A2736BA475B}"/>
              </a:ext>
            </a:extLst>
          </p:cNvPr>
          <p:cNvSpPr/>
          <p:nvPr/>
        </p:nvSpPr>
        <p:spPr>
          <a:xfrm>
            <a:off x="2438400" y="2362200"/>
            <a:ext cx="4572000" cy="1200329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Fast Adders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Readings 3.4, 3.5</a:t>
            </a:r>
          </a:p>
        </p:txBody>
      </p:sp>
    </p:spTree>
    <p:extLst>
      <p:ext uri="{BB962C8B-B14F-4D97-AF65-F5344CB8AC3E}">
        <p14:creationId xmlns:p14="http://schemas.microsoft.com/office/powerpoint/2010/main" val="213713928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99E59E09-9F95-1C44-9BD1-2914A626C9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Can we perform addition even faster?</a:t>
            </a:r>
          </a:p>
        </p:txBody>
      </p:sp>
      <p:sp>
        <p:nvSpPr>
          <p:cNvPr id="92162" name="Rectangle 3">
            <a:extLst>
              <a:ext uri="{FF2B5EF4-FFF2-40B4-BE49-F238E27FC236}">
                <a16:creationId xmlns:a16="http://schemas.microsoft.com/office/drawing/2014/main" id="{FFF0789E-4596-4294-A1C5-ED198D44BC3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19100" y="1295400"/>
            <a:ext cx="8305800" cy="1066800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altLang="en-US" dirty="0"/>
              <a:t>The goal is to evaluate very fast if the carry from the previous stage will be equal to 0 or 1.</a:t>
            </a:r>
          </a:p>
        </p:txBody>
      </p:sp>
      <p:pic>
        <p:nvPicPr>
          <p:cNvPr id="77" name="Picture 76">
            <a:extLst>
              <a:ext uri="{FF2B5EF4-FFF2-40B4-BE49-F238E27FC236}">
                <a16:creationId xmlns:a16="http://schemas.microsoft.com/office/drawing/2014/main" id="{92C6F22E-82BF-44EC-A79D-9BFD13402B1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0268" y="2971800"/>
            <a:ext cx="7803464" cy="2590800"/>
          </a:xfrm>
          <a:prstGeom prst="rect">
            <a:avLst/>
          </a:prstGeom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Title 1">
            <a:extLst>
              <a:ext uri="{FF2B5EF4-FFF2-40B4-BE49-F238E27FC236}">
                <a16:creationId xmlns:a16="http://schemas.microsoft.com/office/drawing/2014/main" id="{8C662D4E-4628-4A35-BCFD-568CB644E56A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The Full-Adder Circuit</a:t>
            </a:r>
          </a:p>
        </p:txBody>
      </p:sp>
      <p:sp>
        <p:nvSpPr>
          <p:cNvPr id="94210" name="TextBox 125">
            <a:extLst>
              <a:ext uri="{FF2B5EF4-FFF2-40B4-BE49-F238E27FC236}">
                <a16:creationId xmlns:a16="http://schemas.microsoft.com/office/drawing/2014/main" id="{7767E62F-AC59-465C-9628-8D9EB8C312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6477000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3.3c from the textbook ]</a:t>
            </a:r>
          </a:p>
        </p:txBody>
      </p:sp>
      <p:grpSp>
        <p:nvGrpSpPr>
          <p:cNvPr id="94211" name="Group 8">
            <a:extLst>
              <a:ext uri="{FF2B5EF4-FFF2-40B4-BE49-F238E27FC236}">
                <a16:creationId xmlns:a16="http://schemas.microsoft.com/office/drawing/2014/main" id="{70A29CCF-CDEE-4AAC-B607-92ED9830CF30}"/>
              </a:ext>
            </a:extLst>
          </p:cNvPr>
          <p:cNvGrpSpPr>
            <a:grpSpLocks/>
          </p:cNvGrpSpPr>
          <p:nvPr/>
        </p:nvGrpSpPr>
        <p:grpSpPr bwMode="auto">
          <a:xfrm>
            <a:off x="1371600" y="3142337"/>
            <a:ext cx="5527676" cy="2983760"/>
            <a:chOff x="533400" y="1600200"/>
            <a:chExt cx="8482860" cy="4577762"/>
          </a:xfrm>
        </p:grpSpPr>
        <p:pic>
          <p:nvPicPr>
            <p:cNvPr id="94214" name="Picture 2" descr="Screen shot 2013-10-02 at 3.27.17 PM.png">
              <a:extLst>
                <a:ext uri="{FF2B5EF4-FFF2-40B4-BE49-F238E27FC236}">
                  <a16:creationId xmlns:a16="http://schemas.microsoft.com/office/drawing/2014/main" id="{20745C3F-0D36-44E9-B56B-1D72024E4AD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215" name="Picture 5" descr="Screen shot 2013-10-02 at 3.41.08 PM.png">
              <a:extLst>
                <a:ext uri="{FF2B5EF4-FFF2-40B4-BE49-F238E27FC236}">
                  <a16:creationId xmlns:a16="http://schemas.microsoft.com/office/drawing/2014/main" id="{1E5AAD72-2E10-47BF-BFA7-B3B38330FEF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216" name="Picture 7" descr="Screen shot 2013-10-02 at 3.41.14 PM.png">
              <a:extLst>
                <a:ext uri="{FF2B5EF4-FFF2-40B4-BE49-F238E27FC236}">
                  <a16:creationId xmlns:a16="http://schemas.microsoft.com/office/drawing/2014/main" id="{DEF87B0B-4979-48AA-A187-0943B610CAB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4212" name="TextBox 1">
            <a:extLst>
              <a:ext uri="{FF2B5EF4-FFF2-40B4-BE49-F238E27FC236}">
                <a16:creationId xmlns:a16="http://schemas.microsoft.com/office/drawing/2014/main" id="{942701BF-BB24-479E-BF15-977D27BDC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5951538"/>
            <a:ext cx="3906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Let's take a closer look at this.</a:t>
            </a:r>
          </a:p>
        </p:txBody>
      </p:sp>
      <p:sp>
        <p:nvSpPr>
          <p:cNvPr id="94213" name="Oval 113">
            <a:extLst>
              <a:ext uri="{FF2B5EF4-FFF2-40B4-BE49-F238E27FC236}">
                <a16:creationId xmlns:a16="http://schemas.microsoft.com/office/drawing/2014/main" id="{E59E6B94-B209-443F-8D8B-F24F7E50C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3959872"/>
            <a:ext cx="5562600" cy="279017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FA31CCE-A618-4028-AAC6-83705E24CFA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52600" y="589078"/>
            <a:ext cx="6954839" cy="2309051"/>
          </a:xfrm>
          <a:prstGeom prst="rect">
            <a:avLst/>
          </a:prstGeom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4C52564-DE75-9741-8F73-E4DCED2D6B2F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Decomposing the Carry Expression</a:t>
            </a:r>
          </a:p>
        </p:txBody>
      </p:sp>
      <p:sp>
        <p:nvSpPr>
          <p:cNvPr id="95234" name="TextBox 5">
            <a:extLst>
              <a:ext uri="{FF2B5EF4-FFF2-40B4-BE49-F238E27FC236}">
                <a16:creationId xmlns:a16="http://schemas.microsoft.com/office/drawing/2014/main" id="{204B99D5-3BA7-48A0-80D9-486DDC35B0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54F1F6A7-81CC-8B48-80EF-E2363CE0EF6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Decomposing the Carry Expression</a:t>
            </a:r>
          </a:p>
        </p:txBody>
      </p:sp>
      <p:sp>
        <p:nvSpPr>
          <p:cNvPr id="96258" name="TextBox 5">
            <a:extLst>
              <a:ext uri="{FF2B5EF4-FFF2-40B4-BE49-F238E27FC236}">
                <a16:creationId xmlns:a16="http://schemas.microsoft.com/office/drawing/2014/main" id="{327823B2-CC99-4721-9419-3139023793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96259" name="TextBox 6">
            <a:extLst>
              <a:ext uri="{FF2B5EF4-FFF2-40B4-BE49-F238E27FC236}">
                <a16:creationId xmlns:a16="http://schemas.microsoft.com/office/drawing/2014/main" id="{19AB8597-5B2B-4BF5-8FBD-74B2ADFD82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(x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2E32A7B-600E-CD49-BB33-EE7D6B21A70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Decomposing the Carry Expression</a:t>
            </a:r>
          </a:p>
        </p:txBody>
      </p:sp>
      <p:grpSp>
        <p:nvGrpSpPr>
          <p:cNvPr id="97282" name="Group 69">
            <a:extLst>
              <a:ext uri="{FF2B5EF4-FFF2-40B4-BE49-F238E27FC236}">
                <a16:creationId xmlns:a16="http://schemas.microsoft.com/office/drawing/2014/main" id="{815F5EF5-5888-4DA9-84CA-832FCA137F20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3429000"/>
            <a:ext cx="6483350" cy="2971800"/>
            <a:chOff x="1669278" y="3429000"/>
            <a:chExt cx="6484122" cy="2971800"/>
          </a:xfrm>
        </p:grpSpPr>
        <p:sp>
          <p:nvSpPr>
            <p:cNvPr id="97285" name="Line 145">
              <a:extLst>
                <a:ext uri="{FF2B5EF4-FFF2-40B4-BE49-F238E27FC236}">
                  <a16:creationId xmlns:a16="http://schemas.microsoft.com/office/drawing/2014/main" id="{95A32C4D-FBE0-4C80-8538-F1F96B669D2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6834" y="521731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86" name="Freeform 170">
              <a:extLst>
                <a:ext uri="{FF2B5EF4-FFF2-40B4-BE49-F238E27FC236}">
                  <a16:creationId xmlns:a16="http://schemas.microsoft.com/office/drawing/2014/main" id="{B80EBA97-63D6-4878-903E-93DF1162B6D1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11028" y="5503863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87" name="Freeform 171">
              <a:extLst>
                <a:ext uri="{FF2B5EF4-FFF2-40B4-BE49-F238E27FC236}">
                  <a16:creationId xmlns:a16="http://schemas.microsoft.com/office/drawing/2014/main" id="{CEBE4DB6-2020-4E0D-AE13-D8F25A0A57A9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2603" y="55705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88" name="Line 173">
              <a:extLst>
                <a:ext uri="{FF2B5EF4-FFF2-40B4-BE49-F238E27FC236}">
                  <a16:creationId xmlns:a16="http://schemas.microsoft.com/office/drawing/2014/main" id="{09B80E08-DF35-4F7E-A682-36BDF279928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51434" y="5210969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89" name="Line 174">
              <a:extLst>
                <a:ext uri="{FF2B5EF4-FFF2-40B4-BE49-F238E27FC236}">
                  <a16:creationId xmlns:a16="http://schemas.microsoft.com/office/drawing/2014/main" id="{0F844052-BC66-4D7B-B12F-F4A0FCDBB08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500584" y="5026819"/>
              <a:ext cx="1588" cy="666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0" name="Line 177">
              <a:extLst>
                <a:ext uri="{FF2B5EF4-FFF2-40B4-BE49-F238E27FC236}">
                  <a16:creationId xmlns:a16="http://schemas.microsoft.com/office/drawing/2014/main" id="{1B63AABC-B520-490C-A697-547367CE635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3865" y="509270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1" name="Line 226">
              <a:extLst>
                <a:ext uri="{FF2B5EF4-FFF2-40B4-BE49-F238E27FC236}">
                  <a16:creationId xmlns:a16="http://schemas.microsoft.com/office/drawing/2014/main" id="{ABC4B011-400C-4D63-ABCF-8C40F88FFAE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7584" y="508396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2" name="Line 227">
              <a:extLst>
                <a:ext uri="{FF2B5EF4-FFF2-40B4-BE49-F238E27FC236}">
                  <a16:creationId xmlns:a16="http://schemas.microsoft.com/office/drawing/2014/main" id="{DAF7D7E4-E537-4BA3-B9DE-050A01254B7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7584" y="535066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3" name="Line 228">
              <a:extLst>
                <a:ext uri="{FF2B5EF4-FFF2-40B4-BE49-F238E27FC236}">
                  <a16:creationId xmlns:a16="http://schemas.microsoft.com/office/drawing/2014/main" id="{0AAED39F-122A-48DD-858B-DF19530E795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100534" y="5293519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4" name="Line 244">
              <a:extLst>
                <a:ext uri="{FF2B5EF4-FFF2-40B4-BE49-F238E27FC236}">
                  <a16:creationId xmlns:a16="http://schemas.microsoft.com/office/drawing/2014/main" id="{84D825E6-25E2-4F5B-A367-C3791817D6B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3159" y="5779294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5" name="Line 245">
              <a:extLst>
                <a:ext uri="{FF2B5EF4-FFF2-40B4-BE49-F238E27FC236}">
                  <a16:creationId xmlns:a16="http://schemas.microsoft.com/office/drawing/2014/main" id="{382B0E2B-A0D6-4040-B6A2-0730B9B17F7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2684" y="603646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6" name="Line 246">
              <a:extLst>
                <a:ext uri="{FF2B5EF4-FFF2-40B4-BE49-F238E27FC236}">
                  <a16:creationId xmlns:a16="http://schemas.microsoft.com/office/drawing/2014/main" id="{CDFB6BC8-C64D-4202-9DCB-F33A9C6DC83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6148" y="5741692"/>
              <a:ext cx="0" cy="5873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7" name="Line 266">
              <a:extLst>
                <a:ext uri="{FF2B5EF4-FFF2-40B4-BE49-F238E27FC236}">
                  <a16:creationId xmlns:a16="http://schemas.microsoft.com/office/drawing/2014/main" id="{1B415754-C911-4905-B1D7-01F29813866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7584" y="590311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8" name="Line 267">
              <a:extLst>
                <a:ext uri="{FF2B5EF4-FFF2-40B4-BE49-F238E27FC236}">
                  <a16:creationId xmlns:a16="http://schemas.microsoft.com/office/drawing/2014/main" id="{450F3EB8-0986-41C8-9FF7-4FBDB6371B8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7584" y="616981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9" name="Line 269">
              <a:extLst>
                <a:ext uri="{FF2B5EF4-FFF2-40B4-BE49-F238E27FC236}">
                  <a16:creationId xmlns:a16="http://schemas.microsoft.com/office/drawing/2014/main" id="{92983372-A52D-49CB-B747-063361732C5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6834" y="495061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0" name="Line 270">
              <a:extLst>
                <a:ext uri="{FF2B5EF4-FFF2-40B4-BE49-F238E27FC236}">
                  <a16:creationId xmlns:a16="http://schemas.microsoft.com/office/drawing/2014/main" id="{6785305F-F24B-4AE6-BAB3-71FD37DCA75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9940" y="5140325"/>
              <a:ext cx="1588" cy="1730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1" name="Freeform 276">
              <a:extLst>
                <a:ext uri="{FF2B5EF4-FFF2-40B4-BE49-F238E27FC236}">
                  <a16:creationId xmlns:a16="http://schemas.microsoft.com/office/drawing/2014/main" id="{571FC529-A158-455A-84FB-44F09D3EEE98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4609" y="4426744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2" name="AutoShape 293">
              <a:extLst>
                <a:ext uri="{FF2B5EF4-FFF2-40B4-BE49-F238E27FC236}">
                  <a16:creationId xmlns:a16="http://schemas.microsoft.com/office/drawing/2014/main" id="{A5F2027E-F48F-4CB8-932F-7CC74D2E9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140" y="5961063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3" name="AutoShape 296">
              <a:extLst>
                <a:ext uri="{FF2B5EF4-FFF2-40B4-BE49-F238E27FC236}">
                  <a16:creationId xmlns:a16="http://schemas.microsoft.com/office/drawing/2014/main" id="{0D8B3C0E-0881-4F24-9818-A809A681C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0503" y="5005387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97304" name="Group 376">
              <a:extLst>
                <a:ext uri="{FF2B5EF4-FFF2-40B4-BE49-F238E27FC236}">
                  <a16:creationId xmlns:a16="http://schemas.microsoft.com/office/drawing/2014/main" id="{9ABBF924-5E20-4992-94D3-AFD4B8F0C1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9340" y="5106988"/>
              <a:ext cx="604838" cy="488950"/>
              <a:chOff x="3450" y="1331"/>
              <a:chExt cx="321" cy="252"/>
            </a:xfrm>
          </p:grpSpPr>
          <p:sp>
            <p:nvSpPr>
              <p:cNvPr id="97319" name="Freeform 377">
                <a:extLst>
                  <a:ext uri="{FF2B5EF4-FFF2-40B4-BE49-F238E27FC236}">
                    <a16:creationId xmlns:a16="http://schemas.microsoft.com/office/drawing/2014/main" id="{C8C6E442-D77E-4AC0-B6FA-9B99FCA96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7320" name="Freeform 378">
                <a:extLst>
                  <a:ext uri="{FF2B5EF4-FFF2-40B4-BE49-F238E27FC236}">
                    <a16:creationId xmlns:a16="http://schemas.microsoft.com/office/drawing/2014/main" id="{700365C4-2F92-412E-95F3-7CDBE4A09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7321" name="Freeform 379">
                <a:extLst>
                  <a:ext uri="{FF2B5EF4-FFF2-40B4-BE49-F238E27FC236}">
                    <a16:creationId xmlns:a16="http://schemas.microsoft.com/office/drawing/2014/main" id="{D8987A69-B153-4F1A-9AE2-8EFAC8067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7322" name="Freeform 380">
                <a:extLst>
                  <a:ext uri="{FF2B5EF4-FFF2-40B4-BE49-F238E27FC236}">
                    <a16:creationId xmlns:a16="http://schemas.microsoft.com/office/drawing/2014/main" id="{56280348-32CF-4181-90BE-DD421751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7323" name="Freeform 381">
                <a:extLst>
                  <a:ext uri="{FF2B5EF4-FFF2-40B4-BE49-F238E27FC236}">
                    <a16:creationId xmlns:a16="http://schemas.microsoft.com/office/drawing/2014/main" id="{F000838F-E9FD-43E5-82A9-F3A2B3F00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97305" name="Group 400">
              <a:extLst>
                <a:ext uri="{FF2B5EF4-FFF2-40B4-BE49-F238E27FC236}">
                  <a16:creationId xmlns:a16="http://schemas.microsoft.com/office/drawing/2014/main" id="{59D7F0CF-C650-467E-ABF0-7A4F810341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6504" y="5799138"/>
              <a:ext cx="604837" cy="488950"/>
              <a:chOff x="3450" y="1331"/>
              <a:chExt cx="321" cy="252"/>
            </a:xfrm>
          </p:grpSpPr>
          <p:sp>
            <p:nvSpPr>
              <p:cNvPr id="97314" name="Freeform 401">
                <a:extLst>
                  <a:ext uri="{FF2B5EF4-FFF2-40B4-BE49-F238E27FC236}">
                    <a16:creationId xmlns:a16="http://schemas.microsoft.com/office/drawing/2014/main" id="{F2B24C56-C160-4C70-80A9-06CD344E8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7315" name="Freeform 402">
                <a:extLst>
                  <a:ext uri="{FF2B5EF4-FFF2-40B4-BE49-F238E27FC236}">
                    <a16:creationId xmlns:a16="http://schemas.microsoft.com/office/drawing/2014/main" id="{546E5D96-D642-41B3-90F5-24E60137F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7316" name="Freeform 403">
                <a:extLst>
                  <a:ext uri="{FF2B5EF4-FFF2-40B4-BE49-F238E27FC236}">
                    <a16:creationId xmlns:a16="http://schemas.microsoft.com/office/drawing/2014/main" id="{39938A17-12CE-4BFC-A123-F54537405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7317" name="Freeform 404">
                <a:extLst>
                  <a:ext uri="{FF2B5EF4-FFF2-40B4-BE49-F238E27FC236}">
                    <a16:creationId xmlns:a16="http://schemas.microsoft.com/office/drawing/2014/main" id="{B00082EE-7A5E-4D67-831C-602BFB629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7318" name="Freeform 405">
                <a:extLst>
                  <a:ext uri="{FF2B5EF4-FFF2-40B4-BE49-F238E27FC236}">
                    <a16:creationId xmlns:a16="http://schemas.microsoft.com/office/drawing/2014/main" id="{D5BD6503-1DD3-4C3A-B611-4B9D68254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7306" name="TextBox 38">
              <a:extLst>
                <a:ext uri="{FF2B5EF4-FFF2-40B4-BE49-F238E27FC236}">
                  <a16:creationId xmlns:a16="http://schemas.microsoft.com/office/drawing/2014/main" id="{C6D27FEE-C2F0-4B50-82F2-DE7530131A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2796" y="4124272"/>
              <a:ext cx="48789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97307" name="TextBox 39">
              <a:extLst>
                <a:ext uri="{FF2B5EF4-FFF2-40B4-BE49-F238E27FC236}">
                  <a16:creationId xmlns:a16="http://schemas.microsoft.com/office/drawing/2014/main" id="{656D51D6-B330-4AA0-9BF8-B0B0E3B525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9278" y="5173663"/>
              <a:ext cx="48789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97308" name="Freeform 278">
              <a:extLst>
                <a:ext uri="{FF2B5EF4-FFF2-40B4-BE49-F238E27FC236}">
                  <a16:creationId xmlns:a16="http://schemas.microsoft.com/office/drawing/2014/main" id="{D0DB5C07-1B13-498B-BF0F-BA0CA0E4AE6D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4287" y="5460583"/>
              <a:ext cx="64008" cy="64008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9" name="Freeform 278">
              <a:extLst>
                <a:ext uri="{FF2B5EF4-FFF2-40B4-BE49-F238E27FC236}">
                  <a16:creationId xmlns:a16="http://schemas.microsoft.com/office/drawing/2014/main" id="{FCF8D327-4F4F-423D-BDA1-E30EABFFF4DA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9974" y="5201935"/>
              <a:ext cx="64008" cy="64008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0" name="Freeform 171">
              <a:extLst>
                <a:ext uri="{FF2B5EF4-FFF2-40B4-BE49-F238E27FC236}">
                  <a16:creationId xmlns:a16="http://schemas.microsoft.com/office/drawing/2014/main" id="{B457EC5A-5519-4F6A-AA21-1D0089034C58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701886" y="5761648"/>
              <a:ext cx="797657" cy="300892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1" name="TextBox 65">
              <a:extLst>
                <a:ext uri="{FF2B5EF4-FFF2-40B4-BE49-F238E27FC236}">
                  <a16:creationId xmlns:a16="http://schemas.microsoft.com/office/drawing/2014/main" id="{53C7F389-8A2A-40C1-860D-06F7E00F09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278" y="5685693"/>
              <a:ext cx="76912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i+1</a:t>
              </a:r>
            </a:p>
          </p:txBody>
        </p:sp>
        <p:sp>
          <p:nvSpPr>
            <p:cNvPr id="97312" name="Freeform 191">
              <a:extLst>
                <a:ext uri="{FF2B5EF4-FFF2-40B4-BE49-F238E27FC236}">
                  <a16:creationId xmlns:a16="http://schemas.microsoft.com/office/drawing/2014/main" id="{0DA3489C-FC06-4A52-8825-794F53DF8D8F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619" y="4394994"/>
              <a:ext cx="11318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3" name="TextBox 68">
              <a:extLst>
                <a:ext uri="{FF2B5EF4-FFF2-40B4-BE49-F238E27FC236}">
                  <a16:creationId xmlns:a16="http://schemas.microsoft.com/office/drawing/2014/main" id="{DD8A55A7-FAEA-4CA1-86A2-05042EE800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014" y="3429000"/>
              <a:ext cx="48789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</p:grpSp>
      <p:sp>
        <p:nvSpPr>
          <p:cNvPr id="97283" name="TextBox 70">
            <a:extLst>
              <a:ext uri="{FF2B5EF4-FFF2-40B4-BE49-F238E27FC236}">
                <a16:creationId xmlns:a16="http://schemas.microsoft.com/office/drawing/2014/main" id="{3513E477-C9AB-494B-83B1-5FF2CFAFDD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97284" name="TextBox 71">
            <a:extLst>
              <a:ext uri="{FF2B5EF4-FFF2-40B4-BE49-F238E27FC236}">
                <a16:creationId xmlns:a16="http://schemas.microsoft.com/office/drawing/2014/main" id="{C4C7A947-1E81-4D27-96AB-3DEABAB559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(x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Rectangle 2">
            <a:extLst>
              <a:ext uri="{FF2B5EF4-FFF2-40B4-BE49-F238E27FC236}">
                <a16:creationId xmlns:a16="http://schemas.microsoft.com/office/drawing/2014/main" id="{81D0EB2A-511A-4F2C-96CE-7287A70BF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Another Way to Draw the Full-Adder Circuit</a:t>
            </a:r>
          </a:p>
        </p:txBody>
      </p:sp>
      <p:grpSp>
        <p:nvGrpSpPr>
          <p:cNvPr id="98306" name="Group 1">
            <a:extLst>
              <a:ext uri="{FF2B5EF4-FFF2-40B4-BE49-F238E27FC236}">
                <a16:creationId xmlns:a16="http://schemas.microsoft.com/office/drawing/2014/main" id="{90C426EB-6FB6-45C1-A5B4-FC56F6D726A2}"/>
              </a:ext>
            </a:extLst>
          </p:cNvPr>
          <p:cNvGrpSpPr>
            <a:grpSpLocks/>
          </p:cNvGrpSpPr>
          <p:nvPr/>
        </p:nvGrpSpPr>
        <p:grpSpPr bwMode="auto">
          <a:xfrm>
            <a:off x="1666875" y="3429000"/>
            <a:ext cx="6564313" cy="2971800"/>
            <a:chOff x="1666875" y="3429000"/>
            <a:chExt cx="6564313" cy="2971800"/>
          </a:xfrm>
        </p:grpSpPr>
        <p:sp>
          <p:nvSpPr>
            <p:cNvPr id="98309" name="Line 145">
              <a:extLst>
                <a:ext uri="{FF2B5EF4-FFF2-40B4-BE49-F238E27FC236}">
                  <a16:creationId xmlns:a16="http://schemas.microsoft.com/office/drawing/2014/main" id="{BA89FE69-5568-4AA9-B1D2-980312A5F85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52173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10" name="Freeform 170">
              <a:extLst>
                <a:ext uri="{FF2B5EF4-FFF2-40B4-BE49-F238E27FC236}">
                  <a16:creationId xmlns:a16="http://schemas.microsoft.com/office/drawing/2014/main" id="{D6C74827-D1CD-4682-A868-6C05A36B8C56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08536" y="5503864"/>
              <a:ext cx="685800" cy="133347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11" name="Freeform 171">
              <a:extLst>
                <a:ext uri="{FF2B5EF4-FFF2-40B4-BE49-F238E27FC236}">
                  <a16:creationId xmlns:a16="http://schemas.microsoft.com/office/drawing/2014/main" id="{A2E3ABBD-7247-4F53-93E4-7AA6C3104D66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0166" y="5570539"/>
              <a:ext cx="819150" cy="133347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12" name="Freeform 172">
              <a:extLst>
                <a:ext uri="{FF2B5EF4-FFF2-40B4-BE49-F238E27FC236}">
                  <a16:creationId xmlns:a16="http://schemas.microsoft.com/office/drawing/2014/main" id="{795222A9-2DB7-4C6F-9F11-4F722EE9E8A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13028" y="4494233"/>
              <a:ext cx="1752600" cy="188591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13" name="Line 173">
              <a:extLst>
                <a:ext uri="{FF2B5EF4-FFF2-40B4-BE49-F238E27FC236}">
                  <a16:creationId xmlns:a16="http://schemas.microsoft.com/office/drawing/2014/main" id="{B0E4558E-259D-44EF-AAFE-13C6E62291B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48962" y="5210990"/>
              <a:ext cx="0" cy="19382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14" name="Line 174">
              <a:extLst>
                <a:ext uri="{FF2B5EF4-FFF2-40B4-BE49-F238E27FC236}">
                  <a16:creationId xmlns:a16="http://schemas.microsoft.com/office/drawing/2014/main" id="{B422DD3C-BAD9-4E84-8592-E27C9285446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498121" y="5026826"/>
              <a:ext cx="1588" cy="6667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15" name="Line 175">
              <a:extLst>
                <a:ext uri="{FF2B5EF4-FFF2-40B4-BE49-F238E27FC236}">
                  <a16:creationId xmlns:a16="http://schemas.microsoft.com/office/drawing/2014/main" id="{A9C3BF85-7CAC-4323-830E-BF8DECDE5B9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955208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16" name="Line 176">
              <a:extLst>
                <a:ext uri="{FF2B5EF4-FFF2-40B4-BE49-F238E27FC236}">
                  <a16:creationId xmlns:a16="http://schemas.microsoft.com/office/drawing/2014/main" id="{0FF17621-F76E-4724-9DA4-E536DB72515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2495" y="4067281"/>
              <a:ext cx="4543" cy="458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17" name="Line 177">
              <a:extLst>
                <a:ext uri="{FF2B5EF4-FFF2-40B4-BE49-F238E27FC236}">
                  <a16:creationId xmlns:a16="http://schemas.microsoft.com/office/drawing/2014/main" id="{AF1D6249-E0B8-4D1A-902F-73405B4BC82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1438" y="5092708"/>
              <a:ext cx="1588" cy="8016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18" name="Line 189">
              <a:extLst>
                <a:ext uri="{FF2B5EF4-FFF2-40B4-BE49-F238E27FC236}">
                  <a16:creationId xmlns:a16="http://schemas.microsoft.com/office/drawing/2014/main" id="{F451358D-F1E4-430A-A887-0C48E9D86F8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6660250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19" name="Freeform 191">
              <a:extLst>
                <a:ext uri="{FF2B5EF4-FFF2-40B4-BE49-F238E27FC236}">
                  <a16:creationId xmlns:a16="http://schemas.microsoft.com/office/drawing/2014/main" id="{D434FF35-F617-49B3-BFC3-99AE092868CF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992" y="4394997"/>
              <a:ext cx="1131888" cy="266694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20" name="Line 226">
              <a:extLst>
                <a:ext uri="{FF2B5EF4-FFF2-40B4-BE49-F238E27FC236}">
                  <a16:creationId xmlns:a16="http://schemas.microsoft.com/office/drawing/2014/main" id="{5D92E479-A812-47A9-BCF9-A04F2DA08B1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0839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21" name="Line 227">
              <a:extLst>
                <a:ext uri="{FF2B5EF4-FFF2-40B4-BE49-F238E27FC236}">
                  <a16:creationId xmlns:a16="http://schemas.microsoft.com/office/drawing/2014/main" id="{31F5E43A-65C9-4D8E-9252-CE5EBDAEC80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3506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22" name="Line 228">
              <a:extLst>
                <a:ext uri="{FF2B5EF4-FFF2-40B4-BE49-F238E27FC236}">
                  <a16:creationId xmlns:a16="http://schemas.microsoft.com/office/drawing/2014/main" id="{66806737-4453-4EF3-9D89-28803DC5262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098080" y="529352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23" name="Line 234">
              <a:extLst>
                <a:ext uri="{FF2B5EF4-FFF2-40B4-BE49-F238E27FC236}">
                  <a16:creationId xmlns:a16="http://schemas.microsoft.com/office/drawing/2014/main" id="{2F5A3F48-EE6D-4280-9BCA-33773A4A740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36262" y="445532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24" name="Line 235">
              <a:extLst>
                <a:ext uri="{FF2B5EF4-FFF2-40B4-BE49-F238E27FC236}">
                  <a16:creationId xmlns:a16="http://schemas.microsoft.com/office/drawing/2014/main" id="{293A0BDE-9DF2-497B-A47D-B16C04844E2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717295" y="436007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25" name="Line 242">
              <a:extLst>
                <a:ext uri="{FF2B5EF4-FFF2-40B4-BE49-F238E27FC236}">
                  <a16:creationId xmlns:a16="http://schemas.microsoft.com/office/drawing/2014/main" id="{93BE698F-B894-4A6E-9344-76BCCECA22C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36262" y="432197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26" name="Line 244">
              <a:extLst>
                <a:ext uri="{FF2B5EF4-FFF2-40B4-BE49-F238E27FC236}">
                  <a16:creationId xmlns:a16="http://schemas.microsoft.com/office/drawing/2014/main" id="{78253E11-CE40-4DE7-BBD7-E620C98D399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0663" y="5779297"/>
              <a:ext cx="1588" cy="2666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27" name="Line 245">
              <a:extLst>
                <a:ext uri="{FF2B5EF4-FFF2-40B4-BE49-F238E27FC236}">
                  <a16:creationId xmlns:a16="http://schemas.microsoft.com/office/drawing/2014/main" id="{D37637B0-01FC-4112-AFF1-E0C7EAB2938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0188" y="60364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28" name="Line 246">
              <a:extLst>
                <a:ext uri="{FF2B5EF4-FFF2-40B4-BE49-F238E27FC236}">
                  <a16:creationId xmlns:a16="http://schemas.microsoft.com/office/drawing/2014/main" id="{27A77153-166A-4C80-B3B7-28FCC54022F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3632" y="5741698"/>
              <a:ext cx="0" cy="5873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29" name="Line 266">
              <a:extLst>
                <a:ext uri="{FF2B5EF4-FFF2-40B4-BE49-F238E27FC236}">
                  <a16:creationId xmlns:a16="http://schemas.microsoft.com/office/drawing/2014/main" id="{00306ACE-84B1-4581-B901-B367FE2663A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59031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30" name="Line 267">
              <a:extLst>
                <a:ext uri="{FF2B5EF4-FFF2-40B4-BE49-F238E27FC236}">
                  <a16:creationId xmlns:a16="http://schemas.microsoft.com/office/drawing/2014/main" id="{A02E9EAB-7512-4FA9-A252-394871CA019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61698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31" name="Line 269">
              <a:extLst>
                <a:ext uri="{FF2B5EF4-FFF2-40B4-BE49-F238E27FC236}">
                  <a16:creationId xmlns:a16="http://schemas.microsoft.com/office/drawing/2014/main" id="{F5654D25-A4DA-4170-B4D2-A2FBC1D0B1A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49506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32" name="Line 270">
              <a:extLst>
                <a:ext uri="{FF2B5EF4-FFF2-40B4-BE49-F238E27FC236}">
                  <a16:creationId xmlns:a16="http://schemas.microsoft.com/office/drawing/2014/main" id="{BB236E28-F589-4DA8-89DE-C9158D4C330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7452" y="5140327"/>
              <a:ext cx="1588" cy="1730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33" name="Freeform 276">
              <a:extLst>
                <a:ext uri="{FF2B5EF4-FFF2-40B4-BE49-F238E27FC236}">
                  <a16:creationId xmlns:a16="http://schemas.microsoft.com/office/drawing/2014/main" id="{80FF37E6-BA51-436D-BB8C-4D4E21DE6132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2182" y="4426752"/>
              <a:ext cx="800100" cy="801671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34" name="Freeform 278">
              <a:extLst>
                <a:ext uri="{FF2B5EF4-FFF2-40B4-BE49-F238E27FC236}">
                  <a16:creationId xmlns:a16="http://schemas.microsoft.com/office/drawing/2014/main" id="{3E7A1431-F385-4702-97C6-886B43341796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77628" y="4389061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35" name="AutoShape 293">
              <a:extLst>
                <a:ext uri="{FF2B5EF4-FFF2-40B4-BE49-F238E27FC236}">
                  <a16:creationId xmlns:a16="http://schemas.microsoft.com/office/drawing/2014/main" id="{40E4FFF5-3FF0-410B-9168-411B8AFAC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698" y="5961063"/>
              <a:ext cx="49211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36" name="AutoShape 296">
              <a:extLst>
                <a:ext uri="{FF2B5EF4-FFF2-40B4-BE49-F238E27FC236}">
                  <a16:creationId xmlns:a16="http://schemas.microsoft.com/office/drawing/2014/main" id="{4FB3C2AC-4244-4600-BDE5-0F8610BC7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027" y="5005387"/>
              <a:ext cx="49370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98337" name="Group 376">
              <a:extLst>
                <a:ext uri="{FF2B5EF4-FFF2-40B4-BE49-F238E27FC236}">
                  <a16:creationId xmlns:a16="http://schemas.microsoft.com/office/drawing/2014/main" id="{1D4D1F4B-9EE2-43C8-B939-31CC78C4FC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6900" y="5106988"/>
              <a:ext cx="604825" cy="488950"/>
              <a:chOff x="3450" y="1331"/>
              <a:chExt cx="321" cy="252"/>
            </a:xfrm>
          </p:grpSpPr>
          <p:sp>
            <p:nvSpPr>
              <p:cNvPr id="98361" name="Freeform 377">
                <a:extLst>
                  <a:ext uri="{FF2B5EF4-FFF2-40B4-BE49-F238E27FC236}">
                    <a16:creationId xmlns:a16="http://schemas.microsoft.com/office/drawing/2014/main" id="{34617A4D-E011-4E08-ACE5-8B7A2D2A2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8362" name="Freeform 378">
                <a:extLst>
                  <a:ext uri="{FF2B5EF4-FFF2-40B4-BE49-F238E27FC236}">
                    <a16:creationId xmlns:a16="http://schemas.microsoft.com/office/drawing/2014/main" id="{CC6D0210-3EC2-4ECC-8E45-C965C5B63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8363" name="Freeform 379">
                <a:extLst>
                  <a:ext uri="{FF2B5EF4-FFF2-40B4-BE49-F238E27FC236}">
                    <a16:creationId xmlns:a16="http://schemas.microsoft.com/office/drawing/2014/main" id="{12EDF1FF-6FF9-4C03-96C2-E9E8696C8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8364" name="Freeform 380">
                <a:extLst>
                  <a:ext uri="{FF2B5EF4-FFF2-40B4-BE49-F238E27FC236}">
                    <a16:creationId xmlns:a16="http://schemas.microsoft.com/office/drawing/2014/main" id="{CABCC0A7-BBC7-4AAD-914B-21E5BD047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8365" name="Freeform 381">
                <a:extLst>
                  <a:ext uri="{FF2B5EF4-FFF2-40B4-BE49-F238E27FC236}">
                    <a16:creationId xmlns:a16="http://schemas.microsoft.com/office/drawing/2014/main" id="{67ED01AB-AEDD-4127-8276-5E29EBB31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98338" name="Group 424">
              <a:extLst>
                <a:ext uri="{FF2B5EF4-FFF2-40B4-BE49-F238E27FC236}">
                  <a16:creationId xmlns:a16="http://schemas.microsoft.com/office/drawing/2014/main" id="{7C632710-5723-4418-872E-42DF3ECD4E0C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5078336" y="4087819"/>
              <a:ext cx="488950" cy="682611"/>
              <a:chOff x="4229" y="1985"/>
              <a:chExt cx="308" cy="430"/>
            </a:xfrm>
          </p:grpSpPr>
          <p:sp>
            <p:nvSpPr>
              <p:cNvPr id="98353" name="Freeform 324">
                <a:extLst>
                  <a:ext uri="{FF2B5EF4-FFF2-40B4-BE49-F238E27FC236}">
                    <a16:creationId xmlns:a16="http://schemas.microsoft.com/office/drawing/2014/main" id="{D1D68DD4-401D-4FEA-9BB6-3BD5BD015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8354" name="Freeform 325">
                <a:extLst>
                  <a:ext uri="{FF2B5EF4-FFF2-40B4-BE49-F238E27FC236}">
                    <a16:creationId xmlns:a16="http://schemas.microsoft.com/office/drawing/2014/main" id="{4FC94930-8D0B-4FC3-B7E2-9345B6AB7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98355" name="Group 388">
                <a:extLst>
                  <a:ext uri="{FF2B5EF4-FFF2-40B4-BE49-F238E27FC236}">
                    <a16:creationId xmlns:a16="http://schemas.microsoft.com/office/drawing/2014/main" id="{F450CD14-CCC2-44F0-A53E-B698EE4825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98356" name="Freeform 389">
                  <a:extLst>
                    <a:ext uri="{FF2B5EF4-FFF2-40B4-BE49-F238E27FC236}">
                      <a16:creationId xmlns:a16="http://schemas.microsoft.com/office/drawing/2014/main" id="{C16A0FA6-F28A-48B2-B628-01A6275368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357" name="Freeform 390">
                  <a:extLst>
                    <a:ext uri="{FF2B5EF4-FFF2-40B4-BE49-F238E27FC236}">
                      <a16:creationId xmlns:a16="http://schemas.microsoft.com/office/drawing/2014/main" id="{63B59583-19BB-414A-A1F0-D94E178002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358" name="Freeform 391">
                  <a:extLst>
                    <a:ext uri="{FF2B5EF4-FFF2-40B4-BE49-F238E27FC236}">
                      <a16:creationId xmlns:a16="http://schemas.microsoft.com/office/drawing/2014/main" id="{665DD62B-3682-4923-A1EB-E718D16D96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359" name="Freeform 392">
                  <a:extLst>
                    <a:ext uri="{FF2B5EF4-FFF2-40B4-BE49-F238E27FC236}">
                      <a16:creationId xmlns:a16="http://schemas.microsoft.com/office/drawing/2014/main" id="{8DE88D7C-6F99-41AB-A5A4-1A66DFF122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360" name="Freeform 393">
                  <a:extLst>
                    <a:ext uri="{FF2B5EF4-FFF2-40B4-BE49-F238E27FC236}">
                      <a16:creationId xmlns:a16="http://schemas.microsoft.com/office/drawing/2014/main" id="{C8068C62-A501-43E5-807F-7C873F0B32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98339" name="Group 400">
              <a:extLst>
                <a:ext uri="{FF2B5EF4-FFF2-40B4-BE49-F238E27FC236}">
                  <a16:creationId xmlns:a16="http://schemas.microsoft.com/office/drawing/2014/main" id="{3E5203D1-7016-4061-AE18-537E7C4E9C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4006" y="5799138"/>
              <a:ext cx="604824" cy="488950"/>
              <a:chOff x="3450" y="1331"/>
              <a:chExt cx="321" cy="252"/>
            </a:xfrm>
          </p:grpSpPr>
          <p:sp>
            <p:nvSpPr>
              <p:cNvPr id="98348" name="Freeform 401">
                <a:extLst>
                  <a:ext uri="{FF2B5EF4-FFF2-40B4-BE49-F238E27FC236}">
                    <a16:creationId xmlns:a16="http://schemas.microsoft.com/office/drawing/2014/main" id="{E7B48878-7C6C-4572-9FA3-0931178ED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8349" name="Freeform 402">
                <a:extLst>
                  <a:ext uri="{FF2B5EF4-FFF2-40B4-BE49-F238E27FC236}">
                    <a16:creationId xmlns:a16="http://schemas.microsoft.com/office/drawing/2014/main" id="{750561C8-6882-4522-9D12-E76F69B4C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8350" name="Freeform 403">
                <a:extLst>
                  <a:ext uri="{FF2B5EF4-FFF2-40B4-BE49-F238E27FC236}">
                    <a16:creationId xmlns:a16="http://schemas.microsoft.com/office/drawing/2014/main" id="{B26583DF-D720-4A05-8E24-7811F0944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8351" name="Freeform 404">
                <a:extLst>
                  <a:ext uri="{FF2B5EF4-FFF2-40B4-BE49-F238E27FC236}">
                    <a16:creationId xmlns:a16="http://schemas.microsoft.com/office/drawing/2014/main" id="{7D37EC20-8DFE-4B1A-9732-0292AE72C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8352" name="Freeform 405">
                <a:extLst>
                  <a:ext uri="{FF2B5EF4-FFF2-40B4-BE49-F238E27FC236}">
                    <a16:creationId xmlns:a16="http://schemas.microsoft.com/office/drawing/2014/main" id="{D275CD1F-69AB-490B-8353-E23F48FE0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8340" name="TextBox 92">
              <a:extLst>
                <a:ext uri="{FF2B5EF4-FFF2-40B4-BE49-F238E27FC236}">
                  <a16:creationId xmlns:a16="http://schemas.microsoft.com/office/drawing/2014/main" id="{98D5A3B9-D854-4259-A5D4-7EF9F2F7E9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393" y="4124272"/>
              <a:ext cx="4878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98341" name="TextBox 93">
              <a:extLst>
                <a:ext uri="{FF2B5EF4-FFF2-40B4-BE49-F238E27FC236}">
                  <a16:creationId xmlns:a16="http://schemas.microsoft.com/office/drawing/2014/main" id="{D7980ABB-D819-44A5-87AA-04F26B73F0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6875" y="5173663"/>
              <a:ext cx="4878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98342" name="TextBox 94">
              <a:extLst>
                <a:ext uri="{FF2B5EF4-FFF2-40B4-BE49-F238E27FC236}">
                  <a16:creationId xmlns:a16="http://schemas.microsoft.com/office/drawing/2014/main" id="{344E8CF2-8155-4868-A32E-A0B1F2B1C5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393" y="3429000"/>
              <a:ext cx="4878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98343" name="Freeform 278">
              <a:extLst>
                <a:ext uri="{FF2B5EF4-FFF2-40B4-BE49-F238E27FC236}">
                  <a16:creationId xmlns:a16="http://schemas.microsoft.com/office/drawing/2014/main" id="{9D97C12D-D50E-44E0-8A8E-0B4741AA3C4B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4540454" y="425926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44" name="Freeform 278">
              <a:extLst>
                <a:ext uri="{FF2B5EF4-FFF2-40B4-BE49-F238E27FC236}">
                  <a16:creationId xmlns:a16="http://schemas.microsoft.com/office/drawing/2014/main" id="{15D13B5E-C88C-4A2C-A132-8AA2FDD7CF6C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1857" y="546058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45" name="Freeform 278">
              <a:extLst>
                <a:ext uri="{FF2B5EF4-FFF2-40B4-BE49-F238E27FC236}">
                  <a16:creationId xmlns:a16="http://schemas.microsoft.com/office/drawing/2014/main" id="{B93C056C-C439-492D-AC44-98EFB4EFC0E1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7538" y="5201936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346" name="TextBox 118">
              <a:extLst>
                <a:ext uri="{FF2B5EF4-FFF2-40B4-BE49-F238E27FC236}">
                  <a16:creationId xmlns:a16="http://schemas.microsoft.com/office/drawing/2014/main" id="{71FDAD34-8173-4791-B6F0-626F816DA0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594" y="5685693"/>
              <a:ext cx="76910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i+1</a:t>
              </a:r>
            </a:p>
          </p:txBody>
        </p:sp>
        <p:sp>
          <p:nvSpPr>
            <p:cNvPr id="98347" name="TextBox 119">
              <a:extLst>
                <a:ext uri="{FF2B5EF4-FFF2-40B4-BE49-F238E27FC236}">
                  <a16:creationId xmlns:a16="http://schemas.microsoft.com/office/drawing/2014/main" id="{C19439D5-EBCB-41D1-AF1A-719F942557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939" y="4073772"/>
              <a:ext cx="46824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</p:grpSp>
      <p:sp>
        <p:nvSpPr>
          <p:cNvPr id="98307" name="TextBox 120">
            <a:extLst>
              <a:ext uri="{FF2B5EF4-FFF2-40B4-BE49-F238E27FC236}">
                <a16:creationId xmlns:a16="http://schemas.microsoft.com/office/drawing/2014/main" id="{38D75AB2-517F-4A25-845B-082D186BB8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98308" name="TextBox 121">
            <a:extLst>
              <a:ext uri="{FF2B5EF4-FFF2-40B4-BE49-F238E27FC236}">
                <a16:creationId xmlns:a16="http://schemas.microsoft.com/office/drawing/2014/main" id="{DC5B86C7-BFA8-4622-9EFE-BEDACB651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(x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Rectangle 2">
            <a:extLst>
              <a:ext uri="{FF2B5EF4-FFF2-40B4-BE49-F238E27FC236}">
                <a16:creationId xmlns:a16="http://schemas.microsoft.com/office/drawing/2014/main" id="{2EC2C1C1-7B54-48DF-A9A8-A9ECC69F81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Another Way to Draw the Full-Adder Circuit</a:t>
            </a:r>
          </a:p>
        </p:txBody>
      </p:sp>
      <p:sp>
        <p:nvSpPr>
          <p:cNvPr id="99330" name="TextBox 121">
            <a:extLst>
              <a:ext uri="{FF2B5EF4-FFF2-40B4-BE49-F238E27FC236}">
                <a16:creationId xmlns:a16="http://schemas.microsoft.com/office/drawing/2014/main" id="{D9D10683-5020-4146-9FF6-F441B847D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371600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(x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grpSp>
        <p:nvGrpSpPr>
          <p:cNvPr id="99331" name="Group 1">
            <a:extLst>
              <a:ext uri="{FF2B5EF4-FFF2-40B4-BE49-F238E27FC236}">
                <a16:creationId xmlns:a16="http://schemas.microsoft.com/office/drawing/2014/main" id="{BF4FC9CD-1D2D-417B-B446-8EDD1BF7D16A}"/>
              </a:ext>
            </a:extLst>
          </p:cNvPr>
          <p:cNvGrpSpPr>
            <a:grpSpLocks/>
          </p:cNvGrpSpPr>
          <p:nvPr/>
        </p:nvGrpSpPr>
        <p:grpSpPr bwMode="auto">
          <a:xfrm>
            <a:off x="1666875" y="2703512"/>
            <a:ext cx="6564313" cy="2971800"/>
            <a:chOff x="1666875" y="3429000"/>
            <a:chExt cx="6564313" cy="2971800"/>
          </a:xfrm>
        </p:grpSpPr>
        <p:sp>
          <p:nvSpPr>
            <p:cNvPr id="99332" name="Line 145">
              <a:extLst>
                <a:ext uri="{FF2B5EF4-FFF2-40B4-BE49-F238E27FC236}">
                  <a16:creationId xmlns:a16="http://schemas.microsoft.com/office/drawing/2014/main" id="{DFD51968-5CEA-4325-AA22-957724C41C4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52173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33" name="Freeform 170">
              <a:extLst>
                <a:ext uri="{FF2B5EF4-FFF2-40B4-BE49-F238E27FC236}">
                  <a16:creationId xmlns:a16="http://schemas.microsoft.com/office/drawing/2014/main" id="{81D747FA-BE19-4F26-AB32-9A96841F53F3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08536" y="5503864"/>
              <a:ext cx="685800" cy="133347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34" name="Freeform 171">
              <a:extLst>
                <a:ext uri="{FF2B5EF4-FFF2-40B4-BE49-F238E27FC236}">
                  <a16:creationId xmlns:a16="http://schemas.microsoft.com/office/drawing/2014/main" id="{31914B85-19CF-4106-A812-0AFD112DECAB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0166" y="5570539"/>
              <a:ext cx="819150" cy="133347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35" name="Freeform 172">
              <a:extLst>
                <a:ext uri="{FF2B5EF4-FFF2-40B4-BE49-F238E27FC236}">
                  <a16:creationId xmlns:a16="http://schemas.microsoft.com/office/drawing/2014/main" id="{DF52AE7D-8120-4C03-B867-DF11AE722DCB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13028" y="4494233"/>
              <a:ext cx="1752600" cy="188591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36" name="Line 173">
              <a:extLst>
                <a:ext uri="{FF2B5EF4-FFF2-40B4-BE49-F238E27FC236}">
                  <a16:creationId xmlns:a16="http://schemas.microsoft.com/office/drawing/2014/main" id="{981F5C26-D4BA-4037-8AC1-9E25CB3DB28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48962" y="5210990"/>
              <a:ext cx="0" cy="19382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37" name="Line 174">
              <a:extLst>
                <a:ext uri="{FF2B5EF4-FFF2-40B4-BE49-F238E27FC236}">
                  <a16:creationId xmlns:a16="http://schemas.microsoft.com/office/drawing/2014/main" id="{BDCA65DF-92EE-420A-8C9B-6483E00A8D5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498121" y="5026826"/>
              <a:ext cx="1588" cy="6667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38" name="Line 175">
              <a:extLst>
                <a:ext uri="{FF2B5EF4-FFF2-40B4-BE49-F238E27FC236}">
                  <a16:creationId xmlns:a16="http://schemas.microsoft.com/office/drawing/2014/main" id="{2E60220C-6CD0-49A2-BD3D-7FE3284355F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955208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39" name="Line 177">
              <a:extLst>
                <a:ext uri="{FF2B5EF4-FFF2-40B4-BE49-F238E27FC236}">
                  <a16:creationId xmlns:a16="http://schemas.microsoft.com/office/drawing/2014/main" id="{277DB943-662B-4476-B146-D78CDBE794B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1438" y="5092708"/>
              <a:ext cx="1588" cy="8016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0" name="Line 189">
              <a:extLst>
                <a:ext uri="{FF2B5EF4-FFF2-40B4-BE49-F238E27FC236}">
                  <a16:creationId xmlns:a16="http://schemas.microsoft.com/office/drawing/2014/main" id="{61133184-569C-45E6-83D8-DB0361E75DE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6660250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1" name="Freeform 191">
              <a:extLst>
                <a:ext uri="{FF2B5EF4-FFF2-40B4-BE49-F238E27FC236}">
                  <a16:creationId xmlns:a16="http://schemas.microsoft.com/office/drawing/2014/main" id="{0BAED8FB-D63E-4952-86EB-56498838177C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992" y="4394997"/>
              <a:ext cx="1131888" cy="266694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2" name="Line 226">
              <a:extLst>
                <a:ext uri="{FF2B5EF4-FFF2-40B4-BE49-F238E27FC236}">
                  <a16:creationId xmlns:a16="http://schemas.microsoft.com/office/drawing/2014/main" id="{F2B1F59A-C79F-4BC4-92D0-ECCF37C9D3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0839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3" name="Line 227">
              <a:extLst>
                <a:ext uri="{FF2B5EF4-FFF2-40B4-BE49-F238E27FC236}">
                  <a16:creationId xmlns:a16="http://schemas.microsoft.com/office/drawing/2014/main" id="{27DE2ECB-B079-442C-9849-B285BB98D24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3506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4" name="Line 228">
              <a:extLst>
                <a:ext uri="{FF2B5EF4-FFF2-40B4-BE49-F238E27FC236}">
                  <a16:creationId xmlns:a16="http://schemas.microsoft.com/office/drawing/2014/main" id="{32189D1A-E660-4339-AD2C-A1D05AB67EC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098080" y="529352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5" name="Line 234">
              <a:extLst>
                <a:ext uri="{FF2B5EF4-FFF2-40B4-BE49-F238E27FC236}">
                  <a16:creationId xmlns:a16="http://schemas.microsoft.com/office/drawing/2014/main" id="{E070C124-F706-4845-9107-0FD4306ECED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36262" y="445532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6" name="Line 235">
              <a:extLst>
                <a:ext uri="{FF2B5EF4-FFF2-40B4-BE49-F238E27FC236}">
                  <a16:creationId xmlns:a16="http://schemas.microsoft.com/office/drawing/2014/main" id="{77FF6FB4-D719-48F7-B956-C7DC86744C2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717295" y="436007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7" name="Line 242">
              <a:extLst>
                <a:ext uri="{FF2B5EF4-FFF2-40B4-BE49-F238E27FC236}">
                  <a16:creationId xmlns:a16="http://schemas.microsoft.com/office/drawing/2014/main" id="{30DE9FF1-EEDA-43D8-B719-C9C338089DB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36262" y="432197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8" name="Line 244">
              <a:extLst>
                <a:ext uri="{FF2B5EF4-FFF2-40B4-BE49-F238E27FC236}">
                  <a16:creationId xmlns:a16="http://schemas.microsoft.com/office/drawing/2014/main" id="{CB80D95A-BF98-45E5-B9F8-74E32D8FBAA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0663" y="5779297"/>
              <a:ext cx="1588" cy="2666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9" name="Line 245">
              <a:extLst>
                <a:ext uri="{FF2B5EF4-FFF2-40B4-BE49-F238E27FC236}">
                  <a16:creationId xmlns:a16="http://schemas.microsoft.com/office/drawing/2014/main" id="{F3ECB53B-4DA3-426E-93F2-1F67529C9E6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0188" y="60364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0" name="Line 246">
              <a:extLst>
                <a:ext uri="{FF2B5EF4-FFF2-40B4-BE49-F238E27FC236}">
                  <a16:creationId xmlns:a16="http://schemas.microsoft.com/office/drawing/2014/main" id="{B686BFF1-859D-4373-91C0-8D04F073C5D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3632" y="5741698"/>
              <a:ext cx="0" cy="5873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1" name="Line 266">
              <a:extLst>
                <a:ext uri="{FF2B5EF4-FFF2-40B4-BE49-F238E27FC236}">
                  <a16:creationId xmlns:a16="http://schemas.microsoft.com/office/drawing/2014/main" id="{CA4A3323-2239-45E4-91F9-2208074B14B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59031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2" name="Line 267">
              <a:extLst>
                <a:ext uri="{FF2B5EF4-FFF2-40B4-BE49-F238E27FC236}">
                  <a16:creationId xmlns:a16="http://schemas.microsoft.com/office/drawing/2014/main" id="{430C0046-8EA6-42A9-A2D6-7D29B7264AE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61698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3" name="Line 269">
              <a:extLst>
                <a:ext uri="{FF2B5EF4-FFF2-40B4-BE49-F238E27FC236}">
                  <a16:creationId xmlns:a16="http://schemas.microsoft.com/office/drawing/2014/main" id="{D7C6EEAB-B739-4A5E-99AF-B199B2A097D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49506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4" name="Line 270">
              <a:extLst>
                <a:ext uri="{FF2B5EF4-FFF2-40B4-BE49-F238E27FC236}">
                  <a16:creationId xmlns:a16="http://schemas.microsoft.com/office/drawing/2014/main" id="{E329DCF8-DAEF-40F0-904A-755496215DF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7452" y="5140327"/>
              <a:ext cx="1588" cy="1730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5" name="Freeform 276">
              <a:extLst>
                <a:ext uri="{FF2B5EF4-FFF2-40B4-BE49-F238E27FC236}">
                  <a16:creationId xmlns:a16="http://schemas.microsoft.com/office/drawing/2014/main" id="{7788034D-E33B-4449-B68F-073E5F71E703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2182" y="4426752"/>
              <a:ext cx="800100" cy="801671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6" name="Freeform 278">
              <a:extLst>
                <a:ext uri="{FF2B5EF4-FFF2-40B4-BE49-F238E27FC236}">
                  <a16:creationId xmlns:a16="http://schemas.microsoft.com/office/drawing/2014/main" id="{FC246655-C09A-4D11-912F-A561191CD12D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77628" y="4389061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7" name="AutoShape 293">
              <a:extLst>
                <a:ext uri="{FF2B5EF4-FFF2-40B4-BE49-F238E27FC236}">
                  <a16:creationId xmlns:a16="http://schemas.microsoft.com/office/drawing/2014/main" id="{20D57DA2-EA77-4D13-B2E4-251989724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698" y="5961063"/>
              <a:ext cx="49211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8" name="AutoShape 296">
              <a:extLst>
                <a:ext uri="{FF2B5EF4-FFF2-40B4-BE49-F238E27FC236}">
                  <a16:creationId xmlns:a16="http://schemas.microsoft.com/office/drawing/2014/main" id="{1F780B75-B28C-44C3-8591-7B1C5F93B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027" y="5005387"/>
              <a:ext cx="49370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99359" name="Group 376">
              <a:extLst>
                <a:ext uri="{FF2B5EF4-FFF2-40B4-BE49-F238E27FC236}">
                  <a16:creationId xmlns:a16="http://schemas.microsoft.com/office/drawing/2014/main" id="{012C1DEE-69C2-42E9-B98D-49C6FE4BF6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6900" y="5106988"/>
              <a:ext cx="604825" cy="488950"/>
              <a:chOff x="3450" y="1331"/>
              <a:chExt cx="321" cy="252"/>
            </a:xfrm>
          </p:grpSpPr>
          <p:sp>
            <p:nvSpPr>
              <p:cNvPr id="99384" name="Freeform 377">
                <a:extLst>
                  <a:ext uri="{FF2B5EF4-FFF2-40B4-BE49-F238E27FC236}">
                    <a16:creationId xmlns:a16="http://schemas.microsoft.com/office/drawing/2014/main" id="{70563D41-E1BD-4D31-B128-407FCCAFB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9385" name="Freeform 378">
                <a:extLst>
                  <a:ext uri="{FF2B5EF4-FFF2-40B4-BE49-F238E27FC236}">
                    <a16:creationId xmlns:a16="http://schemas.microsoft.com/office/drawing/2014/main" id="{2D3A1194-EE16-448E-AEA5-23D1D88A2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9386" name="Freeform 379">
                <a:extLst>
                  <a:ext uri="{FF2B5EF4-FFF2-40B4-BE49-F238E27FC236}">
                    <a16:creationId xmlns:a16="http://schemas.microsoft.com/office/drawing/2014/main" id="{C70DF726-5865-40F0-9710-70A0CE78C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9387" name="Freeform 380">
                <a:extLst>
                  <a:ext uri="{FF2B5EF4-FFF2-40B4-BE49-F238E27FC236}">
                    <a16:creationId xmlns:a16="http://schemas.microsoft.com/office/drawing/2014/main" id="{F1DF16AE-F734-47DA-8194-3D92936B3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9388" name="Freeform 381">
                <a:extLst>
                  <a:ext uri="{FF2B5EF4-FFF2-40B4-BE49-F238E27FC236}">
                    <a16:creationId xmlns:a16="http://schemas.microsoft.com/office/drawing/2014/main" id="{D5CF1FFE-12DD-481A-ABEA-6E7CE9D00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99360" name="Group 424">
              <a:extLst>
                <a:ext uri="{FF2B5EF4-FFF2-40B4-BE49-F238E27FC236}">
                  <a16:creationId xmlns:a16="http://schemas.microsoft.com/office/drawing/2014/main" id="{C30D3247-8448-4867-8E41-6974E33806B5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5078336" y="4087819"/>
              <a:ext cx="488950" cy="682611"/>
              <a:chOff x="4229" y="1985"/>
              <a:chExt cx="308" cy="430"/>
            </a:xfrm>
          </p:grpSpPr>
          <p:sp>
            <p:nvSpPr>
              <p:cNvPr id="99376" name="Freeform 324">
                <a:extLst>
                  <a:ext uri="{FF2B5EF4-FFF2-40B4-BE49-F238E27FC236}">
                    <a16:creationId xmlns:a16="http://schemas.microsoft.com/office/drawing/2014/main" id="{F6DB3254-2AA4-4CA8-9D15-087DFE07D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9377" name="Freeform 325">
                <a:extLst>
                  <a:ext uri="{FF2B5EF4-FFF2-40B4-BE49-F238E27FC236}">
                    <a16:creationId xmlns:a16="http://schemas.microsoft.com/office/drawing/2014/main" id="{3137FF30-EFA3-4A51-AF2B-11EF598ED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99378" name="Group 388">
                <a:extLst>
                  <a:ext uri="{FF2B5EF4-FFF2-40B4-BE49-F238E27FC236}">
                    <a16:creationId xmlns:a16="http://schemas.microsoft.com/office/drawing/2014/main" id="{C3844696-B0CC-4360-91FE-22822E9201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99379" name="Freeform 389">
                  <a:extLst>
                    <a:ext uri="{FF2B5EF4-FFF2-40B4-BE49-F238E27FC236}">
                      <a16:creationId xmlns:a16="http://schemas.microsoft.com/office/drawing/2014/main" id="{518FF0FF-18AD-4ADE-A74A-FC86665CD2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9380" name="Freeform 390">
                  <a:extLst>
                    <a:ext uri="{FF2B5EF4-FFF2-40B4-BE49-F238E27FC236}">
                      <a16:creationId xmlns:a16="http://schemas.microsoft.com/office/drawing/2014/main" id="{B91CCB51-F058-4229-9BFA-CC58663B62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9381" name="Freeform 391">
                  <a:extLst>
                    <a:ext uri="{FF2B5EF4-FFF2-40B4-BE49-F238E27FC236}">
                      <a16:creationId xmlns:a16="http://schemas.microsoft.com/office/drawing/2014/main" id="{8A586F92-74EB-40DC-99F8-4DAB2606A2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9382" name="Freeform 392">
                  <a:extLst>
                    <a:ext uri="{FF2B5EF4-FFF2-40B4-BE49-F238E27FC236}">
                      <a16:creationId xmlns:a16="http://schemas.microsoft.com/office/drawing/2014/main" id="{444D9E58-4EF1-41AE-B642-E76902D3E9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9383" name="Freeform 393">
                  <a:extLst>
                    <a:ext uri="{FF2B5EF4-FFF2-40B4-BE49-F238E27FC236}">
                      <a16:creationId xmlns:a16="http://schemas.microsoft.com/office/drawing/2014/main" id="{1F0AEACB-F991-4A04-90BB-54BCA48D07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99361" name="Group 400">
              <a:extLst>
                <a:ext uri="{FF2B5EF4-FFF2-40B4-BE49-F238E27FC236}">
                  <a16:creationId xmlns:a16="http://schemas.microsoft.com/office/drawing/2014/main" id="{F30FB6AE-EA3B-4A22-A5B3-CCDBB47F26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4006" y="5799138"/>
              <a:ext cx="604824" cy="488950"/>
              <a:chOff x="3450" y="1331"/>
              <a:chExt cx="321" cy="252"/>
            </a:xfrm>
          </p:grpSpPr>
          <p:sp>
            <p:nvSpPr>
              <p:cNvPr id="99371" name="Freeform 401">
                <a:extLst>
                  <a:ext uri="{FF2B5EF4-FFF2-40B4-BE49-F238E27FC236}">
                    <a16:creationId xmlns:a16="http://schemas.microsoft.com/office/drawing/2014/main" id="{BBDA0B46-DF0B-462E-A3B2-E412E0AE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9372" name="Freeform 402">
                <a:extLst>
                  <a:ext uri="{FF2B5EF4-FFF2-40B4-BE49-F238E27FC236}">
                    <a16:creationId xmlns:a16="http://schemas.microsoft.com/office/drawing/2014/main" id="{8C3C47EF-71E8-42CD-9E42-53C1B92A1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9373" name="Freeform 403">
                <a:extLst>
                  <a:ext uri="{FF2B5EF4-FFF2-40B4-BE49-F238E27FC236}">
                    <a16:creationId xmlns:a16="http://schemas.microsoft.com/office/drawing/2014/main" id="{2EFA9BB2-FD29-4B9B-9886-29A46480C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9374" name="Freeform 404">
                <a:extLst>
                  <a:ext uri="{FF2B5EF4-FFF2-40B4-BE49-F238E27FC236}">
                    <a16:creationId xmlns:a16="http://schemas.microsoft.com/office/drawing/2014/main" id="{2A50C262-4A0B-4412-B2C8-37E75E9F4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9375" name="Freeform 405">
                <a:extLst>
                  <a:ext uri="{FF2B5EF4-FFF2-40B4-BE49-F238E27FC236}">
                    <a16:creationId xmlns:a16="http://schemas.microsoft.com/office/drawing/2014/main" id="{D50715DF-7E07-4AC8-8C14-4A0C0DBC3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9362" name="TextBox 92">
              <a:extLst>
                <a:ext uri="{FF2B5EF4-FFF2-40B4-BE49-F238E27FC236}">
                  <a16:creationId xmlns:a16="http://schemas.microsoft.com/office/drawing/2014/main" id="{0E601561-AEA8-4793-A2CA-0F54BBD211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393" y="4124272"/>
              <a:ext cx="4878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99363" name="TextBox 93">
              <a:extLst>
                <a:ext uri="{FF2B5EF4-FFF2-40B4-BE49-F238E27FC236}">
                  <a16:creationId xmlns:a16="http://schemas.microsoft.com/office/drawing/2014/main" id="{87463878-7A2E-4D02-929F-A4FA1B0872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6875" y="5173663"/>
              <a:ext cx="4878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99364" name="TextBox 94">
              <a:extLst>
                <a:ext uri="{FF2B5EF4-FFF2-40B4-BE49-F238E27FC236}">
                  <a16:creationId xmlns:a16="http://schemas.microsoft.com/office/drawing/2014/main" id="{1A2616B9-5226-4587-910F-CB142D1CF4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393" y="3429000"/>
              <a:ext cx="4878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99365" name="Freeform 278">
              <a:extLst>
                <a:ext uri="{FF2B5EF4-FFF2-40B4-BE49-F238E27FC236}">
                  <a16:creationId xmlns:a16="http://schemas.microsoft.com/office/drawing/2014/main" id="{6BAB9940-A386-4822-8083-AD121613141B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4540454" y="425926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6" name="Freeform 278">
              <a:extLst>
                <a:ext uri="{FF2B5EF4-FFF2-40B4-BE49-F238E27FC236}">
                  <a16:creationId xmlns:a16="http://schemas.microsoft.com/office/drawing/2014/main" id="{BD5D5791-4A49-425B-9B26-3DD60339BAB3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1857" y="546058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7" name="Freeform 278">
              <a:extLst>
                <a:ext uri="{FF2B5EF4-FFF2-40B4-BE49-F238E27FC236}">
                  <a16:creationId xmlns:a16="http://schemas.microsoft.com/office/drawing/2014/main" id="{C1F0DC45-227A-411C-ACAD-280465087FEB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7538" y="5201936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8" name="TextBox 118">
              <a:extLst>
                <a:ext uri="{FF2B5EF4-FFF2-40B4-BE49-F238E27FC236}">
                  <a16:creationId xmlns:a16="http://schemas.microsoft.com/office/drawing/2014/main" id="{275B82CB-E475-4944-87B7-AA79B3CA69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594" y="5685693"/>
              <a:ext cx="76910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i+1</a:t>
              </a:r>
            </a:p>
          </p:txBody>
        </p:sp>
        <p:sp>
          <p:nvSpPr>
            <p:cNvPr id="99369" name="TextBox 119">
              <a:extLst>
                <a:ext uri="{FF2B5EF4-FFF2-40B4-BE49-F238E27FC236}">
                  <a16:creationId xmlns:a16="http://schemas.microsoft.com/office/drawing/2014/main" id="{21DB5A00-D525-4026-9FB2-C4ACAC2E61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939" y="4073772"/>
              <a:ext cx="46824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99370" name="Line 176">
              <a:extLst>
                <a:ext uri="{FF2B5EF4-FFF2-40B4-BE49-F238E27FC236}">
                  <a16:creationId xmlns:a16="http://schemas.microsoft.com/office/drawing/2014/main" id="{897FC9E6-5B23-4369-9FE4-37CB19A9F18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2495" y="4067281"/>
              <a:ext cx="4543" cy="458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Rectangle 2">
            <a:extLst>
              <a:ext uri="{FF2B5EF4-FFF2-40B4-BE49-F238E27FC236}">
                <a16:creationId xmlns:a16="http://schemas.microsoft.com/office/drawing/2014/main" id="{20BC7F86-6465-4620-B1BD-342D14324F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Another Way to Draw the Full-Adder Circuit</a:t>
            </a:r>
          </a:p>
        </p:txBody>
      </p:sp>
      <p:sp>
        <p:nvSpPr>
          <p:cNvPr id="100354" name="TextBox 4">
            <a:extLst>
              <a:ext uri="{FF2B5EF4-FFF2-40B4-BE49-F238E27FC236}">
                <a16:creationId xmlns:a16="http://schemas.microsoft.com/office/drawing/2014/main" id="{2F07597E-2A3D-4371-9B24-B9797B0D70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143000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(x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00355" name="Right Brace 3">
            <a:extLst>
              <a:ext uri="{FF2B5EF4-FFF2-40B4-BE49-F238E27FC236}">
                <a16:creationId xmlns:a16="http://schemas.microsoft.com/office/drawing/2014/main" id="{5E6E5B48-92D5-446D-A98A-9650375190FC}"/>
              </a:ext>
            </a:extLst>
          </p:cNvPr>
          <p:cNvSpPr>
            <a:spLocks/>
          </p:cNvSpPr>
          <p:nvPr/>
        </p:nvSpPr>
        <p:spPr bwMode="auto">
          <a:xfrm rot="5400000">
            <a:off x="3760788" y="1474787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0356" name="Right Brace 3">
            <a:extLst>
              <a:ext uri="{FF2B5EF4-FFF2-40B4-BE49-F238E27FC236}">
                <a16:creationId xmlns:a16="http://schemas.microsoft.com/office/drawing/2014/main" id="{441027A0-ADFB-46C2-A0B4-4B8A884FA675}"/>
              </a:ext>
            </a:extLst>
          </p:cNvPr>
          <p:cNvSpPr>
            <a:spLocks/>
          </p:cNvSpPr>
          <p:nvPr/>
        </p:nvSpPr>
        <p:spPr bwMode="auto">
          <a:xfrm rot="5400000">
            <a:off x="5318919" y="1316831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0357" name="TextBox 120">
            <a:extLst>
              <a:ext uri="{FF2B5EF4-FFF2-40B4-BE49-F238E27FC236}">
                <a16:creationId xmlns:a16="http://schemas.microsoft.com/office/drawing/2014/main" id="{06A0BD7C-7022-4CF5-B26F-C60F36A41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6650" y="1851025"/>
            <a:ext cx="508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00358" name="TextBox 121">
            <a:extLst>
              <a:ext uri="{FF2B5EF4-FFF2-40B4-BE49-F238E27FC236}">
                <a16:creationId xmlns:a16="http://schemas.microsoft.com/office/drawing/2014/main" id="{8317452F-D00D-44F9-A812-C3358C2AA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0175" y="1836737"/>
            <a:ext cx="508000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grpSp>
        <p:nvGrpSpPr>
          <p:cNvPr id="100359" name="Group 1">
            <a:extLst>
              <a:ext uri="{FF2B5EF4-FFF2-40B4-BE49-F238E27FC236}">
                <a16:creationId xmlns:a16="http://schemas.microsoft.com/office/drawing/2014/main" id="{EA748A70-2766-4E26-8FA7-12A2B67724F6}"/>
              </a:ext>
            </a:extLst>
          </p:cNvPr>
          <p:cNvGrpSpPr>
            <a:grpSpLocks/>
          </p:cNvGrpSpPr>
          <p:nvPr/>
        </p:nvGrpSpPr>
        <p:grpSpPr bwMode="auto">
          <a:xfrm>
            <a:off x="1666875" y="2474912"/>
            <a:ext cx="6564313" cy="2971800"/>
            <a:chOff x="1666875" y="3429000"/>
            <a:chExt cx="6564313" cy="2971800"/>
          </a:xfrm>
        </p:grpSpPr>
        <p:sp>
          <p:nvSpPr>
            <p:cNvPr id="100360" name="Line 145">
              <a:extLst>
                <a:ext uri="{FF2B5EF4-FFF2-40B4-BE49-F238E27FC236}">
                  <a16:creationId xmlns:a16="http://schemas.microsoft.com/office/drawing/2014/main" id="{781CF2B7-9CF7-42A2-B9B6-B5B9C194F80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52173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1" name="Freeform 170">
              <a:extLst>
                <a:ext uri="{FF2B5EF4-FFF2-40B4-BE49-F238E27FC236}">
                  <a16:creationId xmlns:a16="http://schemas.microsoft.com/office/drawing/2014/main" id="{955E37A4-2001-458F-97C6-98198AABAE74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08536" y="5503864"/>
              <a:ext cx="685800" cy="133347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2" name="Freeform 171">
              <a:extLst>
                <a:ext uri="{FF2B5EF4-FFF2-40B4-BE49-F238E27FC236}">
                  <a16:creationId xmlns:a16="http://schemas.microsoft.com/office/drawing/2014/main" id="{E6CBE9EA-D199-444F-8B95-AE4B05491B8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0166" y="5570539"/>
              <a:ext cx="819150" cy="133347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3" name="Freeform 172">
              <a:extLst>
                <a:ext uri="{FF2B5EF4-FFF2-40B4-BE49-F238E27FC236}">
                  <a16:creationId xmlns:a16="http://schemas.microsoft.com/office/drawing/2014/main" id="{7908D5BC-9F55-4FFE-92B6-E4A044B0D6F2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13028" y="4494233"/>
              <a:ext cx="1752600" cy="188591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4" name="Line 173">
              <a:extLst>
                <a:ext uri="{FF2B5EF4-FFF2-40B4-BE49-F238E27FC236}">
                  <a16:creationId xmlns:a16="http://schemas.microsoft.com/office/drawing/2014/main" id="{1AEB1155-099E-46CB-B69E-6BCAD7A4393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48962" y="5210990"/>
              <a:ext cx="0" cy="19382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5" name="Line 174">
              <a:extLst>
                <a:ext uri="{FF2B5EF4-FFF2-40B4-BE49-F238E27FC236}">
                  <a16:creationId xmlns:a16="http://schemas.microsoft.com/office/drawing/2014/main" id="{D147F24E-64B2-45D9-A336-66CD94B93D0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498121" y="5026826"/>
              <a:ext cx="1588" cy="6667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6" name="Line 175">
              <a:extLst>
                <a:ext uri="{FF2B5EF4-FFF2-40B4-BE49-F238E27FC236}">
                  <a16:creationId xmlns:a16="http://schemas.microsoft.com/office/drawing/2014/main" id="{878BCF27-A587-4FF0-BEC9-43D7C8DB65A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955208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7" name="Line 177">
              <a:extLst>
                <a:ext uri="{FF2B5EF4-FFF2-40B4-BE49-F238E27FC236}">
                  <a16:creationId xmlns:a16="http://schemas.microsoft.com/office/drawing/2014/main" id="{41BBFB55-F60D-4EC5-867C-BAF200FE789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1438" y="5092708"/>
              <a:ext cx="1588" cy="8016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8" name="Line 189">
              <a:extLst>
                <a:ext uri="{FF2B5EF4-FFF2-40B4-BE49-F238E27FC236}">
                  <a16:creationId xmlns:a16="http://schemas.microsoft.com/office/drawing/2014/main" id="{9AFFDBBB-E178-4987-B79D-2FCAAFF61A8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6660250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9" name="Freeform 191">
              <a:extLst>
                <a:ext uri="{FF2B5EF4-FFF2-40B4-BE49-F238E27FC236}">
                  <a16:creationId xmlns:a16="http://schemas.microsoft.com/office/drawing/2014/main" id="{761A302C-BCBA-451E-8991-665629F25495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992" y="4394997"/>
              <a:ext cx="1131888" cy="266694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0" name="Line 226">
              <a:extLst>
                <a:ext uri="{FF2B5EF4-FFF2-40B4-BE49-F238E27FC236}">
                  <a16:creationId xmlns:a16="http://schemas.microsoft.com/office/drawing/2014/main" id="{FFAE12E6-6014-4BC6-A2BD-17A17834238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0839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1" name="Line 227">
              <a:extLst>
                <a:ext uri="{FF2B5EF4-FFF2-40B4-BE49-F238E27FC236}">
                  <a16:creationId xmlns:a16="http://schemas.microsoft.com/office/drawing/2014/main" id="{F6D96FB5-88BA-4063-9E34-4856A90ABF2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3506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2" name="Line 228">
              <a:extLst>
                <a:ext uri="{FF2B5EF4-FFF2-40B4-BE49-F238E27FC236}">
                  <a16:creationId xmlns:a16="http://schemas.microsoft.com/office/drawing/2014/main" id="{E2F407A4-2588-4A8A-A48F-3B7A21255E1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098080" y="529352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3" name="Line 234">
              <a:extLst>
                <a:ext uri="{FF2B5EF4-FFF2-40B4-BE49-F238E27FC236}">
                  <a16:creationId xmlns:a16="http://schemas.microsoft.com/office/drawing/2014/main" id="{71FBF71D-179D-45E0-8786-BF47764E9AB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36262" y="445532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4" name="Line 235">
              <a:extLst>
                <a:ext uri="{FF2B5EF4-FFF2-40B4-BE49-F238E27FC236}">
                  <a16:creationId xmlns:a16="http://schemas.microsoft.com/office/drawing/2014/main" id="{D53D7070-C914-4442-A6B6-E5E87B9DF08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717295" y="436007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5" name="Line 242">
              <a:extLst>
                <a:ext uri="{FF2B5EF4-FFF2-40B4-BE49-F238E27FC236}">
                  <a16:creationId xmlns:a16="http://schemas.microsoft.com/office/drawing/2014/main" id="{C974FDEF-DEE0-4989-A848-8CCFDE82A9E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36262" y="432197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6" name="Line 244">
              <a:extLst>
                <a:ext uri="{FF2B5EF4-FFF2-40B4-BE49-F238E27FC236}">
                  <a16:creationId xmlns:a16="http://schemas.microsoft.com/office/drawing/2014/main" id="{BBFDDF79-F96B-4C50-9B9E-70925F0F86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0663" y="5779297"/>
              <a:ext cx="1588" cy="2666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7" name="Line 245">
              <a:extLst>
                <a:ext uri="{FF2B5EF4-FFF2-40B4-BE49-F238E27FC236}">
                  <a16:creationId xmlns:a16="http://schemas.microsoft.com/office/drawing/2014/main" id="{217A37A0-1599-4986-B74C-7EE73E3508C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0188" y="60364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8" name="Line 246">
              <a:extLst>
                <a:ext uri="{FF2B5EF4-FFF2-40B4-BE49-F238E27FC236}">
                  <a16:creationId xmlns:a16="http://schemas.microsoft.com/office/drawing/2014/main" id="{107FC5A5-11E9-4FE6-845B-B56C06D8D09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3632" y="5741698"/>
              <a:ext cx="0" cy="5873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9" name="Line 266">
              <a:extLst>
                <a:ext uri="{FF2B5EF4-FFF2-40B4-BE49-F238E27FC236}">
                  <a16:creationId xmlns:a16="http://schemas.microsoft.com/office/drawing/2014/main" id="{2E8D5B35-C9C5-4A53-919F-5E80E84E230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59031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0" name="Line 267">
              <a:extLst>
                <a:ext uri="{FF2B5EF4-FFF2-40B4-BE49-F238E27FC236}">
                  <a16:creationId xmlns:a16="http://schemas.microsoft.com/office/drawing/2014/main" id="{A4BD6E6E-9C9C-46B3-A968-F71FA5DF15B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61698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1" name="Line 269">
              <a:extLst>
                <a:ext uri="{FF2B5EF4-FFF2-40B4-BE49-F238E27FC236}">
                  <a16:creationId xmlns:a16="http://schemas.microsoft.com/office/drawing/2014/main" id="{AF70AFB2-CAD1-4D82-993F-0F85982E6AC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49506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2" name="Line 270">
              <a:extLst>
                <a:ext uri="{FF2B5EF4-FFF2-40B4-BE49-F238E27FC236}">
                  <a16:creationId xmlns:a16="http://schemas.microsoft.com/office/drawing/2014/main" id="{E6DEDEDF-721A-425D-83EC-61C1D43FA98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7452" y="5140327"/>
              <a:ext cx="1588" cy="1730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3" name="Freeform 276">
              <a:extLst>
                <a:ext uri="{FF2B5EF4-FFF2-40B4-BE49-F238E27FC236}">
                  <a16:creationId xmlns:a16="http://schemas.microsoft.com/office/drawing/2014/main" id="{1AC7D00D-1F74-4CC7-B14C-D409EAEF1579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2182" y="4426752"/>
              <a:ext cx="800100" cy="801671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4" name="Freeform 278">
              <a:extLst>
                <a:ext uri="{FF2B5EF4-FFF2-40B4-BE49-F238E27FC236}">
                  <a16:creationId xmlns:a16="http://schemas.microsoft.com/office/drawing/2014/main" id="{E67A7399-9E43-4BE0-91FE-9B4D4A5000C9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77628" y="4389061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5" name="AutoShape 293">
              <a:extLst>
                <a:ext uri="{FF2B5EF4-FFF2-40B4-BE49-F238E27FC236}">
                  <a16:creationId xmlns:a16="http://schemas.microsoft.com/office/drawing/2014/main" id="{25E542D9-7A37-4BEA-95F4-1CAB71A25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698" y="5961063"/>
              <a:ext cx="49211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6" name="AutoShape 296">
              <a:extLst>
                <a:ext uri="{FF2B5EF4-FFF2-40B4-BE49-F238E27FC236}">
                  <a16:creationId xmlns:a16="http://schemas.microsoft.com/office/drawing/2014/main" id="{A986C266-0637-432F-9E78-7AF579351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027" y="5005387"/>
              <a:ext cx="49370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00387" name="Group 376">
              <a:extLst>
                <a:ext uri="{FF2B5EF4-FFF2-40B4-BE49-F238E27FC236}">
                  <a16:creationId xmlns:a16="http://schemas.microsoft.com/office/drawing/2014/main" id="{FC969A53-31AB-48B1-AED8-251ED24186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6900" y="5106988"/>
              <a:ext cx="604825" cy="488950"/>
              <a:chOff x="3450" y="1331"/>
              <a:chExt cx="321" cy="252"/>
            </a:xfrm>
          </p:grpSpPr>
          <p:sp>
            <p:nvSpPr>
              <p:cNvPr id="100412" name="Freeform 377">
                <a:extLst>
                  <a:ext uri="{FF2B5EF4-FFF2-40B4-BE49-F238E27FC236}">
                    <a16:creationId xmlns:a16="http://schemas.microsoft.com/office/drawing/2014/main" id="{E615BE90-2C13-4F42-90D3-C2AF24811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0413" name="Freeform 378">
                <a:extLst>
                  <a:ext uri="{FF2B5EF4-FFF2-40B4-BE49-F238E27FC236}">
                    <a16:creationId xmlns:a16="http://schemas.microsoft.com/office/drawing/2014/main" id="{85E554DE-B60C-49EA-B3BE-359FDDC2D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0414" name="Freeform 379">
                <a:extLst>
                  <a:ext uri="{FF2B5EF4-FFF2-40B4-BE49-F238E27FC236}">
                    <a16:creationId xmlns:a16="http://schemas.microsoft.com/office/drawing/2014/main" id="{303A0D6B-4FC2-4C59-9286-AC66F570D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0415" name="Freeform 380">
                <a:extLst>
                  <a:ext uri="{FF2B5EF4-FFF2-40B4-BE49-F238E27FC236}">
                    <a16:creationId xmlns:a16="http://schemas.microsoft.com/office/drawing/2014/main" id="{493AE9B2-9A23-44D9-A80F-08B1A51FA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0416" name="Freeform 381">
                <a:extLst>
                  <a:ext uri="{FF2B5EF4-FFF2-40B4-BE49-F238E27FC236}">
                    <a16:creationId xmlns:a16="http://schemas.microsoft.com/office/drawing/2014/main" id="{4CDB5CF1-E0D5-4D08-B257-46D2B8B8C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0388" name="Group 424">
              <a:extLst>
                <a:ext uri="{FF2B5EF4-FFF2-40B4-BE49-F238E27FC236}">
                  <a16:creationId xmlns:a16="http://schemas.microsoft.com/office/drawing/2014/main" id="{EB86FA11-092C-4BCB-AA97-61A135EEBF0A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5078336" y="4087819"/>
              <a:ext cx="488950" cy="682611"/>
              <a:chOff x="4229" y="1985"/>
              <a:chExt cx="308" cy="430"/>
            </a:xfrm>
          </p:grpSpPr>
          <p:sp>
            <p:nvSpPr>
              <p:cNvPr id="100404" name="Freeform 324">
                <a:extLst>
                  <a:ext uri="{FF2B5EF4-FFF2-40B4-BE49-F238E27FC236}">
                    <a16:creationId xmlns:a16="http://schemas.microsoft.com/office/drawing/2014/main" id="{C5404433-C577-4723-A8D7-B583E15E1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0405" name="Freeform 325">
                <a:extLst>
                  <a:ext uri="{FF2B5EF4-FFF2-40B4-BE49-F238E27FC236}">
                    <a16:creationId xmlns:a16="http://schemas.microsoft.com/office/drawing/2014/main" id="{8679AA28-591E-494E-9729-5CE353A13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0406" name="Group 388">
                <a:extLst>
                  <a:ext uri="{FF2B5EF4-FFF2-40B4-BE49-F238E27FC236}">
                    <a16:creationId xmlns:a16="http://schemas.microsoft.com/office/drawing/2014/main" id="{665EB722-E91A-4948-AD8F-66A36C508D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00407" name="Freeform 389">
                  <a:extLst>
                    <a:ext uri="{FF2B5EF4-FFF2-40B4-BE49-F238E27FC236}">
                      <a16:creationId xmlns:a16="http://schemas.microsoft.com/office/drawing/2014/main" id="{932A758D-2F7F-49B4-90F5-E879C3A573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408" name="Freeform 390">
                  <a:extLst>
                    <a:ext uri="{FF2B5EF4-FFF2-40B4-BE49-F238E27FC236}">
                      <a16:creationId xmlns:a16="http://schemas.microsoft.com/office/drawing/2014/main" id="{05E3D2CD-852B-44F0-933F-AA6B494735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409" name="Freeform 391">
                  <a:extLst>
                    <a:ext uri="{FF2B5EF4-FFF2-40B4-BE49-F238E27FC236}">
                      <a16:creationId xmlns:a16="http://schemas.microsoft.com/office/drawing/2014/main" id="{B7DFC41B-7758-4DBB-AB49-C298742B29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410" name="Freeform 392">
                  <a:extLst>
                    <a:ext uri="{FF2B5EF4-FFF2-40B4-BE49-F238E27FC236}">
                      <a16:creationId xmlns:a16="http://schemas.microsoft.com/office/drawing/2014/main" id="{D483AA23-BCE0-4A58-9F43-32F42AD765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411" name="Freeform 393">
                  <a:extLst>
                    <a:ext uri="{FF2B5EF4-FFF2-40B4-BE49-F238E27FC236}">
                      <a16:creationId xmlns:a16="http://schemas.microsoft.com/office/drawing/2014/main" id="{03FE2CEF-CD69-4EB8-8CA7-DDD6001ABC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00389" name="Group 400">
              <a:extLst>
                <a:ext uri="{FF2B5EF4-FFF2-40B4-BE49-F238E27FC236}">
                  <a16:creationId xmlns:a16="http://schemas.microsoft.com/office/drawing/2014/main" id="{4224B30A-E7BE-4119-82CC-197BDCA322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4006" y="5799138"/>
              <a:ext cx="604824" cy="488950"/>
              <a:chOff x="3450" y="1331"/>
              <a:chExt cx="321" cy="252"/>
            </a:xfrm>
          </p:grpSpPr>
          <p:sp>
            <p:nvSpPr>
              <p:cNvPr id="100399" name="Freeform 401">
                <a:extLst>
                  <a:ext uri="{FF2B5EF4-FFF2-40B4-BE49-F238E27FC236}">
                    <a16:creationId xmlns:a16="http://schemas.microsoft.com/office/drawing/2014/main" id="{DC73113A-3706-4546-AC85-71B371C89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0400" name="Freeform 402">
                <a:extLst>
                  <a:ext uri="{FF2B5EF4-FFF2-40B4-BE49-F238E27FC236}">
                    <a16:creationId xmlns:a16="http://schemas.microsoft.com/office/drawing/2014/main" id="{394F83AB-867A-4058-87CE-EE08E6289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0401" name="Freeform 403">
                <a:extLst>
                  <a:ext uri="{FF2B5EF4-FFF2-40B4-BE49-F238E27FC236}">
                    <a16:creationId xmlns:a16="http://schemas.microsoft.com/office/drawing/2014/main" id="{DFC03E1E-6FDA-4234-9C52-64C0B814B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0402" name="Freeform 404">
                <a:extLst>
                  <a:ext uri="{FF2B5EF4-FFF2-40B4-BE49-F238E27FC236}">
                    <a16:creationId xmlns:a16="http://schemas.microsoft.com/office/drawing/2014/main" id="{076D8243-AEC8-4B39-B7A2-4698AFB67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0403" name="Freeform 405">
                <a:extLst>
                  <a:ext uri="{FF2B5EF4-FFF2-40B4-BE49-F238E27FC236}">
                    <a16:creationId xmlns:a16="http://schemas.microsoft.com/office/drawing/2014/main" id="{35EC3F8A-29BA-4922-B0B7-8AF9F94A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0390" name="TextBox 92">
              <a:extLst>
                <a:ext uri="{FF2B5EF4-FFF2-40B4-BE49-F238E27FC236}">
                  <a16:creationId xmlns:a16="http://schemas.microsoft.com/office/drawing/2014/main" id="{2C8C12EC-7B74-4039-8EE3-098AF14166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393" y="4124272"/>
              <a:ext cx="4878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100391" name="TextBox 93">
              <a:extLst>
                <a:ext uri="{FF2B5EF4-FFF2-40B4-BE49-F238E27FC236}">
                  <a16:creationId xmlns:a16="http://schemas.microsoft.com/office/drawing/2014/main" id="{329FDF95-5755-440F-BD40-1DFE70760A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6875" y="5173663"/>
              <a:ext cx="4878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100392" name="TextBox 94">
              <a:extLst>
                <a:ext uri="{FF2B5EF4-FFF2-40B4-BE49-F238E27FC236}">
                  <a16:creationId xmlns:a16="http://schemas.microsoft.com/office/drawing/2014/main" id="{29740CFC-0CC6-4A8F-8222-A47716CF54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393" y="3429000"/>
              <a:ext cx="4878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100393" name="Freeform 278">
              <a:extLst>
                <a:ext uri="{FF2B5EF4-FFF2-40B4-BE49-F238E27FC236}">
                  <a16:creationId xmlns:a16="http://schemas.microsoft.com/office/drawing/2014/main" id="{39B52917-3919-411E-8821-13D7E5DDA6F4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4540454" y="425926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4" name="Freeform 278">
              <a:extLst>
                <a:ext uri="{FF2B5EF4-FFF2-40B4-BE49-F238E27FC236}">
                  <a16:creationId xmlns:a16="http://schemas.microsoft.com/office/drawing/2014/main" id="{8DF4F7D4-07F9-4A7D-9A00-0C1C9D2380A3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1857" y="546058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5" name="Freeform 278">
              <a:extLst>
                <a:ext uri="{FF2B5EF4-FFF2-40B4-BE49-F238E27FC236}">
                  <a16:creationId xmlns:a16="http://schemas.microsoft.com/office/drawing/2014/main" id="{D159E5D9-071D-45DC-A496-7FAB224635E4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7538" y="5201936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6" name="TextBox 118">
              <a:extLst>
                <a:ext uri="{FF2B5EF4-FFF2-40B4-BE49-F238E27FC236}">
                  <a16:creationId xmlns:a16="http://schemas.microsoft.com/office/drawing/2014/main" id="{04A7D0C4-F235-4019-B2B0-11F3C0D322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594" y="5685693"/>
              <a:ext cx="76910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i+1</a:t>
              </a:r>
            </a:p>
          </p:txBody>
        </p:sp>
        <p:sp>
          <p:nvSpPr>
            <p:cNvPr id="100397" name="TextBox 119">
              <a:extLst>
                <a:ext uri="{FF2B5EF4-FFF2-40B4-BE49-F238E27FC236}">
                  <a16:creationId xmlns:a16="http://schemas.microsoft.com/office/drawing/2014/main" id="{6CCA1B71-C2B1-4129-B166-B14A215D6C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939" y="4073772"/>
              <a:ext cx="46824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100398" name="Line 176">
              <a:extLst>
                <a:ext uri="{FF2B5EF4-FFF2-40B4-BE49-F238E27FC236}">
                  <a16:creationId xmlns:a16="http://schemas.microsoft.com/office/drawing/2014/main" id="{F3FF1C5F-AA07-489A-A41A-517A5DAA0B7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2495" y="4067281"/>
              <a:ext cx="4543" cy="458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7" name="Rectangle 2">
            <a:extLst>
              <a:ext uri="{FF2B5EF4-FFF2-40B4-BE49-F238E27FC236}">
                <a16:creationId xmlns:a16="http://schemas.microsoft.com/office/drawing/2014/main" id="{F48B988E-76EE-4B99-A5B1-9B055D9D3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Another Way to Draw the Full-Adder Circuit</a:t>
            </a:r>
          </a:p>
        </p:txBody>
      </p:sp>
      <p:sp>
        <p:nvSpPr>
          <p:cNvPr id="101378" name="TextBox 4">
            <a:extLst>
              <a:ext uri="{FF2B5EF4-FFF2-40B4-BE49-F238E27FC236}">
                <a16:creationId xmlns:a16="http://schemas.microsoft.com/office/drawing/2014/main" id="{1ACC6A40-7D65-49D7-B9D1-494D7D246E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716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(x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01379" name="Right Brace 3">
            <a:extLst>
              <a:ext uri="{FF2B5EF4-FFF2-40B4-BE49-F238E27FC236}">
                <a16:creationId xmlns:a16="http://schemas.microsoft.com/office/drawing/2014/main" id="{B6B397B7-3D00-45CE-8B7B-D9A972978999}"/>
              </a:ext>
            </a:extLst>
          </p:cNvPr>
          <p:cNvSpPr>
            <a:spLocks/>
          </p:cNvSpPr>
          <p:nvPr/>
        </p:nvSpPr>
        <p:spPr bwMode="auto">
          <a:xfrm rot="5400000">
            <a:off x="3760788" y="2047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1380" name="Right Brace 3">
            <a:extLst>
              <a:ext uri="{FF2B5EF4-FFF2-40B4-BE49-F238E27FC236}">
                <a16:creationId xmlns:a16="http://schemas.microsoft.com/office/drawing/2014/main" id="{EFABCD7E-FDFA-4631-BD83-1EBA9C2B0AD4}"/>
              </a:ext>
            </a:extLst>
          </p:cNvPr>
          <p:cNvSpPr>
            <a:spLocks/>
          </p:cNvSpPr>
          <p:nvPr/>
        </p:nvSpPr>
        <p:spPr bwMode="auto">
          <a:xfrm rot="5400000">
            <a:off x="5318919" y="1889919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1381" name="TextBox 120">
            <a:extLst>
              <a:ext uri="{FF2B5EF4-FFF2-40B4-BE49-F238E27FC236}">
                <a16:creationId xmlns:a16="http://schemas.microsoft.com/office/drawing/2014/main" id="{62D29BF4-E2E3-44D5-B7C1-CC5D120763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6650" y="2424113"/>
            <a:ext cx="508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01382" name="TextBox 121">
            <a:extLst>
              <a:ext uri="{FF2B5EF4-FFF2-40B4-BE49-F238E27FC236}">
                <a16:creationId xmlns:a16="http://schemas.microsoft.com/office/drawing/2014/main" id="{D11A42BA-9ADF-41F6-B356-C13264CC78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0175" y="2409825"/>
            <a:ext cx="508000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01383" name="TextBox 1">
            <a:extLst>
              <a:ext uri="{FF2B5EF4-FFF2-40B4-BE49-F238E27FC236}">
                <a16:creationId xmlns:a16="http://schemas.microsoft.com/office/drawing/2014/main" id="{45645CBD-618F-45F6-97AD-209DD3A91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066800"/>
            <a:ext cx="16367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 - generate</a:t>
            </a:r>
          </a:p>
        </p:txBody>
      </p:sp>
      <p:sp>
        <p:nvSpPr>
          <p:cNvPr id="101384" name="TextBox 69">
            <a:extLst>
              <a:ext uri="{FF2B5EF4-FFF2-40B4-BE49-F238E27FC236}">
                <a16:creationId xmlns:a16="http://schemas.microsoft.com/office/drawing/2014/main" id="{D3D76959-F71A-40A0-8133-0802589D5C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066800"/>
            <a:ext cx="18081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 - propagate</a:t>
            </a:r>
          </a:p>
        </p:txBody>
      </p:sp>
      <p:grpSp>
        <p:nvGrpSpPr>
          <p:cNvPr id="101385" name="Group 1">
            <a:extLst>
              <a:ext uri="{FF2B5EF4-FFF2-40B4-BE49-F238E27FC236}">
                <a16:creationId xmlns:a16="http://schemas.microsoft.com/office/drawing/2014/main" id="{2C240F1D-FB45-4C8A-A8DA-159D1DD9763D}"/>
              </a:ext>
            </a:extLst>
          </p:cNvPr>
          <p:cNvGrpSpPr>
            <a:grpSpLocks/>
          </p:cNvGrpSpPr>
          <p:nvPr/>
        </p:nvGrpSpPr>
        <p:grpSpPr bwMode="auto">
          <a:xfrm>
            <a:off x="1666875" y="3048000"/>
            <a:ext cx="6564313" cy="2971800"/>
            <a:chOff x="1666875" y="3429000"/>
            <a:chExt cx="6564313" cy="2971800"/>
          </a:xfrm>
        </p:grpSpPr>
        <p:sp>
          <p:nvSpPr>
            <p:cNvPr id="101386" name="Line 145">
              <a:extLst>
                <a:ext uri="{FF2B5EF4-FFF2-40B4-BE49-F238E27FC236}">
                  <a16:creationId xmlns:a16="http://schemas.microsoft.com/office/drawing/2014/main" id="{A8E5E2C5-CE88-4E05-B8C7-62BCF8715DC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52173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87" name="Freeform 170">
              <a:extLst>
                <a:ext uri="{FF2B5EF4-FFF2-40B4-BE49-F238E27FC236}">
                  <a16:creationId xmlns:a16="http://schemas.microsoft.com/office/drawing/2014/main" id="{1E168719-A560-4F26-A655-7919011F3A21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08536" y="5503864"/>
              <a:ext cx="685800" cy="133347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88" name="Freeform 171">
              <a:extLst>
                <a:ext uri="{FF2B5EF4-FFF2-40B4-BE49-F238E27FC236}">
                  <a16:creationId xmlns:a16="http://schemas.microsoft.com/office/drawing/2014/main" id="{FE4943A5-7E55-4E3B-AE03-19F546BB2A69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0166" y="5570539"/>
              <a:ext cx="819150" cy="133347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89" name="Freeform 172">
              <a:extLst>
                <a:ext uri="{FF2B5EF4-FFF2-40B4-BE49-F238E27FC236}">
                  <a16:creationId xmlns:a16="http://schemas.microsoft.com/office/drawing/2014/main" id="{09712A2F-54B7-40E0-99AD-301844898907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13028" y="4494233"/>
              <a:ext cx="1752600" cy="188591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0" name="Line 173">
              <a:extLst>
                <a:ext uri="{FF2B5EF4-FFF2-40B4-BE49-F238E27FC236}">
                  <a16:creationId xmlns:a16="http://schemas.microsoft.com/office/drawing/2014/main" id="{1967D474-1E5E-4AE2-BA87-F357B67C7B7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48962" y="5210990"/>
              <a:ext cx="0" cy="19382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1" name="Line 174">
              <a:extLst>
                <a:ext uri="{FF2B5EF4-FFF2-40B4-BE49-F238E27FC236}">
                  <a16:creationId xmlns:a16="http://schemas.microsoft.com/office/drawing/2014/main" id="{0F231FC8-24A6-4A7B-84D3-D0A8D4433FF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498121" y="5026826"/>
              <a:ext cx="1588" cy="6667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2" name="Line 175">
              <a:extLst>
                <a:ext uri="{FF2B5EF4-FFF2-40B4-BE49-F238E27FC236}">
                  <a16:creationId xmlns:a16="http://schemas.microsoft.com/office/drawing/2014/main" id="{A54BE0BF-9586-4FD3-8ABE-9BDEC0186C7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955208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3" name="Line 177">
              <a:extLst>
                <a:ext uri="{FF2B5EF4-FFF2-40B4-BE49-F238E27FC236}">
                  <a16:creationId xmlns:a16="http://schemas.microsoft.com/office/drawing/2014/main" id="{03D8079C-2ABD-4928-A339-BD3ADDACB59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1438" y="5092708"/>
              <a:ext cx="1588" cy="8016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4" name="Line 189">
              <a:extLst>
                <a:ext uri="{FF2B5EF4-FFF2-40B4-BE49-F238E27FC236}">
                  <a16:creationId xmlns:a16="http://schemas.microsoft.com/office/drawing/2014/main" id="{21098E68-4D4A-4060-9896-66653F530A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6660250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5" name="Freeform 191">
              <a:extLst>
                <a:ext uri="{FF2B5EF4-FFF2-40B4-BE49-F238E27FC236}">
                  <a16:creationId xmlns:a16="http://schemas.microsoft.com/office/drawing/2014/main" id="{19A46B40-3317-4B77-9BDF-194DECB89FF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992" y="4394997"/>
              <a:ext cx="1131888" cy="266694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6" name="Line 226">
              <a:extLst>
                <a:ext uri="{FF2B5EF4-FFF2-40B4-BE49-F238E27FC236}">
                  <a16:creationId xmlns:a16="http://schemas.microsoft.com/office/drawing/2014/main" id="{AA5CD674-BE6B-4E11-A114-894540C9E4F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0839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7" name="Line 227">
              <a:extLst>
                <a:ext uri="{FF2B5EF4-FFF2-40B4-BE49-F238E27FC236}">
                  <a16:creationId xmlns:a16="http://schemas.microsoft.com/office/drawing/2014/main" id="{800C357A-4209-41EC-BDE1-A1ABDE6A785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3506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8" name="Line 228">
              <a:extLst>
                <a:ext uri="{FF2B5EF4-FFF2-40B4-BE49-F238E27FC236}">
                  <a16:creationId xmlns:a16="http://schemas.microsoft.com/office/drawing/2014/main" id="{B27943A2-B514-40BA-B80C-83844262CCE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098080" y="529352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399" name="Line 234">
              <a:extLst>
                <a:ext uri="{FF2B5EF4-FFF2-40B4-BE49-F238E27FC236}">
                  <a16:creationId xmlns:a16="http://schemas.microsoft.com/office/drawing/2014/main" id="{20CBAB3A-34E0-4F31-9AE0-F11CFA505ED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36262" y="445532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0" name="Line 235">
              <a:extLst>
                <a:ext uri="{FF2B5EF4-FFF2-40B4-BE49-F238E27FC236}">
                  <a16:creationId xmlns:a16="http://schemas.microsoft.com/office/drawing/2014/main" id="{91461342-795E-4140-A3BC-C97F58982B7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717295" y="436007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1" name="Line 242">
              <a:extLst>
                <a:ext uri="{FF2B5EF4-FFF2-40B4-BE49-F238E27FC236}">
                  <a16:creationId xmlns:a16="http://schemas.microsoft.com/office/drawing/2014/main" id="{BFE77FA1-1E53-47FF-B5CE-7A5039A3F4A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36262" y="432197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2" name="Line 244">
              <a:extLst>
                <a:ext uri="{FF2B5EF4-FFF2-40B4-BE49-F238E27FC236}">
                  <a16:creationId xmlns:a16="http://schemas.microsoft.com/office/drawing/2014/main" id="{5A75F291-EE88-4D19-8E72-CEA0D36869F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0663" y="5779297"/>
              <a:ext cx="1588" cy="2666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3" name="Line 245">
              <a:extLst>
                <a:ext uri="{FF2B5EF4-FFF2-40B4-BE49-F238E27FC236}">
                  <a16:creationId xmlns:a16="http://schemas.microsoft.com/office/drawing/2014/main" id="{89D9A019-73C1-4811-8317-B0B551B420A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0188" y="60364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4" name="Line 246">
              <a:extLst>
                <a:ext uri="{FF2B5EF4-FFF2-40B4-BE49-F238E27FC236}">
                  <a16:creationId xmlns:a16="http://schemas.microsoft.com/office/drawing/2014/main" id="{B89CF397-C991-499F-A123-AFE5E1BE85E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3632" y="5741698"/>
              <a:ext cx="0" cy="5873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5" name="Line 266">
              <a:extLst>
                <a:ext uri="{FF2B5EF4-FFF2-40B4-BE49-F238E27FC236}">
                  <a16:creationId xmlns:a16="http://schemas.microsoft.com/office/drawing/2014/main" id="{1B18F0DD-8953-450C-AE02-62CC471558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59031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6" name="Line 267">
              <a:extLst>
                <a:ext uri="{FF2B5EF4-FFF2-40B4-BE49-F238E27FC236}">
                  <a16:creationId xmlns:a16="http://schemas.microsoft.com/office/drawing/2014/main" id="{AEDEC173-7CEA-454D-BD6E-47FF0AE66A1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61698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7" name="Line 269">
              <a:extLst>
                <a:ext uri="{FF2B5EF4-FFF2-40B4-BE49-F238E27FC236}">
                  <a16:creationId xmlns:a16="http://schemas.microsoft.com/office/drawing/2014/main" id="{4CD05F43-E3EA-4B77-9A94-139B2E57896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49506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8" name="Line 270">
              <a:extLst>
                <a:ext uri="{FF2B5EF4-FFF2-40B4-BE49-F238E27FC236}">
                  <a16:creationId xmlns:a16="http://schemas.microsoft.com/office/drawing/2014/main" id="{6669917E-64F4-485D-986D-A683086DB40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7452" y="5140327"/>
              <a:ext cx="1588" cy="1730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9" name="Freeform 276">
              <a:extLst>
                <a:ext uri="{FF2B5EF4-FFF2-40B4-BE49-F238E27FC236}">
                  <a16:creationId xmlns:a16="http://schemas.microsoft.com/office/drawing/2014/main" id="{85A87FC0-13AC-493F-B904-E81F934EC25E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2182" y="4426752"/>
              <a:ext cx="800100" cy="801671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0" name="Freeform 278">
              <a:extLst>
                <a:ext uri="{FF2B5EF4-FFF2-40B4-BE49-F238E27FC236}">
                  <a16:creationId xmlns:a16="http://schemas.microsoft.com/office/drawing/2014/main" id="{6FD931B5-091C-40EF-B8FD-75CD93D8FA0B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77628" y="4389061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1" name="AutoShape 293">
              <a:extLst>
                <a:ext uri="{FF2B5EF4-FFF2-40B4-BE49-F238E27FC236}">
                  <a16:creationId xmlns:a16="http://schemas.microsoft.com/office/drawing/2014/main" id="{24EE2F1F-1F1A-4151-904C-8CE494F5E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698" y="5961063"/>
              <a:ext cx="49211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2" name="AutoShape 296">
              <a:extLst>
                <a:ext uri="{FF2B5EF4-FFF2-40B4-BE49-F238E27FC236}">
                  <a16:creationId xmlns:a16="http://schemas.microsoft.com/office/drawing/2014/main" id="{DAE190E4-85DB-4F94-B2EA-376915951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027" y="5005387"/>
              <a:ext cx="49370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01413" name="Group 376">
              <a:extLst>
                <a:ext uri="{FF2B5EF4-FFF2-40B4-BE49-F238E27FC236}">
                  <a16:creationId xmlns:a16="http://schemas.microsoft.com/office/drawing/2014/main" id="{B36D9081-77F2-42B7-BFC3-A9679E14CD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6900" y="5106988"/>
              <a:ext cx="604825" cy="488950"/>
              <a:chOff x="3450" y="1331"/>
              <a:chExt cx="321" cy="252"/>
            </a:xfrm>
          </p:grpSpPr>
          <p:sp>
            <p:nvSpPr>
              <p:cNvPr id="101440" name="Freeform 377">
                <a:extLst>
                  <a:ext uri="{FF2B5EF4-FFF2-40B4-BE49-F238E27FC236}">
                    <a16:creationId xmlns:a16="http://schemas.microsoft.com/office/drawing/2014/main" id="{33BF9497-BCDC-4B57-B7D0-0FD0BDCBB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1441" name="Freeform 378">
                <a:extLst>
                  <a:ext uri="{FF2B5EF4-FFF2-40B4-BE49-F238E27FC236}">
                    <a16:creationId xmlns:a16="http://schemas.microsoft.com/office/drawing/2014/main" id="{2993D968-8D9F-404A-ADDB-D6D3FB0BD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1442" name="Freeform 379">
                <a:extLst>
                  <a:ext uri="{FF2B5EF4-FFF2-40B4-BE49-F238E27FC236}">
                    <a16:creationId xmlns:a16="http://schemas.microsoft.com/office/drawing/2014/main" id="{112611D4-AE47-46BD-94DE-5EAD1CD81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1443" name="Freeform 380">
                <a:extLst>
                  <a:ext uri="{FF2B5EF4-FFF2-40B4-BE49-F238E27FC236}">
                    <a16:creationId xmlns:a16="http://schemas.microsoft.com/office/drawing/2014/main" id="{B951F6F6-1F4B-4C0A-9515-619FD4889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1444" name="Freeform 381">
                <a:extLst>
                  <a:ext uri="{FF2B5EF4-FFF2-40B4-BE49-F238E27FC236}">
                    <a16:creationId xmlns:a16="http://schemas.microsoft.com/office/drawing/2014/main" id="{858B87E5-C362-42DB-B978-F9CCA9478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1414" name="Group 424">
              <a:extLst>
                <a:ext uri="{FF2B5EF4-FFF2-40B4-BE49-F238E27FC236}">
                  <a16:creationId xmlns:a16="http://schemas.microsoft.com/office/drawing/2014/main" id="{169D3B69-7370-44FB-B517-6CE730DBF4A7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5078336" y="4087819"/>
              <a:ext cx="488950" cy="682611"/>
              <a:chOff x="4229" y="1985"/>
              <a:chExt cx="308" cy="430"/>
            </a:xfrm>
          </p:grpSpPr>
          <p:sp>
            <p:nvSpPr>
              <p:cNvPr id="101432" name="Freeform 324">
                <a:extLst>
                  <a:ext uri="{FF2B5EF4-FFF2-40B4-BE49-F238E27FC236}">
                    <a16:creationId xmlns:a16="http://schemas.microsoft.com/office/drawing/2014/main" id="{0530407B-FE1F-4D2B-A653-BA0259832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1433" name="Freeform 325">
                <a:extLst>
                  <a:ext uri="{FF2B5EF4-FFF2-40B4-BE49-F238E27FC236}">
                    <a16:creationId xmlns:a16="http://schemas.microsoft.com/office/drawing/2014/main" id="{1450F225-8BFA-4493-9BCC-68AAEA647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1434" name="Group 388">
                <a:extLst>
                  <a:ext uri="{FF2B5EF4-FFF2-40B4-BE49-F238E27FC236}">
                    <a16:creationId xmlns:a16="http://schemas.microsoft.com/office/drawing/2014/main" id="{E5DA156D-E2A4-47C5-88A8-A7A117CF59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01435" name="Freeform 389">
                  <a:extLst>
                    <a:ext uri="{FF2B5EF4-FFF2-40B4-BE49-F238E27FC236}">
                      <a16:creationId xmlns:a16="http://schemas.microsoft.com/office/drawing/2014/main" id="{D8F9F18D-B40D-48A5-A6FD-69C158E005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1436" name="Freeform 390">
                  <a:extLst>
                    <a:ext uri="{FF2B5EF4-FFF2-40B4-BE49-F238E27FC236}">
                      <a16:creationId xmlns:a16="http://schemas.microsoft.com/office/drawing/2014/main" id="{D01C54C8-5E6B-4344-8A6C-E20F3D13B2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1437" name="Freeform 391">
                  <a:extLst>
                    <a:ext uri="{FF2B5EF4-FFF2-40B4-BE49-F238E27FC236}">
                      <a16:creationId xmlns:a16="http://schemas.microsoft.com/office/drawing/2014/main" id="{C6B44F8C-39BF-4FC3-A351-60C262AC9B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1438" name="Freeform 392">
                  <a:extLst>
                    <a:ext uri="{FF2B5EF4-FFF2-40B4-BE49-F238E27FC236}">
                      <a16:creationId xmlns:a16="http://schemas.microsoft.com/office/drawing/2014/main" id="{F32966CD-4FEA-4415-9480-2B130F947F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1439" name="Freeform 393">
                  <a:extLst>
                    <a:ext uri="{FF2B5EF4-FFF2-40B4-BE49-F238E27FC236}">
                      <a16:creationId xmlns:a16="http://schemas.microsoft.com/office/drawing/2014/main" id="{B4A746EB-B7F1-4A46-8727-81642D4FA3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01415" name="Group 400">
              <a:extLst>
                <a:ext uri="{FF2B5EF4-FFF2-40B4-BE49-F238E27FC236}">
                  <a16:creationId xmlns:a16="http://schemas.microsoft.com/office/drawing/2014/main" id="{6FBAFCC4-C2D3-4897-8DD3-0CC3063EB7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4006" y="5799138"/>
              <a:ext cx="604824" cy="488950"/>
              <a:chOff x="3450" y="1331"/>
              <a:chExt cx="321" cy="252"/>
            </a:xfrm>
          </p:grpSpPr>
          <p:sp>
            <p:nvSpPr>
              <p:cNvPr id="101427" name="Freeform 401">
                <a:extLst>
                  <a:ext uri="{FF2B5EF4-FFF2-40B4-BE49-F238E27FC236}">
                    <a16:creationId xmlns:a16="http://schemas.microsoft.com/office/drawing/2014/main" id="{A31E4B66-CB1A-409E-90E3-0FDF9CD0E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1428" name="Freeform 402">
                <a:extLst>
                  <a:ext uri="{FF2B5EF4-FFF2-40B4-BE49-F238E27FC236}">
                    <a16:creationId xmlns:a16="http://schemas.microsoft.com/office/drawing/2014/main" id="{3697651D-7819-48B6-9A04-B1C49232A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1429" name="Freeform 403">
                <a:extLst>
                  <a:ext uri="{FF2B5EF4-FFF2-40B4-BE49-F238E27FC236}">
                    <a16:creationId xmlns:a16="http://schemas.microsoft.com/office/drawing/2014/main" id="{5D13A704-48AE-4B60-9BE7-08A375924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1430" name="Freeform 404">
                <a:extLst>
                  <a:ext uri="{FF2B5EF4-FFF2-40B4-BE49-F238E27FC236}">
                    <a16:creationId xmlns:a16="http://schemas.microsoft.com/office/drawing/2014/main" id="{8961B789-D976-40AC-834F-47C7443CD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1431" name="Freeform 405">
                <a:extLst>
                  <a:ext uri="{FF2B5EF4-FFF2-40B4-BE49-F238E27FC236}">
                    <a16:creationId xmlns:a16="http://schemas.microsoft.com/office/drawing/2014/main" id="{BE7DD230-58C9-4F97-8E35-D22869EF7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1416" name="TextBox 92">
              <a:extLst>
                <a:ext uri="{FF2B5EF4-FFF2-40B4-BE49-F238E27FC236}">
                  <a16:creationId xmlns:a16="http://schemas.microsoft.com/office/drawing/2014/main" id="{C18FDF84-CAAD-49DC-A53F-F2AA9D24E9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393" y="4124272"/>
              <a:ext cx="4878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101417" name="TextBox 93">
              <a:extLst>
                <a:ext uri="{FF2B5EF4-FFF2-40B4-BE49-F238E27FC236}">
                  <a16:creationId xmlns:a16="http://schemas.microsoft.com/office/drawing/2014/main" id="{4681BD80-4DA5-4785-B0EB-01E2832DF0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6875" y="5173663"/>
              <a:ext cx="4878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101418" name="TextBox 94">
              <a:extLst>
                <a:ext uri="{FF2B5EF4-FFF2-40B4-BE49-F238E27FC236}">
                  <a16:creationId xmlns:a16="http://schemas.microsoft.com/office/drawing/2014/main" id="{FDBCA3BF-12B6-40CF-BE2E-1269B38A18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393" y="3429000"/>
              <a:ext cx="4878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101419" name="Freeform 278">
              <a:extLst>
                <a:ext uri="{FF2B5EF4-FFF2-40B4-BE49-F238E27FC236}">
                  <a16:creationId xmlns:a16="http://schemas.microsoft.com/office/drawing/2014/main" id="{5D4899DE-D35F-4B79-8098-EB114F7754D8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4540454" y="425926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0" name="Freeform 278">
              <a:extLst>
                <a:ext uri="{FF2B5EF4-FFF2-40B4-BE49-F238E27FC236}">
                  <a16:creationId xmlns:a16="http://schemas.microsoft.com/office/drawing/2014/main" id="{DC9C4750-9A3E-4C65-99E2-8B0541430C6C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1857" y="546058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1" name="Freeform 278">
              <a:extLst>
                <a:ext uri="{FF2B5EF4-FFF2-40B4-BE49-F238E27FC236}">
                  <a16:creationId xmlns:a16="http://schemas.microsoft.com/office/drawing/2014/main" id="{ED569C3C-AA87-4932-8D79-008023E0B5E8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7538" y="5201936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2" name="TextBox 118">
              <a:extLst>
                <a:ext uri="{FF2B5EF4-FFF2-40B4-BE49-F238E27FC236}">
                  <a16:creationId xmlns:a16="http://schemas.microsoft.com/office/drawing/2014/main" id="{585B6353-6DDC-43A1-8711-3C85780CB7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594" y="5685693"/>
              <a:ext cx="76910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i+1</a:t>
              </a:r>
            </a:p>
          </p:txBody>
        </p:sp>
        <p:sp>
          <p:nvSpPr>
            <p:cNvPr id="101423" name="TextBox 119">
              <a:extLst>
                <a:ext uri="{FF2B5EF4-FFF2-40B4-BE49-F238E27FC236}">
                  <a16:creationId xmlns:a16="http://schemas.microsoft.com/office/drawing/2014/main" id="{258F30F3-E922-4180-83CE-3AA0396FD8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939" y="4073772"/>
              <a:ext cx="46824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101424" name="TextBox 66">
              <a:extLst>
                <a:ext uri="{FF2B5EF4-FFF2-40B4-BE49-F238E27FC236}">
                  <a16:creationId xmlns:a16="http://schemas.microsoft.com/office/drawing/2014/main" id="{6E5E1947-5DDF-4062-8272-5E94C1868C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2400" y="5638800"/>
              <a:ext cx="508000" cy="523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101425" name="TextBox 122">
              <a:extLst>
                <a:ext uri="{FF2B5EF4-FFF2-40B4-BE49-F238E27FC236}">
                  <a16:creationId xmlns:a16="http://schemas.microsoft.com/office/drawing/2014/main" id="{233DDA6C-A65C-4D19-889F-87F5BFA381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5263" y="4827588"/>
              <a:ext cx="508000" cy="523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101426" name="Line 176">
              <a:extLst>
                <a:ext uri="{FF2B5EF4-FFF2-40B4-BE49-F238E27FC236}">
                  <a16:creationId xmlns:a16="http://schemas.microsoft.com/office/drawing/2014/main" id="{D4207E6C-E9F3-4228-8F2F-BA23821E6C0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2495" y="4067281"/>
              <a:ext cx="4543" cy="458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Rectangle 2">
            <a:extLst>
              <a:ext uri="{FF2B5EF4-FFF2-40B4-BE49-F238E27FC236}">
                <a16:creationId xmlns:a16="http://schemas.microsoft.com/office/drawing/2014/main" id="{5C52E57E-072E-4B06-9E1E-F4283C1669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Yet Another Way to Draw It (Just Rotate It)</a:t>
            </a:r>
          </a:p>
        </p:txBody>
      </p:sp>
      <p:grpSp>
        <p:nvGrpSpPr>
          <p:cNvPr id="102402" name="Group 1">
            <a:extLst>
              <a:ext uri="{FF2B5EF4-FFF2-40B4-BE49-F238E27FC236}">
                <a16:creationId xmlns:a16="http://schemas.microsoft.com/office/drawing/2014/main" id="{A4A3CC5C-664F-492A-BD3B-378407D8740E}"/>
              </a:ext>
            </a:extLst>
          </p:cNvPr>
          <p:cNvGrpSpPr>
            <a:grpSpLocks/>
          </p:cNvGrpSpPr>
          <p:nvPr/>
        </p:nvGrpSpPr>
        <p:grpSpPr bwMode="auto">
          <a:xfrm>
            <a:off x="3227388" y="603250"/>
            <a:ext cx="3155950" cy="6026150"/>
            <a:chOff x="3227755" y="603744"/>
            <a:chExt cx="3155386" cy="6025658"/>
          </a:xfrm>
        </p:grpSpPr>
        <p:grpSp>
          <p:nvGrpSpPr>
            <p:cNvPr id="102403" name="Group 3">
              <a:extLst>
                <a:ext uri="{FF2B5EF4-FFF2-40B4-BE49-F238E27FC236}">
                  <a16:creationId xmlns:a16="http://schemas.microsoft.com/office/drawing/2014/main" id="{275774A6-AC9B-4EF6-8657-532764235C1E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154141" y="2400402"/>
              <a:ext cx="5503862" cy="2954138"/>
              <a:chOff x="2410975" y="3446662"/>
              <a:chExt cx="5503862" cy="2954138"/>
            </a:xfrm>
          </p:grpSpPr>
          <p:sp>
            <p:nvSpPr>
              <p:cNvPr id="102408" name="Line 145">
                <a:extLst>
                  <a:ext uri="{FF2B5EF4-FFF2-40B4-BE49-F238E27FC236}">
                    <a16:creationId xmlns:a16="http://schemas.microsoft.com/office/drawing/2014/main" id="{A0303657-0EBB-418B-BC8B-DBA1B86320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973994" y="521731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09" name="Freeform 170">
                <a:extLst>
                  <a:ext uri="{FF2B5EF4-FFF2-40B4-BE49-F238E27FC236}">
                    <a16:creationId xmlns:a16="http://schemas.microsoft.com/office/drawing/2014/main" id="{AED584D6-BDCC-4E52-9CE7-8FCC8E7E3E89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5508188" y="5503863"/>
                <a:ext cx="685800" cy="133350"/>
              </a:xfrm>
              <a:custGeom>
                <a:avLst/>
                <a:gdLst>
                  <a:gd name="T0" fmla="*/ 0 w 864"/>
                  <a:gd name="T1" fmla="*/ 2147483646 h 168"/>
                  <a:gd name="T2" fmla="*/ 2147483646 w 864"/>
                  <a:gd name="T3" fmla="*/ 2147483646 h 168"/>
                  <a:gd name="T4" fmla="*/ 2147483646 w 864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864"/>
                  <a:gd name="T10" fmla="*/ 0 h 168"/>
                  <a:gd name="T11" fmla="*/ 864 w 864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64" h="168">
                    <a:moveTo>
                      <a:pt x="0" y="168"/>
                    </a:moveTo>
                    <a:lnTo>
                      <a:pt x="864" y="168"/>
                    </a:lnTo>
                    <a:lnTo>
                      <a:pt x="86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10" name="Freeform 171">
                <a:extLst>
                  <a:ext uri="{FF2B5EF4-FFF2-40B4-BE49-F238E27FC236}">
                    <a16:creationId xmlns:a16="http://schemas.microsoft.com/office/drawing/2014/main" id="{06A7BBD6-B571-46D6-B817-5BC9A4BD5C76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2869763" y="5570538"/>
                <a:ext cx="819150" cy="133350"/>
              </a:xfrm>
              <a:custGeom>
                <a:avLst/>
                <a:gdLst>
                  <a:gd name="T0" fmla="*/ 2147483646 w 1032"/>
                  <a:gd name="T1" fmla="*/ 0 h 168"/>
                  <a:gd name="T2" fmla="*/ 0 w 1032"/>
                  <a:gd name="T3" fmla="*/ 0 h 168"/>
                  <a:gd name="T4" fmla="*/ 0 w 1032"/>
                  <a:gd name="T5" fmla="*/ 2147483646 h 168"/>
                  <a:gd name="T6" fmla="*/ 0 60000 65536"/>
                  <a:gd name="T7" fmla="*/ 0 60000 65536"/>
                  <a:gd name="T8" fmla="*/ 0 60000 65536"/>
                  <a:gd name="T9" fmla="*/ 0 w 1032"/>
                  <a:gd name="T10" fmla="*/ 0 h 168"/>
                  <a:gd name="T11" fmla="*/ 1032 w 1032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2" h="168">
                    <a:moveTo>
                      <a:pt x="1032" y="0"/>
                    </a:moveTo>
                    <a:lnTo>
                      <a:pt x="0" y="0"/>
                    </a:lnTo>
                    <a:lnTo>
                      <a:pt x="0" y="16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11" name="Freeform 172">
                <a:extLst>
                  <a:ext uri="{FF2B5EF4-FFF2-40B4-BE49-F238E27FC236}">
                    <a16:creationId xmlns:a16="http://schemas.microsoft.com/office/drawing/2014/main" id="{5FB17789-E289-4B07-A2EA-BBD444B8261D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3012638" y="4494213"/>
                <a:ext cx="1752600" cy="1885950"/>
              </a:xfrm>
              <a:custGeom>
                <a:avLst/>
                <a:gdLst>
                  <a:gd name="T0" fmla="*/ 2147483646 w 2209"/>
                  <a:gd name="T1" fmla="*/ 2147483646 h 2377"/>
                  <a:gd name="T2" fmla="*/ 2147483646 w 2209"/>
                  <a:gd name="T3" fmla="*/ 0 h 2377"/>
                  <a:gd name="T4" fmla="*/ 0 w 2209"/>
                  <a:gd name="T5" fmla="*/ 0 h 2377"/>
                  <a:gd name="T6" fmla="*/ 0 w 2209"/>
                  <a:gd name="T7" fmla="*/ 2147483646 h 237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09"/>
                  <a:gd name="T13" fmla="*/ 0 h 2377"/>
                  <a:gd name="T14" fmla="*/ 2209 w 2209"/>
                  <a:gd name="T15" fmla="*/ 2377 h 237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09" h="2377">
                    <a:moveTo>
                      <a:pt x="2209" y="2377"/>
                    </a:moveTo>
                    <a:lnTo>
                      <a:pt x="2209" y="0"/>
                    </a:lnTo>
                    <a:lnTo>
                      <a:pt x="0" y="0"/>
                    </a:lnTo>
                    <a:lnTo>
                      <a:pt x="0" y="48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12" name="Line 173">
                <a:extLst>
                  <a:ext uri="{FF2B5EF4-FFF2-40B4-BE49-F238E27FC236}">
                    <a16:creationId xmlns:a16="http://schemas.microsoft.com/office/drawing/2014/main" id="{FC9C2065-7983-4870-999A-B0BE7F2B3E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948594" y="5210969"/>
                <a:ext cx="0" cy="19383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13" name="Line 174">
                <a:extLst>
                  <a:ext uri="{FF2B5EF4-FFF2-40B4-BE49-F238E27FC236}">
                    <a16:creationId xmlns:a16="http://schemas.microsoft.com/office/drawing/2014/main" id="{9E7F3E29-D0FA-42FB-B969-0298ABBCCB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497744" y="5026819"/>
                <a:ext cx="1588" cy="666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14" name="Line 175">
                <a:extLst>
                  <a:ext uri="{FF2B5EF4-FFF2-40B4-BE49-F238E27FC236}">
                    <a16:creationId xmlns:a16="http://schemas.microsoft.com/office/drawing/2014/main" id="{61064A8B-F729-479B-A63C-4A54D9F077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3954819" y="3550444"/>
                <a:ext cx="1588" cy="17526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15" name="Line 176">
                <a:extLst>
                  <a:ext uri="{FF2B5EF4-FFF2-40B4-BE49-F238E27FC236}">
                    <a16:creationId xmlns:a16="http://schemas.microsoft.com/office/drawing/2014/main" id="{034B0C25-16D0-46F9-ADD6-9F79A9203D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697769" y="4160044"/>
                <a:ext cx="1588" cy="2667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16" name="Line 177">
                <a:extLst>
                  <a:ext uri="{FF2B5EF4-FFF2-40B4-BE49-F238E27FC236}">
                    <a16:creationId xmlns:a16="http://schemas.microsoft.com/office/drawing/2014/main" id="{9BF4AF0E-CF68-46F6-B347-DF5E21DCA1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811025" y="5092700"/>
                <a:ext cx="1588" cy="80168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17" name="Line 189">
                <a:extLst>
                  <a:ext uri="{FF2B5EF4-FFF2-40B4-BE49-F238E27FC236}">
                    <a16:creationId xmlns:a16="http://schemas.microsoft.com/office/drawing/2014/main" id="{14F8D2CD-F8FA-4B9A-BA0D-2772421C10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6659919" y="3550444"/>
                <a:ext cx="1588" cy="17526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18" name="Freeform 191">
                <a:extLst>
                  <a:ext uri="{FF2B5EF4-FFF2-40B4-BE49-F238E27FC236}">
                    <a16:creationId xmlns:a16="http://schemas.microsoft.com/office/drawing/2014/main" id="{14A94F48-D0AD-47BE-A4E2-EAD1C910973E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4132619" y="4394994"/>
                <a:ext cx="1131888" cy="266700"/>
              </a:xfrm>
              <a:custGeom>
                <a:avLst/>
                <a:gdLst>
                  <a:gd name="T0" fmla="*/ 2147483646 w 1777"/>
                  <a:gd name="T1" fmla="*/ 0 h 336"/>
                  <a:gd name="T2" fmla="*/ 0 w 1777"/>
                  <a:gd name="T3" fmla="*/ 0 h 336"/>
                  <a:gd name="T4" fmla="*/ 0 w 1777"/>
                  <a:gd name="T5" fmla="*/ 2147483646 h 336"/>
                  <a:gd name="T6" fmla="*/ 0 60000 65536"/>
                  <a:gd name="T7" fmla="*/ 0 60000 65536"/>
                  <a:gd name="T8" fmla="*/ 0 60000 65536"/>
                  <a:gd name="T9" fmla="*/ 0 w 1777"/>
                  <a:gd name="T10" fmla="*/ 0 h 336"/>
                  <a:gd name="T11" fmla="*/ 1777 w 1777"/>
                  <a:gd name="T12" fmla="*/ 336 h 3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77" h="336">
                    <a:moveTo>
                      <a:pt x="1777" y="0"/>
                    </a:moveTo>
                    <a:lnTo>
                      <a:pt x="0" y="0"/>
                    </a:lnTo>
                    <a:lnTo>
                      <a:pt x="0" y="33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19" name="Line 226">
                <a:extLst>
                  <a:ext uri="{FF2B5EF4-FFF2-40B4-BE49-F238E27FC236}">
                    <a16:creationId xmlns:a16="http://schemas.microsoft.com/office/drawing/2014/main" id="{B596C223-6EFD-4FA9-8B4A-FAEB87A08E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354744" y="508396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20" name="Line 227">
                <a:extLst>
                  <a:ext uri="{FF2B5EF4-FFF2-40B4-BE49-F238E27FC236}">
                    <a16:creationId xmlns:a16="http://schemas.microsoft.com/office/drawing/2014/main" id="{DA23C9A2-0E57-4463-BF6B-EC001F9F73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354744" y="535066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21" name="Line 228">
                <a:extLst>
                  <a:ext uri="{FF2B5EF4-FFF2-40B4-BE49-F238E27FC236}">
                    <a16:creationId xmlns:a16="http://schemas.microsoft.com/office/drawing/2014/main" id="{854EAEAD-4ACC-4489-81A9-E2C811034D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097694" y="5293519"/>
                <a:ext cx="1588" cy="1333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22" name="Line 233">
                <a:extLst>
                  <a:ext uri="{FF2B5EF4-FFF2-40B4-BE49-F238E27FC236}">
                    <a16:creationId xmlns:a16="http://schemas.microsoft.com/office/drawing/2014/main" id="{138243B4-7D9A-448B-BA0E-7AD212E0E4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935894" y="4188619"/>
                <a:ext cx="1588" cy="2095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23" name="Line 234">
                <a:extLst>
                  <a:ext uri="{FF2B5EF4-FFF2-40B4-BE49-F238E27FC236}">
                    <a16:creationId xmlns:a16="http://schemas.microsoft.com/office/drawing/2014/main" id="{73C4F23A-2DC1-4508-B569-56533D2CEB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935894" y="4455319"/>
                <a:ext cx="1588" cy="2095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24" name="Line 235">
                <a:extLst>
                  <a:ext uri="{FF2B5EF4-FFF2-40B4-BE49-F238E27FC236}">
                    <a16:creationId xmlns:a16="http://schemas.microsoft.com/office/drawing/2014/main" id="{186261B0-1519-4EBB-BA92-960B13C8E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5716944" y="4360069"/>
                <a:ext cx="1588" cy="1333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25" name="Line 242">
                <a:extLst>
                  <a:ext uri="{FF2B5EF4-FFF2-40B4-BE49-F238E27FC236}">
                    <a16:creationId xmlns:a16="http://schemas.microsoft.com/office/drawing/2014/main" id="{894318B4-5579-44D3-BB95-66E4DFDB1A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935894" y="4321969"/>
                <a:ext cx="1588" cy="2095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26" name="Line 244">
                <a:extLst>
                  <a:ext uri="{FF2B5EF4-FFF2-40B4-BE49-F238E27FC236}">
                    <a16:creationId xmlns:a16="http://schemas.microsoft.com/office/drawing/2014/main" id="{11BD5922-1B86-4FD7-8BDE-43AEF40FC8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6050319" y="5779294"/>
                <a:ext cx="1588" cy="2667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27" name="Line 245">
                <a:extLst>
                  <a:ext uri="{FF2B5EF4-FFF2-40B4-BE49-F238E27FC236}">
                    <a16:creationId xmlns:a16="http://schemas.microsoft.com/office/drawing/2014/main" id="{E7D791E8-08E4-4FAD-AAB5-6E48521457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6059844" y="603646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28" name="Line 246">
                <a:extLst>
                  <a:ext uri="{FF2B5EF4-FFF2-40B4-BE49-F238E27FC236}">
                    <a16:creationId xmlns:a16="http://schemas.microsoft.com/office/drawing/2014/main" id="{80448E13-F036-46C1-B221-7FF6B5B4B1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7023308" y="5741692"/>
                <a:ext cx="0" cy="5873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29" name="Line 266">
                <a:extLst>
                  <a:ext uri="{FF2B5EF4-FFF2-40B4-BE49-F238E27FC236}">
                    <a16:creationId xmlns:a16="http://schemas.microsoft.com/office/drawing/2014/main" id="{3D350290-51E0-4425-A977-5ADDC27EBF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3354744" y="590311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30" name="Line 267">
                <a:extLst>
                  <a:ext uri="{FF2B5EF4-FFF2-40B4-BE49-F238E27FC236}">
                    <a16:creationId xmlns:a16="http://schemas.microsoft.com/office/drawing/2014/main" id="{A51C9113-B0D6-4CCC-93A7-0239F1AEAD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3354744" y="616981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31" name="Line 269">
                <a:extLst>
                  <a:ext uri="{FF2B5EF4-FFF2-40B4-BE49-F238E27FC236}">
                    <a16:creationId xmlns:a16="http://schemas.microsoft.com/office/drawing/2014/main" id="{FF665D5F-8D77-4225-8517-32EE26A05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973994" y="495061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32" name="Line 270">
                <a:extLst>
                  <a:ext uri="{FF2B5EF4-FFF2-40B4-BE49-F238E27FC236}">
                    <a16:creationId xmlns:a16="http://schemas.microsoft.com/office/drawing/2014/main" id="{E9B26468-9E12-4D53-AB2F-52CDCA447C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5697100" y="5140325"/>
                <a:ext cx="1588" cy="1730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33" name="Freeform 276">
                <a:extLst>
                  <a:ext uri="{FF2B5EF4-FFF2-40B4-BE49-F238E27FC236}">
                    <a16:creationId xmlns:a16="http://schemas.microsoft.com/office/drawing/2014/main" id="{876DE667-D2A1-4D3B-AEC3-F9EA3A954548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2411769" y="4426744"/>
                <a:ext cx="800100" cy="801688"/>
              </a:xfrm>
              <a:custGeom>
                <a:avLst/>
                <a:gdLst>
                  <a:gd name="T0" fmla="*/ 2147483646 w 1009"/>
                  <a:gd name="T1" fmla="*/ 0 h 1008"/>
                  <a:gd name="T2" fmla="*/ 2147483646 w 1009"/>
                  <a:gd name="T3" fmla="*/ 2147483646 h 1008"/>
                  <a:gd name="T4" fmla="*/ 0 w 1009"/>
                  <a:gd name="T5" fmla="*/ 2147483646 h 1008"/>
                  <a:gd name="T6" fmla="*/ 0 60000 65536"/>
                  <a:gd name="T7" fmla="*/ 0 60000 65536"/>
                  <a:gd name="T8" fmla="*/ 0 60000 65536"/>
                  <a:gd name="T9" fmla="*/ 0 w 1009"/>
                  <a:gd name="T10" fmla="*/ 0 h 1008"/>
                  <a:gd name="T11" fmla="*/ 1009 w 1009"/>
                  <a:gd name="T12" fmla="*/ 1008 h 100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09" h="1008">
                    <a:moveTo>
                      <a:pt x="1009" y="0"/>
                    </a:moveTo>
                    <a:lnTo>
                      <a:pt x="1009" y="1008"/>
                    </a:lnTo>
                    <a:lnTo>
                      <a:pt x="0" y="100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34" name="Freeform 278">
                <a:extLst>
                  <a:ext uri="{FF2B5EF4-FFF2-40B4-BE49-F238E27FC236}">
                    <a16:creationId xmlns:a16="http://schemas.microsoft.com/office/drawing/2014/main" id="{6DE9D460-FC37-4834-81C1-DEDAC931C2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5400000">
                <a:off x="3177224" y="4389060"/>
                <a:ext cx="64008" cy="64008"/>
              </a:xfrm>
              <a:custGeom>
                <a:avLst/>
                <a:gdLst>
                  <a:gd name="T0" fmla="*/ 2147483646 w 48"/>
                  <a:gd name="T1" fmla="*/ 2147483646 h 72"/>
                  <a:gd name="T2" fmla="*/ 2147483646 w 48"/>
                  <a:gd name="T3" fmla="*/ 2147483646 h 72"/>
                  <a:gd name="T4" fmla="*/ 2147483646 w 48"/>
                  <a:gd name="T5" fmla="*/ 2147483646 h 72"/>
                  <a:gd name="T6" fmla="*/ 2147483646 w 48"/>
                  <a:gd name="T7" fmla="*/ 2147483646 h 72"/>
                  <a:gd name="T8" fmla="*/ 2147483646 w 48"/>
                  <a:gd name="T9" fmla="*/ 2147483646 h 72"/>
                  <a:gd name="T10" fmla="*/ 2147483646 w 48"/>
                  <a:gd name="T11" fmla="*/ 2147483646 h 72"/>
                  <a:gd name="T12" fmla="*/ 2147483646 w 48"/>
                  <a:gd name="T13" fmla="*/ 2147483646 h 72"/>
                  <a:gd name="T14" fmla="*/ 2147483646 w 48"/>
                  <a:gd name="T15" fmla="*/ 2147483646 h 72"/>
                  <a:gd name="T16" fmla="*/ 2147483646 w 48"/>
                  <a:gd name="T17" fmla="*/ 2147483646 h 72"/>
                  <a:gd name="T18" fmla="*/ 2147483646 w 48"/>
                  <a:gd name="T19" fmla="*/ 2147483646 h 72"/>
                  <a:gd name="T20" fmla="*/ 2147483646 w 48"/>
                  <a:gd name="T21" fmla="*/ 0 h 72"/>
                  <a:gd name="T22" fmla="*/ 2147483646 w 48"/>
                  <a:gd name="T23" fmla="*/ 0 h 72"/>
                  <a:gd name="T24" fmla="*/ 2147483646 w 48"/>
                  <a:gd name="T25" fmla="*/ 2147483646 h 72"/>
                  <a:gd name="T26" fmla="*/ 2147483646 w 48"/>
                  <a:gd name="T27" fmla="*/ 2147483646 h 72"/>
                  <a:gd name="T28" fmla="*/ 2147483646 w 48"/>
                  <a:gd name="T29" fmla="*/ 2147483646 h 72"/>
                  <a:gd name="T30" fmla="*/ 2147483646 w 48"/>
                  <a:gd name="T31" fmla="*/ 2147483646 h 72"/>
                  <a:gd name="T32" fmla="*/ 2147483646 w 48"/>
                  <a:gd name="T33" fmla="*/ 2147483646 h 72"/>
                  <a:gd name="T34" fmla="*/ 2147483646 w 48"/>
                  <a:gd name="T35" fmla="*/ 2147483646 h 72"/>
                  <a:gd name="T36" fmla="*/ 2147483646 w 48"/>
                  <a:gd name="T37" fmla="*/ 2147483646 h 72"/>
                  <a:gd name="T38" fmla="*/ 2147483646 w 48"/>
                  <a:gd name="T39" fmla="*/ 2147483646 h 72"/>
                  <a:gd name="T40" fmla="*/ 2147483646 w 48"/>
                  <a:gd name="T41" fmla="*/ 2147483646 h 72"/>
                  <a:gd name="T42" fmla="*/ 2147483646 w 48"/>
                  <a:gd name="T43" fmla="*/ 2147483646 h 72"/>
                  <a:gd name="T44" fmla="*/ 2147483646 w 48"/>
                  <a:gd name="T45" fmla="*/ 2147483646 h 72"/>
                  <a:gd name="T46" fmla="*/ 2147483646 w 48"/>
                  <a:gd name="T47" fmla="*/ 2147483646 h 72"/>
                  <a:gd name="T48" fmla="*/ 2147483646 w 48"/>
                  <a:gd name="T49" fmla="*/ 2147483646 h 72"/>
                  <a:gd name="T50" fmla="*/ 2147483646 w 48"/>
                  <a:gd name="T51" fmla="*/ 2147483646 h 72"/>
                  <a:gd name="T52" fmla="*/ 2147483646 w 48"/>
                  <a:gd name="T53" fmla="*/ 2147483646 h 72"/>
                  <a:gd name="T54" fmla="*/ 2147483646 w 48"/>
                  <a:gd name="T55" fmla="*/ 2147483646 h 72"/>
                  <a:gd name="T56" fmla="*/ 2147483646 w 48"/>
                  <a:gd name="T57" fmla="*/ 2147483646 h 72"/>
                  <a:gd name="T58" fmla="*/ 2147483646 w 48"/>
                  <a:gd name="T59" fmla="*/ 2147483646 h 72"/>
                  <a:gd name="T60" fmla="*/ 2147483646 w 48"/>
                  <a:gd name="T61" fmla="*/ 2147483646 h 72"/>
                  <a:gd name="T62" fmla="*/ 2147483646 w 48"/>
                  <a:gd name="T63" fmla="*/ 2147483646 h 72"/>
                  <a:gd name="T64" fmla="*/ 2147483646 w 48"/>
                  <a:gd name="T65" fmla="*/ 2147483646 h 72"/>
                  <a:gd name="T66" fmla="*/ 2147483646 w 48"/>
                  <a:gd name="T67" fmla="*/ 2147483646 h 72"/>
                  <a:gd name="T68" fmla="*/ 2147483646 w 48"/>
                  <a:gd name="T69" fmla="*/ 2147483646 h 72"/>
                  <a:gd name="T70" fmla="*/ 2147483646 w 48"/>
                  <a:gd name="T71" fmla="*/ 2147483646 h 72"/>
                  <a:gd name="T72" fmla="*/ 2147483646 w 48"/>
                  <a:gd name="T73" fmla="*/ 2147483646 h 72"/>
                  <a:gd name="T74" fmla="*/ 2147483646 w 48"/>
                  <a:gd name="T75" fmla="*/ 2147483646 h 72"/>
                  <a:gd name="T76" fmla="*/ 2147483646 w 48"/>
                  <a:gd name="T77" fmla="*/ 2147483646 h 72"/>
                  <a:gd name="T78" fmla="*/ 2147483646 w 48"/>
                  <a:gd name="T79" fmla="*/ 2147483646 h 72"/>
                  <a:gd name="T80" fmla="*/ 2147483646 w 48"/>
                  <a:gd name="T81" fmla="*/ 2147483646 h 72"/>
                  <a:gd name="T82" fmla="*/ 2147483646 w 48"/>
                  <a:gd name="T83" fmla="*/ 2147483646 h 72"/>
                  <a:gd name="T84" fmla="*/ 2147483646 w 48"/>
                  <a:gd name="T85" fmla="*/ 2147483646 h 72"/>
                  <a:gd name="T86" fmla="*/ 2147483646 w 48"/>
                  <a:gd name="T87" fmla="*/ 2147483646 h 72"/>
                  <a:gd name="T88" fmla="*/ 2147483646 w 48"/>
                  <a:gd name="T89" fmla="*/ 2147483646 h 72"/>
                  <a:gd name="T90" fmla="*/ 2147483646 w 48"/>
                  <a:gd name="T91" fmla="*/ 2147483646 h 72"/>
                  <a:gd name="T92" fmla="*/ 2147483646 w 48"/>
                  <a:gd name="T93" fmla="*/ 2147483646 h 72"/>
                  <a:gd name="T94" fmla="*/ 2147483646 w 48"/>
                  <a:gd name="T95" fmla="*/ 2147483646 h 72"/>
                  <a:gd name="T96" fmla="*/ 2147483646 w 48"/>
                  <a:gd name="T97" fmla="*/ 2147483646 h 72"/>
                  <a:gd name="T98" fmla="*/ 2147483646 w 48"/>
                  <a:gd name="T99" fmla="*/ 2147483646 h 72"/>
                  <a:gd name="T100" fmla="*/ 2147483646 w 48"/>
                  <a:gd name="T101" fmla="*/ 2147483646 h 72"/>
                  <a:gd name="T102" fmla="*/ 2147483646 w 48"/>
                  <a:gd name="T103" fmla="*/ 2147483646 h 72"/>
                  <a:gd name="T104" fmla="*/ 2147483646 w 48"/>
                  <a:gd name="T105" fmla="*/ 2147483646 h 72"/>
                  <a:gd name="T106" fmla="*/ 2147483646 w 48"/>
                  <a:gd name="T107" fmla="*/ 2147483646 h 72"/>
                  <a:gd name="T108" fmla="*/ 2147483646 w 48"/>
                  <a:gd name="T109" fmla="*/ 2147483646 h 72"/>
                  <a:gd name="T110" fmla="*/ 2147483646 w 48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"/>
                  <a:gd name="T169" fmla="*/ 0 h 72"/>
                  <a:gd name="T170" fmla="*/ 48 w 48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" h="72">
                    <a:moveTo>
                      <a:pt x="0" y="43"/>
                    </a:moveTo>
                    <a:lnTo>
                      <a:pt x="0" y="30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5" y="17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48" y="30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8" y="49"/>
                    </a:lnTo>
                    <a:lnTo>
                      <a:pt x="48" y="51"/>
                    </a:lnTo>
                    <a:lnTo>
                      <a:pt x="47" y="52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3" y="60"/>
                    </a:lnTo>
                    <a:lnTo>
                      <a:pt x="43" y="61"/>
                    </a:lnTo>
                    <a:lnTo>
                      <a:pt x="42" y="63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7"/>
                    </a:lnTo>
                    <a:lnTo>
                      <a:pt x="36" y="67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30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1" y="66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35" name="AutoShape 293">
                <a:extLst>
                  <a:ext uri="{FF2B5EF4-FFF2-40B4-BE49-F238E27FC236}">
                    <a16:creationId xmlns:a16="http://schemas.microsoft.com/office/drawing/2014/main" id="{C8CACD57-1DB0-477C-BFA8-CAC3B239B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300" y="5961063"/>
                <a:ext cx="492125" cy="439737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36" name="AutoShape 296">
                <a:extLst>
                  <a:ext uri="{FF2B5EF4-FFF2-40B4-BE49-F238E27FC236}">
                    <a16:creationId xmlns:a16="http://schemas.microsoft.com/office/drawing/2014/main" id="{7619E907-3817-4621-8586-4FD192557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7663" y="5005387"/>
                <a:ext cx="493712" cy="439737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2437" name="Group 376">
                <a:extLst>
                  <a:ext uri="{FF2B5EF4-FFF2-40B4-BE49-F238E27FC236}">
                    <a16:creationId xmlns:a16="http://schemas.microsoft.com/office/drawing/2014/main" id="{E5E7F227-EA01-4C1E-A487-EF87624B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36500" y="5106988"/>
                <a:ext cx="604838" cy="488950"/>
                <a:chOff x="3450" y="1331"/>
                <a:chExt cx="321" cy="252"/>
              </a:xfrm>
            </p:grpSpPr>
            <p:sp>
              <p:nvSpPr>
                <p:cNvPr id="102459" name="Freeform 377">
                  <a:extLst>
                    <a:ext uri="{FF2B5EF4-FFF2-40B4-BE49-F238E27FC236}">
                      <a16:creationId xmlns:a16="http://schemas.microsoft.com/office/drawing/2014/main" id="{34D7DFC1-9B36-4D6A-BF41-2E6255F56C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460" name="Freeform 378">
                  <a:extLst>
                    <a:ext uri="{FF2B5EF4-FFF2-40B4-BE49-F238E27FC236}">
                      <a16:creationId xmlns:a16="http://schemas.microsoft.com/office/drawing/2014/main" id="{0BB9F5CD-CE21-4DB3-ABE6-2B9FF6AD23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461" name="Freeform 379">
                  <a:extLst>
                    <a:ext uri="{FF2B5EF4-FFF2-40B4-BE49-F238E27FC236}">
                      <a16:creationId xmlns:a16="http://schemas.microsoft.com/office/drawing/2014/main" id="{8BFB32E8-1A02-49FC-BE16-FCF8DECC1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462" name="Freeform 380">
                  <a:extLst>
                    <a:ext uri="{FF2B5EF4-FFF2-40B4-BE49-F238E27FC236}">
                      <a16:creationId xmlns:a16="http://schemas.microsoft.com/office/drawing/2014/main" id="{66770461-F622-454A-BE96-35B7FB2440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463" name="Freeform 381">
                  <a:extLst>
                    <a:ext uri="{FF2B5EF4-FFF2-40B4-BE49-F238E27FC236}">
                      <a16:creationId xmlns:a16="http://schemas.microsoft.com/office/drawing/2014/main" id="{679A4CDC-42CB-471D-AB8D-EF72FA2B83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02438" name="Group 424">
                <a:extLst>
                  <a:ext uri="{FF2B5EF4-FFF2-40B4-BE49-F238E27FC236}">
                    <a16:creationId xmlns:a16="http://schemas.microsoft.com/office/drawing/2014/main" id="{11007C4E-8DFD-400E-BE8F-19431C40BA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5077976" y="4087812"/>
                <a:ext cx="488950" cy="682625"/>
                <a:chOff x="4229" y="1985"/>
                <a:chExt cx="308" cy="430"/>
              </a:xfrm>
            </p:grpSpPr>
            <p:sp>
              <p:nvSpPr>
                <p:cNvPr id="102451" name="Freeform 324">
                  <a:extLst>
                    <a:ext uri="{FF2B5EF4-FFF2-40B4-BE49-F238E27FC236}">
                      <a16:creationId xmlns:a16="http://schemas.microsoft.com/office/drawing/2014/main" id="{E4116B98-D82E-4669-8650-8B66557924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86" y="1985"/>
                  <a:ext cx="151" cy="44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452" name="Freeform 325">
                  <a:extLst>
                    <a:ext uri="{FF2B5EF4-FFF2-40B4-BE49-F238E27FC236}">
                      <a16:creationId xmlns:a16="http://schemas.microsoft.com/office/drawing/2014/main" id="{C4F83EA9-4279-4B15-8167-505249ADA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37" y="1985"/>
                  <a:ext cx="151" cy="44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102453" name="Group 388">
                  <a:extLst>
                    <a:ext uri="{FF2B5EF4-FFF2-40B4-BE49-F238E27FC236}">
                      <a16:creationId xmlns:a16="http://schemas.microsoft.com/office/drawing/2014/main" id="{BB914FC7-FA42-4FE0-846D-7C009FCA971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4192" y="2071"/>
                  <a:ext cx="381" cy="308"/>
                  <a:chOff x="3450" y="1331"/>
                  <a:chExt cx="321" cy="252"/>
                </a:xfrm>
              </p:grpSpPr>
              <p:sp>
                <p:nvSpPr>
                  <p:cNvPr id="102454" name="Freeform 389">
                    <a:extLst>
                      <a:ext uri="{FF2B5EF4-FFF2-40B4-BE49-F238E27FC236}">
                        <a16:creationId xmlns:a16="http://schemas.microsoft.com/office/drawing/2014/main" id="{6A8DD60D-1C27-4373-96AC-2662DF0186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0" y="1331"/>
                    <a:ext cx="321" cy="252"/>
                  </a:xfrm>
                  <a:custGeom>
                    <a:avLst/>
                    <a:gdLst>
                      <a:gd name="T0" fmla="*/ 1 w 642"/>
                      <a:gd name="T1" fmla="*/ 1 h 502"/>
                      <a:gd name="T2" fmla="*/ 1 w 642"/>
                      <a:gd name="T3" fmla="*/ 1 h 502"/>
                      <a:gd name="T4" fmla="*/ 1 w 642"/>
                      <a:gd name="T5" fmla="*/ 1 h 502"/>
                      <a:gd name="T6" fmla="*/ 1 w 642"/>
                      <a:gd name="T7" fmla="*/ 1 h 502"/>
                      <a:gd name="T8" fmla="*/ 1 w 642"/>
                      <a:gd name="T9" fmla="*/ 1 h 502"/>
                      <a:gd name="T10" fmla="*/ 1 w 642"/>
                      <a:gd name="T11" fmla="*/ 1 h 502"/>
                      <a:gd name="T12" fmla="*/ 1 w 642"/>
                      <a:gd name="T13" fmla="*/ 1 h 502"/>
                      <a:gd name="T14" fmla="*/ 1 w 642"/>
                      <a:gd name="T15" fmla="*/ 1 h 502"/>
                      <a:gd name="T16" fmla="*/ 1 w 642"/>
                      <a:gd name="T17" fmla="*/ 1 h 502"/>
                      <a:gd name="T18" fmla="*/ 1 w 642"/>
                      <a:gd name="T19" fmla="*/ 1 h 502"/>
                      <a:gd name="T20" fmla="*/ 1 w 642"/>
                      <a:gd name="T21" fmla="*/ 1 h 502"/>
                      <a:gd name="T22" fmla="*/ 1 w 642"/>
                      <a:gd name="T23" fmla="*/ 1 h 502"/>
                      <a:gd name="T24" fmla="*/ 1 w 642"/>
                      <a:gd name="T25" fmla="*/ 1 h 502"/>
                      <a:gd name="T26" fmla="*/ 1 w 642"/>
                      <a:gd name="T27" fmla="*/ 1 h 502"/>
                      <a:gd name="T28" fmla="*/ 0 w 642"/>
                      <a:gd name="T29" fmla="*/ 1 h 502"/>
                      <a:gd name="T30" fmla="*/ 1 w 642"/>
                      <a:gd name="T31" fmla="*/ 1 h 502"/>
                      <a:gd name="T32" fmla="*/ 1 w 642"/>
                      <a:gd name="T33" fmla="*/ 1 h 502"/>
                      <a:gd name="T34" fmla="*/ 1 w 642"/>
                      <a:gd name="T35" fmla="*/ 1 h 502"/>
                      <a:gd name="T36" fmla="*/ 1 w 642"/>
                      <a:gd name="T37" fmla="*/ 1 h 502"/>
                      <a:gd name="T38" fmla="*/ 1 w 642"/>
                      <a:gd name="T39" fmla="*/ 1 h 502"/>
                      <a:gd name="T40" fmla="*/ 1 w 642"/>
                      <a:gd name="T41" fmla="*/ 1 h 502"/>
                      <a:gd name="T42" fmla="*/ 1 w 642"/>
                      <a:gd name="T43" fmla="*/ 1 h 502"/>
                      <a:gd name="T44" fmla="*/ 1 w 642"/>
                      <a:gd name="T45" fmla="*/ 1 h 502"/>
                      <a:gd name="T46" fmla="*/ 1 w 642"/>
                      <a:gd name="T47" fmla="*/ 1 h 502"/>
                      <a:gd name="T48" fmla="*/ 1 w 642"/>
                      <a:gd name="T49" fmla="*/ 1 h 502"/>
                      <a:gd name="T50" fmla="*/ 1 w 642"/>
                      <a:gd name="T51" fmla="*/ 1 h 502"/>
                      <a:gd name="T52" fmla="*/ 1 w 642"/>
                      <a:gd name="T53" fmla="*/ 1 h 502"/>
                      <a:gd name="T54" fmla="*/ 1 w 642"/>
                      <a:gd name="T55" fmla="*/ 1 h 502"/>
                      <a:gd name="T56" fmla="*/ 1 w 642"/>
                      <a:gd name="T57" fmla="*/ 1 h 502"/>
                      <a:gd name="T58" fmla="*/ 1 w 642"/>
                      <a:gd name="T59" fmla="*/ 1 h 502"/>
                      <a:gd name="T60" fmla="*/ 1 w 642"/>
                      <a:gd name="T61" fmla="*/ 1 h 502"/>
                      <a:gd name="T62" fmla="*/ 1 w 642"/>
                      <a:gd name="T63" fmla="*/ 1 h 502"/>
                      <a:gd name="T64" fmla="*/ 1 w 642"/>
                      <a:gd name="T65" fmla="*/ 1 h 502"/>
                      <a:gd name="T66" fmla="*/ 1 w 642"/>
                      <a:gd name="T67" fmla="*/ 1 h 502"/>
                      <a:gd name="T68" fmla="*/ 1 w 642"/>
                      <a:gd name="T69" fmla="*/ 1 h 502"/>
                      <a:gd name="T70" fmla="*/ 1 w 642"/>
                      <a:gd name="T71" fmla="*/ 1 h 502"/>
                      <a:gd name="T72" fmla="*/ 1 w 642"/>
                      <a:gd name="T73" fmla="*/ 1 h 502"/>
                      <a:gd name="T74" fmla="*/ 1 w 642"/>
                      <a:gd name="T75" fmla="*/ 1 h 502"/>
                      <a:gd name="T76" fmla="*/ 1 w 642"/>
                      <a:gd name="T77" fmla="*/ 1 h 502"/>
                      <a:gd name="T78" fmla="*/ 1 w 642"/>
                      <a:gd name="T79" fmla="*/ 0 h 502"/>
                      <a:gd name="T80" fmla="*/ 1 w 642"/>
                      <a:gd name="T81" fmla="*/ 0 h 502"/>
                      <a:gd name="T82" fmla="*/ 1 w 642"/>
                      <a:gd name="T83" fmla="*/ 0 h 502"/>
                      <a:gd name="T84" fmla="*/ 0 w 642"/>
                      <a:gd name="T85" fmla="*/ 0 h 502"/>
                      <a:gd name="T86" fmla="*/ 1 w 642"/>
                      <a:gd name="T87" fmla="*/ 1 h 502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642"/>
                      <a:gd name="T133" fmla="*/ 0 h 502"/>
                      <a:gd name="T134" fmla="*/ 642 w 642"/>
                      <a:gd name="T135" fmla="*/ 502 h 502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642" h="502">
                        <a:moveTo>
                          <a:pt x="28" y="28"/>
                        </a:moveTo>
                        <a:lnTo>
                          <a:pt x="28" y="56"/>
                        </a:lnTo>
                        <a:lnTo>
                          <a:pt x="28" y="84"/>
                        </a:lnTo>
                        <a:lnTo>
                          <a:pt x="56" y="112"/>
                        </a:lnTo>
                        <a:lnTo>
                          <a:pt x="56" y="167"/>
                        </a:lnTo>
                        <a:lnTo>
                          <a:pt x="84" y="195"/>
                        </a:lnTo>
                        <a:lnTo>
                          <a:pt x="84" y="223"/>
                        </a:lnTo>
                        <a:lnTo>
                          <a:pt x="84" y="251"/>
                        </a:lnTo>
                        <a:lnTo>
                          <a:pt x="84" y="279"/>
                        </a:lnTo>
                        <a:lnTo>
                          <a:pt x="84" y="307"/>
                        </a:lnTo>
                        <a:lnTo>
                          <a:pt x="56" y="363"/>
                        </a:lnTo>
                        <a:lnTo>
                          <a:pt x="56" y="391"/>
                        </a:lnTo>
                        <a:lnTo>
                          <a:pt x="28" y="447"/>
                        </a:lnTo>
                        <a:lnTo>
                          <a:pt x="28" y="475"/>
                        </a:lnTo>
                        <a:lnTo>
                          <a:pt x="0" y="502"/>
                        </a:lnTo>
                        <a:lnTo>
                          <a:pt x="279" y="502"/>
                        </a:lnTo>
                        <a:lnTo>
                          <a:pt x="335" y="502"/>
                        </a:lnTo>
                        <a:lnTo>
                          <a:pt x="363" y="475"/>
                        </a:lnTo>
                        <a:lnTo>
                          <a:pt x="391" y="475"/>
                        </a:lnTo>
                        <a:lnTo>
                          <a:pt x="419" y="475"/>
                        </a:lnTo>
                        <a:lnTo>
                          <a:pt x="447" y="447"/>
                        </a:lnTo>
                        <a:lnTo>
                          <a:pt x="475" y="419"/>
                        </a:lnTo>
                        <a:lnTo>
                          <a:pt x="503" y="391"/>
                        </a:lnTo>
                        <a:lnTo>
                          <a:pt x="531" y="391"/>
                        </a:lnTo>
                        <a:lnTo>
                          <a:pt x="559" y="363"/>
                        </a:lnTo>
                        <a:lnTo>
                          <a:pt x="587" y="335"/>
                        </a:lnTo>
                        <a:lnTo>
                          <a:pt x="587" y="307"/>
                        </a:lnTo>
                        <a:lnTo>
                          <a:pt x="615" y="279"/>
                        </a:lnTo>
                        <a:lnTo>
                          <a:pt x="642" y="251"/>
                        </a:lnTo>
                        <a:lnTo>
                          <a:pt x="615" y="223"/>
                        </a:lnTo>
                        <a:lnTo>
                          <a:pt x="587" y="195"/>
                        </a:lnTo>
                        <a:lnTo>
                          <a:pt x="587" y="167"/>
                        </a:lnTo>
                        <a:lnTo>
                          <a:pt x="559" y="139"/>
                        </a:lnTo>
                        <a:lnTo>
                          <a:pt x="531" y="112"/>
                        </a:lnTo>
                        <a:lnTo>
                          <a:pt x="503" y="84"/>
                        </a:lnTo>
                        <a:lnTo>
                          <a:pt x="475" y="56"/>
                        </a:lnTo>
                        <a:lnTo>
                          <a:pt x="419" y="28"/>
                        </a:lnTo>
                        <a:lnTo>
                          <a:pt x="391" y="28"/>
                        </a:lnTo>
                        <a:lnTo>
                          <a:pt x="335" y="0"/>
                        </a:lnTo>
                        <a:lnTo>
                          <a:pt x="307" y="0"/>
                        </a:lnTo>
                        <a:lnTo>
                          <a:pt x="279" y="0"/>
                        </a:lnTo>
                        <a:lnTo>
                          <a:pt x="0" y="0"/>
                        </a:lnTo>
                        <a:lnTo>
                          <a:pt x="28" y="2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02455" name="Freeform 390">
                    <a:extLst>
                      <a:ext uri="{FF2B5EF4-FFF2-40B4-BE49-F238E27FC236}">
                        <a16:creationId xmlns:a16="http://schemas.microsoft.com/office/drawing/2014/main" id="{E8A41B4D-DC8A-4A87-A553-17B758A8D7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4" y="1332"/>
                    <a:ext cx="313" cy="124"/>
                  </a:xfrm>
                  <a:custGeom>
                    <a:avLst/>
                    <a:gdLst>
                      <a:gd name="T0" fmla="*/ 1 w 625"/>
                      <a:gd name="T1" fmla="*/ 0 h 249"/>
                      <a:gd name="T2" fmla="*/ 1 w 625"/>
                      <a:gd name="T3" fmla="*/ 0 h 249"/>
                      <a:gd name="T4" fmla="*/ 1 w 625"/>
                      <a:gd name="T5" fmla="*/ 0 h 249"/>
                      <a:gd name="T6" fmla="*/ 1 w 625"/>
                      <a:gd name="T7" fmla="*/ 0 h 249"/>
                      <a:gd name="T8" fmla="*/ 1 w 625"/>
                      <a:gd name="T9" fmla="*/ 0 h 249"/>
                      <a:gd name="T10" fmla="*/ 1 w 625"/>
                      <a:gd name="T11" fmla="*/ 0 h 249"/>
                      <a:gd name="T12" fmla="*/ 1 w 625"/>
                      <a:gd name="T13" fmla="*/ 0 h 249"/>
                      <a:gd name="T14" fmla="*/ 1 w 625"/>
                      <a:gd name="T15" fmla="*/ 0 h 249"/>
                      <a:gd name="T16" fmla="*/ 1 w 625"/>
                      <a:gd name="T17" fmla="*/ 0 h 249"/>
                      <a:gd name="T18" fmla="*/ 1 w 625"/>
                      <a:gd name="T19" fmla="*/ 0 h 249"/>
                      <a:gd name="T20" fmla="*/ 1 w 625"/>
                      <a:gd name="T21" fmla="*/ 0 h 249"/>
                      <a:gd name="T22" fmla="*/ 1 w 625"/>
                      <a:gd name="T23" fmla="*/ 0 h 249"/>
                      <a:gd name="T24" fmla="*/ 1 w 625"/>
                      <a:gd name="T25" fmla="*/ 0 h 249"/>
                      <a:gd name="T26" fmla="*/ 1 w 625"/>
                      <a:gd name="T27" fmla="*/ 0 h 249"/>
                      <a:gd name="T28" fmla="*/ 1 w 625"/>
                      <a:gd name="T29" fmla="*/ 0 h 249"/>
                      <a:gd name="T30" fmla="*/ 1 w 625"/>
                      <a:gd name="T31" fmla="*/ 0 h 249"/>
                      <a:gd name="T32" fmla="*/ 1 w 625"/>
                      <a:gd name="T33" fmla="*/ 0 h 249"/>
                      <a:gd name="T34" fmla="*/ 1 w 625"/>
                      <a:gd name="T35" fmla="*/ 0 h 249"/>
                      <a:gd name="T36" fmla="*/ 1 w 625"/>
                      <a:gd name="T37" fmla="*/ 0 h 249"/>
                      <a:gd name="T38" fmla="*/ 1 w 625"/>
                      <a:gd name="T39" fmla="*/ 0 h 249"/>
                      <a:gd name="T40" fmla="*/ 1 w 625"/>
                      <a:gd name="T41" fmla="*/ 0 h 249"/>
                      <a:gd name="T42" fmla="*/ 1 w 625"/>
                      <a:gd name="T43" fmla="*/ 0 h 249"/>
                      <a:gd name="T44" fmla="*/ 1 w 625"/>
                      <a:gd name="T45" fmla="*/ 0 h 249"/>
                      <a:gd name="T46" fmla="*/ 1 w 625"/>
                      <a:gd name="T47" fmla="*/ 0 h 249"/>
                      <a:gd name="T48" fmla="*/ 1 w 625"/>
                      <a:gd name="T49" fmla="*/ 0 h 249"/>
                      <a:gd name="T50" fmla="*/ 1 w 625"/>
                      <a:gd name="T51" fmla="*/ 0 h 249"/>
                      <a:gd name="T52" fmla="*/ 1 w 625"/>
                      <a:gd name="T53" fmla="*/ 0 h 249"/>
                      <a:gd name="T54" fmla="*/ 1 w 625"/>
                      <a:gd name="T55" fmla="*/ 0 h 249"/>
                      <a:gd name="T56" fmla="*/ 1 w 625"/>
                      <a:gd name="T57" fmla="*/ 0 h 249"/>
                      <a:gd name="T58" fmla="*/ 1 w 625"/>
                      <a:gd name="T59" fmla="*/ 0 h 249"/>
                      <a:gd name="T60" fmla="*/ 1 w 625"/>
                      <a:gd name="T61" fmla="*/ 0 h 249"/>
                      <a:gd name="T62" fmla="*/ 1 w 625"/>
                      <a:gd name="T63" fmla="*/ 0 h 249"/>
                      <a:gd name="T64" fmla="*/ 1 w 625"/>
                      <a:gd name="T65" fmla="*/ 0 h 249"/>
                      <a:gd name="T66" fmla="*/ 1 w 625"/>
                      <a:gd name="T67" fmla="*/ 0 h 249"/>
                      <a:gd name="T68" fmla="*/ 1 w 625"/>
                      <a:gd name="T69" fmla="*/ 0 h 249"/>
                      <a:gd name="T70" fmla="*/ 1 w 625"/>
                      <a:gd name="T71" fmla="*/ 0 h 249"/>
                      <a:gd name="T72" fmla="*/ 1 w 625"/>
                      <a:gd name="T73" fmla="*/ 0 h 249"/>
                      <a:gd name="T74" fmla="*/ 1 w 625"/>
                      <a:gd name="T75" fmla="*/ 0 h 249"/>
                      <a:gd name="T76" fmla="*/ 1 w 625"/>
                      <a:gd name="T77" fmla="*/ 0 h 249"/>
                      <a:gd name="T78" fmla="*/ 1 w 625"/>
                      <a:gd name="T79" fmla="*/ 0 h 249"/>
                      <a:gd name="T80" fmla="*/ 1 w 625"/>
                      <a:gd name="T81" fmla="*/ 0 h 249"/>
                      <a:gd name="T82" fmla="*/ 1 w 625"/>
                      <a:gd name="T83" fmla="*/ 0 h 249"/>
                      <a:gd name="T84" fmla="*/ 1 w 625"/>
                      <a:gd name="T85" fmla="*/ 0 h 249"/>
                      <a:gd name="T86" fmla="*/ 1 w 625"/>
                      <a:gd name="T87" fmla="*/ 0 h 249"/>
                      <a:gd name="T88" fmla="*/ 1 w 625"/>
                      <a:gd name="T89" fmla="*/ 0 h 249"/>
                      <a:gd name="T90" fmla="*/ 1 w 625"/>
                      <a:gd name="T91" fmla="*/ 0 h 249"/>
                      <a:gd name="T92" fmla="*/ 1 w 625"/>
                      <a:gd name="T93" fmla="*/ 0 h 249"/>
                      <a:gd name="T94" fmla="*/ 1 w 625"/>
                      <a:gd name="T95" fmla="*/ 0 h 249"/>
                      <a:gd name="T96" fmla="*/ 1 w 625"/>
                      <a:gd name="T97" fmla="*/ 0 h 249"/>
                      <a:gd name="T98" fmla="*/ 1 w 625"/>
                      <a:gd name="T99" fmla="*/ 0 h 249"/>
                      <a:gd name="T100" fmla="*/ 1 w 625"/>
                      <a:gd name="T101" fmla="*/ 0 h 249"/>
                      <a:gd name="T102" fmla="*/ 1 w 625"/>
                      <a:gd name="T103" fmla="*/ 0 h 249"/>
                      <a:gd name="T104" fmla="*/ 1 w 625"/>
                      <a:gd name="T105" fmla="*/ 0 h 249"/>
                      <a:gd name="T106" fmla="*/ 1 w 625"/>
                      <a:gd name="T107" fmla="*/ 0 h 249"/>
                      <a:gd name="T108" fmla="*/ 1 w 625"/>
                      <a:gd name="T109" fmla="*/ 0 h 249"/>
                      <a:gd name="T110" fmla="*/ 1 w 625"/>
                      <a:gd name="T111" fmla="*/ 0 h 249"/>
                      <a:gd name="T112" fmla="*/ 1 w 625"/>
                      <a:gd name="T113" fmla="*/ 0 h 249"/>
                      <a:gd name="T114" fmla="*/ 1 w 625"/>
                      <a:gd name="T115" fmla="*/ 0 h 249"/>
                      <a:gd name="T116" fmla="*/ 1 w 625"/>
                      <a:gd name="T117" fmla="*/ 0 h 249"/>
                      <a:gd name="T118" fmla="*/ 1 w 625"/>
                      <a:gd name="T119" fmla="*/ 0 h 249"/>
                      <a:gd name="T120" fmla="*/ 1 w 625"/>
                      <a:gd name="T121" fmla="*/ 0 h 24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625"/>
                      <a:gd name="T184" fmla="*/ 0 h 249"/>
                      <a:gd name="T185" fmla="*/ 625 w 625"/>
                      <a:gd name="T186" fmla="*/ 249 h 24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625" h="249">
                        <a:moveTo>
                          <a:pt x="0" y="0"/>
                        </a:moveTo>
                        <a:lnTo>
                          <a:pt x="23" y="0"/>
                        </a:lnTo>
                        <a:lnTo>
                          <a:pt x="46" y="0"/>
                        </a:lnTo>
                        <a:lnTo>
                          <a:pt x="67" y="0"/>
                        </a:lnTo>
                        <a:lnTo>
                          <a:pt x="88" y="0"/>
                        </a:lnTo>
                        <a:lnTo>
                          <a:pt x="106" y="0"/>
                        </a:lnTo>
                        <a:lnTo>
                          <a:pt x="122" y="0"/>
                        </a:lnTo>
                        <a:lnTo>
                          <a:pt x="138" y="0"/>
                        </a:lnTo>
                        <a:lnTo>
                          <a:pt x="152" y="0"/>
                        </a:lnTo>
                        <a:lnTo>
                          <a:pt x="166" y="0"/>
                        </a:lnTo>
                        <a:lnTo>
                          <a:pt x="178" y="0"/>
                        </a:lnTo>
                        <a:lnTo>
                          <a:pt x="190" y="0"/>
                        </a:lnTo>
                        <a:lnTo>
                          <a:pt x="199" y="0"/>
                        </a:lnTo>
                        <a:lnTo>
                          <a:pt x="209" y="0"/>
                        </a:lnTo>
                        <a:lnTo>
                          <a:pt x="217" y="0"/>
                        </a:lnTo>
                        <a:lnTo>
                          <a:pt x="226" y="0"/>
                        </a:lnTo>
                        <a:lnTo>
                          <a:pt x="233" y="0"/>
                        </a:lnTo>
                        <a:lnTo>
                          <a:pt x="238" y="0"/>
                        </a:lnTo>
                        <a:lnTo>
                          <a:pt x="244" y="0"/>
                        </a:lnTo>
                        <a:lnTo>
                          <a:pt x="250" y="0"/>
                        </a:lnTo>
                        <a:lnTo>
                          <a:pt x="254" y="0"/>
                        </a:lnTo>
                        <a:lnTo>
                          <a:pt x="258" y="0"/>
                        </a:lnTo>
                        <a:lnTo>
                          <a:pt x="261" y="0"/>
                        </a:lnTo>
                        <a:lnTo>
                          <a:pt x="265" y="0"/>
                        </a:lnTo>
                        <a:lnTo>
                          <a:pt x="266" y="0"/>
                        </a:lnTo>
                        <a:lnTo>
                          <a:pt x="269" y="0"/>
                        </a:lnTo>
                        <a:lnTo>
                          <a:pt x="272" y="0"/>
                        </a:lnTo>
                        <a:lnTo>
                          <a:pt x="273" y="0"/>
                        </a:lnTo>
                        <a:lnTo>
                          <a:pt x="275" y="0"/>
                        </a:lnTo>
                        <a:lnTo>
                          <a:pt x="277" y="0"/>
                        </a:lnTo>
                        <a:lnTo>
                          <a:pt x="279" y="0"/>
                        </a:lnTo>
                        <a:lnTo>
                          <a:pt x="280" y="2"/>
                        </a:lnTo>
                        <a:lnTo>
                          <a:pt x="282" y="2"/>
                        </a:lnTo>
                        <a:lnTo>
                          <a:pt x="284" y="2"/>
                        </a:lnTo>
                        <a:lnTo>
                          <a:pt x="286" y="2"/>
                        </a:lnTo>
                        <a:lnTo>
                          <a:pt x="287" y="2"/>
                        </a:lnTo>
                        <a:lnTo>
                          <a:pt x="289" y="2"/>
                        </a:lnTo>
                        <a:lnTo>
                          <a:pt x="290" y="2"/>
                        </a:lnTo>
                        <a:lnTo>
                          <a:pt x="291" y="2"/>
                        </a:lnTo>
                        <a:lnTo>
                          <a:pt x="293" y="2"/>
                        </a:lnTo>
                        <a:lnTo>
                          <a:pt x="294" y="2"/>
                        </a:lnTo>
                        <a:lnTo>
                          <a:pt x="296" y="2"/>
                        </a:lnTo>
                        <a:lnTo>
                          <a:pt x="297" y="2"/>
                        </a:lnTo>
                        <a:lnTo>
                          <a:pt x="298" y="3"/>
                        </a:lnTo>
                        <a:lnTo>
                          <a:pt x="300" y="3"/>
                        </a:lnTo>
                        <a:lnTo>
                          <a:pt x="301" y="3"/>
                        </a:lnTo>
                        <a:lnTo>
                          <a:pt x="303" y="3"/>
                        </a:lnTo>
                        <a:lnTo>
                          <a:pt x="304" y="3"/>
                        </a:lnTo>
                        <a:lnTo>
                          <a:pt x="305" y="3"/>
                        </a:lnTo>
                        <a:lnTo>
                          <a:pt x="307" y="3"/>
                        </a:lnTo>
                        <a:lnTo>
                          <a:pt x="308" y="3"/>
                        </a:lnTo>
                        <a:lnTo>
                          <a:pt x="310" y="3"/>
                        </a:lnTo>
                        <a:lnTo>
                          <a:pt x="311" y="4"/>
                        </a:lnTo>
                        <a:lnTo>
                          <a:pt x="312" y="4"/>
                        </a:lnTo>
                        <a:lnTo>
                          <a:pt x="314" y="4"/>
                        </a:lnTo>
                        <a:lnTo>
                          <a:pt x="315" y="4"/>
                        </a:lnTo>
                        <a:lnTo>
                          <a:pt x="317" y="4"/>
                        </a:lnTo>
                        <a:lnTo>
                          <a:pt x="318" y="4"/>
                        </a:lnTo>
                        <a:lnTo>
                          <a:pt x="319" y="4"/>
                        </a:lnTo>
                        <a:lnTo>
                          <a:pt x="321" y="6"/>
                        </a:lnTo>
                        <a:lnTo>
                          <a:pt x="322" y="6"/>
                        </a:lnTo>
                        <a:lnTo>
                          <a:pt x="324" y="6"/>
                        </a:lnTo>
                        <a:lnTo>
                          <a:pt x="325" y="6"/>
                        </a:lnTo>
                        <a:lnTo>
                          <a:pt x="326" y="6"/>
                        </a:lnTo>
                        <a:lnTo>
                          <a:pt x="328" y="6"/>
                        </a:lnTo>
                        <a:lnTo>
                          <a:pt x="329" y="6"/>
                        </a:lnTo>
                        <a:lnTo>
                          <a:pt x="331" y="7"/>
                        </a:lnTo>
                        <a:lnTo>
                          <a:pt x="332" y="7"/>
                        </a:lnTo>
                        <a:lnTo>
                          <a:pt x="333" y="7"/>
                        </a:lnTo>
                        <a:lnTo>
                          <a:pt x="335" y="7"/>
                        </a:lnTo>
                        <a:lnTo>
                          <a:pt x="336" y="7"/>
                        </a:lnTo>
                        <a:lnTo>
                          <a:pt x="337" y="7"/>
                        </a:lnTo>
                        <a:lnTo>
                          <a:pt x="337" y="9"/>
                        </a:lnTo>
                        <a:lnTo>
                          <a:pt x="339" y="9"/>
                        </a:lnTo>
                        <a:lnTo>
                          <a:pt x="340" y="9"/>
                        </a:lnTo>
                        <a:lnTo>
                          <a:pt x="342" y="9"/>
                        </a:lnTo>
                        <a:lnTo>
                          <a:pt x="343" y="10"/>
                        </a:lnTo>
                        <a:lnTo>
                          <a:pt x="344" y="10"/>
                        </a:lnTo>
                        <a:lnTo>
                          <a:pt x="346" y="10"/>
                        </a:lnTo>
                        <a:lnTo>
                          <a:pt x="347" y="11"/>
                        </a:lnTo>
                        <a:lnTo>
                          <a:pt x="349" y="11"/>
                        </a:lnTo>
                        <a:lnTo>
                          <a:pt x="350" y="11"/>
                        </a:lnTo>
                        <a:lnTo>
                          <a:pt x="351" y="11"/>
                        </a:lnTo>
                        <a:lnTo>
                          <a:pt x="353" y="13"/>
                        </a:lnTo>
                        <a:lnTo>
                          <a:pt x="354" y="13"/>
                        </a:lnTo>
                        <a:lnTo>
                          <a:pt x="357" y="14"/>
                        </a:lnTo>
                        <a:lnTo>
                          <a:pt x="358" y="14"/>
                        </a:lnTo>
                        <a:lnTo>
                          <a:pt x="360" y="14"/>
                        </a:lnTo>
                        <a:lnTo>
                          <a:pt x="363" y="16"/>
                        </a:lnTo>
                        <a:lnTo>
                          <a:pt x="364" y="16"/>
                        </a:lnTo>
                        <a:lnTo>
                          <a:pt x="365" y="17"/>
                        </a:lnTo>
                        <a:lnTo>
                          <a:pt x="367" y="17"/>
                        </a:lnTo>
                        <a:lnTo>
                          <a:pt x="368" y="17"/>
                        </a:lnTo>
                        <a:lnTo>
                          <a:pt x="370" y="18"/>
                        </a:lnTo>
                        <a:lnTo>
                          <a:pt x="371" y="18"/>
                        </a:lnTo>
                        <a:lnTo>
                          <a:pt x="372" y="18"/>
                        </a:lnTo>
                        <a:lnTo>
                          <a:pt x="374" y="18"/>
                        </a:lnTo>
                        <a:lnTo>
                          <a:pt x="374" y="20"/>
                        </a:lnTo>
                        <a:lnTo>
                          <a:pt x="375" y="20"/>
                        </a:lnTo>
                        <a:lnTo>
                          <a:pt x="377" y="20"/>
                        </a:lnTo>
                        <a:lnTo>
                          <a:pt x="378" y="20"/>
                        </a:lnTo>
                        <a:lnTo>
                          <a:pt x="378" y="21"/>
                        </a:lnTo>
                        <a:lnTo>
                          <a:pt x="379" y="21"/>
                        </a:lnTo>
                        <a:lnTo>
                          <a:pt x="381" y="21"/>
                        </a:lnTo>
                        <a:lnTo>
                          <a:pt x="382" y="23"/>
                        </a:lnTo>
                        <a:lnTo>
                          <a:pt x="384" y="23"/>
                        </a:lnTo>
                        <a:lnTo>
                          <a:pt x="385" y="24"/>
                        </a:lnTo>
                        <a:lnTo>
                          <a:pt x="386" y="24"/>
                        </a:lnTo>
                        <a:lnTo>
                          <a:pt x="388" y="25"/>
                        </a:lnTo>
                        <a:lnTo>
                          <a:pt x="389" y="25"/>
                        </a:lnTo>
                        <a:lnTo>
                          <a:pt x="391" y="27"/>
                        </a:lnTo>
                        <a:lnTo>
                          <a:pt x="392" y="27"/>
                        </a:lnTo>
                        <a:lnTo>
                          <a:pt x="393" y="28"/>
                        </a:lnTo>
                        <a:lnTo>
                          <a:pt x="395" y="28"/>
                        </a:lnTo>
                        <a:lnTo>
                          <a:pt x="396" y="30"/>
                        </a:lnTo>
                        <a:lnTo>
                          <a:pt x="398" y="30"/>
                        </a:lnTo>
                        <a:lnTo>
                          <a:pt x="399" y="31"/>
                        </a:lnTo>
                        <a:lnTo>
                          <a:pt x="402" y="31"/>
                        </a:lnTo>
                        <a:lnTo>
                          <a:pt x="403" y="32"/>
                        </a:lnTo>
                        <a:lnTo>
                          <a:pt x="405" y="32"/>
                        </a:lnTo>
                        <a:lnTo>
                          <a:pt x="406" y="34"/>
                        </a:lnTo>
                        <a:lnTo>
                          <a:pt x="407" y="35"/>
                        </a:lnTo>
                        <a:lnTo>
                          <a:pt x="409" y="35"/>
                        </a:lnTo>
                        <a:lnTo>
                          <a:pt x="410" y="37"/>
                        </a:lnTo>
                        <a:lnTo>
                          <a:pt x="411" y="37"/>
                        </a:lnTo>
                        <a:lnTo>
                          <a:pt x="413" y="38"/>
                        </a:lnTo>
                        <a:lnTo>
                          <a:pt x="414" y="38"/>
                        </a:lnTo>
                        <a:lnTo>
                          <a:pt x="416" y="39"/>
                        </a:lnTo>
                        <a:lnTo>
                          <a:pt x="417" y="39"/>
                        </a:lnTo>
                        <a:lnTo>
                          <a:pt x="418" y="41"/>
                        </a:lnTo>
                        <a:lnTo>
                          <a:pt x="420" y="41"/>
                        </a:lnTo>
                        <a:lnTo>
                          <a:pt x="421" y="42"/>
                        </a:lnTo>
                        <a:lnTo>
                          <a:pt x="423" y="42"/>
                        </a:lnTo>
                        <a:lnTo>
                          <a:pt x="423" y="44"/>
                        </a:lnTo>
                        <a:lnTo>
                          <a:pt x="424" y="44"/>
                        </a:lnTo>
                        <a:lnTo>
                          <a:pt x="425" y="44"/>
                        </a:lnTo>
                        <a:lnTo>
                          <a:pt x="425" y="45"/>
                        </a:lnTo>
                        <a:lnTo>
                          <a:pt x="427" y="45"/>
                        </a:lnTo>
                        <a:lnTo>
                          <a:pt x="428" y="46"/>
                        </a:lnTo>
                        <a:lnTo>
                          <a:pt x="430" y="46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4" y="49"/>
                        </a:lnTo>
                        <a:lnTo>
                          <a:pt x="435" y="50"/>
                        </a:lnTo>
                        <a:lnTo>
                          <a:pt x="437" y="50"/>
                        </a:lnTo>
                        <a:lnTo>
                          <a:pt x="438" y="52"/>
                        </a:lnTo>
                        <a:lnTo>
                          <a:pt x="439" y="52"/>
                        </a:lnTo>
                        <a:lnTo>
                          <a:pt x="441" y="52"/>
                        </a:lnTo>
                        <a:lnTo>
                          <a:pt x="441" y="53"/>
                        </a:lnTo>
                        <a:lnTo>
                          <a:pt x="442" y="53"/>
                        </a:lnTo>
                        <a:lnTo>
                          <a:pt x="444" y="55"/>
                        </a:lnTo>
                        <a:lnTo>
                          <a:pt x="445" y="55"/>
                        </a:lnTo>
                        <a:lnTo>
                          <a:pt x="446" y="56"/>
                        </a:lnTo>
                        <a:lnTo>
                          <a:pt x="448" y="56"/>
                        </a:lnTo>
                        <a:lnTo>
                          <a:pt x="448" y="57"/>
                        </a:lnTo>
                        <a:lnTo>
                          <a:pt x="449" y="57"/>
                        </a:lnTo>
                        <a:lnTo>
                          <a:pt x="451" y="57"/>
                        </a:lnTo>
                        <a:lnTo>
                          <a:pt x="451" y="59"/>
                        </a:lnTo>
                        <a:lnTo>
                          <a:pt x="452" y="59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5" y="62"/>
                        </a:lnTo>
                        <a:lnTo>
                          <a:pt x="456" y="62"/>
                        </a:lnTo>
                        <a:lnTo>
                          <a:pt x="456" y="63"/>
                        </a:lnTo>
                        <a:lnTo>
                          <a:pt x="458" y="63"/>
                        </a:lnTo>
                        <a:lnTo>
                          <a:pt x="459" y="63"/>
                        </a:lnTo>
                        <a:lnTo>
                          <a:pt x="460" y="64"/>
                        </a:lnTo>
                        <a:lnTo>
                          <a:pt x="462" y="66"/>
                        </a:lnTo>
                        <a:lnTo>
                          <a:pt x="463" y="67"/>
                        </a:lnTo>
                        <a:lnTo>
                          <a:pt x="465" y="67"/>
                        </a:lnTo>
                        <a:lnTo>
                          <a:pt x="466" y="69"/>
                        </a:lnTo>
                        <a:lnTo>
                          <a:pt x="467" y="70"/>
                        </a:lnTo>
                        <a:lnTo>
                          <a:pt x="469" y="70"/>
                        </a:lnTo>
                        <a:lnTo>
                          <a:pt x="470" y="71"/>
                        </a:lnTo>
                        <a:lnTo>
                          <a:pt x="472" y="71"/>
                        </a:lnTo>
                        <a:lnTo>
                          <a:pt x="472" y="73"/>
                        </a:lnTo>
                        <a:lnTo>
                          <a:pt x="473" y="73"/>
                        </a:lnTo>
                        <a:lnTo>
                          <a:pt x="474" y="74"/>
                        </a:lnTo>
                        <a:lnTo>
                          <a:pt x="476" y="74"/>
                        </a:lnTo>
                        <a:lnTo>
                          <a:pt x="476" y="76"/>
                        </a:lnTo>
                        <a:lnTo>
                          <a:pt x="477" y="76"/>
                        </a:lnTo>
                        <a:lnTo>
                          <a:pt x="477" y="77"/>
                        </a:lnTo>
                        <a:lnTo>
                          <a:pt x="478" y="77"/>
                        </a:lnTo>
                        <a:lnTo>
                          <a:pt x="480" y="78"/>
                        </a:lnTo>
                        <a:lnTo>
                          <a:pt x="481" y="78"/>
                        </a:lnTo>
                        <a:lnTo>
                          <a:pt x="481" y="80"/>
                        </a:lnTo>
                        <a:lnTo>
                          <a:pt x="483" y="80"/>
                        </a:lnTo>
                        <a:lnTo>
                          <a:pt x="484" y="81"/>
                        </a:lnTo>
                        <a:lnTo>
                          <a:pt x="485" y="83"/>
                        </a:lnTo>
                        <a:lnTo>
                          <a:pt x="487" y="84"/>
                        </a:lnTo>
                        <a:lnTo>
                          <a:pt x="488" y="84"/>
                        </a:lnTo>
                        <a:lnTo>
                          <a:pt x="488" y="85"/>
                        </a:lnTo>
                        <a:lnTo>
                          <a:pt x="490" y="85"/>
                        </a:lnTo>
                        <a:lnTo>
                          <a:pt x="490" y="87"/>
                        </a:lnTo>
                        <a:lnTo>
                          <a:pt x="491" y="87"/>
                        </a:lnTo>
                        <a:lnTo>
                          <a:pt x="492" y="88"/>
                        </a:lnTo>
                        <a:lnTo>
                          <a:pt x="494" y="88"/>
                        </a:lnTo>
                        <a:lnTo>
                          <a:pt x="494" y="90"/>
                        </a:lnTo>
                        <a:lnTo>
                          <a:pt x="495" y="90"/>
                        </a:lnTo>
                        <a:lnTo>
                          <a:pt x="497" y="91"/>
                        </a:lnTo>
                        <a:lnTo>
                          <a:pt x="498" y="92"/>
                        </a:lnTo>
                        <a:lnTo>
                          <a:pt x="499" y="92"/>
                        </a:lnTo>
                        <a:lnTo>
                          <a:pt x="499" y="94"/>
                        </a:lnTo>
                        <a:lnTo>
                          <a:pt x="501" y="94"/>
                        </a:lnTo>
                        <a:lnTo>
                          <a:pt x="502" y="95"/>
                        </a:lnTo>
                        <a:lnTo>
                          <a:pt x="504" y="95"/>
                        </a:lnTo>
                        <a:lnTo>
                          <a:pt x="504" y="97"/>
                        </a:lnTo>
                        <a:lnTo>
                          <a:pt x="505" y="97"/>
                        </a:lnTo>
                        <a:lnTo>
                          <a:pt x="506" y="98"/>
                        </a:lnTo>
                        <a:lnTo>
                          <a:pt x="508" y="98"/>
                        </a:lnTo>
                        <a:lnTo>
                          <a:pt x="508" y="99"/>
                        </a:lnTo>
                        <a:lnTo>
                          <a:pt x="509" y="99"/>
                        </a:lnTo>
                        <a:lnTo>
                          <a:pt x="511" y="101"/>
                        </a:lnTo>
                        <a:lnTo>
                          <a:pt x="512" y="101"/>
                        </a:lnTo>
                        <a:lnTo>
                          <a:pt x="512" y="102"/>
                        </a:lnTo>
                        <a:lnTo>
                          <a:pt x="513" y="102"/>
                        </a:lnTo>
                        <a:lnTo>
                          <a:pt x="513" y="104"/>
                        </a:lnTo>
                        <a:lnTo>
                          <a:pt x="515" y="104"/>
                        </a:lnTo>
                        <a:lnTo>
                          <a:pt x="515" y="105"/>
                        </a:lnTo>
                        <a:lnTo>
                          <a:pt x="516" y="105"/>
                        </a:lnTo>
                        <a:lnTo>
                          <a:pt x="516" y="106"/>
                        </a:lnTo>
                        <a:lnTo>
                          <a:pt x="518" y="106"/>
                        </a:lnTo>
                        <a:lnTo>
                          <a:pt x="518" y="108"/>
                        </a:lnTo>
                        <a:lnTo>
                          <a:pt x="519" y="108"/>
                        </a:lnTo>
                        <a:lnTo>
                          <a:pt x="519" y="109"/>
                        </a:lnTo>
                        <a:lnTo>
                          <a:pt x="520" y="109"/>
                        </a:lnTo>
                        <a:lnTo>
                          <a:pt x="520" y="111"/>
                        </a:lnTo>
                        <a:lnTo>
                          <a:pt x="522" y="111"/>
                        </a:lnTo>
                        <a:lnTo>
                          <a:pt x="523" y="112"/>
                        </a:lnTo>
                        <a:lnTo>
                          <a:pt x="523" y="113"/>
                        </a:lnTo>
                        <a:lnTo>
                          <a:pt x="525" y="113"/>
                        </a:lnTo>
                        <a:lnTo>
                          <a:pt x="526" y="115"/>
                        </a:lnTo>
                        <a:lnTo>
                          <a:pt x="526" y="116"/>
                        </a:lnTo>
                        <a:lnTo>
                          <a:pt x="527" y="118"/>
                        </a:lnTo>
                        <a:lnTo>
                          <a:pt x="529" y="118"/>
                        </a:lnTo>
                        <a:lnTo>
                          <a:pt x="529" y="119"/>
                        </a:lnTo>
                        <a:lnTo>
                          <a:pt x="530" y="120"/>
                        </a:lnTo>
                        <a:lnTo>
                          <a:pt x="532" y="122"/>
                        </a:lnTo>
                        <a:lnTo>
                          <a:pt x="533" y="123"/>
                        </a:lnTo>
                        <a:lnTo>
                          <a:pt x="534" y="124"/>
                        </a:lnTo>
                        <a:lnTo>
                          <a:pt x="536" y="126"/>
                        </a:lnTo>
                        <a:lnTo>
                          <a:pt x="536" y="127"/>
                        </a:lnTo>
                        <a:lnTo>
                          <a:pt x="537" y="127"/>
                        </a:lnTo>
                        <a:lnTo>
                          <a:pt x="539" y="129"/>
                        </a:lnTo>
                        <a:lnTo>
                          <a:pt x="540" y="130"/>
                        </a:lnTo>
                        <a:lnTo>
                          <a:pt x="541" y="131"/>
                        </a:lnTo>
                        <a:lnTo>
                          <a:pt x="541" y="133"/>
                        </a:lnTo>
                        <a:lnTo>
                          <a:pt x="543" y="133"/>
                        </a:lnTo>
                        <a:lnTo>
                          <a:pt x="543" y="134"/>
                        </a:lnTo>
                        <a:lnTo>
                          <a:pt x="544" y="136"/>
                        </a:lnTo>
                        <a:lnTo>
                          <a:pt x="546" y="137"/>
                        </a:lnTo>
                        <a:lnTo>
                          <a:pt x="547" y="138"/>
                        </a:lnTo>
                        <a:lnTo>
                          <a:pt x="547" y="140"/>
                        </a:lnTo>
                        <a:lnTo>
                          <a:pt x="548" y="141"/>
                        </a:lnTo>
                        <a:lnTo>
                          <a:pt x="550" y="143"/>
                        </a:lnTo>
                        <a:lnTo>
                          <a:pt x="551" y="144"/>
                        </a:lnTo>
                        <a:lnTo>
                          <a:pt x="552" y="145"/>
                        </a:lnTo>
                        <a:lnTo>
                          <a:pt x="554" y="147"/>
                        </a:lnTo>
                        <a:lnTo>
                          <a:pt x="554" y="148"/>
                        </a:lnTo>
                        <a:lnTo>
                          <a:pt x="555" y="148"/>
                        </a:lnTo>
                        <a:lnTo>
                          <a:pt x="557" y="150"/>
                        </a:lnTo>
                        <a:lnTo>
                          <a:pt x="557" y="151"/>
                        </a:lnTo>
                        <a:lnTo>
                          <a:pt x="558" y="152"/>
                        </a:lnTo>
                        <a:lnTo>
                          <a:pt x="559" y="154"/>
                        </a:lnTo>
                        <a:lnTo>
                          <a:pt x="559" y="155"/>
                        </a:lnTo>
                        <a:lnTo>
                          <a:pt x="561" y="155"/>
                        </a:lnTo>
                        <a:lnTo>
                          <a:pt x="561" y="157"/>
                        </a:lnTo>
                        <a:lnTo>
                          <a:pt x="562" y="157"/>
                        </a:lnTo>
                        <a:lnTo>
                          <a:pt x="562" y="158"/>
                        </a:lnTo>
                        <a:lnTo>
                          <a:pt x="564" y="159"/>
                        </a:lnTo>
                        <a:lnTo>
                          <a:pt x="564" y="161"/>
                        </a:lnTo>
                        <a:lnTo>
                          <a:pt x="565" y="161"/>
                        </a:lnTo>
                        <a:lnTo>
                          <a:pt x="565" y="162"/>
                        </a:lnTo>
                        <a:lnTo>
                          <a:pt x="566" y="162"/>
                        </a:lnTo>
                        <a:lnTo>
                          <a:pt x="566" y="164"/>
                        </a:lnTo>
                        <a:lnTo>
                          <a:pt x="568" y="165"/>
                        </a:lnTo>
                        <a:lnTo>
                          <a:pt x="568" y="166"/>
                        </a:lnTo>
                        <a:lnTo>
                          <a:pt x="569" y="166"/>
                        </a:lnTo>
                        <a:lnTo>
                          <a:pt x="569" y="168"/>
                        </a:lnTo>
                        <a:lnTo>
                          <a:pt x="571" y="169"/>
                        </a:lnTo>
                        <a:lnTo>
                          <a:pt x="572" y="171"/>
                        </a:lnTo>
                        <a:lnTo>
                          <a:pt x="572" y="172"/>
                        </a:lnTo>
                        <a:lnTo>
                          <a:pt x="573" y="173"/>
                        </a:lnTo>
                        <a:lnTo>
                          <a:pt x="575" y="175"/>
                        </a:lnTo>
                        <a:lnTo>
                          <a:pt x="576" y="176"/>
                        </a:lnTo>
                        <a:lnTo>
                          <a:pt x="578" y="178"/>
                        </a:lnTo>
                        <a:lnTo>
                          <a:pt x="579" y="180"/>
                        </a:lnTo>
                        <a:lnTo>
                          <a:pt x="579" y="182"/>
                        </a:lnTo>
                        <a:lnTo>
                          <a:pt x="580" y="183"/>
                        </a:lnTo>
                        <a:lnTo>
                          <a:pt x="582" y="185"/>
                        </a:lnTo>
                        <a:lnTo>
                          <a:pt x="583" y="186"/>
                        </a:lnTo>
                        <a:lnTo>
                          <a:pt x="583" y="187"/>
                        </a:lnTo>
                        <a:lnTo>
                          <a:pt x="585" y="189"/>
                        </a:lnTo>
                        <a:lnTo>
                          <a:pt x="585" y="190"/>
                        </a:lnTo>
                        <a:lnTo>
                          <a:pt x="586" y="190"/>
                        </a:lnTo>
                        <a:lnTo>
                          <a:pt x="586" y="192"/>
                        </a:lnTo>
                        <a:lnTo>
                          <a:pt x="587" y="193"/>
                        </a:lnTo>
                        <a:lnTo>
                          <a:pt x="589" y="194"/>
                        </a:lnTo>
                        <a:lnTo>
                          <a:pt x="590" y="196"/>
                        </a:lnTo>
                        <a:lnTo>
                          <a:pt x="590" y="197"/>
                        </a:lnTo>
                        <a:lnTo>
                          <a:pt x="592" y="197"/>
                        </a:lnTo>
                        <a:lnTo>
                          <a:pt x="592" y="198"/>
                        </a:lnTo>
                        <a:lnTo>
                          <a:pt x="593" y="200"/>
                        </a:lnTo>
                        <a:lnTo>
                          <a:pt x="594" y="201"/>
                        </a:lnTo>
                        <a:lnTo>
                          <a:pt x="594" y="203"/>
                        </a:lnTo>
                        <a:lnTo>
                          <a:pt x="596" y="204"/>
                        </a:lnTo>
                        <a:lnTo>
                          <a:pt x="596" y="205"/>
                        </a:lnTo>
                        <a:lnTo>
                          <a:pt x="597" y="207"/>
                        </a:lnTo>
                        <a:lnTo>
                          <a:pt x="599" y="208"/>
                        </a:lnTo>
                        <a:lnTo>
                          <a:pt x="600" y="210"/>
                        </a:lnTo>
                        <a:lnTo>
                          <a:pt x="600" y="211"/>
                        </a:lnTo>
                        <a:lnTo>
                          <a:pt x="601" y="212"/>
                        </a:lnTo>
                        <a:lnTo>
                          <a:pt x="603" y="214"/>
                        </a:lnTo>
                        <a:lnTo>
                          <a:pt x="604" y="215"/>
                        </a:lnTo>
                        <a:lnTo>
                          <a:pt x="606" y="217"/>
                        </a:lnTo>
                        <a:lnTo>
                          <a:pt x="607" y="219"/>
                        </a:lnTo>
                        <a:lnTo>
                          <a:pt x="607" y="221"/>
                        </a:lnTo>
                        <a:lnTo>
                          <a:pt x="608" y="222"/>
                        </a:lnTo>
                        <a:lnTo>
                          <a:pt x="610" y="222"/>
                        </a:lnTo>
                        <a:lnTo>
                          <a:pt x="610" y="224"/>
                        </a:lnTo>
                        <a:lnTo>
                          <a:pt x="611" y="225"/>
                        </a:lnTo>
                        <a:lnTo>
                          <a:pt x="611" y="226"/>
                        </a:lnTo>
                        <a:lnTo>
                          <a:pt x="613" y="228"/>
                        </a:lnTo>
                        <a:lnTo>
                          <a:pt x="614" y="229"/>
                        </a:lnTo>
                        <a:lnTo>
                          <a:pt x="614" y="231"/>
                        </a:lnTo>
                        <a:lnTo>
                          <a:pt x="615" y="231"/>
                        </a:lnTo>
                        <a:lnTo>
                          <a:pt x="615" y="232"/>
                        </a:lnTo>
                        <a:lnTo>
                          <a:pt x="617" y="233"/>
                        </a:lnTo>
                        <a:lnTo>
                          <a:pt x="618" y="235"/>
                        </a:lnTo>
                        <a:lnTo>
                          <a:pt x="618" y="236"/>
                        </a:lnTo>
                        <a:lnTo>
                          <a:pt x="620" y="238"/>
                        </a:lnTo>
                        <a:lnTo>
                          <a:pt x="621" y="239"/>
                        </a:lnTo>
                        <a:lnTo>
                          <a:pt x="621" y="240"/>
                        </a:lnTo>
                        <a:lnTo>
                          <a:pt x="621" y="242"/>
                        </a:lnTo>
                        <a:lnTo>
                          <a:pt x="622" y="242"/>
                        </a:lnTo>
                        <a:lnTo>
                          <a:pt x="622" y="243"/>
                        </a:lnTo>
                        <a:lnTo>
                          <a:pt x="624" y="245"/>
                        </a:lnTo>
                        <a:lnTo>
                          <a:pt x="624" y="246"/>
                        </a:lnTo>
                        <a:lnTo>
                          <a:pt x="625" y="247"/>
                        </a:lnTo>
                        <a:lnTo>
                          <a:pt x="625" y="249"/>
                        </a:lnTo>
                      </a:path>
                    </a:pathLst>
                  </a:custGeom>
                  <a:noFill/>
                  <a:ln w="206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02456" name="Freeform 391">
                    <a:extLst>
                      <a:ext uri="{FF2B5EF4-FFF2-40B4-BE49-F238E27FC236}">
                        <a16:creationId xmlns:a16="http://schemas.microsoft.com/office/drawing/2014/main" id="{0A594BDE-B4AF-4797-AC7C-059A00F138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4" y="1457"/>
                    <a:ext cx="313" cy="124"/>
                  </a:xfrm>
                  <a:custGeom>
                    <a:avLst/>
                    <a:gdLst>
                      <a:gd name="T0" fmla="*/ 1 w 625"/>
                      <a:gd name="T1" fmla="*/ 0 h 249"/>
                      <a:gd name="T2" fmla="*/ 1 w 625"/>
                      <a:gd name="T3" fmla="*/ 0 h 249"/>
                      <a:gd name="T4" fmla="*/ 1 w 625"/>
                      <a:gd name="T5" fmla="*/ 0 h 249"/>
                      <a:gd name="T6" fmla="*/ 1 w 625"/>
                      <a:gd name="T7" fmla="*/ 0 h 249"/>
                      <a:gd name="T8" fmla="*/ 1 w 625"/>
                      <a:gd name="T9" fmla="*/ 0 h 249"/>
                      <a:gd name="T10" fmla="*/ 1 w 625"/>
                      <a:gd name="T11" fmla="*/ 0 h 249"/>
                      <a:gd name="T12" fmla="*/ 1 w 625"/>
                      <a:gd name="T13" fmla="*/ 0 h 249"/>
                      <a:gd name="T14" fmla="*/ 1 w 625"/>
                      <a:gd name="T15" fmla="*/ 0 h 249"/>
                      <a:gd name="T16" fmla="*/ 1 w 625"/>
                      <a:gd name="T17" fmla="*/ 0 h 249"/>
                      <a:gd name="T18" fmla="*/ 1 w 625"/>
                      <a:gd name="T19" fmla="*/ 0 h 249"/>
                      <a:gd name="T20" fmla="*/ 1 w 625"/>
                      <a:gd name="T21" fmla="*/ 0 h 249"/>
                      <a:gd name="T22" fmla="*/ 1 w 625"/>
                      <a:gd name="T23" fmla="*/ 0 h 249"/>
                      <a:gd name="T24" fmla="*/ 1 w 625"/>
                      <a:gd name="T25" fmla="*/ 0 h 249"/>
                      <a:gd name="T26" fmla="*/ 1 w 625"/>
                      <a:gd name="T27" fmla="*/ 0 h 249"/>
                      <a:gd name="T28" fmla="*/ 1 w 625"/>
                      <a:gd name="T29" fmla="*/ 0 h 249"/>
                      <a:gd name="T30" fmla="*/ 1 w 625"/>
                      <a:gd name="T31" fmla="*/ 0 h 249"/>
                      <a:gd name="T32" fmla="*/ 1 w 625"/>
                      <a:gd name="T33" fmla="*/ 0 h 249"/>
                      <a:gd name="T34" fmla="*/ 1 w 625"/>
                      <a:gd name="T35" fmla="*/ 0 h 249"/>
                      <a:gd name="T36" fmla="*/ 1 w 625"/>
                      <a:gd name="T37" fmla="*/ 0 h 249"/>
                      <a:gd name="T38" fmla="*/ 1 w 625"/>
                      <a:gd name="T39" fmla="*/ 0 h 249"/>
                      <a:gd name="T40" fmla="*/ 1 w 625"/>
                      <a:gd name="T41" fmla="*/ 0 h 249"/>
                      <a:gd name="T42" fmla="*/ 1 w 625"/>
                      <a:gd name="T43" fmla="*/ 0 h 249"/>
                      <a:gd name="T44" fmla="*/ 1 w 625"/>
                      <a:gd name="T45" fmla="*/ 0 h 249"/>
                      <a:gd name="T46" fmla="*/ 1 w 625"/>
                      <a:gd name="T47" fmla="*/ 0 h 249"/>
                      <a:gd name="T48" fmla="*/ 1 w 625"/>
                      <a:gd name="T49" fmla="*/ 0 h 249"/>
                      <a:gd name="T50" fmla="*/ 1 w 625"/>
                      <a:gd name="T51" fmla="*/ 0 h 249"/>
                      <a:gd name="T52" fmla="*/ 1 w 625"/>
                      <a:gd name="T53" fmla="*/ 0 h 249"/>
                      <a:gd name="T54" fmla="*/ 1 w 625"/>
                      <a:gd name="T55" fmla="*/ 0 h 249"/>
                      <a:gd name="T56" fmla="*/ 1 w 625"/>
                      <a:gd name="T57" fmla="*/ 0 h 249"/>
                      <a:gd name="T58" fmla="*/ 1 w 625"/>
                      <a:gd name="T59" fmla="*/ 0 h 249"/>
                      <a:gd name="T60" fmla="*/ 1 w 625"/>
                      <a:gd name="T61" fmla="*/ 0 h 249"/>
                      <a:gd name="T62" fmla="*/ 1 w 625"/>
                      <a:gd name="T63" fmla="*/ 0 h 249"/>
                      <a:gd name="T64" fmla="*/ 1 w 625"/>
                      <a:gd name="T65" fmla="*/ 0 h 249"/>
                      <a:gd name="T66" fmla="*/ 1 w 625"/>
                      <a:gd name="T67" fmla="*/ 0 h 249"/>
                      <a:gd name="T68" fmla="*/ 1 w 625"/>
                      <a:gd name="T69" fmla="*/ 0 h 249"/>
                      <a:gd name="T70" fmla="*/ 1 w 625"/>
                      <a:gd name="T71" fmla="*/ 0 h 249"/>
                      <a:gd name="T72" fmla="*/ 1 w 625"/>
                      <a:gd name="T73" fmla="*/ 0 h 249"/>
                      <a:gd name="T74" fmla="*/ 1 w 625"/>
                      <a:gd name="T75" fmla="*/ 0 h 249"/>
                      <a:gd name="T76" fmla="*/ 1 w 625"/>
                      <a:gd name="T77" fmla="*/ 0 h 249"/>
                      <a:gd name="T78" fmla="*/ 1 w 625"/>
                      <a:gd name="T79" fmla="*/ 0 h 249"/>
                      <a:gd name="T80" fmla="*/ 1 w 625"/>
                      <a:gd name="T81" fmla="*/ 0 h 249"/>
                      <a:gd name="T82" fmla="*/ 1 w 625"/>
                      <a:gd name="T83" fmla="*/ 0 h 249"/>
                      <a:gd name="T84" fmla="*/ 1 w 625"/>
                      <a:gd name="T85" fmla="*/ 0 h 249"/>
                      <a:gd name="T86" fmla="*/ 1 w 625"/>
                      <a:gd name="T87" fmla="*/ 0 h 249"/>
                      <a:gd name="T88" fmla="*/ 1 w 625"/>
                      <a:gd name="T89" fmla="*/ 0 h 249"/>
                      <a:gd name="T90" fmla="*/ 1 w 625"/>
                      <a:gd name="T91" fmla="*/ 0 h 249"/>
                      <a:gd name="T92" fmla="*/ 1 w 625"/>
                      <a:gd name="T93" fmla="*/ 0 h 249"/>
                      <a:gd name="T94" fmla="*/ 1 w 625"/>
                      <a:gd name="T95" fmla="*/ 0 h 249"/>
                      <a:gd name="T96" fmla="*/ 1 w 625"/>
                      <a:gd name="T97" fmla="*/ 0 h 249"/>
                      <a:gd name="T98" fmla="*/ 1 w 625"/>
                      <a:gd name="T99" fmla="*/ 0 h 249"/>
                      <a:gd name="T100" fmla="*/ 1 w 625"/>
                      <a:gd name="T101" fmla="*/ 0 h 249"/>
                      <a:gd name="T102" fmla="*/ 1 w 625"/>
                      <a:gd name="T103" fmla="*/ 0 h 249"/>
                      <a:gd name="T104" fmla="*/ 1 w 625"/>
                      <a:gd name="T105" fmla="*/ 0 h 249"/>
                      <a:gd name="T106" fmla="*/ 1 w 625"/>
                      <a:gd name="T107" fmla="*/ 0 h 249"/>
                      <a:gd name="T108" fmla="*/ 1 w 625"/>
                      <a:gd name="T109" fmla="*/ 0 h 249"/>
                      <a:gd name="T110" fmla="*/ 1 w 625"/>
                      <a:gd name="T111" fmla="*/ 0 h 249"/>
                      <a:gd name="T112" fmla="*/ 1 w 625"/>
                      <a:gd name="T113" fmla="*/ 0 h 249"/>
                      <a:gd name="T114" fmla="*/ 1 w 625"/>
                      <a:gd name="T115" fmla="*/ 0 h 249"/>
                      <a:gd name="T116" fmla="*/ 1 w 625"/>
                      <a:gd name="T117" fmla="*/ 0 h 249"/>
                      <a:gd name="T118" fmla="*/ 1 w 625"/>
                      <a:gd name="T119" fmla="*/ 0 h 249"/>
                      <a:gd name="T120" fmla="*/ 1 w 625"/>
                      <a:gd name="T121" fmla="*/ 0 h 24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625"/>
                      <a:gd name="T184" fmla="*/ 0 h 249"/>
                      <a:gd name="T185" fmla="*/ 625 w 625"/>
                      <a:gd name="T186" fmla="*/ 249 h 24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625" h="249">
                        <a:moveTo>
                          <a:pt x="0" y="249"/>
                        </a:moveTo>
                        <a:lnTo>
                          <a:pt x="23" y="249"/>
                        </a:lnTo>
                        <a:lnTo>
                          <a:pt x="46" y="249"/>
                        </a:lnTo>
                        <a:lnTo>
                          <a:pt x="67" y="249"/>
                        </a:lnTo>
                        <a:lnTo>
                          <a:pt x="88" y="249"/>
                        </a:lnTo>
                        <a:lnTo>
                          <a:pt x="106" y="249"/>
                        </a:lnTo>
                        <a:lnTo>
                          <a:pt x="122" y="249"/>
                        </a:lnTo>
                        <a:lnTo>
                          <a:pt x="138" y="249"/>
                        </a:lnTo>
                        <a:lnTo>
                          <a:pt x="152" y="249"/>
                        </a:lnTo>
                        <a:lnTo>
                          <a:pt x="166" y="249"/>
                        </a:lnTo>
                        <a:lnTo>
                          <a:pt x="178" y="249"/>
                        </a:lnTo>
                        <a:lnTo>
                          <a:pt x="190" y="249"/>
                        </a:lnTo>
                        <a:lnTo>
                          <a:pt x="199" y="249"/>
                        </a:lnTo>
                        <a:lnTo>
                          <a:pt x="209" y="249"/>
                        </a:lnTo>
                        <a:lnTo>
                          <a:pt x="217" y="249"/>
                        </a:lnTo>
                        <a:lnTo>
                          <a:pt x="226" y="249"/>
                        </a:lnTo>
                        <a:lnTo>
                          <a:pt x="233" y="249"/>
                        </a:lnTo>
                        <a:lnTo>
                          <a:pt x="238" y="249"/>
                        </a:lnTo>
                        <a:lnTo>
                          <a:pt x="244" y="249"/>
                        </a:lnTo>
                        <a:lnTo>
                          <a:pt x="250" y="249"/>
                        </a:lnTo>
                        <a:lnTo>
                          <a:pt x="254" y="249"/>
                        </a:lnTo>
                        <a:lnTo>
                          <a:pt x="258" y="249"/>
                        </a:lnTo>
                        <a:lnTo>
                          <a:pt x="261" y="249"/>
                        </a:lnTo>
                        <a:lnTo>
                          <a:pt x="265" y="247"/>
                        </a:lnTo>
                        <a:lnTo>
                          <a:pt x="266" y="247"/>
                        </a:lnTo>
                        <a:lnTo>
                          <a:pt x="269" y="247"/>
                        </a:lnTo>
                        <a:lnTo>
                          <a:pt x="272" y="247"/>
                        </a:lnTo>
                        <a:lnTo>
                          <a:pt x="273" y="247"/>
                        </a:lnTo>
                        <a:lnTo>
                          <a:pt x="275" y="247"/>
                        </a:lnTo>
                        <a:lnTo>
                          <a:pt x="277" y="247"/>
                        </a:lnTo>
                        <a:lnTo>
                          <a:pt x="279" y="247"/>
                        </a:lnTo>
                        <a:lnTo>
                          <a:pt x="280" y="247"/>
                        </a:lnTo>
                        <a:lnTo>
                          <a:pt x="282" y="247"/>
                        </a:lnTo>
                        <a:lnTo>
                          <a:pt x="284" y="247"/>
                        </a:lnTo>
                        <a:lnTo>
                          <a:pt x="286" y="247"/>
                        </a:lnTo>
                        <a:lnTo>
                          <a:pt x="287" y="247"/>
                        </a:lnTo>
                        <a:lnTo>
                          <a:pt x="289" y="247"/>
                        </a:lnTo>
                        <a:lnTo>
                          <a:pt x="290" y="247"/>
                        </a:lnTo>
                        <a:lnTo>
                          <a:pt x="291" y="246"/>
                        </a:lnTo>
                        <a:lnTo>
                          <a:pt x="293" y="246"/>
                        </a:lnTo>
                        <a:lnTo>
                          <a:pt x="294" y="246"/>
                        </a:lnTo>
                        <a:lnTo>
                          <a:pt x="296" y="246"/>
                        </a:lnTo>
                        <a:lnTo>
                          <a:pt x="297" y="246"/>
                        </a:lnTo>
                        <a:lnTo>
                          <a:pt x="298" y="246"/>
                        </a:lnTo>
                        <a:lnTo>
                          <a:pt x="300" y="246"/>
                        </a:lnTo>
                        <a:lnTo>
                          <a:pt x="301" y="246"/>
                        </a:lnTo>
                        <a:lnTo>
                          <a:pt x="303" y="246"/>
                        </a:lnTo>
                        <a:lnTo>
                          <a:pt x="304" y="246"/>
                        </a:lnTo>
                        <a:lnTo>
                          <a:pt x="305" y="246"/>
                        </a:lnTo>
                        <a:lnTo>
                          <a:pt x="307" y="244"/>
                        </a:lnTo>
                        <a:lnTo>
                          <a:pt x="308" y="244"/>
                        </a:lnTo>
                        <a:lnTo>
                          <a:pt x="310" y="244"/>
                        </a:lnTo>
                        <a:lnTo>
                          <a:pt x="311" y="244"/>
                        </a:lnTo>
                        <a:lnTo>
                          <a:pt x="312" y="244"/>
                        </a:lnTo>
                        <a:lnTo>
                          <a:pt x="314" y="244"/>
                        </a:lnTo>
                        <a:lnTo>
                          <a:pt x="315" y="244"/>
                        </a:lnTo>
                        <a:lnTo>
                          <a:pt x="317" y="243"/>
                        </a:lnTo>
                        <a:lnTo>
                          <a:pt x="318" y="243"/>
                        </a:lnTo>
                        <a:lnTo>
                          <a:pt x="319" y="243"/>
                        </a:lnTo>
                        <a:lnTo>
                          <a:pt x="321" y="243"/>
                        </a:lnTo>
                        <a:lnTo>
                          <a:pt x="322" y="243"/>
                        </a:lnTo>
                        <a:lnTo>
                          <a:pt x="324" y="243"/>
                        </a:lnTo>
                        <a:lnTo>
                          <a:pt x="325" y="242"/>
                        </a:lnTo>
                        <a:lnTo>
                          <a:pt x="326" y="242"/>
                        </a:lnTo>
                        <a:lnTo>
                          <a:pt x="328" y="242"/>
                        </a:lnTo>
                        <a:lnTo>
                          <a:pt x="329" y="242"/>
                        </a:lnTo>
                        <a:lnTo>
                          <a:pt x="331" y="242"/>
                        </a:lnTo>
                        <a:lnTo>
                          <a:pt x="332" y="242"/>
                        </a:lnTo>
                        <a:lnTo>
                          <a:pt x="333" y="242"/>
                        </a:lnTo>
                        <a:lnTo>
                          <a:pt x="335" y="240"/>
                        </a:lnTo>
                        <a:lnTo>
                          <a:pt x="336" y="240"/>
                        </a:lnTo>
                        <a:lnTo>
                          <a:pt x="337" y="240"/>
                        </a:lnTo>
                        <a:lnTo>
                          <a:pt x="339" y="240"/>
                        </a:lnTo>
                        <a:lnTo>
                          <a:pt x="340" y="240"/>
                        </a:lnTo>
                        <a:lnTo>
                          <a:pt x="340" y="239"/>
                        </a:lnTo>
                        <a:lnTo>
                          <a:pt x="342" y="239"/>
                        </a:lnTo>
                        <a:lnTo>
                          <a:pt x="343" y="239"/>
                        </a:lnTo>
                        <a:lnTo>
                          <a:pt x="344" y="239"/>
                        </a:lnTo>
                        <a:lnTo>
                          <a:pt x="346" y="237"/>
                        </a:lnTo>
                        <a:lnTo>
                          <a:pt x="347" y="237"/>
                        </a:lnTo>
                        <a:lnTo>
                          <a:pt x="349" y="237"/>
                        </a:lnTo>
                        <a:lnTo>
                          <a:pt x="350" y="236"/>
                        </a:lnTo>
                        <a:lnTo>
                          <a:pt x="351" y="236"/>
                        </a:lnTo>
                        <a:lnTo>
                          <a:pt x="353" y="236"/>
                        </a:lnTo>
                        <a:lnTo>
                          <a:pt x="354" y="235"/>
                        </a:lnTo>
                        <a:lnTo>
                          <a:pt x="357" y="235"/>
                        </a:lnTo>
                        <a:lnTo>
                          <a:pt x="358" y="235"/>
                        </a:lnTo>
                        <a:lnTo>
                          <a:pt x="360" y="233"/>
                        </a:lnTo>
                        <a:lnTo>
                          <a:pt x="363" y="233"/>
                        </a:lnTo>
                        <a:lnTo>
                          <a:pt x="364" y="232"/>
                        </a:lnTo>
                        <a:lnTo>
                          <a:pt x="365" y="232"/>
                        </a:lnTo>
                        <a:lnTo>
                          <a:pt x="367" y="232"/>
                        </a:lnTo>
                        <a:lnTo>
                          <a:pt x="368" y="231"/>
                        </a:lnTo>
                        <a:lnTo>
                          <a:pt x="370" y="231"/>
                        </a:lnTo>
                        <a:lnTo>
                          <a:pt x="371" y="231"/>
                        </a:lnTo>
                        <a:lnTo>
                          <a:pt x="372" y="229"/>
                        </a:lnTo>
                        <a:lnTo>
                          <a:pt x="374" y="229"/>
                        </a:lnTo>
                        <a:lnTo>
                          <a:pt x="375" y="229"/>
                        </a:lnTo>
                        <a:lnTo>
                          <a:pt x="377" y="228"/>
                        </a:lnTo>
                        <a:lnTo>
                          <a:pt x="378" y="228"/>
                        </a:lnTo>
                        <a:lnTo>
                          <a:pt x="379" y="228"/>
                        </a:lnTo>
                        <a:lnTo>
                          <a:pt x="381" y="226"/>
                        </a:lnTo>
                        <a:lnTo>
                          <a:pt x="382" y="226"/>
                        </a:lnTo>
                        <a:lnTo>
                          <a:pt x="384" y="225"/>
                        </a:lnTo>
                        <a:lnTo>
                          <a:pt x="385" y="225"/>
                        </a:lnTo>
                        <a:lnTo>
                          <a:pt x="386" y="224"/>
                        </a:lnTo>
                        <a:lnTo>
                          <a:pt x="388" y="224"/>
                        </a:lnTo>
                        <a:lnTo>
                          <a:pt x="389" y="222"/>
                        </a:lnTo>
                        <a:lnTo>
                          <a:pt x="391" y="222"/>
                        </a:lnTo>
                        <a:lnTo>
                          <a:pt x="392" y="221"/>
                        </a:lnTo>
                        <a:lnTo>
                          <a:pt x="393" y="221"/>
                        </a:lnTo>
                        <a:lnTo>
                          <a:pt x="395" y="219"/>
                        </a:lnTo>
                        <a:lnTo>
                          <a:pt x="396" y="219"/>
                        </a:lnTo>
                        <a:lnTo>
                          <a:pt x="398" y="218"/>
                        </a:lnTo>
                        <a:lnTo>
                          <a:pt x="399" y="218"/>
                        </a:lnTo>
                        <a:lnTo>
                          <a:pt x="402" y="217"/>
                        </a:lnTo>
                        <a:lnTo>
                          <a:pt x="403" y="217"/>
                        </a:lnTo>
                        <a:lnTo>
                          <a:pt x="405" y="215"/>
                        </a:lnTo>
                        <a:lnTo>
                          <a:pt x="406" y="215"/>
                        </a:lnTo>
                        <a:lnTo>
                          <a:pt x="406" y="214"/>
                        </a:lnTo>
                        <a:lnTo>
                          <a:pt x="407" y="214"/>
                        </a:lnTo>
                        <a:lnTo>
                          <a:pt x="409" y="212"/>
                        </a:lnTo>
                        <a:lnTo>
                          <a:pt x="410" y="212"/>
                        </a:lnTo>
                        <a:lnTo>
                          <a:pt x="411" y="212"/>
                        </a:lnTo>
                        <a:lnTo>
                          <a:pt x="411" y="211"/>
                        </a:lnTo>
                        <a:lnTo>
                          <a:pt x="413" y="211"/>
                        </a:lnTo>
                        <a:lnTo>
                          <a:pt x="414" y="211"/>
                        </a:lnTo>
                        <a:lnTo>
                          <a:pt x="414" y="210"/>
                        </a:lnTo>
                        <a:lnTo>
                          <a:pt x="416" y="210"/>
                        </a:lnTo>
                        <a:lnTo>
                          <a:pt x="417" y="210"/>
                        </a:lnTo>
                        <a:lnTo>
                          <a:pt x="417" y="208"/>
                        </a:lnTo>
                        <a:lnTo>
                          <a:pt x="418" y="208"/>
                        </a:lnTo>
                        <a:lnTo>
                          <a:pt x="420" y="208"/>
                        </a:lnTo>
                        <a:lnTo>
                          <a:pt x="420" y="207"/>
                        </a:lnTo>
                        <a:lnTo>
                          <a:pt x="421" y="207"/>
                        </a:lnTo>
                        <a:lnTo>
                          <a:pt x="423" y="207"/>
                        </a:lnTo>
                        <a:lnTo>
                          <a:pt x="423" y="205"/>
                        </a:lnTo>
                        <a:lnTo>
                          <a:pt x="424" y="205"/>
                        </a:lnTo>
                        <a:lnTo>
                          <a:pt x="425" y="204"/>
                        </a:lnTo>
                        <a:lnTo>
                          <a:pt x="427" y="203"/>
                        </a:lnTo>
                        <a:lnTo>
                          <a:pt x="428" y="203"/>
                        </a:lnTo>
                        <a:lnTo>
                          <a:pt x="430" y="201"/>
                        </a:lnTo>
                        <a:lnTo>
                          <a:pt x="431" y="201"/>
                        </a:lnTo>
                        <a:lnTo>
                          <a:pt x="432" y="200"/>
                        </a:lnTo>
                        <a:lnTo>
                          <a:pt x="434" y="200"/>
                        </a:lnTo>
                        <a:lnTo>
                          <a:pt x="435" y="198"/>
                        </a:lnTo>
                        <a:lnTo>
                          <a:pt x="437" y="198"/>
                        </a:lnTo>
                        <a:lnTo>
                          <a:pt x="438" y="197"/>
                        </a:lnTo>
                        <a:lnTo>
                          <a:pt x="439" y="197"/>
                        </a:lnTo>
                        <a:lnTo>
                          <a:pt x="441" y="196"/>
                        </a:lnTo>
                        <a:lnTo>
                          <a:pt x="442" y="194"/>
                        </a:lnTo>
                        <a:lnTo>
                          <a:pt x="444" y="194"/>
                        </a:lnTo>
                        <a:lnTo>
                          <a:pt x="445" y="193"/>
                        </a:lnTo>
                        <a:lnTo>
                          <a:pt x="446" y="193"/>
                        </a:lnTo>
                        <a:lnTo>
                          <a:pt x="448" y="191"/>
                        </a:lnTo>
                        <a:lnTo>
                          <a:pt x="449" y="191"/>
                        </a:lnTo>
                        <a:lnTo>
                          <a:pt x="449" y="190"/>
                        </a:lnTo>
                        <a:lnTo>
                          <a:pt x="451" y="190"/>
                        </a:lnTo>
                        <a:lnTo>
                          <a:pt x="452" y="190"/>
                        </a:lnTo>
                        <a:lnTo>
                          <a:pt x="452" y="189"/>
                        </a:lnTo>
                        <a:lnTo>
                          <a:pt x="453" y="189"/>
                        </a:lnTo>
                        <a:lnTo>
                          <a:pt x="455" y="187"/>
                        </a:lnTo>
                        <a:lnTo>
                          <a:pt x="456" y="186"/>
                        </a:lnTo>
                        <a:lnTo>
                          <a:pt x="458" y="186"/>
                        </a:lnTo>
                        <a:lnTo>
                          <a:pt x="459" y="184"/>
                        </a:lnTo>
                        <a:lnTo>
                          <a:pt x="460" y="184"/>
                        </a:lnTo>
                        <a:lnTo>
                          <a:pt x="460" y="183"/>
                        </a:lnTo>
                        <a:lnTo>
                          <a:pt x="462" y="183"/>
                        </a:lnTo>
                        <a:lnTo>
                          <a:pt x="463" y="182"/>
                        </a:lnTo>
                        <a:lnTo>
                          <a:pt x="465" y="182"/>
                        </a:lnTo>
                        <a:lnTo>
                          <a:pt x="466" y="180"/>
                        </a:lnTo>
                        <a:lnTo>
                          <a:pt x="467" y="179"/>
                        </a:lnTo>
                        <a:lnTo>
                          <a:pt x="469" y="179"/>
                        </a:lnTo>
                        <a:lnTo>
                          <a:pt x="469" y="177"/>
                        </a:lnTo>
                        <a:lnTo>
                          <a:pt x="470" y="177"/>
                        </a:lnTo>
                        <a:lnTo>
                          <a:pt x="472" y="176"/>
                        </a:lnTo>
                        <a:lnTo>
                          <a:pt x="473" y="176"/>
                        </a:lnTo>
                        <a:lnTo>
                          <a:pt x="473" y="175"/>
                        </a:lnTo>
                        <a:lnTo>
                          <a:pt x="474" y="175"/>
                        </a:lnTo>
                        <a:lnTo>
                          <a:pt x="476" y="173"/>
                        </a:lnTo>
                        <a:lnTo>
                          <a:pt x="477" y="172"/>
                        </a:lnTo>
                        <a:lnTo>
                          <a:pt x="478" y="172"/>
                        </a:lnTo>
                        <a:lnTo>
                          <a:pt x="478" y="170"/>
                        </a:lnTo>
                        <a:lnTo>
                          <a:pt x="480" y="170"/>
                        </a:lnTo>
                        <a:lnTo>
                          <a:pt x="481" y="169"/>
                        </a:lnTo>
                        <a:lnTo>
                          <a:pt x="483" y="168"/>
                        </a:lnTo>
                        <a:lnTo>
                          <a:pt x="484" y="168"/>
                        </a:lnTo>
                        <a:lnTo>
                          <a:pt x="484" y="166"/>
                        </a:lnTo>
                        <a:lnTo>
                          <a:pt x="485" y="166"/>
                        </a:lnTo>
                        <a:lnTo>
                          <a:pt x="485" y="165"/>
                        </a:lnTo>
                        <a:lnTo>
                          <a:pt x="487" y="165"/>
                        </a:lnTo>
                        <a:lnTo>
                          <a:pt x="488" y="163"/>
                        </a:lnTo>
                        <a:lnTo>
                          <a:pt x="490" y="162"/>
                        </a:lnTo>
                        <a:lnTo>
                          <a:pt x="491" y="162"/>
                        </a:lnTo>
                        <a:lnTo>
                          <a:pt x="491" y="161"/>
                        </a:lnTo>
                        <a:lnTo>
                          <a:pt x="492" y="161"/>
                        </a:lnTo>
                        <a:lnTo>
                          <a:pt x="492" y="159"/>
                        </a:lnTo>
                        <a:lnTo>
                          <a:pt x="494" y="159"/>
                        </a:lnTo>
                        <a:lnTo>
                          <a:pt x="495" y="158"/>
                        </a:lnTo>
                        <a:lnTo>
                          <a:pt x="497" y="158"/>
                        </a:lnTo>
                        <a:lnTo>
                          <a:pt x="497" y="157"/>
                        </a:lnTo>
                        <a:lnTo>
                          <a:pt x="498" y="157"/>
                        </a:lnTo>
                        <a:lnTo>
                          <a:pt x="499" y="155"/>
                        </a:lnTo>
                        <a:lnTo>
                          <a:pt x="501" y="155"/>
                        </a:lnTo>
                        <a:lnTo>
                          <a:pt x="501" y="154"/>
                        </a:lnTo>
                        <a:lnTo>
                          <a:pt x="502" y="154"/>
                        </a:lnTo>
                        <a:lnTo>
                          <a:pt x="504" y="152"/>
                        </a:lnTo>
                        <a:lnTo>
                          <a:pt x="505" y="152"/>
                        </a:lnTo>
                        <a:lnTo>
                          <a:pt x="506" y="151"/>
                        </a:lnTo>
                        <a:lnTo>
                          <a:pt x="508" y="150"/>
                        </a:lnTo>
                        <a:lnTo>
                          <a:pt x="509" y="150"/>
                        </a:lnTo>
                        <a:lnTo>
                          <a:pt x="509" y="148"/>
                        </a:lnTo>
                        <a:lnTo>
                          <a:pt x="511" y="148"/>
                        </a:lnTo>
                        <a:lnTo>
                          <a:pt x="512" y="147"/>
                        </a:lnTo>
                        <a:lnTo>
                          <a:pt x="513" y="145"/>
                        </a:lnTo>
                        <a:lnTo>
                          <a:pt x="515" y="144"/>
                        </a:lnTo>
                        <a:lnTo>
                          <a:pt x="516" y="143"/>
                        </a:lnTo>
                        <a:lnTo>
                          <a:pt x="518" y="143"/>
                        </a:lnTo>
                        <a:lnTo>
                          <a:pt x="518" y="141"/>
                        </a:lnTo>
                        <a:lnTo>
                          <a:pt x="519" y="140"/>
                        </a:lnTo>
                        <a:lnTo>
                          <a:pt x="520" y="138"/>
                        </a:lnTo>
                        <a:lnTo>
                          <a:pt x="522" y="137"/>
                        </a:lnTo>
                        <a:lnTo>
                          <a:pt x="523" y="137"/>
                        </a:lnTo>
                        <a:lnTo>
                          <a:pt x="523" y="136"/>
                        </a:lnTo>
                        <a:lnTo>
                          <a:pt x="525" y="134"/>
                        </a:lnTo>
                        <a:lnTo>
                          <a:pt x="526" y="133"/>
                        </a:lnTo>
                        <a:lnTo>
                          <a:pt x="527" y="131"/>
                        </a:lnTo>
                        <a:lnTo>
                          <a:pt x="529" y="130"/>
                        </a:lnTo>
                        <a:lnTo>
                          <a:pt x="530" y="129"/>
                        </a:lnTo>
                        <a:lnTo>
                          <a:pt x="530" y="127"/>
                        </a:lnTo>
                        <a:lnTo>
                          <a:pt x="532" y="127"/>
                        </a:lnTo>
                        <a:lnTo>
                          <a:pt x="532" y="126"/>
                        </a:lnTo>
                        <a:lnTo>
                          <a:pt x="533" y="126"/>
                        </a:lnTo>
                        <a:lnTo>
                          <a:pt x="533" y="124"/>
                        </a:lnTo>
                        <a:lnTo>
                          <a:pt x="534" y="124"/>
                        </a:lnTo>
                        <a:lnTo>
                          <a:pt x="534" y="123"/>
                        </a:lnTo>
                        <a:lnTo>
                          <a:pt x="536" y="123"/>
                        </a:lnTo>
                        <a:lnTo>
                          <a:pt x="536" y="122"/>
                        </a:lnTo>
                        <a:lnTo>
                          <a:pt x="537" y="122"/>
                        </a:lnTo>
                        <a:lnTo>
                          <a:pt x="537" y="120"/>
                        </a:lnTo>
                        <a:lnTo>
                          <a:pt x="539" y="120"/>
                        </a:lnTo>
                        <a:lnTo>
                          <a:pt x="539" y="119"/>
                        </a:lnTo>
                        <a:lnTo>
                          <a:pt x="540" y="119"/>
                        </a:lnTo>
                        <a:lnTo>
                          <a:pt x="540" y="117"/>
                        </a:lnTo>
                        <a:lnTo>
                          <a:pt x="541" y="116"/>
                        </a:lnTo>
                        <a:lnTo>
                          <a:pt x="543" y="115"/>
                        </a:lnTo>
                        <a:lnTo>
                          <a:pt x="544" y="113"/>
                        </a:lnTo>
                        <a:lnTo>
                          <a:pt x="544" y="112"/>
                        </a:lnTo>
                        <a:lnTo>
                          <a:pt x="546" y="110"/>
                        </a:lnTo>
                        <a:lnTo>
                          <a:pt x="547" y="110"/>
                        </a:lnTo>
                        <a:lnTo>
                          <a:pt x="547" y="109"/>
                        </a:lnTo>
                        <a:lnTo>
                          <a:pt x="548" y="108"/>
                        </a:lnTo>
                        <a:lnTo>
                          <a:pt x="550" y="106"/>
                        </a:lnTo>
                        <a:lnTo>
                          <a:pt x="551" y="105"/>
                        </a:lnTo>
                        <a:lnTo>
                          <a:pt x="552" y="103"/>
                        </a:lnTo>
                        <a:lnTo>
                          <a:pt x="554" y="102"/>
                        </a:lnTo>
                        <a:lnTo>
                          <a:pt x="554" y="101"/>
                        </a:lnTo>
                        <a:lnTo>
                          <a:pt x="555" y="99"/>
                        </a:lnTo>
                        <a:lnTo>
                          <a:pt x="557" y="98"/>
                        </a:lnTo>
                        <a:lnTo>
                          <a:pt x="558" y="96"/>
                        </a:lnTo>
                        <a:lnTo>
                          <a:pt x="558" y="95"/>
                        </a:lnTo>
                        <a:lnTo>
                          <a:pt x="559" y="95"/>
                        </a:lnTo>
                        <a:lnTo>
                          <a:pt x="559" y="94"/>
                        </a:lnTo>
                        <a:lnTo>
                          <a:pt x="561" y="92"/>
                        </a:lnTo>
                        <a:lnTo>
                          <a:pt x="562" y="91"/>
                        </a:lnTo>
                        <a:lnTo>
                          <a:pt x="562" y="89"/>
                        </a:lnTo>
                        <a:lnTo>
                          <a:pt x="564" y="89"/>
                        </a:lnTo>
                        <a:lnTo>
                          <a:pt x="564" y="88"/>
                        </a:lnTo>
                        <a:lnTo>
                          <a:pt x="565" y="87"/>
                        </a:lnTo>
                        <a:lnTo>
                          <a:pt x="566" y="85"/>
                        </a:lnTo>
                        <a:lnTo>
                          <a:pt x="566" y="84"/>
                        </a:lnTo>
                        <a:lnTo>
                          <a:pt x="568" y="84"/>
                        </a:lnTo>
                        <a:lnTo>
                          <a:pt x="568" y="83"/>
                        </a:lnTo>
                        <a:lnTo>
                          <a:pt x="569" y="81"/>
                        </a:lnTo>
                        <a:lnTo>
                          <a:pt x="569" y="80"/>
                        </a:lnTo>
                        <a:lnTo>
                          <a:pt x="571" y="80"/>
                        </a:lnTo>
                        <a:lnTo>
                          <a:pt x="572" y="78"/>
                        </a:lnTo>
                        <a:lnTo>
                          <a:pt x="572" y="77"/>
                        </a:lnTo>
                        <a:lnTo>
                          <a:pt x="573" y="76"/>
                        </a:lnTo>
                        <a:lnTo>
                          <a:pt x="575" y="73"/>
                        </a:lnTo>
                        <a:lnTo>
                          <a:pt x="576" y="71"/>
                        </a:lnTo>
                        <a:lnTo>
                          <a:pt x="578" y="70"/>
                        </a:lnTo>
                        <a:lnTo>
                          <a:pt x="579" y="69"/>
                        </a:lnTo>
                        <a:lnTo>
                          <a:pt x="579" y="67"/>
                        </a:lnTo>
                        <a:lnTo>
                          <a:pt x="580" y="66"/>
                        </a:lnTo>
                        <a:lnTo>
                          <a:pt x="582" y="64"/>
                        </a:lnTo>
                        <a:lnTo>
                          <a:pt x="582" y="63"/>
                        </a:lnTo>
                        <a:lnTo>
                          <a:pt x="583" y="62"/>
                        </a:lnTo>
                        <a:lnTo>
                          <a:pt x="585" y="60"/>
                        </a:lnTo>
                        <a:lnTo>
                          <a:pt x="585" y="59"/>
                        </a:lnTo>
                        <a:lnTo>
                          <a:pt x="586" y="57"/>
                        </a:lnTo>
                        <a:lnTo>
                          <a:pt x="587" y="56"/>
                        </a:lnTo>
                        <a:lnTo>
                          <a:pt x="587" y="55"/>
                        </a:lnTo>
                        <a:lnTo>
                          <a:pt x="589" y="55"/>
                        </a:lnTo>
                        <a:lnTo>
                          <a:pt x="589" y="53"/>
                        </a:lnTo>
                        <a:lnTo>
                          <a:pt x="590" y="53"/>
                        </a:lnTo>
                        <a:lnTo>
                          <a:pt x="590" y="52"/>
                        </a:lnTo>
                        <a:lnTo>
                          <a:pt x="592" y="50"/>
                        </a:lnTo>
                        <a:lnTo>
                          <a:pt x="593" y="49"/>
                        </a:lnTo>
                        <a:lnTo>
                          <a:pt x="593" y="48"/>
                        </a:lnTo>
                        <a:lnTo>
                          <a:pt x="594" y="46"/>
                        </a:lnTo>
                        <a:lnTo>
                          <a:pt x="596" y="45"/>
                        </a:lnTo>
                        <a:lnTo>
                          <a:pt x="596" y="43"/>
                        </a:lnTo>
                        <a:lnTo>
                          <a:pt x="597" y="42"/>
                        </a:lnTo>
                        <a:lnTo>
                          <a:pt x="599" y="41"/>
                        </a:lnTo>
                        <a:lnTo>
                          <a:pt x="600" y="39"/>
                        </a:lnTo>
                        <a:lnTo>
                          <a:pt x="600" y="38"/>
                        </a:lnTo>
                        <a:lnTo>
                          <a:pt x="601" y="36"/>
                        </a:lnTo>
                        <a:lnTo>
                          <a:pt x="603" y="35"/>
                        </a:lnTo>
                        <a:lnTo>
                          <a:pt x="604" y="32"/>
                        </a:lnTo>
                        <a:lnTo>
                          <a:pt x="606" y="31"/>
                        </a:lnTo>
                        <a:lnTo>
                          <a:pt x="607" y="29"/>
                        </a:lnTo>
                        <a:lnTo>
                          <a:pt x="607" y="28"/>
                        </a:lnTo>
                        <a:lnTo>
                          <a:pt x="608" y="27"/>
                        </a:lnTo>
                        <a:lnTo>
                          <a:pt x="610" y="25"/>
                        </a:lnTo>
                        <a:lnTo>
                          <a:pt x="610" y="24"/>
                        </a:lnTo>
                        <a:lnTo>
                          <a:pt x="611" y="24"/>
                        </a:lnTo>
                        <a:lnTo>
                          <a:pt x="611" y="22"/>
                        </a:lnTo>
                        <a:lnTo>
                          <a:pt x="613" y="21"/>
                        </a:lnTo>
                        <a:lnTo>
                          <a:pt x="613" y="20"/>
                        </a:lnTo>
                        <a:lnTo>
                          <a:pt x="614" y="20"/>
                        </a:lnTo>
                        <a:lnTo>
                          <a:pt x="614" y="18"/>
                        </a:lnTo>
                        <a:lnTo>
                          <a:pt x="615" y="18"/>
                        </a:lnTo>
                        <a:lnTo>
                          <a:pt x="615" y="17"/>
                        </a:lnTo>
                        <a:lnTo>
                          <a:pt x="615" y="16"/>
                        </a:lnTo>
                        <a:lnTo>
                          <a:pt x="617" y="16"/>
                        </a:lnTo>
                        <a:lnTo>
                          <a:pt x="617" y="14"/>
                        </a:lnTo>
                        <a:lnTo>
                          <a:pt x="618" y="14"/>
                        </a:lnTo>
                        <a:lnTo>
                          <a:pt x="618" y="13"/>
                        </a:lnTo>
                        <a:lnTo>
                          <a:pt x="618" y="11"/>
                        </a:lnTo>
                        <a:lnTo>
                          <a:pt x="620" y="11"/>
                        </a:lnTo>
                        <a:lnTo>
                          <a:pt x="620" y="10"/>
                        </a:lnTo>
                        <a:lnTo>
                          <a:pt x="621" y="10"/>
                        </a:lnTo>
                        <a:lnTo>
                          <a:pt x="621" y="9"/>
                        </a:lnTo>
                        <a:lnTo>
                          <a:pt x="621" y="7"/>
                        </a:lnTo>
                        <a:lnTo>
                          <a:pt x="622" y="6"/>
                        </a:lnTo>
                        <a:lnTo>
                          <a:pt x="624" y="4"/>
                        </a:lnTo>
                        <a:lnTo>
                          <a:pt x="624" y="3"/>
                        </a:lnTo>
                        <a:lnTo>
                          <a:pt x="625" y="2"/>
                        </a:lnTo>
                        <a:lnTo>
                          <a:pt x="625" y="0"/>
                        </a:lnTo>
                      </a:path>
                    </a:pathLst>
                  </a:custGeom>
                  <a:noFill/>
                  <a:ln w="206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02457" name="Freeform 392">
                    <a:extLst>
                      <a:ext uri="{FF2B5EF4-FFF2-40B4-BE49-F238E27FC236}">
                        <a16:creationId xmlns:a16="http://schemas.microsoft.com/office/drawing/2014/main" id="{A3B18303-CFEC-4BEC-AD77-940232E66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1" y="1332"/>
                    <a:ext cx="37" cy="125"/>
                  </a:xfrm>
                  <a:custGeom>
                    <a:avLst/>
                    <a:gdLst>
                      <a:gd name="T0" fmla="*/ 1 w 74"/>
                      <a:gd name="T1" fmla="*/ 1 h 250"/>
                      <a:gd name="T2" fmla="*/ 1 w 74"/>
                      <a:gd name="T3" fmla="*/ 1 h 250"/>
                      <a:gd name="T4" fmla="*/ 1 w 74"/>
                      <a:gd name="T5" fmla="*/ 1 h 250"/>
                      <a:gd name="T6" fmla="*/ 1 w 74"/>
                      <a:gd name="T7" fmla="*/ 1 h 250"/>
                      <a:gd name="T8" fmla="*/ 1 w 74"/>
                      <a:gd name="T9" fmla="*/ 1 h 250"/>
                      <a:gd name="T10" fmla="*/ 1 w 74"/>
                      <a:gd name="T11" fmla="*/ 1 h 250"/>
                      <a:gd name="T12" fmla="*/ 1 w 74"/>
                      <a:gd name="T13" fmla="*/ 1 h 250"/>
                      <a:gd name="T14" fmla="*/ 1 w 74"/>
                      <a:gd name="T15" fmla="*/ 1 h 250"/>
                      <a:gd name="T16" fmla="*/ 1 w 74"/>
                      <a:gd name="T17" fmla="*/ 1 h 250"/>
                      <a:gd name="T18" fmla="*/ 1 w 74"/>
                      <a:gd name="T19" fmla="*/ 1 h 250"/>
                      <a:gd name="T20" fmla="*/ 1 w 74"/>
                      <a:gd name="T21" fmla="*/ 1 h 250"/>
                      <a:gd name="T22" fmla="*/ 1 w 74"/>
                      <a:gd name="T23" fmla="*/ 1 h 250"/>
                      <a:gd name="T24" fmla="*/ 1 w 74"/>
                      <a:gd name="T25" fmla="*/ 1 h 250"/>
                      <a:gd name="T26" fmla="*/ 1 w 74"/>
                      <a:gd name="T27" fmla="*/ 1 h 250"/>
                      <a:gd name="T28" fmla="*/ 1 w 74"/>
                      <a:gd name="T29" fmla="*/ 1 h 250"/>
                      <a:gd name="T30" fmla="*/ 1 w 74"/>
                      <a:gd name="T31" fmla="*/ 1 h 250"/>
                      <a:gd name="T32" fmla="*/ 1 w 74"/>
                      <a:gd name="T33" fmla="*/ 1 h 250"/>
                      <a:gd name="T34" fmla="*/ 1 w 74"/>
                      <a:gd name="T35" fmla="*/ 1 h 250"/>
                      <a:gd name="T36" fmla="*/ 1 w 74"/>
                      <a:gd name="T37" fmla="*/ 1 h 250"/>
                      <a:gd name="T38" fmla="*/ 1 w 74"/>
                      <a:gd name="T39" fmla="*/ 1 h 250"/>
                      <a:gd name="T40" fmla="*/ 1 w 74"/>
                      <a:gd name="T41" fmla="*/ 1 h 250"/>
                      <a:gd name="T42" fmla="*/ 1 w 74"/>
                      <a:gd name="T43" fmla="*/ 1 h 250"/>
                      <a:gd name="T44" fmla="*/ 1 w 74"/>
                      <a:gd name="T45" fmla="*/ 1 h 250"/>
                      <a:gd name="T46" fmla="*/ 1 w 74"/>
                      <a:gd name="T47" fmla="*/ 1 h 250"/>
                      <a:gd name="T48" fmla="*/ 1 w 74"/>
                      <a:gd name="T49" fmla="*/ 1 h 250"/>
                      <a:gd name="T50" fmla="*/ 1 w 74"/>
                      <a:gd name="T51" fmla="*/ 1 h 250"/>
                      <a:gd name="T52" fmla="*/ 1 w 74"/>
                      <a:gd name="T53" fmla="*/ 1 h 250"/>
                      <a:gd name="T54" fmla="*/ 1 w 74"/>
                      <a:gd name="T55" fmla="*/ 1 h 250"/>
                      <a:gd name="T56" fmla="*/ 1 w 74"/>
                      <a:gd name="T57" fmla="*/ 1 h 250"/>
                      <a:gd name="T58" fmla="*/ 1 w 74"/>
                      <a:gd name="T59" fmla="*/ 1 h 250"/>
                      <a:gd name="T60" fmla="*/ 1 w 74"/>
                      <a:gd name="T61" fmla="*/ 1 h 250"/>
                      <a:gd name="T62" fmla="*/ 1 w 74"/>
                      <a:gd name="T63" fmla="*/ 1 h 250"/>
                      <a:gd name="T64" fmla="*/ 1 w 74"/>
                      <a:gd name="T65" fmla="*/ 1 h 250"/>
                      <a:gd name="T66" fmla="*/ 1 w 74"/>
                      <a:gd name="T67" fmla="*/ 1 h 250"/>
                      <a:gd name="T68" fmla="*/ 1 w 74"/>
                      <a:gd name="T69" fmla="*/ 1 h 250"/>
                      <a:gd name="T70" fmla="*/ 1 w 74"/>
                      <a:gd name="T71" fmla="*/ 1 h 250"/>
                      <a:gd name="T72" fmla="*/ 1 w 74"/>
                      <a:gd name="T73" fmla="*/ 1 h 250"/>
                      <a:gd name="T74" fmla="*/ 1 w 74"/>
                      <a:gd name="T75" fmla="*/ 1 h 250"/>
                      <a:gd name="T76" fmla="*/ 1 w 74"/>
                      <a:gd name="T77" fmla="*/ 1 h 250"/>
                      <a:gd name="T78" fmla="*/ 1 w 74"/>
                      <a:gd name="T79" fmla="*/ 1 h 250"/>
                      <a:gd name="T80" fmla="*/ 1 w 74"/>
                      <a:gd name="T81" fmla="*/ 1 h 250"/>
                      <a:gd name="T82" fmla="*/ 1 w 74"/>
                      <a:gd name="T83" fmla="*/ 1 h 250"/>
                      <a:gd name="T84" fmla="*/ 1 w 74"/>
                      <a:gd name="T85" fmla="*/ 1 h 250"/>
                      <a:gd name="T86" fmla="*/ 1 w 74"/>
                      <a:gd name="T87" fmla="*/ 1 h 250"/>
                      <a:gd name="T88" fmla="*/ 1 w 74"/>
                      <a:gd name="T89" fmla="*/ 1 h 250"/>
                      <a:gd name="T90" fmla="*/ 1 w 74"/>
                      <a:gd name="T91" fmla="*/ 1 h 250"/>
                      <a:gd name="T92" fmla="*/ 1 w 74"/>
                      <a:gd name="T93" fmla="*/ 1 h 250"/>
                      <a:gd name="T94" fmla="*/ 1 w 74"/>
                      <a:gd name="T95" fmla="*/ 1 h 250"/>
                      <a:gd name="T96" fmla="*/ 1 w 74"/>
                      <a:gd name="T97" fmla="*/ 1 h 250"/>
                      <a:gd name="T98" fmla="*/ 1 w 74"/>
                      <a:gd name="T99" fmla="*/ 1 h 250"/>
                      <a:gd name="T100" fmla="*/ 1 w 74"/>
                      <a:gd name="T101" fmla="*/ 1 h 250"/>
                      <a:gd name="T102" fmla="*/ 1 w 74"/>
                      <a:gd name="T103" fmla="*/ 1 h 250"/>
                      <a:gd name="T104" fmla="*/ 1 w 74"/>
                      <a:gd name="T105" fmla="*/ 1 h 250"/>
                      <a:gd name="T106" fmla="*/ 1 w 74"/>
                      <a:gd name="T107" fmla="*/ 1 h 250"/>
                      <a:gd name="T108" fmla="*/ 1 w 74"/>
                      <a:gd name="T109" fmla="*/ 1 h 250"/>
                      <a:gd name="T110" fmla="*/ 1 w 74"/>
                      <a:gd name="T111" fmla="*/ 1 h 250"/>
                      <a:gd name="T112" fmla="*/ 1 w 74"/>
                      <a:gd name="T113" fmla="*/ 1 h 250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74"/>
                      <a:gd name="T172" fmla="*/ 0 h 250"/>
                      <a:gd name="T173" fmla="*/ 74 w 74"/>
                      <a:gd name="T174" fmla="*/ 250 h 250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74" h="250">
                        <a:moveTo>
                          <a:pt x="0" y="0"/>
                        </a:moveTo>
                        <a:lnTo>
                          <a:pt x="1" y="3"/>
                        </a:lnTo>
                        <a:lnTo>
                          <a:pt x="3" y="4"/>
                        </a:lnTo>
                        <a:lnTo>
                          <a:pt x="4" y="7"/>
                        </a:lnTo>
                        <a:lnTo>
                          <a:pt x="6" y="10"/>
                        </a:lnTo>
                        <a:lnTo>
                          <a:pt x="7" y="11"/>
                        </a:lnTo>
                        <a:lnTo>
                          <a:pt x="7" y="14"/>
                        </a:lnTo>
                        <a:lnTo>
                          <a:pt x="8" y="16"/>
                        </a:lnTo>
                        <a:lnTo>
                          <a:pt x="10" y="17"/>
                        </a:lnTo>
                        <a:lnTo>
                          <a:pt x="10" y="18"/>
                        </a:lnTo>
                        <a:lnTo>
                          <a:pt x="11" y="21"/>
                        </a:lnTo>
                        <a:lnTo>
                          <a:pt x="13" y="23"/>
                        </a:lnTo>
                        <a:lnTo>
                          <a:pt x="13" y="24"/>
                        </a:lnTo>
                        <a:lnTo>
                          <a:pt x="14" y="24"/>
                        </a:lnTo>
                        <a:lnTo>
                          <a:pt x="14" y="25"/>
                        </a:lnTo>
                        <a:lnTo>
                          <a:pt x="15" y="27"/>
                        </a:lnTo>
                        <a:lnTo>
                          <a:pt x="15" y="28"/>
                        </a:lnTo>
                        <a:lnTo>
                          <a:pt x="15" y="30"/>
                        </a:lnTo>
                        <a:lnTo>
                          <a:pt x="17" y="30"/>
                        </a:lnTo>
                        <a:lnTo>
                          <a:pt x="17" y="31"/>
                        </a:lnTo>
                        <a:lnTo>
                          <a:pt x="17" y="32"/>
                        </a:lnTo>
                        <a:lnTo>
                          <a:pt x="18" y="34"/>
                        </a:lnTo>
                        <a:lnTo>
                          <a:pt x="18" y="35"/>
                        </a:lnTo>
                        <a:lnTo>
                          <a:pt x="20" y="37"/>
                        </a:lnTo>
                        <a:lnTo>
                          <a:pt x="20" y="38"/>
                        </a:lnTo>
                        <a:lnTo>
                          <a:pt x="21" y="39"/>
                        </a:lnTo>
                        <a:lnTo>
                          <a:pt x="21" y="41"/>
                        </a:lnTo>
                        <a:lnTo>
                          <a:pt x="21" y="42"/>
                        </a:lnTo>
                        <a:lnTo>
                          <a:pt x="22" y="42"/>
                        </a:lnTo>
                        <a:lnTo>
                          <a:pt x="22" y="44"/>
                        </a:lnTo>
                        <a:lnTo>
                          <a:pt x="22" y="45"/>
                        </a:lnTo>
                        <a:lnTo>
                          <a:pt x="24" y="46"/>
                        </a:lnTo>
                        <a:lnTo>
                          <a:pt x="24" y="48"/>
                        </a:lnTo>
                        <a:lnTo>
                          <a:pt x="25" y="49"/>
                        </a:lnTo>
                        <a:lnTo>
                          <a:pt x="25" y="50"/>
                        </a:lnTo>
                        <a:lnTo>
                          <a:pt x="25" y="52"/>
                        </a:lnTo>
                        <a:lnTo>
                          <a:pt x="27" y="53"/>
                        </a:lnTo>
                        <a:lnTo>
                          <a:pt x="27" y="55"/>
                        </a:lnTo>
                        <a:lnTo>
                          <a:pt x="28" y="56"/>
                        </a:lnTo>
                        <a:lnTo>
                          <a:pt x="28" y="57"/>
                        </a:lnTo>
                        <a:lnTo>
                          <a:pt x="28" y="59"/>
                        </a:lnTo>
                        <a:lnTo>
                          <a:pt x="29" y="59"/>
                        </a:lnTo>
                        <a:lnTo>
                          <a:pt x="29" y="60"/>
                        </a:lnTo>
                        <a:lnTo>
                          <a:pt x="29" y="62"/>
                        </a:lnTo>
                        <a:lnTo>
                          <a:pt x="31" y="63"/>
                        </a:lnTo>
                        <a:lnTo>
                          <a:pt x="31" y="64"/>
                        </a:lnTo>
                        <a:lnTo>
                          <a:pt x="31" y="66"/>
                        </a:lnTo>
                        <a:lnTo>
                          <a:pt x="32" y="66"/>
                        </a:lnTo>
                        <a:lnTo>
                          <a:pt x="32" y="67"/>
                        </a:lnTo>
                        <a:lnTo>
                          <a:pt x="32" y="69"/>
                        </a:lnTo>
                        <a:lnTo>
                          <a:pt x="34" y="70"/>
                        </a:lnTo>
                        <a:lnTo>
                          <a:pt x="34" y="71"/>
                        </a:lnTo>
                        <a:lnTo>
                          <a:pt x="34" y="73"/>
                        </a:lnTo>
                        <a:lnTo>
                          <a:pt x="35" y="74"/>
                        </a:lnTo>
                        <a:lnTo>
                          <a:pt x="35" y="76"/>
                        </a:lnTo>
                        <a:lnTo>
                          <a:pt x="35" y="77"/>
                        </a:lnTo>
                        <a:lnTo>
                          <a:pt x="36" y="78"/>
                        </a:lnTo>
                        <a:lnTo>
                          <a:pt x="36" y="80"/>
                        </a:lnTo>
                        <a:lnTo>
                          <a:pt x="38" y="83"/>
                        </a:lnTo>
                        <a:lnTo>
                          <a:pt x="38" y="84"/>
                        </a:lnTo>
                        <a:lnTo>
                          <a:pt x="39" y="85"/>
                        </a:lnTo>
                        <a:lnTo>
                          <a:pt x="39" y="87"/>
                        </a:lnTo>
                        <a:lnTo>
                          <a:pt x="39" y="88"/>
                        </a:lnTo>
                        <a:lnTo>
                          <a:pt x="41" y="90"/>
                        </a:lnTo>
                        <a:lnTo>
                          <a:pt x="41" y="91"/>
                        </a:lnTo>
                        <a:lnTo>
                          <a:pt x="42" y="92"/>
                        </a:lnTo>
                        <a:lnTo>
                          <a:pt x="42" y="94"/>
                        </a:lnTo>
                        <a:lnTo>
                          <a:pt x="42" y="95"/>
                        </a:lnTo>
                        <a:lnTo>
                          <a:pt x="43" y="97"/>
                        </a:lnTo>
                        <a:lnTo>
                          <a:pt x="43" y="98"/>
                        </a:lnTo>
                        <a:lnTo>
                          <a:pt x="43" y="99"/>
                        </a:lnTo>
                        <a:lnTo>
                          <a:pt x="45" y="101"/>
                        </a:lnTo>
                        <a:lnTo>
                          <a:pt x="45" y="102"/>
                        </a:lnTo>
                        <a:lnTo>
                          <a:pt x="45" y="104"/>
                        </a:lnTo>
                        <a:lnTo>
                          <a:pt x="46" y="105"/>
                        </a:lnTo>
                        <a:lnTo>
                          <a:pt x="46" y="106"/>
                        </a:lnTo>
                        <a:lnTo>
                          <a:pt x="46" y="108"/>
                        </a:lnTo>
                        <a:lnTo>
                          <a:pt x="48" y="109"/>
                        </a:lnTo>
                        <a:lnTo>
                          <a:pt x="48" y="111"/>
                        </a:lnTo>
                        <a:lnTo>
                          <a:pt x="48" y="112"/>
                        </a:lnTo>
                        <a:lnTo>
                          <a:pt x="49" y="113"/>
                        </a:lnTo>
                        <a:lnTo>
                          <a:pt x="49" y="115"/>
                        </a:lnTo>
                        <a:lnTo>
                          <a:pt x="49" y="116"/>
                        </a:lnTo>
                        <a:lnTo>
                          <a:pt x="50" y="119"/>
                        </a:lnTo>
                        <a:lnTo>
                          <a:pt x="50" y="120"/>
                        </a:lnTo>
                        <a:lnTo>
                          <a:pt x="50" y="122"/>
                        </a:lnTo>
                        <a:lnTo>
                          <a:pt x="52" y="123"/>
                        </a:lnTo>
                        <a:lnTo>
                          <a:pt x="52" y="124"/>
                        </a:lnTo>
                        <a:lnTo>
                          <a:pt x="52" y="126"/>
                        </a:lnTo>
                        <a:lnTo>
                          <a:pt x="53" y="127"/>
                        </a:lnTo>
                        <a:lnTo>
                          <a:pt x="53" y="129"/>
                        </a:lnTo>
                        <a:lnTo>
                          <a:pt x="53" y="130"/>
                        </a:lnTo>
                        <a:lnTo>
                          <a:pt x="54" y="131"/>
                        </a:lnTo>
                        <a:lnTo>
                          <a:pt x="54" y="133"/>
                        </a:lnTo>
                        <a:lnTo>
                          <a:pt x="54" y="134"/>
                        </a:lnTo>
                        <a:lnTo>
                          <a:pt x="54" y="136"/>
                        </a:lnTo>
                        <a:lnTo>
                          <a:pt x="56" y="137"/>
                        </a:lnTo>
                        <a:lnTo>
                          <a:pt x="56" y="138"/>
                        </a:lnTo>
                        <a:lnTo>
                          <a:pt x="56" y="140"/>
                        </a:lnTo>
                        <a:lnTo>
                          <a:pt x="57" y="141"/>
                        </a:lnTo>
                        <a:lnTo>
                          <a:pt x="57" y="143"/>
                        </a:lnTo>
                        <a:lnTo>
                          <a:pt x="57" y="144"/>
                        </a:lnTo>
                        <a:lnTo>
                          <a:pt x="59" y="145"/>
                        </a:lnTo>
                        <a:lnTo>
                          <a:pt x="59" y="147"/>
                        </a:lnTo>
                        <a:lnTo>
                          <a:pt x="59" y="148"/>
                        </a:lnTo>
                        <a:lnTo>
                          <a:pt x="60" y="150"/>
                        </a:lnTo>
                        <a:lnTo>
                          <a:pt x="60" y="151"/>
                        </a:lnTo>
                        <a:lnTo>
                          <a:pt x="60" y="152"/>
                        </a:lnTo>
                        <a:lnTo>
                          <a:pt x="61" y="154"/>
                        </a:lnTo>
                        <a:lnTo>
                          <a:pt x="61" y="157"/>
                        </a:lnTo>
                        <a:lnTo>
                          <a:pt x="61" y="158"/>
                        </a:lnTo>
                        <a:lnTo>
                          <a:pt x="63" y="159"/>
                        </a:lnTo>
                        <a:lnTo>
                          <a:pt x="63" y="161"/>
                        </a:lnTo>
                        <a:lnTo>
                          <a:pt x="63" y="162"/>
                        </a:lnTo>
                        <a:lnTo>
                          <a:pt x="64" y="164"/>
                        </a:lnTo>
                        <a:lnTo>
                          <a:pt x="64" y="165"/>
                        </a:lnTo>
                        <a:lnTo>
                          <a:pt x="64" y="166"/>
                        </a:lnTo>
                        <a:lnTo>
                          <a:pt x="66" y="168"/>
                        </a:lnTo>
                        <a:lnTo>
                          <a:pt x="66" y="169"/>
                        </a:lnTo>
                        <a:lnTo>
                          <a:pt x="66" y="171"/>
                        </a:lnTo>
                        <a:lnTo>
                          <a:pt x="66" y="172"/>
                        </a:lnTo>
                        <a:lnTo>
                          <a:pt x="67" y="173"/>
                        </a:lnTo>
                        <a:lnTo>
                          <a:pt x="67" y="175"/>
                        </a:lnTo>
                        <a:lnTo>
                          <a:pt x="67" y="176"/>
                        </a:lnTo>
                        <a:lnTo>
                          <a:pt x="67" y="178"/>
                        </a:lnTo>
                        <a:lnTo>
                          <a:pt x="67" y="179"/>
                        </a:lnTo>
                        <a:lnTo>
                          <a:pt x="67" y="180"/>
                        </a:lnTo>
                        <a:lnTo>
                          <a:pt x="68" y="180"/>
                        </a:lnTo>
                        <a:lnTo>
                          <a:pt x="68" y="182"/>
                        </a:lnTo>
                        <a:lnTo>
                          <a:pt x="68" y="183"/>
                        </a:lnTo>
                        <a:lnTo>
                          <a:pt x="68" y="185"/>
                        </a:lnTo>
                        <a:lnTo>
                          <a:pt x="68" y="186"/>
                        </a:lnTo>
                        <a:lnTo>
                          <a:pt x="68" y="187"/>
                        </a:lnTo>
                        <a:lnTo>
                          <a:pt x="68" y="189"/>
                        </a:lnTo>
                        <a:lnTo>
                          <a:pt x="68" y="190"/>
                        </a:lnTo>
                        <a:lnTo>
                          <a:pt x="68" y="192"/>
                        </a:lnTo>
                        <a:lnTo>
                          <a:pt x="68" y="193"/>
                        </a:lnTo>
                        <a:lnTo>
                          <a:pt x="68" y="194"/>
                        </a:lnTo>
                        <a:lnTo>
                          <a:pt x="70" y="196"/>
                        </a:lnTo>
                        <a:lnTo>
                          <a:pt x="70" y="197"/>
                        </a:lnTo>
                        <a:lnTo>
                          <a:pt x="70" y="198"/>
                        </a:lnTo>
                        <a:lnTo>
                          <a:pt x="70" y="200"/>
                        </a:lnTo>
                        <a:lnTo>
                          <a:pt x="70" y="201"/>
                        </a:lnTo>
                        <a:lnTo>
                          <a:pt x="70" y="203"/>
                        </a:lnTo>
                        <a:lnTo>
                          <a:pt x="70" y="204"/>
                        </a:lnTo>
                        <a:lnTo>
                          <a:pt x="70" y="205"/>
                        </a:lnTo>
                        <a:lnTo>
                          <a:pt x="70" y="207"/>
                        </a:lnTo>
                        <a:lnTo>
                          <a:pt x="70" y="208"/>
                        </a:lnTo>
                        <a:lnTo>
                          <a:pt x="71" y="210"/>
                        </a:lnTo>
                        <a:lnTo>
                          <a:pt x="71" y="211"/>
                        </a:lnTo>
                        <a:lnTo>
                          <a:pt x="71" y="212"/>
                        </a:lnTo>
                        <a:lnTo>
                          <a:pt x="71" y="214"/>
                        </a:lnTo>
                        <a:lnTo>
                          <a:pt x="71" y="215"/>
                        </a:lnTo>
                        <a:lnTo>
                          <a:pt x="71" y="217"/>
                        </a:lnTo>
                        <a:lnTo>
                          <a:pt x="73" y="217"/>
                        </a:lnTo>
                        <a:lnTo>
                          <a:pt x="73" y="218"/>
                        </a:lnTo>
                        <a:lnTo>
                          <a:pt x="73" y="219"/>
                        </a:lnTo>
                        <a:lnTo>
                          <a:pt x="73" y="221"/>
                        </a:lnTo>
                        <a:lnTo>
                          <a:pt x="73" y="222"/>
                        </a:lnTo>
                        <a:lnTo>
                          <a:pt x="73" y="224"/>
                        </a:lnTo>
                        <a:lnTo>
                          <a:pt x="74" y="225"/>
                        </a:lnTo>
                        <a:lnTo>
                          <a:pt x="74" y="226"/>
                        </a:lnTo>
                        <a:lnTo>
                          <a:pt x="74" y="228"/>
                        </a:lnTo>
                        <a:lnTo>
                          <a:pt x="74" y="229"/>
                        </a:lnTo>
                        <a:lnTo>
                          <a:pt x="74" y="231"/>
                        </a:lnTo>
                        <a:lnTo>
                          <a:pt x="74" y="232"/>
                        </a:lnTo>
                        <a:lnTo>
                          <a:pt x="74" y="233"/>
                        </a:lnTo>
                        <a:lnTo>
                          <a:pt x="74" y="235"/>
                        </a:lnTo>
                        <a:lnTo>
                          <a:pt x="74" y="236"/>
                        </a:lnTo>
                        <a:lnTo>
                          <a:pt x="74" y="238"/>
                        </a:lnTo>
                        <a:lnTo>
                          <a:pt x="74" y="239"/>
                        </a:lnTo>
                        <a:lnTo>
                          <a:pt x="73" y="240"/>
                        </a:lnTo>
                        <a:lnTo>
                          <a:pt x="73" y="243"/>
                        </a:lnTo>
                        <a:lnTo>
                          <a:pt x="73" y="245"/>
                        </a:lnTo>
                        <a:lnTo>
                          <a:pt x="73" y="246"/>
                        </a:lnTo>
                        <a:lnTo>
                          <a:pt x="73" y="247"/>
                        </a:lnTo>
                        <a:lnTo>
                          <a:pt x="73" y="250"/>
                        </a:lnTo>
                      </a:path>
                    </a:pathLst>
                  </a:custGeom>
                  <a:noFill/>
                  <a:ln w="206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02458" name="Freeform 393">
                    <a:extLst>
                      <a:ext uri="{FF2B5EF4-FFF2-40B4-BE49-F238E27FC236}">
                        <a16:creationId xmlns:a16="http://schemas.microsoft.com/office/drawing/2014/main" id="{CFB900F5-6F92-45EF-9D4D-42E3F82B09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1" y="1456"/>
                    <a:ext cx="37" cy="125"/>
                  </a:xfrm>
                  <a:custGeom>
                    <a:avLst/>
                    <a:gdLst>
                      <a:gd name="T0" fmla="*/ 1 w 74"/>
                      <a:gd name="T1" fmla="*/ 1 h 250"/>
                      <a:gd name="T2" fmla="*/ 1 w 74"/>
                      <a:gd name="T3" fmla="*/ 1 h 250"/>
                      <a:gd name="T4" fmla="*/ 1 w 74"/>
                      <a:gd name="T5" fmla="*/ 1 h 250"/>
                      <a:gd name="T6" fmla="*/ 1 w 74"/>
                      <a:gd name="T7" fmla="*/ 1 h 250"/>
                      <a:gd name="T8" fmla="*/ 1 w 74"/>
                      <a:gd name="T9" fmla="*/ 1 h 250"/>
                      <a:gd name="T10" fmla="*/ 1 w 74"/>
                      <a:gd name="T11" fmla="*/ 1 h 250"/>
                      <a:gd name="T12" fmla="*/ 1 w 74"/>
                      <a:gd name="T13" fmla="*/ 1 h 250"/>
                      <a:gd name="T14" fmla="*/ 1 w 74"/>
                      <a:gd name="T15" fmla="*/ 1 h 250"/>
                      <a:gd name="T16" fmla="*/ 1 w 74"/>
                      <a:gd name="T17" fmla="*/ 1 h 250"/>
                      <a:gd name="T18" fmla="*/ 1 w 74"/>
                      <a:gd name="T19" fmla="*/ 1 h 250"/>
                      <a:gd name="T20" fmla="*/ 1 w 74"/>
                      <a:gd name="T21" fmla="*/ 1 h 250"/>
                      <a:gd name="T22" fmla="*/ 1 w 74"/>
                      <a:gd name="T23" fmla="*/ 1 h 250"/>
                      <a:gd name="T24" fmla="*/ 1 w 74"/>
                      <a:gd name="T25" fmla="*/ 1 h 250"/>
                      <a:gd name="T26" fmla="*/ 1 w 74"/>
                      <a:gd name="T27" fmla="*/ 1 h 250"/>
                      <a:gd name="T28" fmla="*/ 1 w 74"/>
                      <a:gd name="T29" fmla="*/ 1 h 250"/>
                      <a:gd name="T30" fmla="*/ 1 w 74"/>
                      <a:gd name="T31" fmla="*/ 1 h 250"/>
                      <a:gd name="T32" fmla="*/ 1 w 74"/>
                      <a:gd name="T33" fmla="*/ 1 h 250"/>
                      <a:gd name="T34" fmla="*/ 1 w 74"/>
                      <a:gd name="T35" fmla="*/ 1 h 250"/>
                      <a:gd name="T36" fmla="*/ 1 w 74"/>
                      <a:gd name="T37" fmla="*/ 1 h 250"/>
                      <a:gd name="T38" fmla="*/ 1 w 74"/>
                      <a:gd name="T39" fmla="*/ 1 h 250"/>
                      <a:gd name="T40" fmla="*/ 1 w 74"/>
                      <a:gd name="T41" fmla="*/ 1 h 250"/>
                      <a:gd name="T42" fmla="*/ 1 w 74"/>
                      <a:gd name="T43" fmla="*/ 1 h 250"/>
                      <a:gd name="T44" fmla="*/ 1 w 74"/>
                      <a:gd name="T45" fmla="*/ 1 h 250"/>
                      <a:gd name="T46" fmla="*/ 1 w 74"/>
                      <a:gd name="T47" fmla="*/ 1 h 250"/>
                      <a:gd name="T48" fmla="*/ 1 w 74"/>
                      <a:gd name="T49" fmla="*/ 1 h 250"/>
                      <a:gd name="T50" fmla="*/ 1 w 74"/>
                      <a:gd name="T51" fmla="*/ 1 h 250"/>
                      <a:gd name="T52" fmla="*/ 1 w 74"/>
                      <a:gd name="T53" fmla="*/ 1 h 250"/>
                      <a:gd name="T54" fmla="*/ 1 w 74"/>
                      <a:gd name="T55" fmla="*/ 1 h 250"/>
                      <a:gd name="T56" fmla="*/ 1 w 74"/>
                      <a:gd name="T57" fmla="*/ 1 h 250"/>
                      <a:gd name="T58" fmla="*/ 1 w 74"/>
                      <a:gd name="T59" fmla="*/ 1 h 250"/>
                      <a:gd name="T60" fmla="*/ 1 w 74"/>
                      <a:gd name="T61" fmla="*/ 1 h 250"/>
                      <a:gd name="T62" fmla="*/ 1 w 74"/>
                      <a:gd name="T63" fmla="*/ 1 h 250"/>
                      <a:gd name="T64" fmla="*/ 1 w 74"/>
                      <a:gd name="T65" fmla="*/ 1 h 250"/>
                      <a:gd name="T66" fmla="*/ 1 w 74"/>
                      <a:gd name="T67" fmla="*/ 1 h 250"/>
                      <a:gd name="T68" fmla="*/ 1 w 74"/>
                      <a:gd name="T69" fmla="*/ 1 h 250"/>
                      <a:gd name="T70" fmla="*/ 1 w 74"/>
                      <a:gd name="T71" fmla="*/ 1 h 250"/>
                      <a:gd name="T72" fmla="*/ 1 w 74"/>
                      <a:gd name="T73" fmla="*/ 1 h 250"/>
                      <a:gd name="T74" fmla="*/ 1 w 74"/>
                      <a:gd name="T75" fmla="*/ 1 h 250"/>
                      <a:gd name="T76" fmla="*/ 1 w 74"/>
                      <a:gd name="T77" fmla="*/ 1 h 250"/>
                      <a:gd name="T78" fmla="*/ 1 w 74"/>
                      <a:gd name="T79" fmla="*/ 1 h 250"/>
                      <a:gd name="T80" fmla="*/ 1 w 74"/>
                      <a:gd name="T81" fmla="*/ 1 h 250"/>
                      <a:gd name="T82" fmla="*/ 1 w 74"/>
                      <a:gd name="T83" fmla="*/ 1 h 250"/>
                      <a:gd name="T84" fmla="*/ 1 w 74"/>
                      <a:gd name="T85" fmla="*/ 1 h 250"/>
                      <a:gd name="T86" fmla="*/ 1 w 74"/>
                      <a:gd name="T87" fmla="*/ 1 h 250"/>
                      <a:gd name="T88" fmla="*/ 1 w 74"/>
                      <a:gd name="T89" fmla="*/ 1 h 250"/>
                      <a:gd name="T90" fmla="*/ 1 w 74"/>
                      <a:gd name="T91" fmla="*/ 1 h 250"/>
                      <a:gd name="T92" fmla="*/ 1 w 74"/>
                      <a:gd name="T93" fmla="*/ 1 h 250"/>
                      <a:gd name="T94" fmla="*/ 1 w 74"/>
                      <a:gd name="T95" fmla="*/ 1 h 250"/>
                      <a:gd name="T96" fmla="*/ 1 w 74"/>
                      <a:gd name="T97" fmla="*/ 1 h 250"/>
                      <a:gd name="T98" fmla="*/ 1 w 74"/>
                      <a:gd name="T99" fmla="*/ 1 h 250"/>
                      <a:gd name="T100" fmla="*/ 1 w 74"/>
                      <a:gd name="T101" fmla="*/ 1 h 250"/>
                      <a:gd name="T102" fmla="*/ 1 w 74"/>
                      <a:gd name="T103" fmla="*/ 1 h 250"/>
                      <a:gd name="T104" fmla="*/ 1 w 74"/>
                      <a:gd name="T105" fmla="*/ 1 h 250"/>
                      <a:gd name="T106" fmla="*/ 1 w 74"/>
                      <a:gd name="T107" fmla="*/ 1 h 250"/>
                      <a:gd name="T108" fmla="*/ 1 w 74"/>
                      <a:gd name="T109" fmla="*/ 1 h 250"/>
                      <a:gd name="T110" fmla="*/ 1 w 74"/>
                      <a:gd name="T111" fmla="*/ 1 h 250"/>
                      <a:gd name="T112" fmla="*/ 1 w 74"/>
                      <a:gd name="T113" fmla="*/ 1 h 250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74"/>
                      <a:gd name="T172" fmla="*/ 0 h 250"/>
                      <a:gd name="T173" fmla="*/ 74 w 74"/>
                      <a:gd name="T174" fmla="*/ 250 h 250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74" h="250">
                        <a:moveTo>
                          <a:pt x="0" y="250"/>
                        </a:moveTo>
                        <a:lnTo>
                          <a:pt x="1" y="247"/>
                        </a:lnTo>
                        <a:lnTo>
                          <a:pt x="3" y="244"/>
                        </a:lnTo>
                        <a:lnTo>
                          <a:pt x="4" y="241"/>
                        </a:lnTo>
                        <a:lnTo>
                          <a:pt x="6" y="240"/>
                        </a:lnTo>
                        <a:lnTo>
                          <a:pt x="7" y="237"/>
                        </a:lnTo>
                        <a:lnTo>
                          <a:pt x="7" y="236"/>
                        </a:lnTo>
                        <a:lnTo>
                          <a:pt x="8" y="233"/>
                        </a:lnTo>
                        <a:lnTo>
                          <a:pt x="10" y="232"/>
                        </a:lnTo>
                        <a:lnTo>
                          <a:pt x="10" y="230"/>
                        </a:lnTo>
                        <a:lnTo>
                          <a:pt x="11" y="229"/>
                        </a:lnTo>
                        <a:lnTo>
                          <a:pt x="13" y="227"/>
                        </a:lnTo>
                        <a:lnTo>
                          <a:pt x="13" y="226"/>
                        </a:lnTo>
                        <a:lnTo>
                          <a:pt x="14" y="225"/>
                        </a:lnTo>
                        <a:lnTo>
                          <a:pt x="14" y="223"/>
                        </a:lnTo>
                        <a:lnTo>
                          <a:pt x="15" y="222"/>
                        </a:lnTo>
                        <a:lnTo>
                          <a:pt x="15" y="220"/>
                        </a:lnTo>
                        <a:lnTo>
                          <a:pt x="17" y="219"/>
                        </a:lnTo>
                        <a:lnTo>
                          <a:pt x="17" y="218"/>
                        </a:lnTo>
                        <a:lnTo>
                          <a:pt x="18" y="216"/>
                        </a:lnTo>
                        <a:lnTo>
                          <a:pt x="18" y="215"/>
                        </a:lnTo>
                        <a:lnTo>
                          <a:pt x="20" y="213"/>
                        </a:lnTo>
                        <a:lnTo>
                          <a:pt x="20" y="212"/>
                        </a:lnTo>
                        <a:lnTo>
                          <a:pt x="20" y="211"/>
                        </a:lnTo>
                        <a:lnTo>
                          <a:pt x="21" y="211"/>
                        </a:lnTo>
                        <a:lnTo>
                          <a:pt x="21" y="209"/>
                        </a:lnTo>
                        <a:lnTo>
                          <a:pt x="21" y="208"/>
                        </a:lnTo>
                        <a:lnTo>
                          <a:pt x="22" y="206"/>
                        </a:lnTo>
                        <a:lnTo>
                          <a:pt x="22" y="205"/>
                        </a:lnTo>
                        <a:lnTo>
                          <a:pt x="22" y="204"/>
                        </a:lnTo>
                        <a:lnTo>
                          <a:pt x="24" y="202"/>
                        </a:lnTo>
                        <a:lnTo>
                          <a:pt x="24" y="201"/>
                        </a:lnTo>
                        <a:lnTo>
                          <a:pt x="25" y="199"/>
                        </a:lnTo>
                        <a:lnTo>
                          <a:pt x="25" y="198"/>
                        </a:lnTo>
                        <a:lnTo>
                          <a:pt x="27" y="197"/>
                        </a:lnTo>
                        <a:lnTo>
                          <a:pt x="27" y="195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2"/>
                        </a:lnTo>
                        <a:lnTo>
                          <a:pt x="28" y="191"/>
                        </a:lnTo>
                        <a:lnTo>
                          <a:pt x="29" y="190"/>
                        </a:lnTo>
                        <a:lnTo>
                          <a:pt x="29" y="188"/>
                        </a:lnTo>
                        <a:lnTo>
                          <a:pt x="31" y="187"/>
                        </a:lnTo>
                        <a:lnTo>
                          <a:pt x="31" y="185"/>
                        </a:lnTo>
                        <a:lnTo>
                          <a:pt x="31" y="184"/>
                        </a:lnTo>
                        <a:lnTo>
                          <a:pt x="32" y="183"/>
                        </a:lnTo>
                        <a:lnTo>
                          <a:pt x="32" y="181"/>
                        </a:lnTo>
                        <a:lnTo>
                          <a:pt x="32" y="180"/>
                        </a:lnTo>
                        <a:lnTo>
                          <a:pt x="34" y="178"/>
                        </a:lnTo>
                        <a:lnTo>
                          <a:pt x="34" y="177"/>
                        </a:lnTo>
                        <a:lnTo>
                          <a:pt x="35" y="176"/>
                        </a:lnTo>
                        <a:lnTo>
                          <a:pt x="35" y="174"/>
                        </a:lnTo>
                        <a:lnTo>
                          <a:pt x="35" y="173"/>
                        </a:lnTo>
                        <a:lnTo>
                          <a:pt x="36" y="170"/>
                        </a:lnTo>
                        <a:lnTo>
                          <a:pt x="36" y="169"/>
                        </a:lnTo>
                        <a:lnTo>
                          <a:pt x="38" y="167"/>
                        </a:lnTo>
                        <a:lnTo>
                          <a:pt x="38" y="166"/>
                        </a:lnTo>
                        <a:lnTo>
                          <a:pt x="39" y="164"/>
                        </a:lnTo>
                        <a:lnTo>
                          <a:pt x="39" y="163"/>
                        </a:lnTo>
                        <a:lnTo>
                          <a:pt x="39" y="162"/>
                        </a:lnTo>
                        <a:lnTo>
                          <a:pt x="41" y="160"/>
                        </a:lnTo>
                        <a:lnTo>
                          <a:pt x="41" y="159"/>
                        </a:lnTo>
                        <a:lnTo>
                          <a:pt x="41" y="158"/>
                        </a:lnTo>
                        <a:lnTo>
                          <a:pt x="42" y="156"/>
                        </a:lnTo>
                        <a:lnTo>
                          <a:pt x="42" y="155"/>
                        </a:lnTo>
                        <a:lnTo>
                          <a:pt x="42" y="153"/>
                        </a:lnTo>
                        <a:lnTo>
                          <a:pt x="43" y="153"/>
                        </a:lnTo>
                        <a:lnTo>
                          <a:pt x="43" y="152"/>
                        </a:lnTo>
                        <a:lnTo>
                          <a:pt x="43" y="151"/>
                        </a:lnTo>
                        <a:lnTo>
                          <a:pt x="45" y="149"/>
                        </a:lnTo>
                        <a:lnTo>
                          <a:pt x="45" y="148"/>
                        </a:lnTo>
                        <a:lnTo>
                          <a:pt x="45" y="146"/>
                        </a:lnTo>
                        <a:lnTo>
                          <a:pt x="45" y="145"/>
                        </a:lnTo>
                        <a:lnTo>
                          <a:pt x="46" y="145"/>
                        </a:lnTo>
                        <a:lnTo>
                          <a:pt x="46" y="144"/>
                        </a:lnTo>
                        <a:lnTo>
                          <a:pt x="46" y="142"/>
                        </a:lnTo>
                        <a:lnTo>
                          <a:pt x="46" y="141"/>
                        </a:lnTo>
                        <a:lnTo>
                          <a:pt x="48" y="139"/>
                        </a:lnTo>
                        <a:lnTo>
                          <a:pt x="48" y="138"/>
                        </a:lnTo>
                        <a:lnTo>
                          <a:pt x="49" y="137"/>
                        </a:lnTo>
                        <a:lnTo>
                          <a:pt x="49" y="134"/>
                        </a:lnTo>
                        <a:lnTo>
                          <a:pt x="49" y="132"/>
                        </a:lnTo>
                        <a:lnTo>
                          <a:pt x="50" y="131"/>
                        </a:lnTo>
                        <a:lnTo>
                          <a:pt x="50" y="130"/>
                        </a:lnTo>
                        <a:lnTo>
                          <a:pt x="50" y="128"/>
                        </a:lnTo>
                        <a:lnTo>
                          <a:pt x="52" y="127"/>
                        </a:lnTo>
                        <a:lnTo>
                          <a:pt x="52" y="125"/>
                        </a:lnTo>
                        <a:lnTo>
                          <a:pt x="52" y="124"/>
                        </a:lnTo>
                        <a:lnTo>
                          <a:pt x="53" y="123"/>
                        </a:lnTo>
                        <a:lnTo>
                          <a:pt x="53" y="121"/>
                        </a:lnTo>
                        <a:lnTo>
                          <a:pt x="53" y="120"/>
                        </a:lnTo>
                        <a:lnTo>
                          <a:pt x="53" y="118"/>
                        </a:lnTo>
                        <a:lnTo>
                          <a:pt x="54" y="117"/>
                        </a:lnTo>
                        <a:lnTo>
                          <a:pt x="54" y="116"/>
                        </a:lnTo>
                        <a:lnTo>
                          <a:pt x="54" y="114"/>
                        </a:lnTo>
                        <a:lnTo>
                          <a:pt x="56" y="113"/>
                        </a:lnTo>
                        <a:lnTo>
                          <a:pt x="56" y="111"/>
                        </a:lnTo>
                        <a:lnTo>
                          <a:pt x="56" y="110"/>
                        </a:lnTo>
                        <a:lnTo>
                          <a:pt x="57" y="109"/>
                        </a:lnTo>
                        <a:lnTo>
                          <a:pt x="57" y="107"/>
                        </a:lnTo>
                        <a:lnTo>
                          <a:pt x="57" y="106"/>
                        </a:lnTo>
                        <a:lnTo>
                          <a:pt x="59" y="104"/>
                        </a:lnTo>
                        <a:lnTo>
                          <a:pt x="59" y="103"/>
                        </a:lnTo>
                        <a:lnTo>
                          <a:pt x="59" y="102"/>
                        </a:lnTo>
                        <a:lnTo>
                          <a:pt x="59" y="100"/>
                        </a:lnTo>
                        <a:lnTo>
                          <a:pt x="60" y="99"/>
                        </a:lnTo>
                        <a:lnTo>
                          <a:pt x="60" y="97"/>
                        </a:lnTo>
                        <a:lnTo>
                          <a:pt x="60" y="96"/>
                        </a:lnTo>
                        <a:lnTo>
                          <a:pt x="61" y="95"/>
                        </a:lnTo>
                        <a:lnTo>
                          <a:pt x="61" y="93"/>
                        </a:lnTo>
                        <a:lnTo>
                          <a:pt x="61" y="92"/>
                        </a:lnTo>
                        <a:lnTo>
                          <a:pt x="63" y="89"/>
                        </a:lnTo>
                        <a:lnTo>
                          <a:pt x="63" y="88"/>
                        </a:lnTo>
                        <a:lnTo>
                          <a:pt x="63" y="86"/>
                        </a:lnTo>
                        <a:lnTo>
                          <a:pt x="64" y="85"/>
                        </a:lnTo>
                        <a:lnTo>
                          <a:pt x="64" y="84"/>
                        </a:lnTo>
                        <a:lnTo>
                          <a:pt x="66" y="82"/>
                        </a:lnTo>
                        <a:lnTo>
                          <a:pt x="66" y="81"/>
                        </a:lnTo>
                        <a:lnTo>
                          <a:pt x="66" y="79"/>
                        </a:lnTo>
                        <a:lnTo>
                          <a:pt x="66" y="78"/>
                        </a:lnTo>
                        <a:lnTo>
                          <a:pt x="66" y="77"/>
                        </a:lnTo>
                        <a:lnTo>
                          <a:pt x="67" y="77"/>
                        </a:lnTo>
                        <a:lnTo>
                          <a:pt x="67" y="75"/>
                        </a:lnTo>
                        <a:lnTo>
                          <a:pt x="67" y="74"/>
                        </a:lnTo>
                        <a:lnTo>
                          <a:pt x="67" y="72"/>
                        </a:lnTo>
                        <a:lnTo>
                          <a:pt x="67" y="71"/>
                        </a:lnTo>
                        <a:lnTo>
                          <a:pt x="67" y="70"/>
                        </a:lnTo>
                        <a:lnTo>
                          <a:pt x="68" y="68"/>
                        </a:lnTo>
                        <a:lnTo>
                          <a:pt x="68" y="67"/>
                        </a:lnTo>
                        <a:lnTo>
                          <a:pt x="68" y="65"/>
                        </a:lnTo>
                        <a:lnTo>
                          <a:pt x="68" y="64"/>
                        </a:lnTo>
                        <a:lnTo>
                          <a:pt x="68" y="63"/>
                        </a:lnTo>
                        <a:lnTo>
                          <a:pt x="68" y="61"/>
                        </a:lnTo>
                        <a:lnTo>
                          <a:pt x="68" y="60"/>
                        </a:lnTo>
                        <a:lnTo>
                          <a:pt x="68" y="58"/>
                        </a:lnTo>
                        <a:lnTo>
                          <a:pt x="68" y="57"/>
                        </a:lnTo>
                        <a:lnTo>
                          <a:pt x="68" y="56"/>
                        </a:lnTo>
                        <a:lnTo>
                          <a:pt x="70" y="54"/>
                        </a:lnTo>
                        <a:lnTo>
                          <a:pt x="70" y="53"/>
                        </a:lnTo>
                        <a:lnTo>
                          <a:pt x="70" y="51"/>
                        </a:lnTo>
                        <a:lnTo>
                          <a:pt x="70" y="50"/>
                        </a:lnTo>
                        <a:lnTo>
                          <a:pt x="70" y="49"/>
                        </a:lnTo>
                        <a:lnTo>
                          <a:pt x="70" y="47"/>
                        </a:lnTo>
                        <a:lnTo>
                          <a:pt x="70" y="46"/>
                        </a:lnTo>
                        <a:lnTo>
                          <a:pt x="70" y="44"/>
                        </a:lnTo>
                        <a:lnTo>
                          <a:pt x="70" y="43"/>
                        </a:lnTo>
                        <a:lnTo>
                          <a:pt x="70" y="42"/>
                        </a:lnTo>
                        <a:lnTo>
                          <a:pt x="71" y="40"/>
                        </a:lnTo>
                        <a:lnTo>
                          <a:pt x="71" y="39"/>
                        </a:lnTo>
                        <a:lnTo>
                          <a:pt x="71" y="37"/>
                        </a:lnTo>
                        <a:lnTo>
                          <a:pt x="71" y="36"/>
                        </a:lnTo>
                        <a:lnTo>
                          <a:pt x="71" y="35"/>
                        </a:lnTo>
                        <a:lnTo>
                          <a:pt x="71" y="33"/>
                        </a:lnTo>
                        <a:lnTo>
                          <a:pt x="73" y="32"/>
                        </a:lnTo>
                        <a:lnTo>
                          <a:pt x="73" y="30"/>
                        </a:lnTo>
                        <a:lnTo>
                          <a:pt x="73" y="29"/>
                        </a:lnTo>
                        <a:lnTo>
                          <a:pt x="73" y="28"/>
                        </a:lnTo>
                        <a:lnTo>
                          <a:pt x="73" y="26"/>
                        </a:lnTo>
                        <a:lnTo>
                          <a:pt x="74" y="25"/>
                        </a:lnTo>
                        <a:lnTo>
                          <a:pt x="74" y="23"/>
                        </a:lnTo>
                        <a:lnTo>
                          <a:pt x="74" y="22"/>
                        </a:lnTo>
                        <a:lnTo>
                          <a:pt x="74" y="21"/>
                        </a:lnTo>
                        <a:lnTo>
                          <a:pt x="74" y="19"/>
                        </a:lnTo>
                        <a:lnTo>
                          <a:pt x="74" y="18"/>
                        </a:lnTo>
                        <a:lnTo>
                          <a:pt x="74" y="17"/>
                        </a:lnTo>
                        <a:lnTo>
                          <a:pt x="74" y="15"/>
                        </a:lnTo>
                        <a:lnTo>
                          <a:pt x="74" y="14"/>
                        </a:lnTo>
                        <a:lnTo>
                          <a:pt x="74" y="12"/>
                        </a:lnTo>
                        <a:lnTo>
                          <a:pt x="74" y="11"/>
                        </a:lnTo>
                        <a:lnTo>
                          <a:pt x="74" y="10"/>
                        </a:lnTo>
                        <a:lnTo>
                          <a:pt x="73" y="8"/>
                        </a:lnTo>
                        <a:lnTo>
                          <a:pt x="73" y="7"/>
                        </a:lnTo>
                        <a:lnTo>
                          <a:pt x="73" y="5"/>
                        </a:lnTo>
                        <a:lnTo>
                          <a:pt x="73" y="4"/>
                        </a:lnTo>
                        <a:lnTo>
                          <a:pt x="73" y="1"/>
                        </a:lnTo>
                        <a:lnTo>
                          <a:pt x="73" y="0"/>
                        </a:lnTo>
                      </a:path>
                    </a:pathLst>
                  </a:custGeom>
                  <a:noFill/>
                  <a:ln w="206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MS PGothic" panose="020B0600070205080204" pitchFamily="34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02439" name="Group 400">
                <a:extLst>
                  <a:ext uri="{FF2B5EF4-FFF2-40B4-BE49-F238E27FC236}">
                    <a16:creationId xmlns:a16="http://schemas.microsoft.com/office/drawing/2014/main" id="{AE2E994E-2FC4-45FF-B92A-CD6D6477E4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133664" y="5799138"/>
                <a:ext cx="604837" cy="488950"/>
                <a:chOff x="3450" y="1331"/>
                <a:chExt cx="321" cy="252"/>
              </a:xfrm>
            </p:grpSpPr>
            <p:sp>
              <p:nvSpPr>
                <p:cNvPr id="102446" name="Freeform 401">
                  <a:extLst>
                    <a:ext uri="{FF2B5EF4-FFF2-40B4-BE49-F238E27FC236}">
                      <a16:creationId xmlns:a16="http://schemas.microsoft.com/office/drawing/2014/main" id="{07D809AC-AF7E-4799-9D7E-6F0EDF4F51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447" name="Freeform 402">
                  <a:extLst>
                    <a:ext uri="{FF2B5EF4-FFF2-40B4-BE49-F238E27FC236}">
                      <a16:creationId xmlns:a16="http://schemas.microsoft.com/office/drawing/2014/main" id="{48FD7D51-D6FE-4939-8AE5-5737511E3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448" name="Freeform 403">
                  <a:extLst>
                    <a:ext uri="{FF2B5EF4-FFF2-40B4-BE49-F238E27FC236}">
                      <a16:creationId xmlns:a16="http://schemas.microsoft.com/office/drawing/2014/main" id="{EC8A43B9-63DD-4FC8-AB2D-0CA0449E62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449" name="Freeform 404">
                  <a:extLst>
                    <a:ext uri="{FF2B5EF4-FFF2-40B4-BE49-F238E27FC236}">
                      <a16:creationId xmlns:a16="http://schemas.microsoft.com/office/drawing/2014/main" id="{8896C13C-8849-439B-83DE-B79B71311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450" name="Freeform 405">
                  <a:extLst>
                    <a:ext uri="{FF2B5EF4-FFF2-40B4-BE49-F238E27FC236}">
                      <a16:creationId xmlns:a16="http://schemas.microsoft.com/office/drawing/2014/main" id="{3BC07ED4-7FC3-40C2-9569-4177D9D124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2440" name="TextBox 94">
                <a:extLst>
                  <a:ext uri="{FF2B5EF4-FFF2-40B4-BE49-F238E27FC236}">
                    <a16:creationId xmlns:a16="http://schemas.microsoft.com/office/drawing/2014/main" id="{A0DE7309-81DB-445C-9FED-5504CDC58C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-5400000">
                <a:off x="4285080" y="3429000"/>
                <a:ext cx="487895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c</a:t>
                </a:r>
                <a:r>
                  <a:rPr kumimoji="0" lang="en-US" altLang="en-US" sz="28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i</a:t>
                </a:r>
              </a:p>
            </p:txBody>
          </p:sp>
          <p:sp>
            <p:nvSpPr>
              <p:cNvPr id="102441" name="Freeform 278">
                <a:extLst>
                  <a:ext uri="{FF2B5EF4-FFF2-40B4-BE49-F238E27FC236}">
                    <a16:creationId xmlns:a16="http://schemas.microsoft.com/office/drawing/2014/main" id="{7C72709A-8C38-4BBD-A49A-4D6860E171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5400000">
                <a:off x="4540079" y="4259263"/>
                <a:ext cx="64008" cy="64008"/>
              </a:xfrm>
              <a:custGeom>
                <a:avLst/>
                <a:gdLst>
                  <a:gd name="T0" fmla="*/ 2147483646 w 48"/>
                  <a:gd name="T1" fmla="*/ 2147483646 h 72"/>
                  <a:gd name="T2" fmla="*/ 2147483646 w 48"/>
                  <a:gd name="T3" fmla="*/ 2147483646 h 72"/>
                  <a:gd name="T4" fmla="*/ 2147483646 w 48"/>
                  <a:gd name="T5" fmla="*/ 2147483646 h 72"/>
                  <a:gd name="T6" fmla="*/ 2147483646 w 48"/>
                  <a:gd name="T7" fmla="*/ 2147483646 h 72"/>
                  <a:gd name="T8" fmla="*/ 2147483646 w 48"/>
                  <a:gd name="T9" fmla="*/ 2147483646 h 72"/>
                  <a:gd name="T10" fmla="*/ 2147483646 w 48"/>
                  <a:gd name="T11" fmla="*/ 2147483646 h 72"/>
                  <a:gd name="T12" fmla="*/ 2147483646 w 48"/>
                  <a:gd name="T13" fmla="*/ 2147483646 h 72"/>
                  <a:gd name="T14" fmla="*/ 2147483646 w 48"/>
                  <a:gd name="T15" fmla="*/ 2147483646 h 72"/>
                  <a:gd name="T16" fmla="*/ 2147483646 w 48"/>
                  <a:gd name="T17" fmla="*/ 2147483646 h 72"/>
                  <a:gd name="T18" fmla="*/ 2147483646 w 48"/>
                  <a:gd name="T19" fmla="*/ 2147483646 h 72"/>
                  <a:gd name="T20" fmla="*/ 2147483646 w 48"/>
                  <a:gd name="T21" fmla="*/ 0 h 72"/>
                  <a:gd name="T22" fmla="*/ 2147483646 w 48"/>
                  <a:gd name="T23" fmla="*/ 0 h 72"/>
                  <a:gd name="T24" fmla="*/ 2147483646 w 48"/>
                  <a:gd name="T25" fmla="*/ 2147483646 h 72"/>
                  <a:gd name="T26" fmla="*/ 2147483646 w 48"/>
                  <a:gd name="T27" fmla="*/ 2147483646 h 72"/>
                  <a:gd name="T28" fmla="*/ 2147483646 w 48"/>
                  <a:gd name="T29" fmla="*/ 2147483646 h 72"/>
                  <a:gd name="T30" fmla="*/ 2147483646 w 48"/>
                  <a:gd name="T31" fmla="*/ 2147483646 h 72"/>
                  <a:gd name="T32" fmla="*/ 2147483646 w 48"/>
                  <a:gd name="T33" fmla="*/ 2147483646 h 72"/>
                  <a:gd name="T34" fmla="*/ 2147483646 w 48"/>
                  <a:gd name="T35" fmla="*/ 2147483646 h 72"/>
                  <a:gd name="T36" fmla="*/ 2147483646 w 48"/>
                  <a:gd name="T37" fmla="*/ 2147483646 h 72"/>
                  <a:gd name="T38" fmla="*/ 2147483646 w 48"/>
                  <a:gd name="T39" fmla="*/ 2147483646 h 72"/>
                  <a:gd name="T40" fmla="*/ 2147483646 w 48"/>
                  <a:gd name="T41" fmla="*/ 2147483646 h 72"/>
                  <a:gd name="T42" fmla="*/ 2147483646 w 48"/>
                  <a:gd name="T43" fmla="*/ 2147483646 h 72"/>
                  <a:gd name="T44" fmla="*/ 2147483646 w 48"/>
                  <a:gd name="T45" fmla="*/ 2147483646 h 72"/>
                  <a:gd name="T46" fmla="*/ 2147483646 w 48"/>
                  <a:gd name="T47" fmla="*/ 2147483646 h 72"/>
                  <a:gd name="T48" fmla="*/ 2147483646 w 48"/>
                  <a:gd name="T49" fmla="*/ 2147483646 h 72"/>
                  <a:gd name="T50" fmla="*/ 2147483646 w 48"/>
                  <a:gd name="T51" fmla="*/ 2147483646 h 72"/>
                  <a:gd name="T52" fmla="*/ 2147483646 w 48"/>
                  <a:gd name="T53" fmla="*/ 2147483646 h 72"/>
                  <a:gd name="T54" fmla="*/ 2147483646 w 48"/>
                  <a:gd name="T55" fmla="*/ 2147483646 h 72"/>
                  <a:gd name="T56" fmla="*/ 2147483646 w 48"/>
                  <a:gd name="T57" fmla="*/ 2147483646 h 72"/>
                  <a:gd name="T58" fmla="*/ 2147483646 w 48"/>
                  <a:gd name="T59" fmla="*/ 2147483646 h 72"/>
                  <a:gd name="T60" fmla="*/ 2147483646 w 48"/>
                  <a:gd name="T61" fmla="*/ 2147483646 h 72"/>
                  <a:gd name="T62" fmla="*/ 2147483646 w 48"/>
                  <a:gd name="T63" fmla="*/ 2147483646 h 72"/>
                  <a:gd name="T64" fmla="*/ 2147483646 w 48"/>
                  <a:gd name="T65" fmla="*/ 2147483646 h 72"/>
                  <a:gd name="T66" fmla="*/ 2147483646 w 48"/>
                  <a:gd name="T67" fmla="*/ 2147483646 h 72"/>
                  <a:gd name="T68" fmla="*/ 2147483646 w 48"/>
                  <a:gd name="T69" fmla="*/ 2147483646 h 72"/>
                  <a:gd name="T70" fmla="*/ 2147483646 w 48"/>
                  <a:gd name="T71" fmla="*/ 2147483646 h 72"/>
                  <a:gd name="T72" fmla="*/ 2147483646 w 48"/>
                  <a:gd name="T73" fmla="*/ 2147483646 h 72"/>
                  <a:gd name="T74" fmla="*/ 2147483646 w 48"/>
                  <a:gd name="T75" fmla="*/ 2147483646 h 72"/>
                  <a:gd name="T76" fmla="*/ 2147483646 w 48"/>
                  <a:gd name="T77" fmla="*/ 2147483646 h 72"/>
                  <a:gd name="T78" fmla="*/ 2147483646 w 48"/>
                  <a:gd name="T79" fmla="*/ 2147483646 h 72"/>
                  <a:gd name="T80" fmla="*/ 2147483646 w 48"/>
                  <a:gd name="T81" fmla="*/ 2147483646 h 72"/>
                  <a:gd name="T82" fmla="*/ 2147483646 w 48"/>
                  <a:gd name="T83" fmla="*/ 2147483646 h 72"/>
                  <a:gd name="T84" fmla="*/ 2147483646 w 48"/>
                  <a:gd name="T85" fmla="*/ 2147483646 h 72"/>
                  <a:gd name="T86" fmla="*/ 2147483646 w 48"/>
                  <a:gd name="T87" fmla="*/ 2147483646 h 72"/>
                  <a:gd name="T88" fmla="*/ 2147483646 w 48"/>
                  <a:gd name="T89" fmla="*/ 2147483646 h 72"/>
                  <a:gd name="T90" fmla="*/ 2147483646 w 48"/>
                  <a:gd name="T91" fmla="*/ 2147483646 h 72"/>
                  <a:gd name="T92" fmla="*/ 2147483646 w 48"/>
                  <a:gd name="T93" fmla="*/ 2147483646 h 72"/>
                  <a:gd name="T94" fmla="*/ 2147483646 w 48"/>
                  <a:gd name="T95" fmla="*/ 2147483646 h 72"/>
                  <a:gd name="T96" fmla="*/ 2147483646 w 48"/>
                  <a:gd name="T97" fmla="*/ 2147483646 h 72"/>
                  <a:gd name="T98" fmla="*/ 2147483646 w 48"/>
                  <a:gd name="T99" fmla="*/ 2147483646 h 72"/>
                  <a:gd name="T100" fmla="*/ 2147483646 w 48"/>
                  <a:gd name="T101" fmla="*/ 2147483646 h 72"/>
                  <a:gd name="T102" fmla="*/ 2147483646 w 48"/>
                  <a:gd name="T103" fmla="*/ 2147483646 h 72"/>
                  <a:gd name="T104" fmla="*/ 2147483646 w 48"/>
                  <a:gd name="T105" fmla="*/ 2147483646 h 72"/>
                  <a:gd name="T106" fmla="*/ 2147483646 w 48"/>
                  <a:gd name="T107" fmla="*/ 2147483646 h 72"/>
                  <a:gd name="T108" fmla="*/ 2147483646 w 48"/>
                  <a:gd name="T109" fmla="*/ 2147483646 h 72"/>
                  <a:gd name="T110" fmla="*/ 2147483646 w 48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"/>
                  <a:gd name="T169" fmla="*/ 0 h 72"/>
                  <a:gd name="T170" fmla="*/ 48 w 48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" h="72">
                    <a:moveTo>
                      <a:pt x="0" y="43"/>
                    </a:moveTo>
                    <a:lnTo>
                      <a:pt x="0" y="30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5" y="17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48" y="30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8" y="49"/>
                    </a:lnTo>
                    <a:lnTo>
                      <a:pt x="48" y="51"/>
                    </a:lnTo>
                    <a:lnTo>
                      <a:pt x="47" y="52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3" y="60"/>
                    </a:lnTo>
                    <a:lnTo>
                      <a:pt x="43" y="61"/>
                    </a:lnTo>
                    <a:lnTo>
                      <a:pt x="42" y="63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7"/>
                    </a:lnTo>
                    <a:lnTo>
                      <a:pt x="36" y="67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30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1" y="66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42" name="Freeform 278">
                <a:extLst>
                  <a:ext uri="{FF2B5EF4-FFF2-40B4-BE49-F238E27FC236}">
                    <a16:creationId xmlns:a16="http://schemas.microsoft.com/office/drawing/2014/main" id="{BFC29A8D-0FD8-43B7-A755-8B517DCE59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5400000">
                <a:off x="2921447" y="5460583"/>
                <a:ext cx="64008" cy="64008"/>
              </a:xfrm>
              <a:custGeom>
                <a:avLst/>
                <a:gdLst>
                  <a:gd name="T0" fmla="*/ 2147483646 w 48"/>
                  <a:gd name="T1" fmla="*/ 2147483646 h 72"/>
                  <a:gd name="T2" fmla="*/ 2147483646 w 48"/>
                  <a:gd name="T3" fmla="*/ 2147483646 h 72"/>
                  <a:gd name="T4" fmla="*/ 2147483646 w 48"/>
                  <a:gd name="T5" fmla="*/ 2147483646 h 72"/>
                  <a:gd name="T6" fmla="*/ 2147483646 w 48"/>
                  <a:gd name="T7" fmla="*/ 2147483646 h 72"/>
                  <a:gd name="T8" fmla="*/ 2147483646 w 48"/>
                  <a:gd name="T9" fmla="*/ 2147483646 h 72"/>
                  <a:gd name="T10" fmla="*/ 2147483646 w 48"/>
                  <a:gd name="T11" fmla="*/ 2147483646 h 72"/>
                  <a:gd name="T12" fmla="*/ 2147483646 w 48"/>
                  <a:gd name="T13" fmla="*/ 2147483646 h 72"/>
                  <a:gd name="T14" fmla="*/ 2147483646 w 48"/>
                  <a:gd name="T15" fmla="*/ 2147483646 h 72"/>
                  <a:gd name="T16" fmla="*/ 2147483646 w 48"/>
                  <a:gd name="T17" fmla="*/ 2147483646 h 72"/>
                  <a:gd name="T18" fmla="*/ 2147483646 w 48"/>
                  <a:gd name="T19" fmla="*/ 2147483646 h 72"/>
                  <a:gd name="T20" fmla="*/ 2147483646 w 48"/>
                  <a:gd name="T21" fmla="*/ 0 h 72"/>
                  <a:gd name="T22" fmla="*/ 2147483646 w 48"/>
                  <a:gd name="T23" fmla="*/ 0 h 72"/>
                  <a:gd name="T24" fmla="*/ 2147483646 w 48"/>
                  <a:gd name="T25" fmla="*/ 2147483646 h 72"/>
                  <a:gd name="T26" fmla="*/ 2147483646 w 48"/>
                  <a:gd name="T27" fmla="*/ 2147483646 h 72"/>
                  <a:gd name="T28" fmla="*/ 2147483646 w 48"/>
                  <a:gd name="T29" fmla="*/ 2147483646 h 72"/>
                  <a:gd name="T30" fmla="*/ 2147483646 w 48"/>
                  <a:gd name="T31" fmla="*/ 2147483646 h 72"/>
                  <a:gd name="T32" fmla="*/ 2147483646 w 48"/>
                  <a:gd name="T33" fmla="*/ 2147483646 h 72"/>
                  <a:gd name="T34" fmla="*/ 2147483646 w 48"/>
                  <a:gd name="T35" fmla="*/ 2147483646 h 72"/>
                  <a:gd name="T36" fmla="*/ 2147483646 w 48"/>
                  <a:gd name="T37" fmla="*/ 2147483646 h 72"/>
                  <a:gd name="T38" fmla="*/ 2147483646 w 48"/>
                  <a:gd name="T39" fmla="*/ 2147483646 h 72"/>
                  <a:gd name="T40" fmla="*/ 2147483646 w 48"/>
                  <a:gd name="T41" fmla="*/ 2147483646 h 72"/>
                  <a:gd name="T42" fmla="*/ 2147483646 w 48"/>
                  <a:gd name="T43" fmla="*/ 2147483646 h 72"/>
                  <a:gd name="T44" fmla="*/ 2147483646 w 48"/>
                  <a:gd name="T45" fmla="*/ 2147483646 h 72"/>
                  <a:gd name="T46" fmla="*/ 2147483646 w 48"/>
                  <a:gd name="T47" fmla="*/ 2147483646 h 72"/>
                  <a:gd name="T48" fmla="*/ 2147483646 w 48"/>
                  <a:gd name="T49" fmla="*/ 2147483646 h 72"/>
                  <a:gd name="T50" fmla="*/ 2147483646 w 48"/>
                  <a:gd name="T51" fmla="*/ 2147483646 h 72"/>
                  <a:gd name="T52" fmla="*/ 2147483646 w 48"/>
                  <a:gd name="T53" fmla="*/ 2147483646 h 72"/>
                  <a:gd name="T54" fmla="*/ 2147483646 w 48"/>
                  <a:gd name="T55" fmla="*/ 2147483646 h 72"/>
                  <a:gd name="T56" fmla="*/ 2147483646 w 48"/>
                  <a:gd name="T57" fmla="*/ 2147483646 h 72"/>
                  <a:gd name="T58" fmla="*/ 2147483646 w 48"/>
                  <a:gd name="T59" fmla="*/ 2147483646 h 72"/>
                  <a:gd name="T60" fmla="*/ 2147483646 w 48"/>
                  <a:gd name="T61" fmla="*/ 2147483646 h 72"/>
                  <a:gd name="T62" fmla="*/ 2147483646 w 48"/>
                  <a:gd name="T63" fmla="*/ 2147483646 h 72"/>
                  <a:gd name="T64" fmla="*/ 2147483646 w 48"/>
                  <a:gd name="T65" fmla="*/ 2147483646 h 72"/>
                  <a:gd name="T66" fmla="*/ 2147483646 w 48"/>
                  <a:gd name="T67" fmla="*/ 2147483646 h 72"/>
                  <a:gd name="T68" fmla="*/ 2147483646 w 48"/>
                  <a:gd name="T69" fmla="*/ 2147483646 h 72"/>
                  <a:gd name="T70" fmla="*/ 2147483646 w 48"/>
                  <a:gd name="T71" fmla="*/ 2147483646 h 72"/>
                  <a:gd name="T72" fmla="*/ 2147483646 w 48"/>
                  <a:gd name="T73" fmla="*/ 2147483646 h 72"/>
                  <a:gd name="T74" fmla="*/ 2147483646 w 48"/>
                  <a:gd name="T75" fmla="*/ 2147483646 h 72"/>
                  <a:gd name="T76" fmla="*/ 2147483646 w 48"/>
                  <a:gd name="T77" fmla="*/ 2147483646 h 72"/>
                  <a:gd name="T78" fmla="*/ 2147483646 w 48"/>
                  <a:gd name="T79" fmla="*/ 2147483646 h 72"/>
                  <a:gd name="T80" fmla="*/ 2147483646 w 48"/>
                  <a:gd name="T81" fmla="*/ 2147483646 h 72"/>
                  <a:gd name="T82" fmla="*/ 2147483646 w 48"/>
                  <a:gd name="T83" fmla="*/ 2147483646 h 72"/>
                  <a:gd name="T84" fmla="*/ 2147483646 w 48"/>
                  <a:gd name="T85" fmla="*/ 2147483646 h 72"/>
                  <a:gd name="T86" fmla="*/ 2147483646 w 48"/>
                  <a:gd name="T87" fmla="*/ 2147483646 h 72"/>
                  <a:gd name="T88" fmla="*/ 2147483646 w 48"/>
                  <a:gd name="T89" fmla="*/ 2147483646 h 72"/>
                  <a:gd name="T90" fmla="*/ 2147483646 w 48"/>
                  <a:gd name="T91" fmla="*/ 2147483646 h 72"/>
                  <a:gd name="T92" fmla="*/ 2147483646 w 48"/>
                  <a:gd name="T93" fmla="*/ 2147483646 h 72"/>
                  <a:gd name="T94" fmla="*/ 2147483646 w 48"/>
                  <a:gd name="T95" fmla="*/ 2147483646 h 72"/>
                  <a:gd name="T96" fmla="*/ 2147483646 w 48"/>
                  <a:gd name="T97" fmla="*/ 2147483646 h 72"/>
                  <a:gd name="T98" fmla="*/ 2147483646 w 48"/>
                  <a:gd name="T99" fmla="*/ 2147483646 h 72"/>
                  <a:gd name="T100" fmla="*/ 2147483646 w 48"/>
                  <a:gd name="T101" fmla="*/ 2147483646 h 72"/>
                  <a:gd name="T102" fmla="*/ 2147483646 w 48"/>
                  <a:gd name="T103" fmla="*/ 2147483646 h 72"/>
                  <a:gd name="T104" fmla="*/ 2147483646 w 48"/>
                  <a:gd name="T105" fmla="*/ 2147483646 h 72"/>
                  <a:gd name="T106" fmla="*/ 2147483646 w 48"/>
                  <a:gd name="T107" fmla="*/ 2147483646 h 72"/>
                  <a:gd name="T108" fmla="*/ 2147483646 w 48"/>
                  <a:gd name="T109" fmla="*/ 2147483646 h 72"/>
                  <a:gd name="T110" fmla="*/ 2147483646 w 48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"/>
                  <a:gd name="T169" fmla="*/ 0 h 72"/>
                  <a:gd name="T170" fmla="*/ 48 w 48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" h="72">
                    <a:moveTo>
                      <a:pt x="0" y="43"/>
                    </a:moveTo>
                    <a:lnTo>
                      <a:pt x="0" y="30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5" y="17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48" y="30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8" y="49"/>
                    </a:lnTo>
                    <a:lnTo>
                      <a:pt x="48" y="51"/>
                    </a:lnTo>
                    <a:lnTo>
                      <a:pt x="47" y="52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3" y="60"/>
                    </a:lnTo>
                    <a:lnTo>
                      <a:pt x="43" y="61"/>
                    </a:lnTo>
                    <a:lnTo>
                      <a:pt x="42" y="63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7"/>
                    </a:lnTo>
                    <a:lnTo>
                      <a:pt x="36" y="67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30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1" y="66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43" name="Freeform 278">
                <a:extLst>
                  <a:ext uri="{FF2B5EF4-FFF2-40B4-BE49-F238E27FC236}">
                    <a16:creationId xmlns:a16="http://schemas.microsoft.com/office/drawing/2014/main" id="{0F1D41AB-FC2F-48D6-BE3C-244D598804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5400000">
                <a:off x="3187134" y="5201935"/>
                <a:ext cx="64008" cy="64008"/>
              </a:xfrm>
              <a:custGeom>
                <a:avLst/>
                <a:gdLst>
                  <a:gd name="T0" fmla="*/ 2147483646 w 48"/>
                  <a:gd name="T1" fmla="*/ 2147483646 h 72"/>
                  <a:gd name="T2" fmla="*/ 2147483646 w 48"/>
                  <a:gd name="T3" fmla="*/ 2147483646 h 72"/>
                  <a:gd name="T4" fmla="*/ 2147483646 w 48"/>
                  <a:gd name="T5" fmla="*/ 2147483646 h 72"/>
                  <a:gd name="T6" fmla="*/ 2147483646 w 48"/>
                  <a:gd name="T7" fmla="*/ 2147483646 h 72"/>
                  <a:gd name="T8" fmla="*/ 2147483646 w 48"/>
                  <a:gd name="T9" fmla="*/ 2147483646 h 72"/>
                  <a:gd name="T10" fmla="*/ 2147483646 w 48"/>
                  <a:gd name="T11" fmla="*/ 2147483646 h 72"/>
                  <a:gd name="T12" fmla="*/ 2147483646 w 48"/>
                  <a:gd name="T13" fmla="*/ 2147483646 h 72"/>
                  <a:gd name="T14" fmla="*/ 2147483646 w 48"/>
                  <a:gd name="T15" fmla="*/ 2147483646 h 72"/>
                  <a:gd name="T16" fmla="*/ 2147483646 w 48"/>
                  <a:gd name="T17" fmla="*/ 2147483646 h 72"/>
                  <a:gd name="T18" fmla="*/ 2147483646 w 48"/>
                  <a:gd name="T19" fmla="*/ 2147483646 h 72"/>
                  <a:gd name="T20" fmla="*/ 2147483646 w 48"/>
                  <a:gd name="T21" fmla="*/ 0 h 72"/>
                  <a:gd name="T22" fmla="*/ 2147483646 w 48"/>
                  <a:gd name="T23" fmla="*/ 0 h 72"/>
                  <a:gd name="T24" fmla="*/ 2147483646 w 48"/>
                  <a:gd name="T25" fmla="*/ 2147483646 h 72"/>
                  <a:gd name="T26" fmla="*/ 2147483646 w 48"/>
                  <a:gd name="T27" fmla="*/ 2147483646 h 72"/>
                  <a:gd name="T28" fmla="*/ 2147483646 w 48"/>
                  <a:gd name="T29" fmla="*/ 2147483646 h 72"/>
                  <a:gd name="T30" fmla="*/ 2147483646 w 48"/>
                  <a:gd name="T31" fmla="*/ 2147483646 h 72"/>
                  <a:gd name="T32" fmla="*/ 2147483646 w 48"/>
                  <a:gd name="T33" fmla="*/ 2147483646 h 72"/>
                  <a:gd name="T34" fmla="*/ 2147483646 w 48"/>
                  <a:gd name="T35" fmla="*/ 2147483646 h 72"/>
                  <a:gd name="T36" fmla="*/ 2147483646 w 48"/>
                  <a:gd name="T37" fmla="*/ 2147483646 h 72"/>
                  <a:gd name="T38" fmla="*/ 2147483646 w 48"/>
                  <a:gd name="T39" fmla="*/ 2147483646 h 72"/>
                  <a:gd name="T40" fmla="*/ 2147483646 w 48"/>
                  <a:gd name="T41" fmla="*/ 2147483646 h 72"/>
                  <a:gd name="T42" fmla="*/ 2147483646 w 48"/>
                  <a:gd name="T43" fmla="*/ 2147483646 h 72"/>
                  <a:gd name="T44" fmla="*/ 2147483646 w 48"/>
                  <a:gd name="T45" fmla="*/ 2147483646 h 72"/>
                  <a:gd name="T46" fmla="*/ 2147483646 w 48"/>
                  <a:gd name="T47" fmla="*/ 2147483646 h 72"/>
                  <a:gd name="T48" fmla="*/ 2147483646 w 48"/>
                  <a:gd name="T49" fmla="*/ 2147483646 h 72"/>
                  <a:gd name="T50" fmla="*/ 2147483646 w 48"/>
                  <a:gd name="T51" fmla="*/ 2147483646 h 72"/>
                  <a:gd name="T52" fmla="*/ 2147483646 w 48"/>
                  <a:gd name="T53" fmla="*/ 2147483646 h 72"/>
                  <a:gd name="T54" fmla="*/ 2147483646 w 48"/>
                  <a:gd name="T55" fmla="*/ 2147483646 h 72"/>
                  <a:gd name="T56" fmla="*/ 2147483646 w 48"/>
                  <a:gd name="T57" fmla="*/ 2147483646 h 72"/>
                  <a:gd name="T58" fmla="*/ 2147483646 w 48"/>
                  <a:gd name="T59" fmla="*/ 2147483646 h 72"/>
                  <a:gd name="T60" fmla="*/ 2147483646 w 48"/>
                  <a:gd name="T61" fmla="*/ 2147483646 h 72"/>
                  <a:gd name="T62" fmla="*/ 2147483646 w 48"/>
                  <a:gd name="T63" fmla="*/ 2147483646 h 72"/>
                  <a:gd name="T64" fmla="*/ 2147483646 w 48"/>
                  <a:gd name="T65" fmla="*/ 2147483646 h 72"/>
                  <a:gd name="T66" fmla="*/ 2147483646 w 48"/>
                  <a:gd name="T67" fmla="*/ 2147483646 h 72"/>
                  <a:gd name="T68" fmla="*/ 2147483646 w 48"/>
                  <a:gd name="T69" fmla="*/ 2147483646 h 72"/>
                  <a:gd name="T70" fmla="*/ 2147483646 w 48"/>
                  <a:gd name="T71" fmla="*/ 2147483646 h 72"/>
                  <a:gd name="T72" fmla="*/ 2147483646 w 48"/>
                  <a:gd name="T73" fmla="*/ 2147483646 h 72"/>
                  <a:gd name="T74" fmla="*/ 2147483646 w 48"/>
                  <a:gd name="T75" fmla="*/ 2147483646 h 72"/>
                  <a:gd name="T76" fmla="*/ 2147483646 w 48"/>
                  <a:gd name="T77" fmla="*/ 2147483646 h 72"/>
                  <a:gd name="T78" fmla="*/ 2147483646 w 48"/>
                  <a:gd name="T79" fmla="*/ 2147483646 h 72"/>
                  <a:gd name="T80" fmla="*/ 2147483646 w 48"/>
                  <a:gd name="T81" fmla="*/ 2147483646 h 72"/>
                  <a:gd name="T82" fmla="*/ 2147483646 w 48"/>
                  <a:gd name="T83" fmla="*/ 2147483646 h 72"/>
                  <a:gd name="T84" fmla="*/ 2147483646 w 48"/>
                  <a:gd name="T85" fmla="*/ 2147483646 h 72"/>
                  <a:gd name="T86" fmla="*/ 2147483646 w 48"/>
                  <a:gd name="T87" fmla="*/ 2147483646 h 72"/>
                  <a:gd name="T88" fmla="*/ 2147483646 w 48"/>
                  <a:gd name="T89" fmla="*/ 2147483646 h 72"/>
                  <a:gd name="T90" fmla="*/ 2147483646 w 48"/>
                  <a:gd name="T91" fmla="*/ 2147483646 h 72"/>
                  <a:gd name="T92" fmla="*/ 2147483646 w 48"/>
                  <a:gd name="T93" fmla="*/ 2147483646 h 72"/>
                  <a:gd name="T94" fmla="*/ 2147483646 w 48"/>
                  <a:gd name="T95" fmla="*/ 2147483646 h 72"/>
                  <a:gd name="T96" fmla="*/ 2147483646 w 48"/>
                  <a:gd name="T97" fmla="*/ 2147483646 h 72"/>
                  <a:gd name="T98" fmla="*/ 2147483646 w 48"/>
                  <a:gd name="T99" fmla="*/ 2147483646 h 72"/>
                  <a:gd name="T100" fmla="*/ 2147483646 w 48"/>
                  <a:gd name="T101" fmla="*/ 2147483646 h 72"/>
                  <a:gd name="T102" fmla="*/ 2147483646 w 48"/>
                  <a:gd name="T103" fmla="*/ 2147483646 h 72"/>
                  <a:gd name="T104" fmla="*/ 2147483646 w 48"/>
                  <a:gd name="T105" fmla="*/ 2147483646 h 72"/>
                  <a:gd name="T106" fmla="*/ 2147483646 w 48"/>
                  <a:gd name="T107" fmla="*/ 2147483646 h 72"/>
                  <a:gd name="T108" fmla="*/ 2147483646 w 48"/>
                  <a:gd name="T109" fmla="*/ 2147483646 h 72"/>
                  <a:gd name="T110" fmla="*/ 2147483646 w 48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"/>
                  <a:gd name="T169" fmla="*/ 0 h 72"/>
                  <a:gd name="T170" fmla="*/ 48 w 48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" h="72">
                    <a:moveTo>
                      <a:pt x="0" y="43"/>
                    </a:moveTo>
                    <a:lnTo>
                      <a:pt x="0" y="30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5" y="17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48" y="30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8" y="49"/>
                    </a:lnTo>
                    <a:lnTo>
                      <a:pt x="48" y="51"/>
                    </a:lnTo>
                    <a:lnTo>
                      <a:pt x="47" y="52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3" y="60"/>
                    </a:lnTo>
                    <a:lnTo>
                      <a:pt x="43" y="61"/>
                    </a:lnTo>
                    <a:lnTo>
                      <a:pt x="42" y="63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7"/>
                    </a:lnTo>
                    <a:lnTo>
                      <a:pt x="36" y="67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30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1" y="66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2444" name="TextBox 118">
                <a:extLst>
                  <a:ext uri="{FF2B5EF4-FFF2-40B4-BE49-F238E27FC236}">
                    <a16:creationId xmlns:a16="http://schemas.microsoft.com/office/drawing/2014/main" id="{A68F005A-F441-4620-B459-C8CFA4CDC8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-5400000">
                <a:off x="7182284" y="5734538"/>
                <a:ext cx="769122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c</a:t>
                </a:r>
                <a:r>
                  <a:rPr kumimoji="0" lang="en-US" altLang="en-US" sz="28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i+1</a:t>
                </a:r>
              </a:p>
            </p:txBody>
          </p:sp>
          <p:sp>
            <p:nvSpPr>
              <p:cNvPr id="102445" name="TextBox 119">
                <a:extLst>
                  <a:ext uri="{FF2B5EF4-FFF2-40B4-BE49-F238E27FC236}">
                    <a16:creationId xmlns:a16="http://schemas.microsoft.com/office/drawing/2014/main" id="{0C913A9C-C457-41BE-86D1-368995CCA8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-5400000">
                <a:off x="7419097" y="4087321"/>
                <a:ext cx="468259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anose="05000000000000000000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s</a:t>
                </a:r>
                <a:r>
                  <a:rPr kumimoji="0" lang="en-US" altLang="en-US" sz="28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rPr>
                  <a:t>i</a:t>
                </a:r>
              </a:p>
            </p:txBody>
          </p:sp>
        </p:grpSp>
        <p:sp>
          <p:nvSpPr>
            <p:cNvPr id="102404" name="TextBox 123">
              <a:extLst>
                <a:ext uri="{FF2B5EF4-FFF2-40B4-BE49-F238E27FC236}">
                  <a16:creationId xmlns:a16="http://schemas.microsoft.com/office/drawing/2014/main" id="{1EE590C8-808A-4F8C-AC96-B70A42D998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44107" y="619369"/>
              <a:ext cx="48789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102405" name="TextBox 124">
              <a:extLst>
                <a:ext uri="{FF2B5EF4-FFF2-40B4-BE49-F238E27FC236}">
                  <a16:creationId xmlns:a16="http://schemas.microsoft.com/office/drawing/2014/main" id="{CAE0F7B4-9C8E-4D7C-B429-20C0F9361C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715" y="603744"/>
              <a:ext cx="48789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y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102406" name="TextBox 125">
              <a:extLst>
                <a:ext uri="{FF2B5EF4-FFF2-40B4-BE49-F238E27FC236}">
                  <a16:creationId xmlns:a16="http://schemas.microsoft.com/office/drawing/2014/main" id="{68D75E74-ADBD-4953-8A31-C609F47B2A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9937" y="2577539"/>
              <a:ext cx="50805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p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  <p:sp>
          <p:nvSpPr>
            <p:cNvPr id="102407" name="TextBox 126">
              <a:extLst>
                <a:ext uri="{FF2B5EF4-FFF2-40B4-BE49-F238E27FC236}">
                  <a16:creationId xmlns:a16="http://schemas.microsoft.com/office/drawing/2014/main" id="{40852656-36AC-4A36-85B9-18AC83CD8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7755" y="2543907"/>
              <a:ext cx="50805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g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i</a:t>
              </a: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425" name="Group 1">
            <a:extLst>
              <a:ext uri="{FF2B5EF4-FFF2-40B4-BE49-F238E27FC236}">
                <a16:creationId xmlns:a16="http://schemas.microsoft.com/office/drawing/2014/main" id="{8CE3D9F8-D6CD-4C47-8DF8-52130F46767B}"/>
              </a:ext>
            </a:extLst>
          </p:cNvPr>
          <p:cNvGrpSpPr>
            <a:grpSpLocks/>
          </p:cNvGrpSpPr>
          <p:nvPr/>
        </p:nvGrpSpPr>
        <p:grpSpPr bwMode="auto">
          <a:xfrm>
            <a:off x="982663" y="696913"/>
            <a:ext cx="7018337" cy="5703887"/>
            <a:chOff x="1295400" y="1001713"/>
            <a:chExt cx="7018337" cy="570388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435B93CD-8EC2-9C40-8469-00F76AC1C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03430" name="Freeform 144">
              <a:extLst>
                <a:ext uri="{FF2B5EF4-FFF2-40B4-BE49-F238E27FC236}">
                  <a16:creationId xmlns:a16="http://schemas.microsoft.com/office/drawing/2014/main" id="{1DFF3D6C-1646-4115-A01D-61E02D5E0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31" name="Line 146">
              <a:extLst>
                <a:ext uri="{FF2B5EF4-FFF2-40B4-BE49-F238E27FC236}">
                  <a16:creationId xmlns:a16="http://schemas.microsoft.com/office/drawing/2014/main" id="{A004BC10-833E-491B-A0D4-CFCED6CAFE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32" name="Freeform 148">
              <a:extLst>
                <a:ext uri="{FF2B5EF4-FFF2-40B4-BE49-F238E27FC236}">
                  <a16:creationId xmlns:a16="http://schemas.microsoft.com/office/drawing/2014/main" id="{3F6CF920-9C82-4A17-8616-69DF6F7AD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33" name="Freeform 149">
              <a:extLst>
                <a:ext uri="{FF2B5EF4-FFF2-40B4-BE49-F238E27FC236}">
                  <a16:creationId xmlns:a16="http://schemas.microsoft.com/office/drawing/2014/main" id="{2578ABF4-E8CC-4965-A1B3-3B8AD2AD9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34" name="Freeform 150">
              <a:extLst>
                <a:ext uri="{FF2B5EF4-FFF2-40B4-BE49-F238E27FC236}">
                  <a16:creationId xmlns:a16="http://schemas.microsoft.com/office/drawing/2014/main" id="{8DF7C056-1798-4211-AB20-3B876ABF7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35" name="Freeform 151">
              <a:extLst>
                <a:ext uri="{FF2B5EF4-FFF2-40B4-BE49-F238E27FC236}">
                  <a16:creationId xmlns:a16="http://schemas.microsoft.com/office/drawing/2014/main" id="{3812B7D6-04FE-4857-AB8B-A85CD7AB4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36" name="Freeform 152">
              <a:extLst>
                <a:ext uri="{FF2B5EF4-FFF2-40B4-BE49-F238E27FC236}">
                  <a16:creationId xmlns:a16="http://schemas.microsoft.com/office/drawing/2014/main" id="{3AEFC6F1-37F4-4329-AF84-E49EA8BDD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37" name="Line 153">
              <a:extLst>
                <a:ext uri="{FF2B5EF4-FFF2-40B4-BE49-F238E27FC236}">
                  <a16:creationId xmlns:a16="http://schemas.microsoft.com/office/drawing/2014/main" id="{B2EC7DAD-340F-43AE-A82E-5F20DE8918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38" name="Line 154">
              <a:extLst>
                <a:ext uri="{FF2B5EF4-FFF2-40B4-BE49-F238E27FC236}">
                  <a16:creationId xmlns:a16="http://schemas.microsoft.com/office/drawing/2014/main" id="{F5211D48-5929-461C-B3DB-2995EF17EA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39" name="Line 155">
              <a:extLst>
                <a:ext uri="{FF2B5EF4-FFF2-40B4-BE49-F238E27FC236}">
                  <a16:creationId xmlns:a16="http://schemas.microsoft.com/office/drawing/2014/main" id="{3A989D1E-3BBB-4EA0-B7DC-CAA0E9AC7A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40" name="Line 156">
              <a:extLst>
                <a:ext uri="{FF2B5EF4-FFF2-40B4-BE49-F238E27FC236}">
                  <a16:creationId xmlns:a16="http://schemas.microsoft.com/office/drawing/2014/main" id="{FA0416F8-B8C1-4187-AB94-53D910A230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41" name="Freeform 157">
              <a:extLst>
                <a:ext uri="{FF2B5EF4-FFF2-40B4-BE49-F238E27FC236}">
                  <a16:creationId xmlns:a16="http://schemas.microsoft.com/office/drawing/2014/main" id="{B12E29C5-29BC-4D7F-8FAB-B280A7C8B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42" name="Freeform 158">
              <a:extLst>
                <a:ext uri="{FF2B5EF4-FFF2-40B4-BE49-F238E27FC236}">
                  <a16:creationId xmlns:a16="http://schemas.microsoft.com/office/drawing/2014/main" id="{F362626E-0D2D-4A19-AC60-0506EB416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43" name="Rectangle 159">
              <a:extLst>
                <a:ext uri="{FF2B5EF4-FFF2-40B4-BE49-F238E27FC236}">
                  <a16:creationId xmlns:a16="http://schemas.microsoft.com/office/drawing/2014/main" id="{31D7CB73-A2F5-4FBB-A4B6-4F02BFD97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44" name="Rectangle 160">
              <a:extLst>
                <a:ext uri="{FF2B5EF4-FFF2-40B4-BE49-F238E27FC236}">
                  <a16:creationId xmlns:a16="http://schemas.microsoft.com/office/drawing/2014/main" id="{B3E3E27A-4445-4516-B79C-B2CB51527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45" name="Rectangle 161">
              <a:extLst>
                <a:ext uri="{FF2B5EF4-FFF2-40B4-BE49-F238E27FC236}">
                  <a16:creationId xmlns:a16="http://schemas.microsoft.com/office/drawing/2014/main" id="{9396D070-DDCB-4ADA-92BF-9138B44FE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46" name="Rectangle 162">
              <a:extLst>
                <a:ext uri="{FF2B5EF4-FFF2-40B4-BE49-F238E27FC236}">
                  <a16:creationId xmlns:a16="http://schemas.microsoft.com/office/drawing/2014/main" id="{F8F42C56-A08B-4383-BBB8-0B63B480E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47" name="Rectangle 163">
              <a:extLst>
                <a:ext uri="{FF2B5EF4-FFF2-40B4-BE49-F238E27FC236}">
                  <a16:creationId xmlns:a16="http://schemas.microsoft.com/office/drawing/2014/main" id="{131DFB73-03C4-41F1-AF14-AEBD2023E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48" name="Rectangle 164">
              <a:extLst>
                <a:ext uri="{FF2B5EF4-FFF2-40B4-BE49-F238E27FC236}">
                  <a16:creationId xmlns:a16="http://schemas.microsoft.com/office/drawing/2014/main" id="{03FE60F4-E3CC-4727-A448-C6F18F5E4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49" name="Rectangle 165">
              <a:extLst>
                <a:ext uri="{FF2B5EF4-FFF2-40B4-BE49-F238E27FC236}">
                  <a16:creationId xmlns:a16="http://schemas.microsoft.com/office/drawing/2014/main" id="{5B75F08A-67E6-409F-9D13-317F8BB2E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0" name="Rectangle 166">
              <a:extLst>
                <a:ext uri="{FF2B5EF4-FFF2-40B4-BE49-F238E27FC236}">
                  <a16:creationId xmlns:a16="http://schemas.microsoft.com/office/drawing/2014/main" id="{C454ADBD-DC19-4DE6-AB1C-C01B368DE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1" name="Rectangle 167">
              <a:extLst>
                <a:ext uri="{FF2B5EF4-FFF2-40B4-BE49-F238E27FC236}">
                  <a16:creationId xmlns:a16="http://schemas.microsoft.com/office/drawing/2014/main" id="{E1ABBA89-23B4-4429-8E82-A85AD1384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85738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2" name="Line 168">
              <a:extLst>
                <a:ext uri="{FF2B5EF4-FFF2-40B4-BE49-F238E27FC236}">
                  <a16:creationId xmlns:a16="http://schemas.microsoft.com/office/drawing/2014/main" id="{BA3C2774-93D6-4259-8528-D78DC3AC9F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3" name="Rectangle 169">
              <a:extLst>
                <a:ext uri="{FF2B5EF4-FFF2-40B4-BE49-F238E27FC236}">
                  <a16:creationId xmlns:a16="http://schemas.microsoft.com/office/drawing/2014/main" id="{0E251EE7-5ED1-46DF-BBF0-021B72B5B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4" name="Freeform 170">
              <a:extLst>
                <a:ext uri="{FF2B5EF4-FFF2-40B4-BE49-F238E27FC236}">
                  <a16:creationId xmlns:a16="http://schemas.microsoft.com/office/drawing/2014/main" id="{4CCC20DC-58CB-4E45-B70B-F19B69383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5" name="Freeform 171">
              <a:extLst>
                <a:ext uri="{FF2B5EF4-FFF2-40B4-BE49-F238E27FC236}">
                  <a16:creationId xmlns:a16="http://schemas.microsoft.com/office/drawing/2014/main" id="{D15FE948-D6D1-4ACB-82AC-F01C8AD24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6" name="Freeform 172">
              <a:extLst>
                <a:ext uri="{FF2B5EF4-FFF2-40B4-BE49-F238E27FC236}">
                  <a16:creationId xmlns:a16="http://schemas.microsoft.com/office/drawing/2014/main" id="{483F7C4E-0310-4919-A0D9-0CE161F3B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7" name="Line 173">
              <a:extLst>
                <a:ext uri="{FF2B5EF4-FFF2-40B4-BE49-F238E27FC236}">
                  <a16:creationId xmlns:a16="http://schemas.microsoft.com/office/drawing/2014/main" id="{D46C55A5-34D0-482F-9842-FB40AE5823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8" name="Line 174">
              <a:extLst>
                <a:ext uri="{FF2B5EF4-FFF2-40B4-BE49-F238E27FC236}">
                  <a16:creationId xmlns:a16="http://schemas.microsoft.com/office/drawing/2014/main" id="{2F95F33F-D4C3-45B4-BEF4-260576D618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7101" y="2923792"/>
              <a:ext cx="1588" cy="107380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9" name="Line 175">
              <a:extLst>
                <a:ext uri="{FF2B5EF4-FFF2-40B4-BE49-F238E27FC236}">
                  <a16:creationId xmlns:a16="http://schemas.microsoft.com/office/drawing/2014/main" id="{1780D3CB-86D4-4D71-A799-D0F9702842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0" name="Line 176">
              <a:extLst>
                <a:ext uri="{FF2B5EF4-FFF2-40B4-BE49-F238E27FC236}">
                  <a16:creationId xmlns:a16="http://schemas.microsoft.com/office/drawing/2014/main" id="{AC4BAA07-2DA1-4C91-8783-43147FD93C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1" name="Line 177">
              <a:extLst>
                <a:ext uri="{FF2B5EF4-FFF2-40B4-BE49-F238E27FC236}">
                  <a16:creationId xmlns:a16="http://schemas.microsoft.com/office/drawing/2014/main" id="{6BF9A247-153A-4112-93FE-FD7E4A8350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2" name="Freeform 178">
              <a:extLst>
                <a:ext uri="{FF2B5EF4-FFF2-40B4-BE49-F238E27FC236}">
                  <a16:creationId xmlns:a16="http://schemas.microsoft.com/office/drawing/2014/main" id="{1861425C-D296-457F-84D5-90304C7D7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3" name="Rectangle 179">
              <a:extLst>
                <a:ext uri="{FF2B5EF4-FFF2-40B4-BE49-F238E27FC236}">
                  <a16:creationId xmlns:a16="http://schemas.microsoft.com/office/drawing/2014/main" id="{C0C16995-A440-4F33-A275-E607DF545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647700" cy="239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Stage 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4" name="Rectangle 180">
              <a:extLst>
                <a:ext uri="{FF2B5EF4-FFF2-40B4-BE49-F238E27FC236}">
                  <a16:creationId xmlns:a16="http://schemas.microsoft.com/office/drawing/2014/main" id="{4A04B2EC-E990-456A-88F8-5BCCB33EF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5" name="Rectangle 181">
              <a:extLst>
                <a:ext uri="{FF2B5EF4-FFF2-40B4-BE49-F238E27FC236}">
                  <a16:creationId xmlns:a16="http://schemas.microsoft.com/office/drawing/2014/main" id="{D3E2AAFA-4406-4C6E-BF62-96BFAEA96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6" name="Rectangle 182">
              <a:extLst>
                <a:ext uri="{FF2B5EF4-FFF2-40B4-BE49-F238E27FC236}">
                  <a16:creationId xmlns:a16="http://schemas.microsoft.com/office/drawing/2014/main" id="{C9C51402-E9DA-4C39-9B80-37DA3A773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7" name="Rectangle 183">
              <a:extLst>
                <a:ext uri="{FF2B5EF4-FFF2-40B4-BE49-F238E27FC236}">
                  <a16:creationId xmlns:a16="http://schemas.microsoft.com/office/drawing/2014/main" id="{96F9853E-8A67-4DC5-AEE8-4A357DB71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8" name="Rectangle 184">
              <a:extLst>
                <a:ext uri="{FF2B5EF4-FFF2-40B4-BE49-F238E27FC236}">
                  <a16:creationId xmlns:a16="http://schemas.microsoft.com/office/drawing/2014/main" id="{AFCCBDD0-19BA-4EC0-ABB0-20AC0EA0A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9" name="Rectangle 185">
              <a:extLst>
                <a:ext uri="{FF2B5EF4-FFF2-40B4-BE49-F238E27FC236}">
                  <a16:creationId xmlns:a16="http://schemas.microsoft.com/office/drawing/2014/main" id="{EC9A519F-D373-4EA9-A7AF-9219C2EC0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0" name="Rectangle 186">
              <a:extLst>
                <a:ext uri="{FF2B5EF4-FFF2-40B4-BE49-F238E27FC236}">
                  <a16:creationId xmlns:a16="http://schemas.microsoft.com/office/drawing/2014/main" id="{A8490120-D75B-4121-A358-7C602D55E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1" name="Rectangle 187">
              <a:extLst>
                <a:ext uri="{FF2B5EF4-FFF2-40B4-BE49-F238E27FC236}">
                  <a16:creationId xmlns:a16="http://schemas.microsoft.com/office/drawing/2014/main" id="{F8C53137-7512-44AF-973D-587A0CEC4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2" name="Rectangle 188">
              <a:extLst>
                <a:ext uri="{FF2B5EF4-FFF2-40B4-BE49-F238E27FC236}">
                  <a16:creationId xmlns:a16="http://schemas.microsoft.com/office/drawing/2014/main" id="{05E2C21F-AC57-4EBD-B69A-139A31BD7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85738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3" name="Line 189">
              <a:extLst>
                <a:ext uri="{FF2B5EF4-FFF2-40B4-BE49-F238E27FC236}">
                  <a16:creationId xmlns:a16="http://schemas.microsoft.com/office/drawing/2014/main" id="{42E4787F-68B5-46CB-B721-A1BF8499E4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4" name="Rectangle 190">
              <a:extLst>
                <a:ext uri="{FF2B5EF4-FFF2-40B4-BE49-F238E27FC236}">
                  <a16:creationId xmlns:a16="http://schemas.microsoft.com/office/drawing/2014/main" id="{486F6C38-B258-4F5D-BA15-5B534066E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5" name="Freeform 191">
              <a:extLst>
                <a:ext uri="{FF2B5EF4-FFF2-40B4-BE49-F238E27FC236}">
                  <a16:creationId xmlns:a16="http://schemas.microsoft.com/office/drawing/2014/main" id="{F0BBFED8-B5DD-4BF8-9FB4-CEEABE623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6" name="Rectangle 192">
              <a:extLst>
                <a:ext uri="{FF2B5EF4-FFF2-40B4-BE49-F238E27FC236}">
                  <a16:creationId xmlns:a16="http://schemas.microsoft.com/office/drawing/2014/main" id="{9AC62A78-0696-455C-8E9B-101EB95CC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647700" cy="239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Stage 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7" name="Rectangle 193">
              <a:extLst>
                <a:ext uri="{FF2B5EF4-FFF2-40B4-BE49-F238E27FC236}">
                  <a16:creationId xmlns:a16="http://schemas.microsoft.com/office/drawing/2014/main" id="{F88B339F-8148-4213-831E-356585C74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95263" cy="2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8" name="Rectangle 194">
              <a:extLst>
                <a:ext uri="{FF2B5EF4-FFF2-40B4-BE49-F238E27FC236}">
                  <a16:creationId xmlns:a16="http://schemas.microsoft.com/office/drawing/2014/main" id="{A4A37A53-D98D-4CF3-8C76-C1E4EE60D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9" name="Rectangle 195">
              <a:extLst>
                <a:ext uri="{FF2B5EF4-FFF2-40B4-BE49-F238E27FC236}">
                  <a16:creationId xmlns:a16="http://schemas.microsoft.com/office/drawing/2014/main" id="{7A1BC04E-CEBD-4E62-9C18-147C0274A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0" name="Rectangle 196">
              <a:extLst>
                <a:ext uri="{FF2B5EF4-FFF2-40B4-BE49-F238E27FC236}">
                  <a16:creationId xmlns:a16="http://schemas.microsoft.com/office/drawing/2014/main" id="{ECCA3236-57A0-4EE5-A017-73EBCD2B6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1" name="Rectangle 197">
              <a:extLst>
                <a:ext uri="{FF2B5EF4-FFF2-40B4-BE49-F238E27FC236}">
                  <a16:creationId xmlns:a16="http://schemas.microsoft.com/office/drawing/2014/main" id="{8AEA5488-8DBC-4A8D-AA92-6B2ED1182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2" name="Line 200">
              <a:extLst>
                <a:ext uri="{FF2B5EF4-FFF2-40B4-BE49-F238E27FC236}">
                  <a16:creationId xmlns:a16="http://schemas.microsoft.com/office/drawing/2014/main" id="{15FE721A-E405-442E-84CD-0015819820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3" name="Line 201">
              <a:extLst>
                <a:ext uri="{FF2B5EF4-FFF2-40B4-BE49-F238E27FC236}">
                  <a16:creationId xmlns:a16="http://schemas.microsoft.com/office/drawing/2014/main" id="{06742A1F-FDAE-4A52-A279-867B67EEA9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4" name="Line 206">
              <a:extLst>
                <a:ext uri="{FF2B5EF4-FFF2-40B4-BE49-F238E27FC236}">
                  <a16:creationId xmlns:a16="http://schemas.microsoft.com/office/drawing/2014/main" id="{543C3E20-DFC8-4A6F-BE66-83BB1AB06C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5" name="Line 207">
              <a:extLst>
                <a:ext uri="{FF2B5EF4-FFF2-40B4-BE49-F238E27FC236}">
                  <a16:creationId xmlns:a16="http://schemas.microsoft.com/office/drawing/2014/main" id="{0789560D-2153-49D3-BF73-6F72287BF0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6" name="Line 208">
              <a:extLst>
                <a:ext uri="{FF2B5EF4-FFF2-40B4-BE49-F238E27FC236}">
                  <a16:creationId xmlns:a16="http://schemas.microsoft.com/office/drawing/2014/main" id="{5D3171B6-5C58-440D-9AB5-57590A35E9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7" name="Line 215">
              <a:extLst>
                <a:ext uri="{FF2B5EF4-FFF2-40B4-BE49-F238E27FC236}">
                  <a16:creationId xmlns:a16="http://schemas.microsoft.com/office/drawing/2014/main" id="{FFF50C0D-5FA2-4A81-8958-623E4761F4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8" name="Line 217">
              <a:extLst>
                <a:ext uri="{FF2B5EF4-FFF2-40B4-BE49-F238E27FC236}">
                  <a16:creationId xmlns:a16="http://schemas.microsoft.com/office/drawing/2014/main" id="{1661BD9F-E267-4224-8159-30D227A5B5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9" name="Line 219">
              <a:extLst>
                <a:ext uri="{FF2B5EF4-FFF2-40B4-BE49-F238E27FC236}">
                  <a16:creationId xmlns:a16="http://schemas.microsoft.com/office/drawing/2014/main" id="{27F74648-C515-4824-B49B-DFE3844788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0" name="Line 226">
              <a:extLst>
                <a:ext uri="{FF2B5EF4-FFF2-40B4-BE49-F238E27FC236}">
                  <a16:creationId xmlns:a16="http://schemas.microsoft.com/office/drawing/2014/main" id="{EE89BC8E-D950-4579-8157-ED50DFA5F3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1" name="Line 227">
              <a:extLst>
                <a:ext uri="{FF2B5EF4-FFF2-40B4-BE49-F238E27FC236}">
                  <a16:creationId xmlns:a16="http://schemas.microsoft.com/office/drawing/2014/main" id="{71FA9B0A-C897-4367-87F5-500B3B4488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2" name="Line 228">
              <a:extLst>
                <a:ext uri="{FF2B5EF4-FFF2-40B4-BE49-F238E27FC236}">
                  <a16:creationId xmlns:a16="http://schemas.microsoft.com/office/drawing/2014/main" id="{1664F7ED-5A56-4EC8-91D6-261EBF2684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3" name="Line 233">
              <a:extLst>
                <a:ext uri="{FF2B5EF4-FFF2-40B4-BE49-F238E27FC236}">
                  <a16:creationId xmlns:a16="http://schemas.microsoft.com/office/drawing/2014/main" id="{CF949658-AC08-4126-A1C1-0DA27CDBC8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4" name="Line 234">
              <a:extLst>
                <a:ext uri="{FF2B5EF4-FFF2-40B4-BE49-F238E27FC236}">
                  <a16:creationId xmlns:a16="http://schemas.microsoft.com/office/drawing/2014/main" id="{333C19EB-5ABC-4384-8A6D-8612F90974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5" name="Line 235">
              <a:extLst>
                <a:ext uri="{FF2B5EF4-FFF2-40B4-BE49-F238E27FC236}">
                  <a16:creationId xmlns:a16="http://schemas.microsoft.com/office/drawing/2014/main" id="{4F457B06-5035-4752-8AE1-75CF350F46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6" name="Line 242">
              <a:extLst>
                <a:ext uri="{FF2B5EF4-FFF2-40B4-BE49-F238E27FC236}">
                  <a16:creationId xmlns:a16="http://schemas.microsoft.com/office/drawing/2014/main" id="{692AC597-BC08-48DB-ACC2-6DE6633284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7" name="Line 244">
              <a:extLst>
                <a:ext uri="{FF2B5EF4-FFF2-40B4-BE49-F238E27FC236}">
                  <a16:creationId xmlns:a16="http://schemas.microsoft.com/office/drawing/2014/main" id="{AFD1DB7A-E7D8-46C9-A656-A174205F83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8" name="Line 245">
              <a:extLst>
                <a:ext uri="{FF2B5EF4-FFF2-40B4-BE49-F238E27FC236}">
                  <a16:creationId xmlns:a16="http://schemas.microsoft.com/office/drawing/2014/main" id="{DBFF6C09-6091-4FDD-A847-7F93C5A0ED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9" name="Line 246">
              <a:extLst>
                <a:ext uri="{FF2B5EF4-FFF2-40B4-BE49-F238E27FC236}">
                  <a16:creationId xmlns:a16="http://schemas.microsoft.com/office/drawing/2014/main" id="{6655BFCD-AD6E-4A46-BF4D-CA30C53CA6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0" name="Line 255">
              <a:extLst>
                <a:ext uri="{FF2B5EF4-FFF2-40B4-BE49-F238E27FC236}">
                  <a16:creationId xmlns:a16="http://schemas.microsoft.com/office/drawing/2014/main" id="{1D45FA1D-DDB1-40D4-807E-61B3EFD9B8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1" name="Line 256">
              <a:extLst>
                <a:ext uri="{FF2B5EF4-FFF2-40B4-BE49-F238E27FC236}">
                  <a16:creationId xmlns:a16="http://schemas.microsoft.com/office/drawing/2014/main" id="{8919437A-320E-483B-A551-0FAC7684C3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2" name="Line 266">
              <a:extLst>
                <a:ext uri="{FF2B5EF4-FFF2-40B4-BE49-F238E27FC236}">
                  <a16:creationId xmlns:a16="http://schemas.microsoft.com/office/drawing/2014/main" id="{7226CE6E-83CA-48E5-B797-99C71D63BB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3" name="Line 267">
              <a:extLst>
                <a:ext uri="{FF2B5EF4-FFF2-40B4-BE49-F238E27FC236}">
                  <a16:creationId xmlns:a16="http://schemas.microsoft.com/office/drawing/2014/main" id="{74BD3360-073B-45DA-BEC2-2423F2093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4" name="Line 269">
              <a:extLst>
                <a:ext uri="{FF2B5EF4-FFF2-40B4-BE49-F238E27FC236}">
                  <a16:creationId xmlns:a16="http://schemas.microsoft.com/office/drawing/2014/main" id="{EBFC5900-4F14-495D-8CBD-ADBE3636B8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5" name="Line 270">
              <a:extLst>
                <a:ext uri="{FF2B5EF4-FFF2-40B4-BE49-F238E27FC236}">
                  <a16:creationId xmlns:a16="http://schemas.microsoft.com/office/drawing/2014/main" id="{FA1F5841-A761-477A-8FC6-10322E262E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6" name="Freeform 275">
              <a:extLst>
                <a:ext uri="{FF2B5EF4-FFF2-40B4-BE49-F238E27FC236}">
                  <a16:creationId xmlns:a16="http://schemas.microsoft.com/office/drawing/2014/main" id="{67E611FA-8A41-4F74-A1BA-626051437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7" name="Freeform 276">
              <a:extLst>
                <a:ext uri="{FF2B5EF4-FFF2-40B4-BE49-F238E27FC236}">
                  <a16:creationId xmlns:a16="http://schemas.microsoft.com/office/drawing/2014/main" id="{AD1DC322-C95E-45C1-AC55-CBBAFB145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8" name="Freeform 277">
              <a:extLst>
                <a:ext uri="{FF2B5EF4-FFF2-40B4-BE49-F238E27FC236}">
                  <a16:creationId xmlns:a16="http://schemas.microsoft.com/office/drawing/2014/main" id="{E1F1F97A-9253-46E1-8C1E-966D11086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9" name="Freeform 278">
              <a:extLst>
                <a:ext uri="{FF2B5EF4-FFF2-40B4-BE49-F238E27FC236}">
                  <a16:creationId xmlns:a16="http://schemas.microsoft.com/office/drawing/2014/main" id="{50694532-C1AC-4378-B3CC-A4344308D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0" name="Freeform 279">
              <a:extLst>
                <a:ext uri="{FF2B5EF4-FFF2-40B4-BE49-F238E27FC236}">
                  <a16:creationId xmlns:a16="http://schemas.microsoft.com/office/drawing/2014/main" id="{C2C0DDF2-3060-4EE9-A5E7-988B98849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1" name="Line 280">
              <a:extLst>
                <a:ext uri="{FF2B5EF4-FFF2-40B4-BE49-F238E27FC236}">
                  <a16:creationId xmlns:a16="http://schemas.microsoft.com/office/drawing/2014/main" id="{1FED2A21-B3AD-4A68-AB92-53F36111AE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2" name="Rectangle 281">
              <a:extLst>
                <a:ext uri="{FF2B5EF4-FFF2-40B4-BE49-F238E27FC236}">
                  <a16:creationId xmlns:a16="http://schemas.microsoft.com/office/drawing/2014/main" id="{DE7A6232-8067-4F9D-855C-E3F091BBF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3" name="AutoShape 288">
              <a:extLst>
                <a:ext uri="{FF2B5EF4-FFF2-40B4-BE49-F238E27FC236}">
                  <a16:creationId xmlns:a16="http://schemas.microsoft.com/office/drawing/2014/main" id="{E0E7409D-B217-4093-B48E-8DA1562AF95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4" name="AutoShape 290">
              <a:extLst>
                <a:ext uri="{FF2B5EF4-FFF2-40B4-BE49-F238E27FC236}">
                  <a16:creationId xmlns:a16="http://schemas.microsoft.com/office/drawing/2014/main" id="{4AA3ACDD-B3CE-417D-9DEF-ADD32C9E9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5" name="AutoShape 293">
              <a:extLst>
                <a:ext uri="{FF2B5EF4-FFF2-40B4-BE49-F238E27FC236}">
                  <a16:creationId xmlns:a16="http://schemas.microsoft.com/office/drawing/2014/main" id="{9E303FF1-8462-4EF5-B8B5-6C7E05B14D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6" name="AutoShape 296">
              <a:extLst>
                <a:ext uri="{FF2B5EF4-FFF2-40B4-BE49-F238E27FC236}">
                  <a16:creationId xmlns:a16="http://schemas.microsoft.com/office/drawing/2014/main" id="{60A20225-6A50-414E-94B4-202723C86FB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7" name="Freeform 310">
              <a:extLst>
                <a:ext uri="{FF2B5EF4-FFF2-40B4-BE49-F238E27FC236}">
                  <a16:creationId xmlns:a16="http://schemas.microsoft.com/office/drawing/2014/main" id="{51EF641E-2B9D-47B0-B268-16DE16932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8" name="Freeform 311">
              <a:extLst>
                <a:ext uri="{FF2B5EF4-FFF2-40B4-BE49-F238E27FC236}">
                  <a16:creationId xmlns:a16="http://schemas.microsoft.com/office/drawing/2014/main" id="{A6A61275-7C28-4016-834E-89DFE67F9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03519" name="Group 344">
              <a:extLst>
                <a:ext uri="{FF2B5EF4-FFF2-40B4-BE49-F238E27FC236}">
                  <a16:creationId xmlns:a16="http://schemas.microsoft.com/office/drawing/2014/main" id="{A018F030-6AFA-4231-8413-9E04408923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03552" name="Freeform 345">
                <a:extLst>
                  <a:ext uri="{FF2B5EF4-FFF2-40B4-BE49-F238E27FC236}">
                    <a16:creationId xmlns:a16="http://schemas.microsoft.com/office/drawing/2014/main" id="{B451ECD9-3034-4FD0-9D2E-8175F48BE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53" name="Freeform 346">
                <a:extLst>
                  <a:ext uri="{FF2B5EF4-FFF2-40B4-BE49-F238E27FC236}">
                    <a16:creationId xmlns:a16="http://schemas.microsoft.com/office/drawing/2014/main" id="{8E365AB0-7238-48D9-85F1-F36D69857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54" name="Freeform 347">
                <a:extLst>
                  <a:ext uri="{FF2B5EF4-FFF2-40B4-BE49-F238E27FC236}">
                    <a16:creationId xmlns:a16="http://schemas.microsoft.com/office/drawing/2014/main" id="{3762AAB4-2E4E-4EE0-9656-EC92D1890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55" name="Freeform 348">
                <a:extLst>
                  <a:ext uri="{FF2B5EF4-FFF2-40B4-BE49-F238E27FC236}">
                    <a16:creationId xmlns:a16="http://schemas.microsoft.com/office/drawing/2014/main" id="{E75D741D-4856-4B0B-AEE0-D9F71B324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3520" name="Group 354">
              <a:extLst>
                <a:ext uri="{FF2B5EF4-FFF2-40B4-BE49-F238E27FC236}">
                  <a16:creationId xmlns:a16="http://schemas.microsoft.com/office/drawing/2014/main" id="{BAB51052-558A-4021-8ADB-BF263DA946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03548" name="Freeform 355">
                <a:extLst>
                  <a:ext uri="{FF2B5EF4-FFF2-40B4-BE49-F238E27FC236}">
                    <a16:creationId xmlns:a16="http://schemas.microsoft.com/office/drawing/2014/main" id="{B81EA843-2557-4BF1-A331-31DC7556C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49" name="Freeform 356">
                <a:extLst>
                  <a:ext uri="{FF2B5EF4-FFF2-40B4-BE49-F238E27FC236}">
                    <a16:creationId xmlns:a16="http://schemas.microsoft.com/office/drawing/2014/main" id="{371B770C-7C66-45F3-AD61-B4CDBBC87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50" name="Freeform 357">
                <a:extLst>
                  <a:ext uri="{FF2B5EF4-FFF2-40B4-BE49-F238E27FC236}">
                    <a16:creationId xmlns:a16="http://schemas.microsoft.com/office/drawing/2014/main" id="{F81B912E-EF27-489F-BB3E-645291136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51" name="Freeform 358">
                <a:extLst>
                  <a:ext uri="{FF2B5EF4-FFF2-40B4-BE49-F238E27FC236}">
                    <a16:creationId xmlns:a16="http://schemas.microsoft.com/office/drawing/2014/main" id="{472BFE03-7670-4B3A-8FA2-3C7352CA3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3521" name="Group 376">
              <a:extLst>
                <a:ext uri="{FF2B5EF4-FFF2-40B4-BE49-F238E27FC236}">
                  <a16:creationId xmlns:a16="http://schemas.microsoft.com/office/drawing/2014/main" id="{6EFAC958-276D-41C0-9A3D-F2408B1D9E6A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03543" name="Freeform 377">
                <a:extLst>
                  <a:ext uri="{FF2B5EF4-FFF2-40B4-BE49-F238E27FC236}">
                    <a16:creationId xmlns:a16="http://schemas.microsoft.com/office/drawing/2014/main" id="{62C517DF-ADF2-440E-9330-F3DE42EA1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44" name="Freeform 378">
                <a:extLst>
                  <a:ext uri="{FF2B5EF4-FFF2-40B4-BE49-F238E27FC236}">
                    <a16:creationId xmlns:a16="http://schemas.microsoft.com/office/drawing/2014/main" id="{2EAAD7AF-5A6B-4C07-932E-613E3E97F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45" name="Freeform 379">
                <a:extLst>
                  <a:ext uri="{FF2B5EF4-FFF2-40B4-BE49-F238E27FC236}">
                    <a16:creationId xmlns:a16="http://schemas.microsoft.com/office/drawing/2014/main" id="{A0BBACE2-161F-44F0-8D13-5DC5C7E5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46" name="Freeform 380">
                <a:extLst>
                  <a:ext uri="{FF2B5EF4-FFF2-40B4-BE49-F238E27FC236}">
                    <a16:creationId xmlns:a16="http://schemas.microsoft.com/office/drawing/2014/main" id="{9C1DC341-0221-4876-BB65-A6CCBD8D1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47" name="Freeform 381">
                <a:extLst>
                  <a:ext uri="{FF2B5EF4-FFF2-40B4-BE49-F238E27FC236}">
                    <a16:creationId xmlns:a16="http://schemas.microsoft.com/office/drawing/2014/main" id="{3E5A148F-B06B-4159-8BDD-4AF8C8E34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3522" name="Group 424">
              <a:extLst>
                <a:ext uri="{FF2B5EF4-FFF2-40B4-BE49-F238E27FC236}">
                  <a16:creationId xmlns:a16="http://schemas.microsoft.com/office/drawing/2014/main" id="{BA40F786-439D-47A4-90E8-2E238067E5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03535" name="Freeform 324">
                <a:extLst>
                  <a:ext uri="{FF2B5EF4-FFF2-40B4-BE49-F238E27FC236}">
                    <a16:creationId xmlns:a16="http://schemas.microsoft.com/office/drawing/2014/main" id="{CA968FE2-F79A-4CBC-B217-E4FC52685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36" name="Freeform 325">
                <a:extLst>
                  <a:ext uri="{FF2B5EF4-FFF2-40B4-BE49-F238E27FC236}">
                    <a16:creationId xmlns:a16="http://schemas.microsoft.com/office/drawing/2014/main" id="{8B52B22B-A4F9-44D4-B40C-F9C04204D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3537" name="Group 388">
                <a:extLst>
                  <a:ext uri="{FF2B5EF4-FFF2-40B4-BE49-F238E27FC236}">
                    <a16:creationId xmlns:a16="http://schemas.microsoft.com/office/drawing/2014/main" id="{4B9708A7-E8E6-47C3-A537-EB9EFEF605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03538" name="Freeform 389">
                  <a:extLst>
                    <a:ext uri="{FF2B5EF4-FFF2-40B4-BE49-F238E27FC236}">
                      <a16:creationId xmlns:a16="http://schemas.microsoft.com/office/drawing/2014/main" id="{BA41BC66-80D9-431B-A894-6ABBD3D924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3539" name="Freeform 390">
                  <a:extLst>
                    <a:ext uri="{FF2B5EF4-FFF2-40B4-BE49-F238E27FC236}">
                      <a16:creationId xmlns:a16="http://schemas.microsoft.com/office/drawing/2014/main" id="{84B1FE1D-CB0F-416C-9EE6-1C7775912C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3540" name="Freeform 391">
                  <a:extLst>
                    <a:ext uri="{FF2B5EF4-FFF2-40B4-BE49-F238E27FC236}">
                      <a16:creationId xmlns:a16="http://schemas.microsoft.com/office/drawing/2014/main" id="{2A6E68EF-7DAC-41A1-AFF9-0B9AB62A21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3541" name="Freeform 392">
                  <a:extLst>
                    <a:ext uri="{FF2B5EF4-FFF2-40B4-BE49-F238E27FC236}">
                      <a16:creationId xmlns:a16="http://schemas.microsoft.com/office/drawing/2014/main" id="{954E6188-8575-4811-9694-80CA718B6D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3542" name="Freeform 393">
                  <a:extLst>
                    <a:ext uri="{FF2B5EF4-FFF2-40B4-BE49-F238E27FC236}">
                      <a16:creationId xmlns:a16="http://schemas.microsoft.com/office/drawing/2014/main" id="{6E57C113-4D13-46CF-90A3-CC5653C4EC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03523" name="Group 400">
              <a:extLst>
                <a:ext uri="{FF2B5EF4-FFF2-40B4-BE49-F238E27FC236}">
                  <a16:creationId xmlns:a16="http://schemas.microsoft.com/office/drawing/2014/main" id="{77FC0D5C-C08D-4E14-9B6E-1BA39C9657F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03530" name="Freeform 401">
                <a:extLst>
                  <a:ext uri="{FF2B5EF4-FFF2-40B4-BE49-F238E27FC236}">
                    <a16:creationId xmlns:a16="http://schemas.microsoft.com/office/drawing/2014/main" id="{96BD8415-7B9D-40E9-8958-42A918E36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31" name="Freeform 402">
                <a:extLst>
                  <a:ext uri="{FF2B5EF4-FFF2-40B4-BE49-F238E27FC236}">
                    <a16:creationId xmlns:a16="http://schemas.microsoft.com/office/drawing/2014/main" id="{418FD737-14FB-4DEF-BB16-090954A15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32" name="Freeform 403">
                <a:extLst>
                  <a:ext uri="{FF2B5EF4-FFF2-40B4-BE49-F238E27FC236}">
                    <a16:creationId xmlns:a16="http://schemas.microsoft.com/office/drawing/2014/main" id="{6A954E23-345D-43A3-9511-EE7E0D60A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33" name="Freeform 404">
                <a:extLst>
                  <a:ext uri="{FF2B5EF4-FFF2-40B4-BE49-F238E27FC236}">
                    <a16:creationId xmlns:a16="http://schemas.microsoft.com/office/drawing/2014/main" id="{A272793B-79C2-4D9F-9FB0-77C41D5DD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34" name="Freeform 405">
                <a:extLst>
                  <a:ext uri="{FF2B5EF4-FFF2-40B4-BE49-F238E27FC236}">
                    <a16:creationId xmlns:a16="http://schemas.microsoft.com/office/drawing/2014/main" id="{A5E71003-0E6B-4B65-96FD-80553CDA9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3524" name="Group 412">
              <a:extLst>
                <a:ext uri="{FF2B5EF4-FFF2-40B4-BE49-F238E27FC236}">
                  <a16:creationId xmlns:a16="http://schemas.microsoft.com/office/drawing/2014/main" id="{D670FAFE-277E-4FCE-B93F-A8E0F1DB5E3E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03525" name="Freeform 413">
                <a:extLst>
                  <a:ext uri="{FF2B5EF4-FFF2-40B4-BE49-F238E27FC236}">
                    <a16:creationId xmlns:a16="http://schemas.microsoft.com/office/drawing/2014/main" id="{30DA0FA0-AA98-4220-B56B-539F76341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26" name="Freeform 414">
                <a:extLst>
                  <a:ext uri="{FF2B5EF4-FFF2-40B4-BE49-F238E27FC236}">
                    <a16:creationId xmlns:a16="http://schemas.microsoft.com/office/drawing/2014/main" id="{016119A7-9899-43AE-ACE1-8C4A7653E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27" name="Freeform 415">
                <a:extLst>
                  <a:ext uri="{FF2B5EF4-FFF2-40B4-BE49-F238E27FC236}">
                    <a16:creationId xmlns:a16="http://schemas.microsoft.com/office/drawing/2014/main" id="{764DBB26-BD7C-4090-BD7D-30B26AD04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28" name="Freeform 416">
                <a:extLst>
                  <a:ext uri="{FF2B5EF4-FFF2-40B4-BE49-F238E27FC236}">
                    <a16:creationId xmlns:a16="http://schemas.microsoft.com/office/drawing/2014/main" id="{210A20FA-9D2D-4465-A9EB-DF9483D1A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3529" name="Freeform 417">
                <a:extLst>
                  <a:ext uri="{FF2B5EF4-FFF2-40B4-BE49-F238E27FC236}">
                    <a16:creationId xmlns:a16="http://schemas.microsoft.com/office/drawing/2014/main" id="{34C57705-3B76-4969-AE60-E322F0835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pic>
        <p:nvPicPr>
          <p:cNvPr id="103426" name="Picture 130" descr="Screen shot 2013-10-07 at 4.06.13 PM.png">
            <a:extLst>
              <a:ext uri="{FF2B5EF4-FFF2-40B4-BE49-F238E27FC236}">
                <a16:creationId xmlns:a16="http://schemas.microsoft.com/office/drawing/2014/main" id="{DC0226BA-F665-4343-BA25-897B7F2C4F9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6124575"/>
            <a:ext cx="251460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427" name="Rectangle 2">
            <a:extLst>
              <a:ext uri="{FF2B5EF4-FFF2-40B4-BE49-F238E27FC236}">
                <a16:creationId xmlns:a16="http://schemas.microsoft.com/office/drawing/2014/main" id="{1E7CBDEB-83B3-4B3C-8EAC-670D0E49A4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Now we can Build a Ripple-Carry Adder</a:t>
            </a:r>
          </a:p>
        </p:txBody>
      </p:sp>
      <p:sp>
        <p:nvSpPr>
          <p:cNvPr id="103428" name="TextBox 125">
            <a:extLst>
              <a:ext uri="{FF2B5EF4-FFF2-40B4-BE49-F238E27FC236}">
                <a16:creationId xmlns:a16="http://schemas.microsoft.com/office/drawing/2014/main" id="{C792D25F-8DBA-44B5-BC21-C8C4272F6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3.14 from the textbook ]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449" name="Group 1">
            <a:extLst>
              <a:ext uri="{FF2B5EF4-FFF2-40B4-BE49-F238E27FC236}">
                <a16:creationId xmlns:a16="http://schemas.microsoft.com/office/drawing/2014/main" id="{BEBE3044-6620-4E6B-8A35-1330689A97BD}"/>
              </a:ext>
            </a:extLst>
          </p:cNvPr>
          <p:cNvGrpSpPr>
            <a:grpSpLocks/>
          </p:cNvGrpSpPr>
          <p:nvPr/>
        </p:nvGrpSpPr>
        <p:grpSpPr bwMode="auto">
          <a:xfrm>
            <a:off x="982663" y="696913"/>
            <a:ext cx="7018337" cy="5703887"/>
            <a:chOff x="1295400" y="1001713"/>
            <a:chExt cx="7018337" cy="570388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79F57F3E-3B3E-8941-B23C-33E40016E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04455" name="Freeform 144">
              <a:extLst>
                <a:ext uri="{FF2B5EF4-FFF2-40B4-BE49-F238E27FC236}">
                  <a16:creationId xmlns:a16="http://schemas.microsoft.com/office/drawing/2014/main" id="{CBA10213-34D2-455E-9D96-D83C196B8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56" name="Line 146">
              <a:extLst>
                <a:ext uri="{FF2B5EF4-FFF2-40B4-BE49-F238E27FC236}">
                  <a16:creationId xmlns:a16="http://schemas.microsoft.com/office/drawing/2014/main" id="{1677CAC2-C44A-4E77-B37D-2B231B0AD0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57" name="Freeform 148">
              <a:extLst>
                <a:ext uri="{FF2B5EF4-FFF2-40B4-BE49-F238E27FC236}">
                  <a16:creationId xmlns:a16="http://schemas.microsoft.com/office/drawing/2014/main" id="{9D16C764-E1E9-4A7C-938E-5764D0F64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58" name="Freeform 149">
              <a:extLst>
                <a:ext uri="{FF2B5EF4-FFF2-40B4-BE49-F238E27FC236}">
                  <a16:creationId xmlns:a16="http://schemas.microsoft.com/office/drawing/2014/main" id="{22613C03-126F-4D03-A375-E80CDE20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59" name="Freeform 150">
              <a:extLst>
                <a:ext uri="{FF2B5EF4-FFF2-40B4-BE49-F238E27FC236}">
                  <a16:creationId xmlns:a16="http://schemas.microsoft.com/office/drawing/2014/main" id="{D4EC43BE-48B1-4099-926D-B014C60CB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60" name="Freeform 151">
              <a:extLst>
                <a:ext uri="{FF2B5EF4-FFF2-40B4-BE49-F238E27FC236}">
                  <a16:creationId xmlns:a16="http://schemas.microsoft.com/office/drawing/2014/main" id="{B5985B2D-FAE9-4D9B-A42C-14AE10A34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61" name="Freeform 152">
              <a:extLst>
                <a:ext uri="{FF2B5EF4-FFF2-40B4-BE49-F238E27FC236}">
                  <a16:creationId xmlns:a16="http://schemas.microsoft.com/office/drawing/2014/main" id="{5054DC23-0C8A-4582-8759-2CC912F88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62" name="Line 153">
              <a:extLst>
                <a:ext uri="{FF2B5EF4-FFF2-40B4-BE49-F238E27FC236}">
                  <a16:creationId xmlns:a16="http://schemas.microsoft.com/office/drawing/2014/main" id="{47802B02-AE3A-4781-AC13-873548C45D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63" name="Line 154">
              <a:extLst>
                <a:ext uri="{FF2B5EF4-FFF2-40B4-BE49-F238E27FC236}">
                  <a16:creationId xmlns:a16="http://schemas.microsoft.com/office/drawing/2014/main" id="{8FAF7270-04FA-41C6-8254-A1B8BD3819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64" name="Line 155">
              <a:extLst>
                <a:ext uri="{FF2B5EF4-FFF2-40B4-BE49-F238E27FC236}">
                  <a16:creationId xmlns:a16="http://schemas.microsoft.com/office/drawing/2014/main" id="{7F84972C-8AEB-468E-80D6-7BE631A6DC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65" name="Line 156">
              <a:extLst>
                <a:ext uri="{FF2B5EF4-FFF2-40B4-BE49-F238E27FC236}">
                  <a16:creationId xmlns:a16="http://schemas.microsoft.com/office/drawing/2014/main" id="{1B36FF32-3B3B-48A0-BFE6-1C18646285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66" name="Freeform 157">
              <a:extLst>
                <a:ext uri="{FF2B5EF4-FFF2-40B4-BE49-F238E27FC236}">
                  <a16:creationId xmlns:a16="http://schemas.microsoft.com/office/drawing/2014/main" id="{09305515-5A8A-48EB-AB7A-992F11A2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67" name="Freeform 158">
              <a:extLst>
                <a:ext uri="{FF2B5EF4-FFF2-40B4-BE49-F238E27FC236}">
                  <a16:creationId xmlns:a16="http://schemas.microsoft.com/office/drawing/2014/main" id="{F99B3FCA-ABCA-42DE-9A1E-8DEAA7861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68" name="Rectangle 159">
              <a:extLst>
                <a:ext uri="{FF2B5EF4-FFF2-40B4-BE49-F238E27FC236}">
                  <a16:creationId xmlns:a16="http://schemas.microsoft.com/office/drawing/2014/main" id="{42B8F813-A3F2-404B-A2CF-EE42CA9BB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69" name="Rectangle 160">
              <a:extLst>
                <a:ext uri="{FF2B5EF4-FFF2-40B4-BE49-F238E27FC236}">
                  <a16:creationId xmlns:a16="http://schemas.microsoft.com/office/drawing/2014/main" id="{D17E84D7-1AAA-47D1-BB3A-59D3C23C4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70" name="Rectangle 161">
              <a:extLst>
                <a:ext uri="{FF2B5EF4-FFF2-40B4-BE49-F238E27FC236}">
                  <a16:creationId xmlns:a16="http://schemas.microsoft.com/office/drawing/2014/main" id="{E8617408-BC20-416A-A720-72439DCF2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71" name="Rectangle 162">
              <a:extLst>
                <a:ext uri="{FF2B5EF4-FFF2-40B4-BE49-F238E27FC236}">
                  <a16:creationId xmlns:a16="http://schemas.microsoft.com/office/drawing/2014/main" id="{BF49D209-B53A-40F7-8322-BE4CED31E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72" name="Rectangle 163">
              <a:extLst>
                <a:ext uri="{FF2B5EF4-FFF2-40B4-BE49-F238E27FC236}">
                  <a16:creationId xmlns:a16="http://schemas.microsoft.com/office/drawing/2014/main" id="{9C585D15-8DC2-404B-A542-EAED00C22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73" name="Rectangle 164">
              <a:extLst>
                <a:ext uri="{FF2B5EF4-FFF2-40B4-BE49-F238E27FC236}">
                  <a16:creationId xmlns:a16="http://schemas.microsoft.com/office/drawing/2014/main" id="{D71165B0-0FDD-4C49-876B-8FBF57859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74" name="Rectangle 165">
              <a:extLst>
                <a:ext uri="{FF2B5EF4-FFF2-40B4-BE49-F238E27FC236}">
                  <a16:creationId xmlns:a16="http://schemas.microsoft.com/office/drawing/2014/main" id="{EC504A51-C332-4A55-8B24-3BAC9A268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75" name="Rectangle 166">
              <a:extLst>
                <a:ext uri="{FF2B5EF4-FFF2-40B4-BE49-F238E27FC236}">
                  <a16:creationId xmlns:a16="http://schemas.microsoft.com/office/drawing/2014/main" id="{910627AF-2165-4C88-B463-2EC18F5E7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76" name="Rectangle 167">
              <a:extLst>
                <a:ext uri="{FF2B5EF4-FFF2-40B4-BE49-F238E27FC236}">
                  <a16:creationId xmlns:a16="http://schemas.microsoft.com/office/drawing/2014/main" id="{1190FAC5-4574-49CD-8194-4633B49C4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85738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77" name="Line 168">
              <a:extLst>
                <a:ext uri="{FF2B5EF4-FFF2-40B4-BE49-F238E27FC236}">
                  <a16:creationId xmlns:a16="http://schemas.microsoft.com/office/drawing/2014/main" id="{12D4C788-A8F2-4FBF-A7AA-DE197DB9EA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78" name="Rectangle 169">
              <a:extLst>
                <a:ext uri="{FF2B5EF4-FFF2-40B4-BE49-F238E27FC236}">
                  <a16:creationId xmlns:a16="http://schemas.microsoft.com/office/drawing/2014/main" id="{D5B0E72B-8D48-4061-9C14-76CD226DC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79" name="Freeform 170">
              <a:extLst>
                <a:ext uri="{FF2B5EF4-FFF2-40B4-BE49-F238E27FC236}">
                  <a16:creationId xmlns:a16="http://schemas.microsoft.com/office/drawing/2014/main" id="{41C19844-61C8-4C09-99D8-961648439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0" name="Freeform 171">
              <a:extLst>
                <a:ext uri="{FF2B5EF4-FFF2-40B4-BE49-F238E27FC236}">
                  <a16:creationId xmlns:a16="http://schemas.microsoft.com/office/drawing/2014/main" id="{C53D3E34-4806-416D-8A4D-DAC89AC8E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1" name="Freeform 172">
              <a:extLst>
                <a:ext uri="{FF2B5EF4-FFF2-40B4-BE49-F238E27FC236}">
                  <a16:creationId xmlns:a16="http://schemas.microsoft.com/office/drawing/2014/main" id="{0586B70A-4C02-4BEB-89FF-7B86F9B7D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2" name="Line 173">
              <a:extLst>
                <a:ext uri="{FF2B5EF4-FFF2-40B4-BE49-F238E27FC236}">
                  <a16:creationId xmlns:a16="http://schemas.microsoft.com/office/drawing/2014/main" id="{92908518-C636-487D-9A22-02BC002BCF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3" name="Line 175">
              <a:extLst>
                <a:ext uri="{FF2B5EF4-FFF2-40B4-BE49-F238E27FC236}">
                  <a16:creationId xmlns:a16="http://schemas.microsoft.com/office/drawing/2014/main" id="{4FCEE6D0-C31C-40CB-B983-AB971D2CB7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4" name="Line 176">
              <a:extLst>
                <a:ext uri="{FF2B5EF4-FFF2-40B4-BE49-F238E27FC236}">
                  <a16:creationId xmlns:a16="http://schemas.microsoft.com/office/drawing/2014/main" id="{382F3829-4515-4A09-87AB-498E2C4786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5" name="Line 177">
              <a:extLst>
                <a:ext uri="{FF2B5EF4-FFF2-40B4-BE49-F238E27FC236}">
                  <a16:creationId xmlns:a16="http://schemas.microsoft.com/office/drawing/2014/main" id="{5CB81DA9-27AF-4A4C-AC07-33143B4879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6" name="Freeform 178">
              <a:extLst>
                <a:ext uri="{FF2B5EF4-FFF2-40B4-BE49-F238E27FC236}">
                  <a16:creationId xmlns:a16="http://schemas.microsoft.com/office/drawing/2014/main" id="{349CD10A-DF4A-44D0-B8DC-EF33D2A73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7" name="Rectangle 179">
              <a:extLst>
                <a:ext uri="{FF2B5EF4-FFF2-40B4-BE49-F238E27FC236}">
                  <a16:creationId xmlns:a16="http://schemas.microsoft.com/office/drawing/2014/main" id="{9CD0A1C1-630D-42EE-9DF2-0B1B5D5A4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647700" cy="239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Stage 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8" name="Rectangle 180">
              <a:extLst>
                <a:ext uri="{FF2B5EF4-FFF2-40B4-BE49-F238E27FC236}">
                  <a16:creationId xmlns:a16="http://schemas.microsoft.com/office/drawing/2014/main" id="{0040B94C-D5D3-41AE-8E97-C98537346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9" name="Rectangle 181">
              <a:extLst>
                <a:ext uri="{FF2B5EF4-FFF2-40B4-BE49-F238E27FC236}">
                  <a16:creationId xmlns:a16="http://schemas.microsoft.com/office/drawing/2014/main" id="{9DA35DED-AA1D-46A0-A08F-7FC32F95A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0" name="Rectangle 182">
              <a:extLst>
                <a:ext uri="{FF2B5EF4-FFF2-40B4-BE49-F238E27FC236}">
                  <a16:creationId xmlns:a16="http://schemas.microsoft.com/office/drawing/2014/main" id="{A9108195-0FC5-4E9A-B6D4-8916121BB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1" name="Rectangle 183">
              <a:extLst>
                <a:ext uri="{FF2B5EF4-FFF2-40B4-BE49-F238E27FC236}">
                  <a16:creationId xmlns:a16="http://schemas.microsoft.com/office/drawing/2014/main" id="{955E38CA-A6CD-4E00-9B25-424DE273B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2" name="Rectangle 184">
              <a:extLst>
                <a:ext uri="{FF2B5EF4-FFF2-40B4-BE49-F238E27FC236}">
                  <a16:creationId xmlns:a16="http://schemas.microsoft.com/office/drawing/2014/main" id="{D3BD07AA-21C2-4B40-A846-824E1A767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3" name="Rectangle 185">
              <a:extLst>
                <a:ext uri="{FF2B5EF4-FFF2-40B4-BE49-F238E27FC236}">
                  <a16:creationId xmlns:a16="http://schemas.microsoft.com/office/drawing/2014/main" id="{C4444260-B9FB-4A87-9B0D-33DD5DA58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4" name="Rectangle 186">
              <a:extLst>
                <a:ext uri="{FF2B5EF4-FFF2-40B4-BE49-F238E27FC236}">
                  <a16:creationId xmlns:a16="http://schemas.microsoft.com/office/drawing/2014/main" id="{2AD3AFD7-9A4E-44FC-AAE6-BE82546C2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5" name="Rectangle 187">
              <a:extLst>
                <a:ext uri="{FF2B5EF4-FFF2-40B4-BE49-F238E27FC236}">
                  <a16:creationId xmlns:a16="http://schemas.microsoft.com/office/drawing/2014/main" id="{26141CD9-69FC-4C3C-9E27-EEA34C9AC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6" name="Rectangle 188">
              <a:extLst>
                <a:ext uri="{FF2B5EF4-FFF2-40B4-BE49-F238E27FC236}">
                  <a16:creationId xmlns:a16="http://schemas.microsoft.com/office/drawing/2014/main" id="{09CBAB5D-32BF-4C4B-ABAF-6FD68E462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85738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7" name="Line 189">
              <a:extLst>
                <a:ext uri="{FF2B5EF4-FFF2-40B4-BE49-F238E27FC236}">
                  <a16:creationId xmlns:a16="http://schemas.microsoft.com/office/drawing/2014/main" id="{F003FEC1-B874-41CD-957C-BEA4B16126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8" name="Rectangle 190">
              <a:extLst>
                <a:ext uri="{FF2B5EF4-FFF2-40B4-BE49-F238E27FC236}">
                  <a16:creationId xmlns:a16="http://schemas.microsoft.com/office/drawing/2014/main" id="{0CED7E6D-3038-4C8C-8AE8-8EB295CAD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9" name="Freeform 191">
              <a:extLst>
                <a:ext uri="{FF2B5EF4-FFF2-40B4-BE49-F238E27FC236}">
                  <a16:creationId xmlns:a16="http://schemas.microsoft.com/office/drawing/2014/main" id="{02BF4952-2495-41C5-827B-9C91605DB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0" name="Rectangle 192">
              <a:extLst>
                <a:ext uri="{FF2B5EF4-FFF2-40B4-BE49-F238E27FC236}">
                  <a16:creationId xmlns:a16="http://schemas.microsoft.com/office/drawing/2014/main" id="{4D6FF313-1399-4D3E-BBB9-EA714C7C3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647700" cy="239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Stage 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1" name="Rectangle 193">
              <a:extLst>
                <a:ext uri="{FF2B5EF4-FFF2-40B4-BE49-F238E27FC236}">
                  <a16:creationId xmlns:a16="http://schemas.microsoft.com/office/drawing/2014/main" id="{2D09960D-C9C1-4A44-9219-332C4421C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95263" cy="2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2" name="Rectangle 194">
              <a:extLst>
                <a:ext uri="{FF2B5EF4-FFF2-40B4-BE49-F238E27FC236}">
                  <a16:creationId xmlns:a16="http://schemas.microsoft.com/office/drawing/2014/main" id="{D8FBF41E-367B-4E5C-B7A0-A481F84EA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3" name="Rectangle 195">
              <a:extLst>
                <a:ext uri="{FF2B5EF4-FFF2-40B4-BE49-F238E27FC236}">
                  <a16:creationId xmlns:a16="http://schemas.microsoft.com/office/drawing/2014/main" id="{D17170E7-337D-4FE2-A677-20CCB43F8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4" name="Rectangle 196">
              <a:extLst>
                <a:ext uri="{FF2B5EF4-FFF2-40B4-BE49-F238E27FC236}">
                  <a16:creationId xmlns:a16="http://schemas.microsoft.com/office/drawing/2014/main" id="{A8A2845D-3117-4F5A-B286-3E72CC2E5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5" name="Rectangle 197">
              <a:extLst>
                <a:ext uri="{FF2B5EF4-FFF2-40B4-BE49-F238E27FC236}">
                  <a16:creationId xmlns:a16="http://schemas.microsoft.com/office/drawing/2014/main" id="{46ABD753-AE14-4722-AAD4-24590B7BB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6" name="Line 200">
              <a:extLst>
                <a:ext uri="{FF2B5EF4-FFF2-40B4-BE49-F238E27FC236}">
                  <a16:creationId xmlns:a16="http://schemas.microsoft.com/office/drawing/2014/main" id="{33FBD232-6F8C-468A-B328-17402FF449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7" name="Line 201">
              <a:extLst>
                <a:ext uri="{FF2B5EF4-FFF2-40B4-BE49-F238E27FC236}">
                  <a16:creationId xmlns:a16="http://schemas.microsoft.com/office/drawing/2014/main" id="{EFBF6210-5E15-4567-AF12-70DF52B032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8" name="Line 206">
              <a:extLst>
                <a:ext uri="{FF2B5EF4-FFF2-40B4-BE49-F238E27FC236}">
                  <a16:creationId xmlns:a16="http://schemas.microsoft.com/office/drawing/2014/main" id="{7298A8F2-326C-45CD-948B-554EE815EC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9" name="Line 207">
              <a:extLst>
                <a:ext uri="{FF2B5EF4-FFF2-40B4-BE49-F238E27FC236}">
                  <a16:creationId xmlns:a16="http://schemas.microsoft.com/office/drawing/2014/main" id="{699F91D4-4218-4F69-A722-0157B12B5A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0" name="Line 208">
              <a:extLst>
                <a:ext uri="{FF2B5EF4-FFF2-40B4-BE49-F238E27FC236}">
                  <a16:creationId xmlns:a16="http://schemas.microsoft.com/office/drawing/2014/main" id="{6E0F1D1F-C90E-4D70-BFD2-49AD955629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1" name="Line 215">
              <a:extLst>
                <a:ext uri="{FF2B5EF4-FFF2-40B4-BE49-F238E27FC236}">
                  <a16:creationId xmlns:a16="http://schemas.microsoft.com/office/drawing/2014/main" id="{C066295F-33F6-41D5-96E4-F29EBAF95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2" name="Line 217">
              <a:extLst>
                <a:ext uri="{FF2B5EF4-FFF2-40B4-BE49-F238E27FC236}">
                  <a16:creationId xmlns:a16="http://schemas.microsoft.com/office/drawing/2014/main" id="{9DA62FCA-6C1E-413D-A8DB-A67693C600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3" name="Line 219">
              <a:extLst>
                <a:ext uri="{FF2B5EF4-FFF2-40B4-BE49-F238E27FC236}">
                  <a16:creationId xmlns:a16="http://schemas.microsoft.com/office/drawing/2014/main" id="{852A5A5E-7A8C-4CEC-8E28-FA48AADE8B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4" name="Line 226">
              <a:extLst>
                <a:ext uri="{FF2B5EF4-FFF2-40B4-BE49-F238E27FC236}">
                  <a16:creationId xmlns:a16="http://schemas.microsoft.com/office/drawing/2014/main" id="{C8C86A02-04A3-4E00-9F3D-7627DAD407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5" name="Line 227">
              <a:extLst>
                <a:ext uri="{FF2B5EF4-FFF2-40B4-BE49-F238E27FC236}">
                  <a16:creationId xmlns:a16="http://schemas.microsoft.com/office/drawing/2014/main" id="{DD3C9040-B4C0-4897-8462-8B905BAC4F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6" name="Line 228">
              <a:extLst>
                <a:ext uri="{FF2B5EF4-FFF2-40B4-BE49-F238E27FC236}">
                  <a16:creationId xmlns:a16="http://schemas.microsoft.com/office/drawing/2014/main" id="{E8FD0C40-C7BE-4A66-8DC3-EA46FD2599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7" name="Line 233">
              <a:extLst>
                <a:ext uri="{FF2B5EF4-FFF2-40B4-BE49-F238E27FC236}">
                  <a16:creationId xmlns:a16="http://schemas.microsoft.com/office/drawing/2014/main" id="{95DE089F-1CCA-4409-92A8-58C3335E2B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8" name="Line 234">
              <a:extLst>
                <a:ext uri="{FF2B5EF4-FFF2-40B4-BE49-F238E27FC236}">
                  <a16:creationId xmlns:a16="http://schemas.microsoft.com/office/drawing/2014/main" id="{D7F08DDB-3174-4644-A674-8BCE7993A9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9" name="Line 235">
              <a:extLst>
                <a:ext uri="{FF2B5EF4-FFF2-40B4-BE49-F238E27FC236}">
                  <a16:creationId xmlns:a16="http://schemas.microsoft.com/office/drawing/2014/main" id="{21EA8672-BA5D-4539-80AE-08D5A99C93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0" name="Line 242">
              <a:extLst>
                <a:ext uri="{FF2B5EF4-FFF2-40B4-BE49-F238E27FC236}">
                  <a16:creationId xmlns:a16="http://schemas.microsoft.com/office/drawing/2014/main" id="{93274E5E-F5AB-4C00-8D12-0FA6F79141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1" name="Line 244">
              <a:extLst>
                <a:ext uri="{FF2B5EF4-FFF2-40B4-BE49-F238E27FC236}">
                  <a16:creationId xmlns:a16="http://schemas.microsoft.com/office/drawing/2014/main" id="{6D4ABB1E-5D27-4E80-89F6-1883313B74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2" name="Line 245">
              <a:extLst>
                <a:ext uri="{FF2B5EF4-FFF2-40B4-BE49-F238E27FC236}">
                  <a16:creationId xmlns:a16="http://schemas.microsoft.com/office/drawing/2014/main" id="{27F01B12-339E-4080-A897-A987FF5E3C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3" name="Line 246">
              <a:extLst>
                <a:ext uri="{FF2B5EF4-FFF2-40B4-BE49-F238E27FC236}">
                  <a16:creationId xmlns:a16="http://schemas.microsoft.com/office/drawing/2014/main" id="{6780C9E0-5B0F-4800-8C1F-5333BEA265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4" name="Line 255">
              <a:extLst>
                <a:ext uri="{FF2B5EF4-FFF2-40B4-BE49-F238E27FC236}">
                  <a16:creationId xmlns:a16="http://schemas.microsoft.com/office/drawing/2014/main" id="{F36711EE-2EBE-4DEF-9FBA-EA30B1B683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5" name="Line 256">
              <a:extLst>
                <a:ext uri="{FF2B5EF4-FFF2-40B4-BE49-F238E27FC236}">
                  <a16:creationId xmlns:a16="http://schemas.microsoft.com/office/drawing/2014/main" id="{F5CE2F4F-5657-4F5A-AEE7-28FD2821F1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6" name="Line 266">
              <a:extLst>
                <a:ext uri="{FF2B5EF4-FFF2-40B4-BE49-F238E27FC236}">
                  <a16:creationId xmlns:a16="http://schemas.microsoft.com/office/drawing/2014/main" id="{4E03C78C-FFFD-472E-8644-FA97CBE901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7" name="Line 267">
              <a:extLst>
                <a:ext uri="{FF2B5EF4-FFF2-40B4-BE49-F238E27FC236}">
                  <a16:creationId xmlns:a16="http://schemas.microsoft.com/office/drawing/2014/main" id="{E76B5597-B966-4623-A4F2-9D8A783DF6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8" name="Line 269">
              <a:extLst>
                <a:ext uri="{FF2B5EF4-FFF2-40B4-BE49-F238E27FC236}">
                  <a16:creationId xmlns:a16="http://schemas.microsoft.com/office/drawing/2014/main" id="{8672227A-2693-4F71-9F93-00A2B05541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9" name="Line 270">
              <a:extLst>
                <a:ext uri="{FF2B5EF4-FFF2-40B4-BE49-F238E27FC236}">
                  <a16:creationId xmlns:a16="http://schemas.microsoft.com/office/drawing/2014/main" id="{31568882-77E0-4740-87E3-71ECF247F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0" name="Freeform 275">
              <a:extLst>
                <a:ext uri="{FF2B5EF4-FFF2-40B4-BE49-F238E27FC236}">
                  <a16:creationId xmlns:a16="http://schemas.microsoft.com/office/drawing/2014/main" id="{C48C812B-DE64-49B3-8F1B-7998E73C5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1" name="Freeform 276">
              <a:extLst>
                <a:ext uri="{FF2B5EF4-FFF2-40B4-BE49-F238E27FC236}">
                  <a16:creationId xmlns:a16="http://schemas.microsoft.com/office/drawing/2014/main" id="{9FC5DCB5-98CC-4E4A-B790-E3BFCE362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2" name="Freeform 277">
              <a:extLst>
                <a:ext uri="{FF2B5EF4-FFF2-40B4-BE49-F238E27FC236}">
                  <a16:creationId xmlns:a16="http://schemas.microsoft.com/office/drawing/2014/main" id="{EF037A82-2514-4C5A-AC9E-5791EB89F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3" name="Freeform 278">
              <a:extLst>
                <a:ext uri="{FF2B5EF4-FFF2-40B4-BE49-F238E27FC236}">
                  <a16:creationId xmlns:a16="http://schemas.microsoft.com/office/drawing/2014/main" id="{A2C09C01-E7DF-4C04-9B99-71C880122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4" name="Freeform 279">
              <a:extLst>
                <a:ext uri="{FF2B5EF4-FFF2-40B4-BE49-F238E27FC236}">
                  <a16:creationId xmlns:a16="http://schemas.microsoft.com/office/drawing/2014/main" id="{F7B639E6-95A5-47FB-9372-A4970598B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5" name="Line 280">
              <a:extLst>
                <a:ext uri="{FF2B5EF4-FFF2-40B4-BE49-F238E27FC236}">
                  <a16:creationId xmlns:a16="http://schemas.microsoft.com/office/drawing/2014/main" id="{6CC6BC3F-2835-42CF-99F9-12EAE622B7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6" name="Rectangle 281">
              <a:extLst>
                <a:ext uri="{FF2B5EF4-FFF2-40B4-BE49-F238E27FC236}">
                  <a16:creationId xmlns:a16="http://schemas.microsoft.com/office/drawing/2014/main" id="{FD7C9DEF-215A-4EF7-834C-6F185CDD2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7" name="AutoShape 288">
              <a:extLst>
                <a:ext uri="{FF2B5EF4-FFF2-40B4-BE49-F238E27FC236}">
                  <a16:creationId xmlns:a16="http://schemas.microsoft.com/office/drawing/2014/main" id="{7E6AB85D-E125-4CC1-B4C0-50801208FBE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8" name="AutoShape 290">
              <a:extLst>
                <a:ext uri="{FF2B5EF4-FFF2-40B4-BE49-F238E27FC236}">
                  <a16:creationId xmlns:a16="http://schemas.microsoft.com/office/drawing/2014/main" id="{48F89F1B-41D5-4FAD-BB2E-CA2ECF20553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9" name="AutoShape 293">
              <a:extLst>
                <a:ext uri="{FF2B5EF4-FFF2-40B4-BE49-F238E27FC236}">
                  <a16:creationId xmlns:a16="http://schemas.microsoft.com/office/drawing/2014/main" id="{8862F4CC-E077-47D0-B71D-A1C4AC55DC6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40" name="AutoShape 296">
              <a:extLst>
                <a:ext uri="{FF2B5EF4-FFF2-40B4-BE49-F238E27FC236}">
                  <a16:creationId xmlns:a16="http://schemas.microsoft.com/office/drawing/2014/main" id="{77C989FF-27A4-4A0B-89D1-0FB03ADDD3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41" name="Freeform 310">
              <a:extLst>
                <a:ext uri="{FF2B5EF4-FFF2-40B4-BE49-F238E27FC236}">
                  <a16:creationId xmlns:a16="http://schemas.microsoft.com/office/drawing/2014/main" id="{383C751C-E0C6-476E-BD3D-381246404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42" name="Freeform 311">
              <a:extLst>
                <a:ext uri="{FF2B5EF4-FFF2-40B4-BE49-F238E27FC236}">
                  <a16:creationId xmlns:a16="http://schemas.microsoft.com/office/drawing/2014/main" id="{C1ECA395-C8E5-4122-9FC1-2FFE07077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04543" name="Group 344">
              <a:extLst>
                <a:ext uri="{FF2B5EF4-FFF2-40B4-BE49-F238E27FC236}">
                  <a16:creationId xmlns:a16="http://schemas.microsoft.com/office/drawing/2014/main" id="{5A8603C2-99AB-498E-9550-81BB79B5A3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04576" name="Freeform 345">
                <a:extLst>
                  <a:ext uri="{FF2B5EF4-FFF2-40B4-BE49-F238E27FC236}">
                    <a16:creationId xmlns:a16="http://schemas.microsoft.com/office/drawing/2014/main" id="{940572BF-29A2-4984-9F62-565B228A8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77" name="Freeform 346">
                <a:extLst>
                  <a:ext uri="{FF2B5EF4-FFF2-40B4-BE49-F238E27FC236}">
                    <a16:creationId xmlns:a16="http://schemas.microsoft.com/office/drawing/2014/main" id="{22266CBA-7D29-4B67-AD20-B03727C2C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78" name="Freeform 347">
                <a:extLst>
                  <a:ext uri="{FF2B5EF4-FFF2-40B4-BE49-F238E27FC236}">
                    <a16:creationId xmlns:a16="http://schemas.microsoft.com/office/drawing/2014/main" id="{CBF4135D-03B0-428B-8129-B5E418B9A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79" name="Freeform 348">
                <a:extLst>
                  <a:ext uri="{FF2B5EF4-FFF2-40B4-BE49-F238E27FC236}">
                    <a16:creationId xmlns:a16="http://schemas.microsoft.com/office/drawing/2014/main" id="{F5580F8B-7E5A-4B0F-83CD-0100B2C48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4544" name="Group 354">
              <a:extLst>
                <a:ext uri="{FF2B5EF4-FFF2-40B4-BE49-F238E27FC236}">
                  <a16:creationId xmlns:a16="http://schemas.microsoft.com/office/drawing/2014/main" id="{285E15BE-C319-40B9-AF9D-4D42C42EBF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04572" name="Freeform 355">
                <a:extLst>
                  <a:ext uri="{FF2B5EF4-FFF2-40B4-BE49-F238E27FC236}">
                    <a16:creationId xmlns:a16="http://schemas.microsoft.com/office/drawing/2014/main" id="{143DD14C-62BD-4EE8-904B-5002F968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73" name="Freeform 356">
                <a:extLst>
                  <a:ext uri="{FF2B5EF4-FFF2-40B4-BE49-F238E27FC236}">
                    <a16:creationId xmlns:a16="http://schemas.microsoft.com/office/drawing/2014/main" id="{D33518C5-5DE9-4FFF-8BDF-6E5B59360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74" name="Freeform 357">
                <a:extLst>
                  <a:ext uri="{FF2B5EF4-FFF2-40B4-BE49-F238E27FC236}">
                    <a16:creationId xmlns:a16="http://schemas.microsoft.com/office/drawing/2014/main" id="{878F23BE-B302-4A30-960C-92F524FCB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75" name="Freeform 358">
                <a:extLst>
                  <a:ext uri="{FF2B5EF4-FFF2-40B4-BE49-F238E27FC236}">
                    <a16:creationId xmlns:a16="http://schemas.microsoft.com/office/drawing/2014/main" id="{A2AC8C35-69AB-43EC-88C8-9E06A867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4545" name="Group 376">
              <a:extLst>
                <a:ext uri="{FF2B5EF4-FFF2-40B4-BE49-F238E27FC236}">
                  <a16:creationId xmlns:a16="http://schemas.microsoft.com/office/drawing/2014/main" id="{14009017-CFF6-428B-835E-9595106646A8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04567" name="Freeform 377">
                <a:extLst>
                  <a:ext uri="{FF2B5EF4-FFF2-40B4-BE49-F238E27FC236}">
                    <a16:creationId xmlns:a16="http://schemas.microsoft.com/office/drawing/2014/main" id="{12C2D395-8E2F-4CF0-A149-BCA472990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68" name="Freeform 378">
                <a:extLst>
                  <a:ext uri="{FF2B5EF4-FFF2-40B4-BE49-F238E27FC236}">
                    <a16:creationId xmlns:a16="http://schemas.microsoft.com/office/drawing/2014/main" id="{2A773A89-1C52-4094-985E-7AE0F81F2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69" name="Freeform 379">
                <a:extLst>
                  <a:ext uri="{FF2B5EF4-FFF2-40B4-BE49-F238E27FC236}">
                    <a16:creationId xmlns:a16="http://schemas.microsoft.com/office/drawing/2014/main" id="{451A74C4-834D-453B-AAF8-D6CDCF095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70" name="Freeform 380">
                <a:extLst>
                  <a:ext uri="{FF2B5EF4-FFF2-40B4-BE49-F238E27FC236}">
                    <a16:creationId xmlns:a16="http://schemas.microsoft.com/office/drawing/2014/main" id="{B4C780F1-CF0E-430D-8A45-D0C75B2E3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71" name="Freeform 381">
                <a:extLst>
                  <a:ext uri="{FF2B5EF4-FFF2-40B4-BE49-F238E27FC236}">
                    <a16:creationId xmlns:a16="http://schemas.microsoft.com/office/drawing/2014/main" id="{3B802EF4-D354-4495-8179-282FE71C8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4546" name="Group 424">
              <a:extLst>
                <a:ext uri="{FF2B5EF4-FFF2-40B4-BE49-F238E27FC236}">
                  <a16:creationId xmlns:a16="http://schemas.microsoft.com/office/drawing/2014/main" id="{C45D86C2-7327-4449-A71A-D72DF9521E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04559" name="Freeform 324">
                <a:extLst>
                  <a:ext uri="{FF2B5EF4-FFF2-40B4-BE49-F238E27FC236}">
                    <a16:creationId xmlns:a16="http://schemas.microsoft.com/office/drawing/2014/main" id="{7EB01316-3882-4088-B953-F0736A7A8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60" name="Freeform 325">
                <a:extLst>
                  <a:ext uri="{FF2B5EF4-FFF2-40B4-BE49-F238E27FC236}">
                    <a16:creationId xmlns:a16="http://schemas.microsoft.com/office/drawing/2014/main" id="{14DE8906-B614-4C8A-9811-F7B622E1D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4561" name="Group 388">
                <a:extLst>
                  <a:ext uri="{FF2B5EF4-FFF2-40B4-BE49-F238E27FC236}">
                    <a16:creationId xmlns:a16="http://schemas.microsoft.com/office/drawing/2014/main" id="{3DDA95A8-5C8A-41C9-8863-59876DB959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04562" name="Freeform 389">
                  <a:extLst>
                    <a:ext uri="{FF2B5EF4-FFF2-40B4-BE49-F238E27FC236}">
                      <a16:creationId xmlns:a16="http://schemas.microsoft.com/office/drawing/2014/main" id="{B4BF0549-642F-48CB-8C02-17A1AD70BB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4563" name="Freeform 390">
                  <a:extLst>
                    <a:ext uri="{FF2B5EF4-FFF2-40B4-BE49-F238E27FC236}">
                      <a16:creationId xmlns:a16="http://schemas.microsoft.com/office/drawing/2014/main" id="{D1B1AEBD-03A3-4591-9E68-2D7DFF6607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4564" name="Freeform 391">
                  <a:extLst>
                    <a:ext uri="{FF2B5EF4-FFF2-40B4-BE49-F238E27FC236}">
                      <a16:creationId xmlns:a16="http://schemas.microsoft.com/office/drawing/2014/main" id="{58E130BB-54DB-4734-8F41-25B76FDE45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4565" name="Freeform 392">
                  <a:extLst>
                    <a:ext uri="{FF2B5EF4-FFF2-40B4-BE49-F238E27FC236}">
                      <a16:creationId xmlns:a16="http://schemas.microsoft.com/office/drawing/2014/main" id="{7BB92BE3-4774-47FC-B642-78945E52C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4566" name="Freeform 393">
                  <a:extLst>
                    <a:ext uri="{FF2B5EF4-FFF2-40B4-BE49-F238E27FC236}">
                      <a16:creationId xmlns:a16="http://schemas.microsoft.com/office/drawing/2014/main" id="{0B494D39-DD69-400A-BC00-8CA5F749DD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04547" name="Group 400">
              <a:extLst>
                <a:ext uri="{FF2B5EF4-FFF2-40B4-BE49-F238E27FC236}">
                  <a16:creationId xmlns:a16="http://schemas.microsoft.com/office/drawing/2014/main" id="{6F17A6D7-34E0-4973-B4A2-AFD4B9795F6F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04554" name="Freeform 401">
                <a:extLst>
                  <a:ext uri="{FF2B5EF4-FFF2-40B4-BE49-F238E27FC236}">
                    <a16:creationId xmlns:a16="http://schemas.microsoft.com/office/drawing/2014/main" id="{5A9EB588-D658-4871-89D1-CBEAD0A48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55" name="Freeform 402">
                <a:extLst>
                  <a:ext uri="{FF2B5EF4-FFF2-40B4-BE49-F238E27FC236}">
                    <a16:creationId xmlns:a16="http://schemas.microsoft.com/office/drawing/2014/main" id="{CF9C08C7-B7A8-41AA-BB62-5E09C3DB8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56" name="Freeform 403">
                <a:extLst>
                  <a:ext uri="{FF2B5EF4-FFF2-40B4-BE49-F238E27FC236}">
                    <a16:creationId xmlns:a16="http://schemas.microsoft.com/office/drawing/2014/main" id="{990752B5-14AE-4AFE-844B-F4396E5B9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57" name="Freeform 404">
                <a:extLst>
                  <a:ext uri="{FF2B5EF4-FFF2-40B4-BE49-F238E27FC236}">
                    <a16:creationId xmlns:a16="http://schemas.microsoft.com/office/drawing/2014/main" id="{AE12F944-7C3A-415E-98A2-B7DB032AF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58" name="Freeform 405">
                <a:extLst>
                  <a:ext uri="{FF2B5EF4-FFF2-40B4-BE49-F238E27FC236}">
                    <a16:creationId xmlns:a16="http://schemas.microsoft.com/office/drawing/2014/main" id="{CD2A6261-FC68-4558-BA0B-B5D1AEE3B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4548" name="Group 412">
              <a:extLst>
                <a:ext uri="{FF2B5EF4-FFF2-40B4-BE49-F238E27FC236}">
                  <a16:creationId xmlns:a16="http://schemas.microsoft.com/office/drawing/2014/main" id="{92D28658-B560-4472-BF37-35E318DE52D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04549" name="Freeform 413">
                <a:extLst>
                  <a:ext uri="{FF2B5EF4-FFF2-40B4-BE49-F238E27FC236}">
                    <a16:creationId xmlns:a16="http://schemas.microsoft.com/office/drawing/2014/main" id="{E3FF5667-8008-4B9C-AF99-7537DA490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50" name="Freeform 414">
                <a:extLst>
                  <a:ext uri="{FF2B5EF4-FFF2-40B4-BE49-F238E27FC236}">
                    <a16:creationId xmlns:a16="http://schemas.microsoft.com/office/drawing/2014/main" id="{99BEF87E-E5D9-4878-B2E4-DD5001333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51" name="Freeform 415">
                <a:extLst>
                  <a:ext uri="{FF2B5EF4-FFF2-40B4-BE49-F238E27FC236}">
                    <a16:creationId xmlns:a16="http://schemas.microsoft.com/office/drawing/2014/main" id="{4F20BD9B-EBEA-4E49-838A-A806419E3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52" name="Freeform 416">
                <a:extLst>
                  <a:ext uri="{FF2B5EF4-FFF2-40B4-BE49-F238E27FC236}">
                    <a16:creationId xmlns:a16="http://schemas.microsoft.com/office/drawing/2014/main" id="{C95C84BA-D38E-47CF-B341-D7EAA5309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4553" name="Freeform 417">
                <a:extLst>
                  <a:ext uri="{FF2B5EF4-FFF2-40B4-BE49-F238E27FC236}">
                    <a16:creationId xmlns:a16="http://schemas.microsoft.com/office/drawing/2014/main" id="{426B97CA-4BA5-4619-A18F-19AAF3BDF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pic>
        <p:nvPicPr>
          <p:cNvPr id="104450" name="Picture 130" descr="Screen shot 2013-10-07 at 4.06.13 PM.png">
            <a:extLst>
              <a:ext uri="{FF2B5EF4-FFF2-40B4-BE49-F238E27FC236}">
                <a16:creationId xmlns:a16="http://schemas.microsoft.com/office/drawing/2014/main" id="{D0C2F585-28F3-4C6D-91EE-C6FE34479F4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6124575"/>
            <a:ext cx="251460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451" name="Rectangle 2">
            <a:extLst>
              <a:ext uri="{FF2B5EF4-FFF2-40B4-BE49-F238E27FC236}">
                <a16:creationId xmlns:a16="http://schemas.microsoft.com/office/drawing/2014/main" id="{8AF220E9-6F8C-431D-98BA-3BFD8A84A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Now we can Build a Ripple-Carry Adder</a:t>
            </a:r>
          </a:p>
        </p:txBody>
      </p:sp>
      <p:sp>
        <p:nvSpPr>
          <p:cNvPr id="104452" name="TextBox 125">
            <a:extLst>
              <a:ext uri="{FF2B5EF4-FFF2-40B4-BE49-F238E27FC236}">
                <a16:creationId xmlns:a16="http://schemas.microsoft.com/office/drawing/2014/main" id="{C9EA8C53-818A-4EB1-81E1-A2F9A4F172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3.14 from the textbook ]</a:t>
            </a:r>
          </a:p>
        </p:txBody>
      </p:sp>
      <p:sp>
        <p:nvSpPr>
          <p:cNvPr id="104453" name="Line 174">
            <a:extLst>
              <a:ext uri="{FF2B5EF4-FFF2-40B4-BE49-F238E27FC236}">
                <a16:creationId xmlns:a16="http://schemas.microsoft.com/office/drawing/2014/main" id="{D4A4DEA5-5940-49E6-B2BB-DE7B64C295A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73763" y="261937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473" name="Group 1">
            <a:extLst>
              <a:ext uri="{FF2B5EF4-FFF2-40B4-BE49-F238E27FC236}">
                <a16:creationId xmlns:a16="http://schemas.microsoft.com/office/drawing/2014/main" id="{55FB4CBF-9C9F-4DE8-A853-9F10293B77DD}"/>
              </a:ext>
            </a:extLst>
          </p:cNvPr>
          <p:cNvGrpSpPr>
            <a:grpSpLocks/>
          </p:cNvGrpSpPr>
          <p:nvPr/>
        </p:nvGrpSpPr>
        <p:grpSpPr bwMode="auto">
          <a:xfrm>
            <a:off x="982663" y="696913"/>
            <a:ext cx="7018337" cy="5703887"/>
            <a:chOff x="1295400" y="1001713"/>
            <a:chExt cx="7018337" cy="570388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407CA3D1-E571-1243-B586-AA56FD522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05480" name="Freeform 144">
              <a:extLst>
                <a:ext uri="{FF2B5EF4-FFF2-40B4-BE49-F238E27FC236}">
                  <a16:creationId xmlns:a16="http://schemas.microsoft.com/office/drawing/2014/main" id="{3A545D87-E5D7-4FDE-AFEE-258D7D9A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81" name="Line 146">
              <a:extLst>
                <a:ext uri="{FF2B5EF4-FFF2-40B4-BE49-F238E27FC236}">
                  <a16:creationId xmlns:a16="http://schemas.microsoft.com/office/drawing/2014/main" id="{30ECCD13-4CCE-4046-8365-059F87B315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82" name="Freeform 148">
              <a:extLst>
                <a:ext uri="{FF2B5EF4-FFF2-40B4-BE49-F238E27FC236}">
                  <a16:creationId xmlns:a16="http://schemas.microsoft.com/office/drawing/2014/main" id="{76518F7C-3825-495B-8A27-F46FE1CF8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83" name="Freeform 149">
              <a:extLst>
                <a:ext uri="{FF2B5EF4-FFF2-40B4-BE49-F238E27FC236}">
                  <a16:creationId xmlns:a16="http://schemas.microsoft.com/office/drawing/2014/main" id="{04B6C52C-DC09-4269-9F9E-3877CB4FD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84" name="Freeform 150">
              <a:extLst>
                <a:ext uri="{FF2B5EF4-FFF2-40B4-BE49-F238E27FC236}">
                  <a16:creationId xmlns:a16="http://schemas.microsoft.com/office/drawing/2014/main" id="{B8FD24A6-0568-4589-978E-5AE357EED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85" name="Freeform 151">
              <a:extLst>
                <a:ext uri="{FF2B5EF4-FFF2-40B4-BE49-F238E27FC236}">
                  <a16:creationId xmlns:a16="http://schemas.microsoft.com/office/drawing/2014/main" id="{D61F522B-AD4D-4FB8-93F1-0B2484A97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86" name="Freeform 152">
              <a:extLst>
                <a:ext uri="{FF2B5EF4-FFF2-40B4-BE49-F238E27FC236}">
                  <a16:creationId xmlns:a16="http://schemas.microsoft.com/office/drawing/2014/main" id="{6E528466-8989-406B-9A4F-B6838B8C6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87" name="Line 153">
              <a:extLst>
                <a:ext uri="{FF2B5EF4-FFF2-40B4-BE49-F238E27FC236}">
                  <a16:creationId xmlns:a16="http://schemas.microsoft.com/office/drawing/2014/main" id="{B740497F-BB65-48EB-A6C5-6E832A517C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88" name="Line 154">
              <a:extLst>
                <a:ext uri="{FF2B5EF4-FFF2-40B4-BE49-F238E27FC236}">
                  <a16:creationId xmlns:a16="http://schemas.microsoft.com/office/drawing/2014/main" id="{D7DB086D-662E-4BA8-ADF6-94CEF83B73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89" name="Line 155">
              <a:extLst>
                <a:ext uri="{FF2B5EF4-FFF2-40B4-BE49-F238E27FC236}">
                  <a16:creationId xmlns:a16="http://schemas.microsoft.com/office/drawing/2014/main" id="{EEEECC25-E513-4D1C-961B-6A793B26FD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90" name="Line 156">
              <a:extLst>
                <a:ext uri="{FF2B5EF4-FFF2-40B4-BE49-F238E27FC236}">
                  <a16:creationId xmlns:a16="http://schemas.microsoft.com/office/drawing/2014/main" id="{71CC3E4C-842E-4533-9BCF-4A1BA69B17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91" name="Freeform 157">
              <a:extLst>
                <a:ext uri="{FF2B5EF4-FFF2-40B4-BE49-F238E27FC236}">
                  <a16:creationId xmlns:a16="http://schemas.microsoft.com/office/drawing/2014/main" id="{7B83488A-F259-4EEC-BDF6-F6FB22A4A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92" name="Freeform 158">
              <a:extLst>
                <a:ext uri="{FF2B5EF4-FFF2-40B4-BE49-F238E27FC236}">
                  <a16:creationId xmlns:a16="http://schemas.microsoft.com/office/drawing/2014/main" id="{92012899-48E5-4817-9403-CC0DDD68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93" name="Rectangle 159">
              <a:extLst>
                <a:ext uri="{FF2B5EF4-FFF2-40B4-BE49-F238E27FC236}">
                  <a16:creationId xmlns:a16="http://schemas.microsoft.com/office/drawing/2014/main" id="{DDDB6FE3-CEF6-4AAD-B4D0-011096934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94" name="Rectangle 160">
              <a:extLst>
                <a:ext uri="{FF2B5EF4-FFF2-40B4-BE49-F238E27FC236}">
                  <a16:creationId xmlns:a16="http://schemas.microsoft.com/office/drawing/2014/main" id="{39431F81-8FAD-4555-AF64-B08F57FE5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95" name="Rectangle 161">
              <a:extLst>
                <a:ext uri="{FF2B5EF4-FFF2-40B4-BE49-F238E27FC236}">
                  <a16:creationId xmlns:a16="http://schemas.microsoft.com/office/drawing/2014/main" id="{AFE5F72C-C7B1-464A-B01D-F66B1F89D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96" name="Rectangle 162">
              <a:extLst>
                <a:ext uri="{FF2B5EF4-FFF2-40B4-BE49-F238E27FC236}">
                  <a16:creationId xmlns:a16="http://schemas.microsoft.com/office/drawing/2014/main" id="{2485FC38-FA0F-439B-A2B6-4FAC812C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97" name="Rectangle 163">
              <a:extLst>
                <a:ext uri="{FF2B5EF4-FFF2-40B4-BE49-F238E27FC236}">
                  <a16:creationId xmlns:a16="http://schemas.microsoft.com/office/drawing/2014/main" id="{627BDFB8-556B-4798-BA1C-11F70A9F0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98" name="Rectangle 164">
              <a:extLst>
                <a:ext uri="{FF2B5EF4-FFF2-40B4-BE49-F238E27FC236}">
                  <a16:creationId xmlns:a16="http://schemas.microsoft.com/office/drawing/2014/main" id="{78E15978-1BD5-4C6F-9654-57EBC9013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499" name="Rectangle 165">
              <a:extLst>
                <a:ext uri="{FF2B5EF4-FFF2-40B4-BE49-F238E27FC236}">
                  <a16:creationId xmlns:a16="http://schemas.microsoft.com/office/drawing/2014/main" id="{9FB31503-9D18-4352-8D65-FE50F43DB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0" name="Rectangle 166">
              <a:extLst>
                <a:ext uri="{FF2B5EF4-FFF2-40B4-BE49-F238E27FC236}">
                  <a16:creationId xmlns:a16="http://schemas.microsoft.com/office/drawing/2014/main" id="{C00125F8-42E5-425A-998B-00FDB509C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1" name="Rectangle 167">
              <a:extLst>
                <a:ext uri="{FF2B5EF4-FFF2-40B4-BE49-F238E27FC236}">
                  <a16:creationId xmlns:a16="http://schemas.microsoft.com/office/drawing/2014/main" id="{B9DF1F81-026D-4F64-993F-AD520A68A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85738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2" name="Line 168">
              <a:extLst>
                <a:ext uri="{FF2B5EF4-FFF2-40B4-BE49-F238E27FC236}">
                  <a16:creationId xmlns:a16="http://schemas.microsoft.com/office/drawing/2014/main" id="{28FAA454-0958-46E0-87C2-9D44C52559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3" name="Rectangle 169">
              <a:extLst>
                <a:ext uri="{FF2B5EF4-FFF2-40B4-BE49-F238E27FC236}">
                  <a16:creationId xmlns:a16="http://schemas.microsoft.com/office/drawing/2014/main" id="{0B10D192-6EBB-4F69-9DCA-E19279765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4" name="Freeform 170">
              <a:extLst>
                <a:ext uri="{FF2B5EF4-FFF2-40B4-BE49-F238E27FC236}">
                  <a16:creationId xmlns:a16="http://schemas.microsoft.com/office/drawing/2014/main" id="{8E64C9FC-25BC-402A-8FD6-5363B34C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5" name="Freeform 171">
              <a:extLst>
                <a:ext uri="{FF2B5EF4-FFF2-40B4-BE49-F238E27FC236}">
                  <a16:creationId xmlns:a16="http://schemas.microsoft.com/office/drawing/2014/main" id="{273579E1-95A7-467A-8A13-51201465D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6" name="Freeform 172">
              <a:extLst>
                <a:ext uri="{FF2B5EF4-FFF2-40B4-BE49-F238E27FC236}">
                  <a16:creationId xmlns:a16="http://schemas.microsoft.com/office/drawing/2014/main" id="{353CE2B7-638D-4A73-95E6-FAC6BE8DB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7" name="Line 173">
              <a:extLst>
                <a:ext uri="{FF2B5EF4-FFF2-40B4-BE49-F238E27FC236}">
                  <a16:creationId xmlns:a16="http://schemas.microsoft.com/office/drawing/2014/main" id="{8306F314-58AB-42DA-9C78-E00AA6A3B5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8" name="Line 175">
              <a:extLst>
                <a:ext uri="{FF2B5EF4-FFF2-40B4-BE49-F238E27FC236}">
                  <a16:creationId xmlns:a16="http://schemas.microsoft.com/office/drawing/2014/main" id="{ED4E8A97-D458-4CE7-9F55-660CCABC8B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9" name="Line 176">
              <a:extLst>
                <a:ext uri="{FF2B5EF4-FFF2-40B4-BE49-F238E27FC236}">
                  <a16:creationId xmlns:a16="http://schemas.microsoft.com/office/drawing/2014/main" id="{A7DD4489-8CBF-422C-A553-DEACE09FD8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0" name="Line 177">
              <a:extLst>
                <a:ext uri="{FF2B5EF4-FFF2-40B4-BE49-F238E27FC236}">
                  <a16:creationId xmlns:a16="http://schemas.microsoft.com/office/drawing/2014/main" id="{BC1095BE-57B3-4229-AA27-53E63615D8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1" name="Freeform 178">
              <a:extLst>
                <a:ext uri="{FF2B5EF4-FFF2-40B4-BE49-F238E27FC236}">
                  <a16:creationId xmlns:a16="http://schemas.microsoft.com/office/drawing/2014/main" id="{FDEF67C3-23C5-4CCE-93AC-2B1BFC9F7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2" name="Rectangle 179">
              <a:extLst>
                <a:ext uri="{FF2B5EF4-FFF2-40B4-BE49-F238E27FC236}">
                  <a16:creationId xmlns:a16="http://schemas.microsoft.com/office/drawing/2014/main" id="{5486ACEE-4163-48D1-8F93-491E9BEC9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647700" cy="239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Stage 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3" name="Rectangle 180">
              <a:extLst>
                <a:ext uri="{FF2B5EF4-FFF2-40B4-BE49-F238E27FC236}">
                  <a16:creationId xmlns:a16="http://schemas.microsoft.com/office/drawing/2014/main" id="{E49FE225-D3A7-4ABD-A08B-32357FD47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4" name="Rectangle 181">
              <a:extLst>
                <a:ext uri="{FF2B5EF4-FFF2-40B4-BE49-F238E27FC236}">
                  <a16:creationId xmlns:a16="http://schemas.microsoft.com/office/drawing/2014/main" id="{95AA625E-A1C0-4237-8FDE-88B3F5193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5" name="Rectangle 182">
              <a:extLst>
                <a:ext uri="{FF2B5EF4-FFF2-40B4-BE49-F238E27FC236}">
                  <a16:creationId xmlns:a16="http://schemas.microsoft.com/office/drawing/2014/main" id="{7E118CCD-E0F2-4966-A1A7-DBE5E0AE6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6" name="Rectangle 183">
              <a:extLst>
                <a:ext uri="{FF2B5EF4-FFF2-40B4-BE49-F238E27FC236}">
                  <a16:creationId xmlns:a16="http://schemas.microsoft.com/office/drawing/2014/main" id="{1C69B829-7119-448A-A8A1-4FA719463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7" name="Rectangle 184">
              <a:extLst>
                <a:ext uri="{FF2B5EF4-FFF2-40B4-BE49-F238E27FC236}">
                  <a16:creationId xmlns:a16="http://schemas.microsoft.com/office/drawing/2014/main" id="{3FDFD9D2-F0CF-40A0-869B-3F6DDCEC7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8" name="Rectangle 185">
              <a:extLst>
                <a:ext uri="{FF2B5EF4-FFF2-40B4-BE49-F238E27FC236}">
                  <a16:creationId xmlns:a16="http://schemas.microsoft.com/office/drawing/2014/main" id="{53B1E489-466D-48F7-BAEF-503FB1C7C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9" name="Rectangle 186">
              <a:extLst>
                <a:ext uri="{FF2B5EF4-FFF2-40B4-BE49-F238E27FC236}">
                  <a16:creationId xmlns:a16="http://schemas.microsoft.com/office/drawing/2014/main" id="{B9203EFE-09BB-4405-AD3F-AAE31BF11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0" name="Rectangle 187">
              <a:extLst>
                <a:ext uri="{FF2B5EF4-FFF2-40B4-BE49-F238E27FC236}">
                  <a16:creationId xmlns:a16="http://schemas.microsoft.com/office/drawing/2014/main" id="{7B640431-90F7-4ADD-B967-D26A33277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1" name="Rectangle 188">
              <a:extLst>
                <a:ext uri="{FF2B5EF4-FFF2-40B4-BE49-F238E27FC236}">
                  <a16:creationId xmlns:a16="http://schemas.microsoft.com/office/drawing/2014/main" id="{F9B4D496-6231-4853-900B-4BCD5C0FC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85738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2" name="Line 189">
              <a:extLst>
                <a:ext uri="{FF2B5EF4-FFF2-40B4-BE49-F238E27FC236}">
                  <a16:creationId xmlns:a16="http://schemas.microsoft.com/office/drawing/2014/main" id="{62F8D15D-84AF-488A-A48B-3E55D858AA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3" name="Rectangle 190">
              <a:extLst>
                <a:ext uri="{FF2B5EF4-FFF2-40B4-BE49-F238E27FC236}">
                  <a16:creationId xmlns:a16="http://schemas.microsoft.com/office/drawing/2014/main" id="{2ED22D40-3D83-43B8-9DC8-99455697D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4" name="Freeform 191">
              <a:extLst>
                <a:ext uri="{FF2B5EF4-FFF2-40B4-BE49-F238E27FC236}">
                  <a16:creationId xmlns:a16="http://schemas.microsoft.com/office/drawing/2014/main" id="{C9D30A7E-C124-4722-B465-45097717F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5" name="Rectangle 192">
              <a:extLst>
                <a:ext uri="{FF2B5EF4-FFF2-40B4-BE49-F238E27FC236}">
                  <a16:creationId xmlns:a16="http://schemas.microsoft.com/office/drawing/2014/main" id="{40A64BD7-9495-4C9E-B731-0733A8CC3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647700" cy="239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Stage 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6" name="Rectangle 193">
              <a:extLst>
                <a:ext uri="{FF2B5EF4-FFF2-40B4-BE49-F238E27FC236}">
                  <a16:creationId xmlns:a16="http://schemas.microsoft.com/office/drawing/2014/main" id="{FE0DCF54-3D41-4034-AC1C-A002B889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95263" cy="2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7" name="Rectangle 194">
              <a:extLst>
                <a:ext uri="{FF2B5EF4-FFF2-40B4-BE49-F238E27FC236}">
                  <a16:creationId xmlns:a16="http://schemas.microsoft.com/office/drawing/2014/main" id="{AA5B21F4-0B25-4DBE-8CFF-17880F640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8" name="Rectangle 195">
              <a:extLst>
                <a:ext uri="{FF2B5EF4-FFF2-40B4-BE49-F238E27FC236}">
                  <a16:creationId xmlns:a16="http://schemas.microsoft.com/office/drawing/2014/main" id="{A6EDCED7-B13B-4C80-841A-63D7D9510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9" name="Rectangle 196">
              <a:extLst>
                <a:ext uri="{FF2B5EF4-FFF2-40B4-BE49-F238E27FC236}">
                  <a16:creationId xmlns:a16="http://schemas.microsoft.com/office/drawing/2014/main" id="{A9BE894F-5089-4C95-AC76-11F3355B1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0" name="Rectangle 197">
              <a:extLst>
                <a:ext uri="{FF2B5EF4-FFF2-40B4-BE49-F238E27FC236}">
                  <a16:creationId xmlns:a16="http://schemas.microsoft.com/office/drawing/2014/main" id="{3CCB04C3-1E92-4A6D-924D-3D03F424D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1" name="Line 200">
              <a:extLst>
                <a:ext uri="{FF2B5EF4-FFF2-40B4-BE49-F238E27FC236}">
                  <a16:creationId xmlns:a16="http://schemas.microsoft.com/office/drawing/2014/main" id="{B99BC46A-165E-4796-A4CC-CAE252AB3F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2" name="Line 201">
              <a:extLst>
                <a:ext uri="{FF2B5EF4-FFF2-40B4-BE49-F238E27FC236}">
                  <a16:creationId xmlns:a16="http://schemas.microsoft.com/office/drawing/2014/main" id="{0647308E-A7CF-493C-9B53-594C373467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3" name="Line 206">
              <a:extLst>
                <a:ext uri="{FF2B5EF4-FFF2-40B4-BE49-F238E27FC236}">
                  <a16:creationId xmlns:a16="http://schemas.microsoft.com/office/drawing/2014/main" id="{4C001E26-0BA0-4627-AA6D-00A8D5B3E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4" name="Line 207">
              <a:extLst>
                <a:ext uri="{FF2B5EF4-FFF2-40B4-BE49-F238E27FC236}">
                  <a16:creationId xmlns:a16="http://schemas.microsoft.com/office/drawing/2014/main" id="{6C35B2FD-EEEE-4A77-87DF-C47E3B1859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5" name="Line 208">
              <a:extLst>
                <a:ext uri="{FF2B5EF4-FFF2-40B4-BE49-F238E27FC236}">
                  <a16:creationId xmlns:a16="http://schemas.microsoft.com/office/drawing/2014/main" id="{F16B0CED-E0B6-4722-B4A8-D32E942B44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6" name="Line 215">
              <a:extLst>
                <a:ext uri="{FF2B5EF4-FFF2-40B4-BE49-F238E27FC236}">
                  <a16:creationId xmlns:a16="http://schemas.microsoft.com/office/drawing/2014/main" id="{1D5CE4E7-7CA3-4C94-BE05-98F046FE29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7" name="Line 217">
              <a:extLst>
                <a:ext uri="{FF2B5EF4-FFF2-40B4-BE49-F238E27FC236}">
                  <a16:creationId xmlns:a16="http://schemas.microsoft.com/office/drawing/2014/main" id="{B93314AA-E153-4A16-BEAD-A818491DDC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8" name="Line 219">
              <a:extLst>
                <a:ext uri="{FF2B5EF4-FFF2-40B4-BE49-F238E27FC236}">
                  <a16:creationId xmlns:a16="http://schemas.microsoft.com/office/drawing/2014/main" id="{A0E6056F-EF18-4E3A-8589-EA5D55B778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9" name="Line 226">
              <a:extLst>
                <a:ext uri="{FF2B5EF4-FFF2-40B4-BE49-F238E27FC236}">
                  <a16:creationId xmlns:a16="http://schemas.microsoft.com/office/drawing/2014/main" id="{330C6F86-32FD-40CF-AC69-873FDC2118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0" name="Line 227">
              <a:extLst>
                <a:ext uri="{FF2B5EF4-FFF2-40B4-BE49-F238E27FC236}">
                  <a16:creationId xmlns:a16="http://schemas.microsoft.com/office/drawing/2014/main" id="{06ABA772-D803-4289-BC73-3E71B2A8CC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1" name="Line 228">
              <a:extLst>
                <a:ext uri="{FF2B5EF4-FFF2-40B4-BE49-F238E27FC236}">
                  <a16:creationId xmlns:a16="http://schemas.microsoft.com/office/drawing/2014/main" id="{D331DEF7-0171-4A17-ACF1-5FE4BF4A0E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2" name="Line 233">
              <a:extLst>
                <a:ext uri="{FF2B5EF4-FFF2-40B4-BE49-F238E27FC236}">
                  <a16:creationId xmlns:a16="http://schemas.microsoft.com/office/drawing/2014/main" id="{E47A32E5-E826-453D-A717-BDF77ABF1D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3" name="Line 234">
              <a:extLst>
                <a:ext uri="{FF2B5EF4-FFF2-40B4-BE49-F238E27FC236}">
                  <a16:creationId xmlns:a16="http://schemas.microsoft.com/office/drawing/2014/main" id="{9A5EA55A-BFAA-4D09-AA92-7C844EBFB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4" name="Line 235">
              <a:extLst>
                <a:ext uri="{FF2B5EF4-FFF2-40B4-BE49-F238E27FC236}">
                  <a16:creationId xmlns:a16="http://schemas.microsoft.com/office/drawing/2014/main" id="{8929B80D-7FD4-448D-A77B-738619CD16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5" name="Line 242">
              <a:extLst>
                <a:ext uri="{FF2B5EF4-FFF2-40B4-BE49-F238E27FC236}">
                  <a16:creationId xmlns:a16="http://schemas.microsoft.com/office/drawing/2014/main" id="{D47EE768-EBD5-4550-984D-CBF8B79E78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6" name="Line 244">
              <a:extLst>
                <a:ext uri="{FF2B5EF4-FFF2-40B4-BE49-F238E27FC236}">
                  <a16:creationId xmlns:a16="http://schemas.microsoft.com/office/drawing/2014/main" id="{1B9FE29A-71B2-40A9-A500-53EFE0DFE3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7" name="Line 245">
              <a:extLst>
                <a:ext uri="{FF2B5EF4-FFF2-40B4-BE49-F238E27FC236}">
                  <a16:creationId xmlns:a16="http://schemas.microsoft.com/office/drawing/2014/main" id="{BAF6485F-8D20-4AF9-A3FD-C7912AC893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8" name="Line 246">
              <a:extLst>
                <a:ext uri="{FF2B5EF4-FFF2-40B4-BE49-F238E27FC236}">
                  <a16:creationId xmlns:a16="http://schemas.microsoft.com/office/drawing/2014/main" id="{8216F1D5-8627-46B0-8BB3-B7147301B7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9" name="Line 255">
              <a:extLst>
                <a:ext uri="{FF2B5EF4-FFF2-40B4-BE49-F238E27FC236}">
                  <a16:creationId xmlns:a16="http://schemas.microsoft.com/office/drawing/2014/main" id="{DD9D6B1A-D5AA-416B-9305-852C923C5C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0" name="Line 256">
              <a:extLst>
                <a:ext uri="{FF2B5EF4-FFF2-40B4-BE49-F238E27FC236}">
                  <a16:creationId xmlns:a16="http://schemas.microsoft.com/office/drawing/2014/main" id="{6CC1D971-C6E9-4D48-9C43-15F3E34FEB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1" name="Line 266">
              <a:extLst>
                <a:ext uri="{FF2B5EF4-FFF2-40B4-BE49-F238E27FC236}">
                  <a16:creationId xmlns:a16="http://schemas.microsoft.com/office/drawing/2014/main" id="{771D872C-8CAD-4F9D-83F2-ADC55E5353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2" name="Line 267">
              <a:extLst>
                <a:ext uri="{FF2B5EF4-FFF2-40B4-BE49-F238E27FC236}">
                  <a16:creationId xmlns:a16="http://schemas.microsoft.com/office/drawing/2014/main" id="{B61CD2BA-CA69-4C56-A76A-48750268AE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3" name="Line 269">
              <a:extLst>
                <a:ext uri="{FF2B5EF4-FFF2-40B4-BE49-F238E27FC236}">
                  <a16:creationId xmlns:a16="http://schemas.microsoft.com/office/drawing/2014/main" id="{11CAD253-3380-412C-BA5E-02C8DCB69C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4" name="Line 270">
              <a:extLst>
                <a:ext uri="{FF2B5EF4-FFF2-40B4-BE49-F238E27FC236}">
                  <a16:creationId xmlns:a16="http://schemas.microsoft.com/office/drawing/2014/main" id="{7FF0F529-C7D5-4BAD-8246-57316555BA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5" name="Freeform 275">
              <a:extLst>
                <a:ext uri="{FF2B5EF4-FFF2-40B4-BE49-F238E27FC236}">
                  <a16:creationId xmlns:a16="http://schemas.microsoft.com/office/drawing/2014/main" id="{5E8041D9-9DA1-4D73-A5FF-F30B15A7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6" name="Freeform 276">
              <a:extLst>
                <a:ext uri="{FF2B5EF4-FFF2-40B4-BE49-F238E27FC236}">
                  <a16:creationId xmlns:a16="http://schemas.microsoft.com/office/drawing/2014/main" id="{C1E8CEC7-436B-464A-93DE-55DB04421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7" name="Freeform 277">
              <a:extLst>
                <a:ext uri="{FF2B5EF4-FFF2-40B4-BE49-F238E27FC236}">
                  <a16:creationId xmlns:a16="http://schemas.microsoft.com/office/drawing/2014/main" id="{2FC60E1F-7ED7-43AC-9357-FE5F6056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8" name="Freeform 278">
              <a:extLst>
                <a:ext uri="{FF2B5EF4-FFF2-40B4-BE49-F238E27FC236}">
                  <a16:creationId xmlns:a16="http://schemas.microsoft.com/office/drawing/2014/main" id="{7404E760-8968-4139-8021-5E8AFB9B1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9" name="Freeform 279">
              <a:extLst>
                <a:ext uri="{FF2B5EF4-FFF2-40B4-BE49-F238E27FC236}">
                  <a16:creationId xmlns:a16="http://schemas.microsoft.com/office/drawing/2014/main" id="{64F3FFAE-973D-4264-96BA-EE54655BF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0" name="Line 280">
              <a:extLst>
                <a:ext uri="{FF2B5EF4-FFF2-40B4-BE49-F238E27FC236}">
                  <a16:creationId xmlns:a16="http://schemas.microsoft.com/office/drawing/2014/main" id="{8849D54D-D194-47C6-A708-9405484FB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1" name="Rectangle 281">
              <a:extLst>
                <a:ext uri="{FF2B5EF4-FFF2-40B4-BE49-F238E27FC236}">
                  <a16:creationId xmlns:a16="http://schemas.microsoft.com/office/drawing/2014/main" id="{3BD71EE5-B885-483A-A8DB-24C924AC3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2" name="AutoShape 288">
              <a:extLst>
                <a:ext uri="{FF2B5EF4-FFF2-40B4-BE49-F238E27FC236}">
                  <a16:creationId xmlns:a16="http://schemas.microsoft.com/office/drawing/2014/main" id="{A44F5A8B-152E-462D-9035-C2B74E106CC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3" name="AutoShape 290">
              <a:extLst>
                <a:ext uri="{FF2B5EF4-FFF2-40B4-BE49-F238E27FC236}">
                  <a16:creationId xmlns:a16="http://schemas.microsoft.com/office/drawing/2014/main" id="{AF10E102-6797-4326-B03E-53EF582DA02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4" name="AutoShape 293">
              <a:extLst>
                <a:ext uri="{FF2B5EF4-FFF2-40B4-BE49-F238E27FC236}">
                  <a16:creationId xmlns:a16="http://schemas.microsoft.com/office/drawing/2014/main" id="{527CFF01-02D2-4C28-9911-E0BE51F9C78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5" name="AutoShape 296">
              <a:extLst>
                <a:ext uri="{FF2B5EF4-FFF2-40B4-BE49-F238E27FC236}">
                  <a16:creationId xmlns:a16="http://schemas.microsoft.com/office/drawing/2014/main" id="{248E66ED-0F01-4256-B5C5-76928067E79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6" name="Freeform 310">
              <a:extLst>
                <a:ext uri="{FF2B5EF4-FFF2-40B4-BE49-F238E27FC236}">
                  <a16:creationId xmlns:a16="http://schemas.microsoft.com/office/drawing/2014/main" id="{A63C4BA6-1469-4DF3-A00C-4033E404C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7" name="Freeform 311">
              <a:extLst>
                <a:ext uri="{FF2B5EF4-FFF2-40B4-BE49-F238E27FC236}">
                  <a16:creationId xmlns:a16="http://schemas.microsoft.com/office/drawing/2014/main" id="{DF78B9C6-5355-4BBF-BC4E-C0F16C87F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05568" name="Group 344">
              <a:extLst>
                <a:ext uri="{FF2B5EF4-FFF2-40B4-BE49-F238E27FC236}">
                  <a16:creationId xmlns:a16="http://schemas.microsoft.com/office/drawing/2014/main" id="{6828F504-1142-47AC-81A8-38FF4F9C89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05601" name="Freeform 345">
                <a:extLst>
                  <a:ext uri="{FF2B5EF4-FFF2-40B4-BE49-F238E27FC236}">
                    <a16:creationId xmlns:a16="http://schemas.microsoft.com/office/drawing/2014/main" id="{57B168F0-8123-4781-9778-8A6084D53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602" name="Freeform 346">
                <a:extLst>
                  <a:ext uri="{FF2B5EF4-FFF2-40B4-BE49-F238E27FC236}">
                    <a16:creationId xmlns:a16="http://schemas.microsoft.com/office/drawing/2014/main" id="{1DB28523-6FCC-490A-8AAD-70CC6670E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603" name="Freeform 347">
                <a:extLst>
                  <a:ext uri="{FF2B5EF4-FFF2-40B4-BE49-F238E27FC236}">
                    <a16:creationId xmlns:a16="http://schemas.microsoft.com/office/drawing/2014/main" id="{C7A8F917-2C2D-4A80-AEC4-85B2DA06C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604" name="Freeform 348">
                <a:extLst>
                  <a:ext uri="{FF2B5EF4-FFF2-40B4-BE49-F238E27FC236}">
                    <a16:creationId xmlns:a16="http://schemas.microsoft.com/office/drawing/2014/main" id="{2AEC52B4-99F6-4571-85E8-8854C260F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5569" name="Group 354">
              <a:extLst>
                <a:ext uri="{FF2B5EF4-FFF2-40B4-BE49-F238E27FC236}">
                  <a16:creationId xmlns:a16="http://schemas.microsoft.com/office/drawing/2014/main" id="{92552726-76E8-45C0-B0A6-472CB225CC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05597" name="Freeform 355">
                <a:extLst>
                  <a:ext uri="{FF2B5EF4-FFF2-40B4-BE49-F238E27FC236}">
                    <a16:creationId xmlns:a16="http://schemas.microsoft.com/office/drawing/2014/main" id="{A6E1373A-CF09-419C-97F9-FE5F8C445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98" name="Freeform 356">
                <a:extLst>
                  <a:ext uri="{FF2B5EF4-FFF2-40B4-BE49-F238E27FC236}">
                    <a16:creationId xmlns:a16="http://schemas.microsoft.com/office/drawing/2014/main" id="{44811A39-4D8D-4DBB-94F3-12A32C39E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99" name="Freeform 357">
                <a:extLst>
                  <a:ext uri="{FF2B5EF4-FFF2-40B4-BE49-F238E27FC236}">
                    <a16:creationId xmlns:a16="http://schemas.microsoft.com/office/drawing/2014/main" id="{C8B6D75E-EAE7-4BEF-BE6E-86990A7D7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600" name="Freeform 358">
                <a:extLst>
                  <a:ext uri="{FF2B5EF4-FFF2-40B4-BE49-F238E27FC236}">
                    <a16:creationId xmlns:a16="http://schemas.microsoft.com/office/drawing/2014/main" id="{C5D1AB2D-B000-49C2-A7F5-7F04E6EB3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5570" name="Group 376">
              <a:extLst>
                <a:ext uri="{FF2B5EF4-FFF2-40B4-BE49-F238E27FC236}">
                  <a16:creationId xmlns:a16="http://schemas.microsoft.com/office/drawing/2014/main" id="{63D48C49-C029-4E9B-B9E9-935F832AC13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05592" name="Freeform 377">
                <a:extLst>
                  <a:ext uri="{FF2B5EF4-FFF2-40B4-BE49-F238E27FC236}">
                    <a16:creationId xmlns:a16="http://schemas.microsoft.com/office/drawing/2014/main" id="{559E1B44-7E6E-4009-B606-28682288F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93" name="Freeform 378">
                <a:extLst>
                  <a:ext uri="{FF2B5EF4-FFF2-40B4-BE49-F238E27FC236}">
                    <a16:creationId xmlns:a16="http://schemas.microsoft.com/office/drawing/2014/main" id="{6B866E80-85DB-48C6-98EF-0E231F254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94" name="Freeform 379">
                <a:extLst>
                  <a:ext uri="{FF2B5EF4-FFF2-40B4-BE49-F238E27FC236}">
                    <a16:creationId xmlns:a16="http://schemas.microsoft.com/office/drawing/2014/main" id="{F978122B-E602-4972-BAFD-F800FFCCC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95" name="Freeform 380">
                <a:extLst>
                  <a:ext uri="{FF2B5EF4-FFF2-40B4-BE49-F238E27FC236}">
                    <a16:creationId xmlns:a16="http://schemas.microsoft.com/office/drawing/2014/main" id="{51F89676-3849-4DFA-A276-94E72515C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96" name="Freeform 381">
                <a:extLst>
                  <a:ext uri="{FF2B5EF4-FFF2-40B4-BE49-F238E27FC236}">
                    <a16:creationId xmlns:a16="http://schemas.microsoft.com/office/drawing/2014/main" id="{1052080F-CA3B-4089-82C3-960D23D82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5571" name="Group 424">
              <a:extLst>
                <a:ext uri="{FF2B5EF4-FFF2-40B4-BE49-F238E27FC236}">
                  <a16:creationId xmlns:a16="http://schemas.microsoft.com/office/drawing/2014/main" id="{66843FD9-A3D7-40B1-9A50-B797A97144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05584" name="Freeform 324">
                <a:extLst>
                  <a:ext uri="{FF2B5EF4-FFF2-40B4-BE49-F238E27FC236}">
                    <a16:creationId xmlns:a16="http://schemas.microsoft.com/office/drawing/2014/main" id="{C8E808A4-65A0-4758-9119-5DD5C9195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85" name="Freeform 325">
                <a:extLst>
                  <a:ext uri="{FF2B5EF4-FFF2-40B4-BE49-F238E27FC236}">
                    <a16:creationId xmlns:a16="http://schemas.microsoft.com/office/drawing/2014/main" id="{8F3E7257-C619-4CC5-A3D1-CB7A79C70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5586" name="Group 388">
                <a:extLst>
                  <a:ext uri="{FF2B5EF4-FFF2-40B4-BE49-F238E27FC236}">
                    <a16:creationId xmlns:a16="http://schemas.microsoft.com/office/drawing/2014/main" id="{BEC2C2BC-AB9F-4888-B3FD-05EDF527DE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05587" name="Freeform 389">
                  <a:extLst>
                    <a:ext uri="{FF2B5EF4-FFF2-40B4-BE49-F238E27FC236}">
                      <a16:creationId xmlns:a16="http://schemas.microsoft.com/office/drawing/2014/main" id="{08A7BA55-E32B-45F7-AABC-44CD444F46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588" name="Freeform 390">
                  <a:extLst>
                    <a:ext uri="{FF2B5EF4-FFF2-40B4-BE49-F238E27FC236}">
                      <a16:creationId xmlns:a16="http://schemas.microsoft.com/office/drawing/2014/main" id="{E328A561-19DA-4F3E-9944-D1D12E35FD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589" name="Freeform 391">
                  <a:extLst>
                    <a:ext uri="{FF2B5EF4-FFF2-40B4-BE49-F238E27FC236}">
                      <a16:creationId xmlns:a16="http://schemas.microsoft.com/office/drawing/2014/main" id="{C23C8140-D4C4-4132-ADD4-3BEEC89C98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590" name="Freeform 392">
                  <a:extLst>
                    <a:ext uri="{FF2B5EF4-FFF2-40B4-BE49-F238E27FC236}">
                      <a16:creationId xmlns:a16="http://schemas.microsoft.com/office/drawing/2014/main" id="{6DFCFC2F-BEAD-42AA-B9D9-100A60D6D0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591" name="Freeform 393">
                  <a:extLst>
                    <a:ext uri="{FF2B5EF4-FFF2-40B4-BE49-F238E27FC236}">
                      <a16:creationId xmlns:a16="http://schemas.microsoft.com/office/drawing/2014/main" id="{B31A441E-ED23-4A7B-A87B-4C2E52D6CC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05572" name="Group 400">
              <a:extLst>
                <a:ext uri="{FF2B5EF4-FFF2-40B4-BE49-F238E27FC236}">
                  <a16:creationId xmlns:a16="http://schemas.microsoft.com/office/drawing/2014/main" id="{D3BEAFF8-158A-4FD9-A854-26DB89CBC21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05579" name="Freeform 401">
                <a:extLst>
                  <a:ext uri="{FF2B5EF4-FFF2-40B4-BE49-F238E27FC236}">
                    <a16:creationId xmlns:a16="http://schemas.microsoft.com/office/drawing/2014/main" id="{9E075B39-7793-46F5-ADD5-7306D474A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80" name="Freeform 402">
                <a:extLst>
                  <a:ext uri="{FF2B5EF4-FFF2-40B4-BE49-F238E27FC236}">
                    <a16:creationId xmlns:a16="http://schemas.microsoft.com/office/drawing/2014/main" id="{D220D5FA-6EBA-4349-B1BA-1614BEC68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81" name="Freeform 403">
                <a:extLst>
                  <a:ext uri="{FF2B5EF4-FFF2-40B4-BE49-F238E27FC236}">
                    <a16:creationId xmlns:a16="http://schemas.microsoft.com/office/drawing/2014/main" id="{0DDB0984-2643-4AA7-941D-838FB3D62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82" name="Freeform 404">
                <a:extLst>
                  <a:ext uri="{FF2B5EF4-FFF2-40B4-BE49-F238E27FC236}">
                    <a16:creationId xmlns:a16="http://schemas.microsoft.com/office/drawing/2014/main" id="{B6507528-0CD6-4C8A-BC8A-278A83909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83" name="Freeform 405">
                <a:extLst>
                  <a:ext uri="{FF2B5EF4-FFF2-40B4-BE49-F238E27FC236}">
                    <a16:creationId xmlns:a16="http://schemas.microsoft.com/office/drawing/2014/main" id="{BE99E5A2-B03D-40B1-A97E-35B6CD837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5573" name="Group 412">
              <a:extLst>
                <a:ext uri="{FF2B5EF4-FFF2-40B4-BE49-F238E27FC236}">
                  <a16:creationId xmlns:a16="http://schemas.microsoft.com/office/drawing/2014/main" id="{C772FCAC-76F8-491A-BC8C-BE02AE241F07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05574" name="Freeform 413">
                <a:extLst>
                  <a:ext uri="{FF2B5EF4-FFF2-40B4-BE49-F238E27FC236}">
                    <a16:creationId xmlns:a16="http://schemas.microsoft.com/office/drawing/2014/main" id="{11A2F372-2DF6-4E1A-B5D8-BD31D5554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75" name="Freeform 414">
                <a:extLst>
                  <a:ext uri="{FF2B5EF4-FFF2-40B4-BE49-F238E27FC236}">
                    <a16:creationId xmlns:a16="http://schemas.microsoft.com/office/drawing/2014/main" id="{CD598EE0-DC2F-4BDF-BBF6-DE3B698B7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76" name="Freeform 415">
                <a:extLst>
                  <a:ext uri="{FF2B5EF4-FFF2-40B4-BE49-F238E27FC236}">
                    <a16:creationId xmlns:a16="http://schemas.microsoft.com/office/drawing/2014/main" id="{606D33AE-61F8-41F1-90C1-2B4B532BE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77" name="Freeform 416">
                <a:extLst>
                  <a:ext uri="{FF2B5EF4-FFF2-40B4-BE49-F238E27FC236}">
                    <a16:creationId xmlns:a16="http://schemas.microsoft.com/office/drawing/2014/main" id="{C202F24D-2874-4C1C-AE65-384AF396F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5578" name="Freeform 417">
                <a:extLst>
                  <a:ext uri="{FF2B5EF4-FFF2-40B4-BE49-F238E27FC236}">
                    <a16:creationId xmlns:a16="http://schemas.microsoft.com/office/drawing/2014/main" id="{75BEDD9F-F512-4AF7-8387-FC1AE1AA6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05474" name="Rectangle 2">
            <a:extLst>
              <a:ext uri="{FF2B5EF4-FFF2-40B4-BE49-F238E27FC236}">
                <a16:creationId xmlns:a16="http://schemas.microsoft.com/office/drawing/2014/main" id="{9BD9D4AD-8592-4860-9AD7-C0C1BED01B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The delay is 5 gates (1+2+2)</a:t>
            </a:r>
          </a:p>
        </p:txBody>
      </p:sp>
      <p:sp>
        <p:nvSpPr>
          <p:cNvPr id="105475" name="Oval 113">
            <a:extLst>
              <a:ext uri="{FF2B5EF4-FFF2-40B4-BE49-F238E27FC236}">
                <a16:creationId xmlns:a16="http://schemas.microsoft.com/office/drawing/2014/main" id="{B48B2A66-40E3-4A8B-988D-57F2953B5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4325" y="3114675"/>
            <a:ext cx="2057400" cy="28956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76" name="Line 174">
            <a:extLst>
              <a:ext uri="{FF2B5EF4-FFF2-40B4-BE49-F238E27FC236}">
                <a16:creationId xmlns:a16="http://schemas.microsoft.com/office/drawing/2014/main" id="{A8907541-CC23-40D7-8650-0BE1C27A74B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73763" y="261937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77" name="Oval 113">
            <a:extLst>
              <a:ext uri="{FF2B5EF4-FFF2-40B4-BE49-F238E27FC236}">
                <a16:creationId xmlns:a16="http://schemas.microsoft.com/office/drawing/2014/main" id="{15AA3A8C-0A97-4D44-BF36-8C88839C0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3550" y="1712913"/>
            <a:ext cx="1066800" cy="12192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478" name="Oval 113">
            <a:extLst>
              <a:ext uri="{FF2B5EF4-FFF2-40B4-BE49-F238E27FC236}">
                <a16:creationId xmlns:a16="http://schemas.microsoft.com/office/drawing/2014/main" id="{0BC4D48B-F700-47AD-A331-2E6F855B9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0263" y="3168650"/>
            <a:ext cx="2057400" cy="28956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497" name="Group 1">
            <a:extLst>
              <a:ext uri="{FF2B5EF4-FFF2-40B4-BE49-F238E27FC236}">
                <a16:creationId xmlns:a16="http://schemas.microsoft.com/office/drawing/2014/main" id="{F3979C9E-74CD-4447-B7E5-F552E70052D9}"/>
              </a:ext>
            </a:extLst>
          </p:cNvPr>
          <p:cNvGrpSpPr>
            <a:grpSpLocks/>
          </p:cNvGrpSpPr>
          <p:nvPr/>
        </p:nvGrpSpPr>
        <p:grpSpPr bwMode="auto">
          <a:xfrm>
            <a:off x="982663" y="696913"/>
            <a:ext cx="7018337" cy="5703887"/>
            <a:chOff x="1295400" y="1001713"/>
            <a:chExt cx="7018337" cy="570388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DADD6CC5-D598-954F-8210-6805FD29C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06505" name="Freeform 144">
              <a:extLst>
                <a:ext uri="{FF2B5EF4-FFF2-40B4-BE49-F238E27FC236}">
                  <a16:creationId xmlns:a16="http://schemas.microsoft.com/office/drawing/2014/main" id="{510F91E8-6CC9-4392-AD5B-2BAF8FA56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6" name="Line 146">
              <a:extLst>
                <a:ext uri="{FF2B5EF4-FFF2-40B4-BE49-F238E27FC236}">
                  <a16:creationId xmlns:a16="http://schemas.microsoft.com/office/drawing/2014/main" id="{D16399AD-0911-4263-BD9D-F319B9880B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7" name="Freeform 148">
              <a:extLst>
                <a:ext uri="{FF2B5EF4-FFF2-40B4-BE49-F238E27FC236}">
                  <a16:creationId xmlns:a16="http://schemas.microsoft.com/office/drawing/2014/main" id="{834C4A4F-5FF2-40F5-A4D5-972157C8B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8" name="Freeform 149">
              <a:extLst>
                <a:ext uri="{FF2B5EF4-FFF2-40B4-BE49-F238E27FC236}">
                  <a16:creationId xmlns:a16="http://schemas.microsoft.com/office/drawing/2014/main" id="{AEF934E7-AD8E-4F0A-9E6F-CB16549DD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9" name="Freeform 150">
              <a:extLst>
                <a:ext uri="{FF2B5EF4-FFF2-40B4-BE49-F238E27FC236}">
                  <a16:creationId xmlns:a16="http://schemas.microsoft.com/office/drawing/2014/main" id="{381F1761-DD9E-41F2-9F26-F4CC9A040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0" name="Freeform 151">
              <a:extLst>
                <a:ext uri="{FF2B5EF4-FFF2-40B4-BE49-F238E27FC236}">
                  <a16:creationId xmlns:a16="http://schemas.microsoft.com/office/drawing/2014/main" id="{08B4EB5D-73C5-47DB-AA0B-CCC2EB68D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1" name="Freeform 152">
              <a:extLst>
                <a:ext uri="{FF2B5EF4-FFF2-40B4-BE49-F238E27FC236}">
                  <a16:creationId xmlns:a16="http://schemas.microsoft.com/office/drawing/2014/main" id="{084030DA-E801-4E7E-8D2B-75308C001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2" name="Line 153">
              <a:extLst>
                <a:ext uri="{FF2B5EF4-FFF2-40B4-BE49-F238E27FC236}">
                  <a16:creationId xmlns:a16="http://schemas.microsoft.com/office/drawing/2014/main" id="{827F17B1-BB62-4F33-87F9-0170C35AD8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3" name="Line 154">
              <a:extLst>
                <a:ext uri="{FF2B5EF4-FFF2-40B4-BE49-F238E27FC236}">
                  <a16:creationId xmlns:a16="http://schemas.microsoft.com/office/drawing/2014/main" id="{6D885940-32CF-4E5F-ADAB-F9167061DC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4" name="Line 155">
              <a:extLst>
                <a:ext uri="{FF2B5EF4-FFF2-40B4-BE49-F238E27FC236}">
                  <a16:creationId xmlns:a16="http://schemas.microsoft.com/office/drawing/2014/main" id="{ABDC0A89-9075-4659-9AF5-8E43B2530A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5" name="Line 156">
              <a:extLst>
                <a:ext uri="{FF2B5EF4-FFF2-40B4-BE49-F238E27FC236}">
                  <a16:creationId xmlns:a16="http://schemas.microsoft.com/office/drawing/2014/main" id="{B952637A-75CD-4D1E-91A8-137C34989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6" name="Freeform 157">
              <a:extLst>
                <a:ext uri="{FF2B5EF4-FFF2-40B4-BE49-F238E27FC236}">
                  <a16:creationId xmlns:a16="http://schemas.microsoft.com/office/drawing/2014/main" id="{A769AA47-AD03-46D7-948E-EAA079E91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7" name="Freeform 158">
              <a:extLst>
                <a:ext uri="{FF2B5EF4-FFF2-40B4-BE49-F238E27FC236}">
                  <a16:creationId xmlns:a16="http://schemas.microsoft.com/office/drawing/2014/main" id="{8A39A7A1-394C-4B05-ABDA-0A88DA338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8" name="Rectangle 159">
              <a:extLst>
                <a:ext uri="{FF2B5EF4-FFF2-40B4-BE49-F238E27FC236}">
                  <a16:creationId xmlns:a16="http://schemas.microsoft.com/office/drawing/2014/main" id="{28797A82-6C02-4516-9BFC-AAF7F64D2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9" name="Rectangle 160">
              <a:extLst>
                <a:ext uri="{FF2B5EF4-FFF2-40B4-BE49-F238E27FC236}">
                  <a16:creationId xmlns:a16="http://schemas.microsoft.com/office/drawing/2014/main" id="{13887FE6-60B4-41CA-A9D0-9C13AB747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0" name="Rectangle 161">
              <a:extLst>
                <a:ext uri="{FF2B5EF4-FFF2-40B4-BE49-F238E27FC236}">
                  <a16:creationId xmlns:a16="http://schemas.microsoft.com/office/drawing/2014/main" id="{F097E487-9ABA-4E80-9DD8-3872AFD3F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1" name="Rectangle 162">
              <a:extLst>
                <a:ext uri="{FF2B5EF4-FFF2-40B4-BE49-F238E27FC236}">
                  <a16:creationId xmlns:a16="http://schemas.microsoft.com/office/drawing/2014/main" id="{88F000F3-5A5A-4F75-9A51-6EF0284BF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2" name="Rectangle 163">
              <a:extLst>
                <a:ext uri="{FF2B5EF4-FFF2-40B4-BE49-F238E27FC236}">
                  <a16:creationId xmlns:a16="http://schemas.microsoft.com/office/drawing/2014/main" id="{446EA751-812B-47A5-8344-7597739DF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3" name="Rectangle 164">
              <a:extLst>
                <a:ext uri="{FF2B5EF4-FFF2-40B4-BE49-F238E27FC236}">
                  <a16:creationId xmlns:a16="http://schemas.microsoft.com/office/drawing/2014/main" id="{61EFCBDD-8B13-4F99-8864-26868C347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4" name="Rectangle 165">
              <a:extLst>
                <a:ext uri="{FF2B5EF4-FFF2-40B4-BE49-F238E27FC236}">
                  <a16:creationId xmlns:a16="http://schemas.microsoft.com/office/drawing/2014/main" id="{1BD31F3C-BBE6-4EE0-B550-6E549B752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5" name="Rectangle 166">
              <a:extLst>
                <a:ext uri="{FF2B5EF4-FFF2-40B4-BE49-F238E27FC236}">
                  <a16:creationId xmlns:a16="http://schemas.microsoft.com/office/drawing/2014/main" id="{969DE474-66B6-4BA3-BA30-1ED859AA6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6" name="Rectangle 167">
              <a:extLst>
                <a:ext uri="{FF2B5EF4-FFF2-40B4-BE49-F238E27FC236}">
                  <a16:creationId xmlns:a16="http://schemas.microsoft.com/office/drawing/2014/main" id="{E8E765C9-6E48-4C40-9874-E57DED37B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85738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7" name="Line 168">
              <a:extLst>
                <a:ext uri="{FF2B5EF4-FFF2-40B4-BE49-F238E27FC236}">
                  <a16:creationId xmlns:a16="http://schemas.microsoft.com/office/drawing/2014/main" id="{5203846A-4486-4C86-ABB4-C0F13C1146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8" name="Rectangle 169">
              <a:extLst>
                <a:ext uri="{FF2B5EF4-FFF2-40B4-BE49-F238E27FC236}">
                  <a16:creationId xmlns:a16="http://schemas.microsoft.com/office/drawing/2014/main" id="{33A9C356-B1D1-4463-B494-79C6BBD87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9" name="Freeform 170">
              <a:extLst>
                <a:ext uri="{FF2B5EF4-FFF2-40B4-BE49-F238E27FC236}">
                  <a16:creationId xmlns:a16="http://schemas.microsoft.com/office/drawing/2014/main" id="{34F73BD0-0F12-41AC-BEC8-86FB96816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0" name="Freeform 171">
              <a:extLst>
                <a:ext uri="{FF2B5EF4-FFF2-40B4-BE49-F238E27FC236}">
                  <a16:creationId xmlns:a16="http://schemas.microsoft.com/office/drawing/2014/main" id="{09D15FEE-902D-40B4-B5DB-43B933A71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1" name="Freeform 172">
              <a:extLst>
                <a:ext uri="{FF2B5EF4-FFF2-40B4-BE49-F238E27FC236}">
                  <a16:creationId xmlns:a16="http://schemas.microsoft.com/office/drawing/2014/main" id="{7C10B40A-BCEB-4623-AB77-61E126450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2" name="Line 173">
              <a:extLst>
                <a:ext uri="{FF2B5EF4-FFF2-40B4-BE49-F238E27FC236}">
                  <a16:creationId xmlns:a16="http://schemas.microsoft.com/office/drawing/2014/main" id="{21B3BD9C-6BFB-460D-8049-6606C84F45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3" name="Line 175">
              <a:extLst>
                <a:ext uri="{FF2B5EF4-FFF2-40B4-BE49-F238E27FC236}">
                  <a16:creationId xmlns:a16="http://schemas.microsoft.com/office/drawing/2014/main" id="{572F1E2E-486C-4560-83F8-AE57C45BB0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4" name="Line 176">
              <a:extLst>
                <a:ext uri="{FF2B5EF4-FFF2-40B4-BE49-F238E27FC236}">
                  <a16:creationId xmlns:a16="http://schemas.microsoft.com/office/drawing/2014/main" id="{BFABC1D0-93BD-402A-8DF7-303A99A5F5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5" name="Line 177">
              <a:extLst>
                <a:ext uri="{FF2B5EF4-FFF2-40B4-BE49-F238E27FC236}">
                  <a16:creationId xmlns:a16="http://schemas.microsoft.com/office/drawing/2014/main" id="{B2221C80-8166-4B85-82E4-1FC63EDCF8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6" name="Freeform 178">
              <a:extLst>
                <a:ext uri="{FF2B5EF4-FFF2-40B4-BE49-F238E27FC236}">
                  <a16:creationId xmlns:a16="http://schemas.microsoft.com/office/drawing/2014/main" id="{7A35D955-59E7-437B-9EE3-EEFECA840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7" name="Rectangle 179">
              <a:extLst>
                <a:ext uri="{FF2B5EF4-FFF2-40B4-BE49-F238E27FC236}">
                  <a16:creationId xmlns:a16="http://schemas.microsoft.com/office/drawing/2014/main" id="{D2D4AAF3-7528-4E3C-A728-5620A43A7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647700" cy="239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Stage 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8" name="Rectangle 180">
              <a:extLst>
                <a:ext uri="{FF2B5EF4-FFF2-40B4-BE49-F238E27FC236}">
                  <a16:creationId xmlns:a16="http://schemas.microsoft.com/office/drawing/2014/main" id="{25B0AAC5-B97B-41BF-8E41-BB50BB79A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9" name="Rectangle 181">
              <a:extLst>
                <a:ext uri="{FF2B5EF4-FFF2-40B4-BE49-F238E27FC236}">
                  <a16:creationId xmlns:a16="http://schemas.microsoft.com/office/drawing/2014/main" id="{E276FF41-5C7E-4F9D-BCE8-3CE2B476A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0" name="Rectangle 182">
              <a:extLst>
                <a:ext uri="{FF2B5EF4-FFF2-40B4-BE49-F238E27FC236}">
                  <a16:creationId xmlns:a16="http://schemas.microsoft.com/office/drawing/2014/main" id="{FA221424-2250-40DB-BCB7-4F5253C7D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1" name="Rectangle 183">
              <a:extLst>
                <a:ext uri="{FF2B5EF4-FFF2-40B4-BE49-F238E27FC236}">
                  <a16:creationId xmlns:a16="http://schemas.microsoft.com/office/drawing/2014/main" id="{04B8FE38-6B8F-44C9-8566-582E0E25A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2" name="Rectangle 184">
              <a:extLst>
                <a:ext uri="{FF2B5EF4-FFF2-40B4-BE49-F238E27FC236}">
                  <a16:creationId xmlns:a16="http://schemas.microsoft.com/office/drawing/2014/main" id="{FDB16357-D691-401F-8BC8-513C5ABBA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3" name="Rectangle 185">
              <a:extLst>
                <a:ext uri="{FF2B5EF4-FFF2-40B4-BE49-F238E27FC236}">
                  <a16:creationId xmlns:a16="http://schemas.microsoft.com/office/drawing/2014/main" id="{67CD00FC-A747-40BA-9E52-1279C5B7F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4" name="Rectangle 186">
              <a:extLst>
                <a:ext uri="{FF2B5EF4-FFF2-40B4-BE49-F238E27FC236}">
                  <a16:creationId xmlns:a16="http://schemas.microsoft.com/office/drawing/2014/main" id="{DA254D06-D883-4F51-887C-2A113FEDB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5" name="Rectangle 187">
              <a:extLst>
                <a:ext uri="{FF2B5EF4-FFF2-40B4-BE49-F238E27FC236}">
                  <a16:creationId xmlns:a16="http://schemas.microsoft.com/office/drawing/2014/main" id="{42667AAC-4D25-4D8C-9F97-8EB71D63B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6" name="Rectangle 188">
              <a:extLst>
                <a:ext uri="{FF2B5EF4-FFF2-40B4-BE49-F238E27FC236}">
                  <a16:creationId xmlns:a16="http://schemas.microsoft.com/office/drawing/2014/main" id="{41E9FC4B-966E-4D3D-90A7-B634F2E38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85738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7" name="Line 189">
              <a:extLst>
                <a:ext uri="{FF2B5EF4-FFF2-40B4-BE49-F238E27FC236}">
                  <a16:creationId xmlns:a16="http://schemas.microsoft.com/office/drawing/2014/main" id="{7CB8E8A0-E88A-4E29-9B07-4D4DA72115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8" name="Rectangle 190">
              <a:extLst>
                <a:ext uri="{FF2B5EF4-FFF2-40B4-BE49-F238E27FC236}">
                  <a16:creationId xmlns:a16="http://schemas.microsoft.com/office/drawing/2014/main" id="{9B400D60-F727-4DC8-A3AA-8595EA6F4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9" name="Freeform 191">
              <a:extLst>
                <a:ext uri="{FF2B5EF4-FFF2-40B4-BE49-F238E27FC236}">
                  <a16:creationId xmlns:a16="http://schemas.microsoft.com/office/drawing/2014/main" id="{14DE85FF-0BBA-4869-9D6A-7F5FBABF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0" name="Rectangle 192">
              <a:extLst>
                <a:ext uri="{FF2B5EF4-FFF2-40B4-BE49-F238E27FC236}">
                  <a16:creationId xmlns:a16="http://schemas.microsoft.com/office/drawing/2014/main" id="{3D7465ED-A6FF-4B64-A7EF-D497C4183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647700" cy="239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Stage 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1" name="Rectangle 193">
              <a:extLst>
                <a:ext uri="{FF2B5EF4-FFF2-40B4-BE49-F238E27FC236}">
                  <a16:creationId xmlns:a16="http://schemas.microsoft.com/office/drawing/2014/main" id="{42FC6F2D-98BA-452D-AE70-B85CAE945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95263" cy="2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2" name="Rectangle 194">
              <a:extLst>
                <a:ext uri="{FF2B5EF4-FFF2-40B4-BE49-F238E27FC236}">
                  <a16:creationId xmlns:a16="http://schemas.microsoft.com/office/drawing/2014/main" id="{C7522EA5-BE1D-493E-BC94-62954C7D5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3" name="Rectangle 195">
              <a:extLst>
                <a:ext uri="{FF2B5EF4-FFF2-40B4-BE49-F238E27FC236}">
                  <a16:creationId xmlns:a16="http://schemas.microsoft.com/office/drawing/2014/main" id="{A13FC057-93C9-4E45-AD60-8EC3F9326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4" name="Rectangle 196">
              <a:extLst>
                <a:ext uri="{FF2B5EF4-FFF2-40B4-BE49-F238E27FC236}">
                  <a16:creationId xmlns:a16="http://schemas.microsoft.com/office/drawing/2014/main" id="{0A20D5C8-A44D-43AC-A6BF-ED839D3BD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5" name="Rectangle 197">
              <a:extLst>
                <a:ext uri="{FF2B5EF4-FFF2-40B4-BE49-F238E27FC236}">
                  <a16:creationId xmlns:a16="http://schemas.microsoft.com/office/drawing/2014/main" id="{CAE39A94-E704-4F6F-B7DB-B60744BBF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6" name="Line 200">
              <a:extLst>
                <a:ext uri="{FF2B5EF4-FFF2-40B4-BE49-F238E27FC236}">
                  <a16:creationId xmlns:a16="http://schemas.microsoft.com/office/drawing/2014/main" id="{C459991E-1903-444E-AC14-C02FAA5DCB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7" name="Line 201">
              <a:extLst>
                <a:ext uri="{FF2B5EF4-FFF2-40B4-BE49-F238E27FC236}">
                  <a16:creationId xmlns:a16="http://schemas.microsoft.com/office/drawing/2014/main" id="{AC40E9A8-7792-48D3-A718-271B14315B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8" name="Line 206">
              <a:extLst>
                <a:ext uri="{FF2B5EF4-FFF2-40B4-BE49-F238E27FC236}">
                  <a16:creationId xmlns:a16="http://schemas.microsoft.com/office/drawing/2014/main" id="{5CCD63E0-3E6F-4FF0-9B74-0FC540EDE2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9" name="Line 207">
              <a:extLst>
                <a:ext uri="{FF2B5EF4-FFF2-40B4-BE49-F238E27FC236}">
                  <a16:creationId xmlns:a16="http://schemas.microsoft.com/office/drawing/2014/main" id="{3E359177-DD9E-466C-AE5B-263B821A20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0" name="Line 208">
              <a:extLst>
                <a:ext uri="{FF2B5EF4-FFF2-40B4-BE49-F238E27FC236}">
                  <a16:creationId xmlns:a16="http://schemas.microsoft.com/office/drawing/2014/main" id="{4FB3964E-C60C-405C-9145-4EC68607A1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1" name="Line 215">
              <a:extLst>
                <a:ext uri="{FF2B5EF4-FFF2-40B4-BE49-F238E27FC236}">
                  <a16:creationId xmlns:a16="http://schemas.microsoft.com/office/drawing/2014/main" id="{1A4996AF-6A96-4BFC-9EFD-474F596D94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2" name="Line 217">
              <a:extLst>
                <a:ext uri="{FF2B5EF4-FFF2-40B4-BE49-F238E27FC236}">
                  <a16:creationId xmlns:a16="http://schemas.microsoft.com/office/drawing/2014/main" id="{BDC7F674-4606-4EC3-9423-17367A696E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3" name="Line 219">
              <a:extLst>
                <a:ext uri="{FF2B5EF4-FFF2-40B4-BE49-F238E27FC236}">
                  <a16:creationId xmlns:a16="http://schemas.microsoft.com/office/drawing/2014/main" id="{650CA5D9-1523-4CC6-9FCC-DA050C3FE3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4" name="Line 226">
              <a:extLst>
                <a:ext uri="{FF2B5EF4-FFF2-40B4-BE49-F238E27FC236}">
                  <a16:creationId xmlns:a16="http://schemas.microsoft.com/office/drawing/2014/main" id="{B184C731-B301-48A0-9EF3-396C8ECE58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5" name="Line 227">
              <a:extLst>
                <a:ext uri="{FF2B5EF4-FFF2-40B4-BE49-F238E27FC236}">
                  <a16:creationId xmlns:a16="http://schemas.microsoft.com/office/drawing/2014/main" id="{883C4F8B-55BC-4994-BEFD-1B36CAEAC8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6" name="Line 228">
              <a:extLst>
                <a:ext uri="{FF2B5EF4-FFF2-40B4-BE49-F238E27FC236}">
                  <a16:creationId xmlns:a16="http://schemas.microsoft.com/office/drawing/2014/main" id="{0AD7A83E-8FFA-46D3-82F0-D03EBF9FD8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7" name="Line 233">
              <a:extLst>
                <a:ext uri="{FF2B5EF4-FFF2-40B4-BE49-F238E27FC236}">
                  <a16:creationId xmlns:a16="http://schemas.microsoft.com/office/drawing/2014/main" id="{92A4A278-FB62-419D-85FC-42CF44E9C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8" name="Line 234">
              <a:extLst>
                <a:ext uri="{FF2B5EF4-FFF2-40B4-BE49-F238E27FC236}">
                  <a16:creationId xmlns:a16="http://schemas.microsoft.com/office/drawing/2014/main" id="{F354DF7B-61AA-4BBB-A5AD-AF28FCDC1A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9" name="Line 235">
              <a:extLst>
                <a:ext uri="{FF2B5EF4-FFF2-40B4-BE49-F238E27FC236}">
                  <a16:creationId xmlns:a16="http://schemas.microsoft.com/office/drawing/2014/main" id="{984F0E7D-891E-4D9D-82EF-F7412C3EB4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0" name="Line 242">
              <a:extLst>
                <a:ext uri="{FF2B5EF4-FFF2-40B4-BE49-F238E27FC236}">
                  <a16:creationId xmlns:a16="http://schemas.microsoft.com/office/drawing/2014/main" id="{C52BA9EF-0CC0-4BBB-A9E6-5F661C5E66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1" name="Line 244">
              <a:extLst>
                <a:ext uri="{FF2B5EF4-FFF2-40B4-BE49-F238E27FC236}">
                  <a16:creationId xmlns:a16="http://schemas.microsoft.com/office/drawing/2014/main" id="{65545552-2428-411C-AEBC-A88F670EBE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2" name="Line 245">
              <a:extLst>
                <a:ext uri="{FF2B5EF4-FFF2-40B4-BE49-F238E27FC236}">
                  <a16:creationId xmlns:a16="http://schemas.microsoft.com/office/drawing/2014/main" id="{10FDB045-2424-43F6-8298-DD38C61F1A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3" name="Line 246">
              <a:extLst>
                <a:ext uri="{FF2B5EF4-FFF2-40B4-BE49-F238E27FC236}">
                  <a16:creationId xmlns:a16="http://schemas.microsoft.com/office/drawing/2014/main" id="{64CB839A-E008-4063-B7C2-FBB987342F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4" name="Line 255">
              <a:extLst>
                <a:ext uri="{FF2B5EF4-FFF2-40B4-BE49-F238E27FC236}">
                  <a16:creationId xmlns:a16="http://schemas.microsoft.com/office/drawing/2014/main" id="{926D9D33-4EBB-46D2-A9A6-6CB0375F9D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5" name="Line 256">
              <a:extLst>
                <a:ext uri="{FF2B5EF4-FFF2-40B4-BE49-F238E27FC236}">
                  <a16:creationId xmlns:a16="http://schemas.microsoft.com/office/drawing/2014/main" id="{0FDA50AE-8A6B-4F22-BAA2-7293968DD6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6" name="Line 266">
              <a:extLst>
                <a:ext uri="{FF2B5EF4-FFF2-40B4-BE49-F238E27FC236}">
                  <a16:creationId xmlns:a16="http://schemas.microsoft.com/office/drawing/2014/main" id="{D0A28C68-E3F9-4966-84F4-D1BDAECAA9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7" name="Line 267">
              <a:extLst>
                <a:ext uri="{FF2B5EF4-FFF2-40B4-BE49-F238E27FC236}">
                  <a16:creationId xmlns:a16="http://schemas.microsoft.com/office/drawing/2014/main" id="{6C4660F4-0E8F-4045-80D4-C1DC5499DD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8" name="Line 269">
              <a:extLst>
                <a:ext uri="{FF2B5EF4-FFF2-40B4-BE49-F238E27FC236}">
                  <a16:creationId xmlns:a16="http://schemas.microsoft.com/office/drawing/2014/main" id="{3B7C939D-F0AA-4B4D-A723-655BD33EF1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9" name="Line 270">
              <a:extLst>
                <a:ext uri="{FF2B5EF4-FFF2-40B4-BE49-F238E27FC236}">
                  <a16:creationId xmlns:a16="http://schemas.microsoft.com/office/drawing/2014/main" id="{4997E084-D0DC-491F-938D-966926EACB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0" name="Freeform 275">
              <a:extLst>
                <a:ext uri="{FF2B5EF4-FFF2-40B4-BE49-F238E27FC236}">
                  <a16:creationId xmlns:a16="http://schemas.microsoft.com/office/drawing/2014/main" id="{0A07A44A-19BC-4E09-AE83-67AB1BEE3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1" name="Freeform 276">
              <a:extLst>
                <a:ext uri="{FF2B5EF4-FFF2-40B4-BE49-F238E27FC236}">
                  <a16:creationId xmlns:a16="http://schemas.microsoft.com/office/drawing/2014/main" id="{665B5DC7-617B-4CAF-BDD9-0A0F5F1D5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2" name="Freeform 277">
              <a:extLst>
                <a:ext uri="{FF2B5EF4-FFF2-40B4-BE49-F238E27FC236}">
                  <a16:creationId xmlns:a16="http://schemas.microsoft.com/office/drawing/2014/main" id="{3B09450E-85A1-420C-B49C-DDA1F4FEF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3" name="Freeform 278">
              <a:extLst>
                <a:ext uri="{FF2B5EF4-FFF2-40B4-BE49-F238E27FC236}">
                  <a16:creationId xmlns:a16="http://schemas.microsoft.com/office/drawing/2014/main" id="{7AC7E99B-845D-43ED-84C6-2E1C33507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4" name="Freeform 279">
              <a:extLst>
                <a:ext uri="{FF2B5EF4-FFF2-40B4-BE49-F238E27FC236}">
                  <a16:creationId xmlns:a16="http://schemas.microsoft.com/office/drawing/2014/main" id="{92463AC1-FAF3-4557-B974-177C56FAB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5" name="Line 280">
              <a:extLst>
                <a:ext uri="{FF2B5EF4-FFF2-40B4-BE49-F238E27FC236}">
                  <a16:creationId xmlns:a16="http://schemas.microsoft.com/office/drawing/2014/main" id="{D6C04FDB-C40B-4A6E-B31D-4CEFEA702A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6" name="Rectangle 281">
              <a:extLst>
                <a:ext uri="{FF2B5EF4-FFF2-40B4-BE49-F238E27FC236}">
                  <a16:creationId xmlns:a16="http://schemas.microsoft.com/office/drawing/2014/main" id="{F2108975-8B6D-4F5A-8FC9-3F097E1C7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7" name="AutoShape 288">
              <a:extLst>
                <a:ext uri="{FF2B5EF4-FFF2-40B4-BE49-F238E27FC236}">
                  <a16:creationId xmlns:a16="http://schemas.microsoft.com/office/drawing/2014/main" id="{D52138EF-5D22-497F-82E5-DB366D2041D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8" name="AutoShape 290">
              <a:extLst>
                <a:ext uri="{FF2B5EF4-FFF2-40B4-BE49-F238E27FC236}">
                  <a16:creationId xmlns:a16="http://schemas.microsoft.com/office/drawing/2014/main" id="{8B468CCD-4B7D-4189-B2E6-ABCF2930B68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9" name="AutoShape 293">
              <a:extLst>
                <a:ext uri="{FF2B5EF4-FFF2-40B4-BE49-F238E27FC236}">
                  <a16:creationId xmlns:a16="http://schemas.microsoft.com/office/drawing/2014/main" id="{EF77895B-1367-446D-A5AA-27171081EFA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90" name="AutoShape 296">
              <a:extLst>
                <a:ext uri="{FF2B5EF4-FFF2-40B4-BE49-F238E27FC236}">
                  <a16:creationId xmlns:a16="http://schemas.microsoft.com/office/drawing/2014/main" id="{B7CB17C0-D957-4364-B127-583C4923101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91" name="Freeform 310">
              <a:extLst>
                <a:ext uri="{FF2B5EF4-FFF2-40B4-BE49-F238E27FC236}">
                  <a16:creationId xmlns:a16="http://schemas.microsoft.com/office/drawing/2014/main" id="{60573737-1187-4C8C-89B0-1AB7D6E09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92" name="Freeform 311">
              <a:extLst>
                <a:ext uri="{FF2B5EF4-FFF2-40B4-BE49-F238E27FC236}">
                  <a16:creationId xmlns:a16="http://schemas.microsoft.com/office/drawing/2014/main" id="{082F4C7A-03F9-4530-9999-05C6BB83D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06593" name="Group 344">
              <a:extLst>
                <a:ext uri="{FF2B5EF4-FFF2-40B4-BE49-F238E27FC236}">
                  <a16:creationId xmlns:a16="http://schemas.microsoft.com/office/drawing/2014/main" id="{6950F1B6-51A3-4AB2-B38A-0E02B9840B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06626" name="Freeform 345">
                <a:extLst>
                  <a:ext uri="{FF2B5EF4-FFF2-40B4-BE49-F238E27FC236}">
                    <a16:creationId xmlns:a16="http://schemas.microsoft.com/office/drawing/2014/main" id="{65BA6160-8D69-4EAB-BDDF-050034DD1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27" name="Freeform 346">
                <a:extLst>
                  <a:ext uri="{FF2B5EF4-FFF2-40B4-BE49-F238E27FC236}">
                    <a16:creationId xmlns:a16="http://schemas.microsoft.com/office/drawing/2014/main" id="{786BCED9-9475-4AD9-8D58-7A5ACFBB6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28" name="Freeform 347">
                <a:extLst>
                  <a:ext uri="{FF2B5EF4-FFF2-40B4-BE49-F238E27FC236}">
                    <a16:creationId xmlns:a16="http://schemas.microsoft.com/office/drawing/2014/main" id="{E0DAE931-E372-422F-8809-2BE45C27D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29" name="Freeform 348">
                <a:extLst>
                  <a:ext uri="{FF2B5EF4-FFF2-40B4-BE49-F238E27FC236}">
                    <a16:creationId xmlns:a16="http://schemas.microsoft.com/office/drawing/2014/main" id="{1E14435F-69F0-443E-94C9-8121071F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6594" name="Group 354">
              <a:extLst>
                <a:ext uri="{FF2B5EF4-FFF2-40B4-BE49-F238E27FC236}">
                  <a16:creationId xmlns:a16="http://schemas.microsoft.com/office/drawing/2014/main" id="{67171704-6F06-4BAF-92E2-1EEE83181A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06622" name="Freeform 355">
                <a:extLst>
                  <a:ext uri="{FF2B5EF4-FFF2-40B4-BE49-F238E27FC236}">
                    <a16:creationId xmlns:a16="http://schemas.microsoft.com/office/drawing/2014/main" id="{2226A4C7-EF15-4DD9-AE48-C1D643E51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23" name="Freeform 356">
                <a:extLst>
                  <a:ext uri="{FF2B5EF4-FFF2-40B4-BE49-F238E27FC236}">
                    <a16:creationId xmlns:a16="http://schemas.microsoft.com/office/drawing/2014/main" id="{E1229061-4A95-4759-9E80-32AB087DF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24" name="Freeform 357">
                <a:extLst>
                  <a:ext uri="{FF2B5EF4-FFF2-40B4-BE49-F238E27FC236}">
                    <a16:creationId xmlns:a16="http://schemas.microsoft.com/office/drawing/2014/main" id="{D5E078FB-79C1-416D-8852-7C15F5830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25" name="Freeform 358">
                <a:extLst>
                  <a:ext uri="{FF2B5EF4-FFF2-40B4-BE49-F238E27FC236}">
                    <a16:creationId xmlns:a16="http://schemas.microsoft.com/office/drawing/2014/main" id="{EA31C8A8-69C4-4E52-ADFC-EE741C7F0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6595" name="Group 376">
              <a:extLst>
                <a:ext uri="{FF2B5EF4-FFF2-40B4-BE49-F238E27FC236}">
                  <a16:creationId xmlns:a16="http://schemas.microsoft.com/office/drawing/2014/main" id="{B1B45218-76AF-46A8-AADD-656FBABE03A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06617" name="Freeform 377">
                <a:extLst>
                  <a:ext uri="{FF2B5EF4-FFF2-40B4-BE49-F238E27FC236}">
                    <a16:creationId xmlns:a16="http://schemas.microsoft.com/office/drawing/2014/main" id="{182BC60F-6CB1-4408-B771-C55ACA6C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18" name="Freeform 378">
                <a:extLst>
                  <a:ext uri="{FF2B5EF4-FFF2-40B4-BE49-F238E27FC236}">
                    <a16:creationId xmlns:a16="http://schemas.microsoft.com/office/drawing/2014/main" id="{9E0A158C-F894-4320-B2EC-4887AAAE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19" name="Freeform 379">
                <a:extLst>
                  <a:ext uri="{FF2B5EF4-FFF2-40B4-BE49-F238E27FC236}">
                    <a16:creationId xmlns:a16="http://schemas.microsoft.com/office/drawing/2014/main" id="{2D087443-2EF1-4E8F-AFCC-795EF98C3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20" name="Freeform 380">
                <a:extLst>
                  <a:ext uri="{FF2B5EF4-FFF2-40B4-BE49-F238E27FC236}">
                    <a16:creationId xmlns:a16="http://schemas.microsoft.com/office/drawing/2014/main" id="{A71B10CA-756F-4516-AAF4-CECDD9E6C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21" name="Freeform 381">
                <a:extLst>
                  <a:ext uri="{FF2B5EF4-FFF2-40B4-BE49-F238E27FC236}">
                    <a16:creationId xmlns:a16="http://schemas.microsoft.com/office/drawing/2014/main" id="{3A73726E-8EE4-466F-87E4-65F180D4D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6596" name="Group 424">
              <a:extLst>
                <a:ext uri="{FF2B5EF4-FFF2-40B4-BE49-F238E27FC236}">
                  <a16:creationId xmlns:a16="http://schemas.microsoft.com/office/drawing/2014/main" id="{33CBBB22-D1C2-4E1F-82AB-1D067E0B62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06609" name="Freeform 324">
                <a:extLst>
                  <a:ext uri="{FF2B5EF4-FFF2-40B4-BE49-F238E27FC236}">
                    <a16:creationId xmlns:a16="http://schemas.microsoft.com/office/drawing/2014/main" id="{C1EAB148-245C-40BD-A476-CCB6BFFD1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10" name="Freeform 325">
                <a:extLst>
                  <a:ext uri="{FF2B5EF4-FFF2-40B4-BE49-F238E27FC236}">
                    <a16:creationId xmlns:a16="http://schemas.microsoft.com/office/drawing/2014/main" id="{20D247CF-CB4B-4390-8D9D-02C063CD2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6611" name="Group 388">
                <a:extLst>
                  <a:ext uri="{FF2B5EF4-FFF2-40B4-BE49-F238E27FC236}">
                    <a16:creationId xmlns:a16="http://schemas.microsoft.com/office/drawing/2014/main" id="{D66EACA5-68CF-4548-AEB2-25D90C45B8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06612" name="Freeform 389">
                  <a:extLst>
                    <a:ext uri="{FF2B5EF4-FFF2-40B4-BE49-F238E27FC236}">
                      <a16:creationId xmlns:a16="http://schemas.microsoft.com/office/drawing/2014/main" id="{D64E6581-FBF7-4EE1-8C7D-F28322908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6613" name="Freeform 390">
                  <a:extLst>
                    <a:ext uri="{FF2B5EF4-FFF2-40B4-BE49-F238E27FC236}">
                      <a16:creationId xmlns:a16="http://schemas.microsoft.com/office/drawing/2014/main" id="{03AD7EAC-E76F-4668-81A0-12C2D67D89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6614" name="Freeform 391">
                  <a:extLst>
                    <a:ext uri="{FF2B5EF4-FFF2-40B4-BE49-F238E27FC236}">
                      <a16:creationId xmlns:a16="http://schemas.microsoft.com/office/drawing/2014/main" id="{9C3A4DD4-A90E-4876-BAD7-6F92EBAC66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6615" name="Freeform 392">
                  <a:extLst>
                    <a:ext uri="{FF2B5EF4-FFF2-40B4-BE49-F238E27FC236}">
                      <a16:creationId xmlns:a16="http://schemas.microsoft.com/office/drawing/2014/main" id="{ED830B16-DDCA-467F-A69B-16CA3503D3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6616" name="Freeform 393">
                  <a:extLst>
                    <a:ext uri="{FF2B5EF4-FFF2-40B4-BE49-F238E27FC236}">
                      <a16:creationId xmlns:a16="http://schemas.microsoft.com/office/drawing/2014/main" id="{56EC8316-CD98-4F03-BE86-1AADBF36C8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06597" name="Group 400">
              <a:extLst>
                <a:ext uri="{FF2B5EF4-FFF2-40B4-BE49-F238E27FC236}">
                  <a16:creationId xmlns:a16="http://schemas.microsoft.com/office/drawing/2014/main" id="{4B3544FF-28F7-48F1-BD56-C5CB90998DB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06604" name="Freeform 401">
                <a:extLst>
                  <a:ext uri="{FF2B5EF4-FFF2-40B4-BE49-F238E27FC236}">
                    <a16:creationId xmlns:a16="http://schemas.microsoft.com/office/drawing/2014/main" id="{8C44E019-8795-4F15-8045-6818D3D19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05" name="Freeform 402">
                <a:extLst>
                  <a:ext uri="{FF2B5EF4-FFF2-40B4-BE49-F238E27FC236}">
                    <a16:creationId xmlns:a16="http://schemas.microsoft.com/office/drawing/2014/main" id="{89E27F0B-BD92-4954-838C-1ACD4E34E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06" name="Freeform 403">
                <a:extLst>
                  <a:ext uri="{FF2B5EF4-FFF2-40B4-BE49-F238E27FC236}">
                    <a16:creationId xmlns:a16="http://schemas.microsoft.com/office/drawing/2014/main" id="{5E7D88CA-9151-42DD-BE53-F143CD0E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07" name="Freeform 404">
                <a:extLst>
                  <a:ext uri="{FF2B5EF4-FFF2-40B4-BE49-F238E27FC236}">
                    <a16:creationId xmlns:a16="http://schemas.microsoft.com/office/drawing/2014/main" id="{2883C70B-46C4-40F0-B549-A9FA414A9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08" name="Freeform 405">
                <a:extLst>
                  <a:ext uri="{FF2B5EF4-FFF2-40B4-BE49-F238E27FC236}">
                    <a16:creationId xmlns:a16="http://schemas.microsoft.com/office/drawing/2014/main" id="{5277B1CF-07A3-4C04-8834-5AEFD596D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6598" name="Group 412">
              <a:extLst>
                <a:ext uri="{FF2B5EF4-FFF2-40B4-BE49-F238E27FC236}">
                  <a16:creationId xmlns:a16="http://schemas.microsoft.com/office/drawing/2014/main" id="{FE06DD57-FFAC-48F3-A951-1919AC0AFE4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06599" name="Freeform 413">
                <a:extLst>
                  <a:ext uri="{FF2B5EF4-FFF2-40B4-BE49-F238E27FC236}">
                    <a16:creationId xmlns:a16="http://schemas.microsoft.com/office/drawing/2014/main" id="{DC011954-130F-4C1C-95E4-1D5B4E2E2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00" name="Freeform 414">
                <a:extLst>
                  <a:ext uri="{FF2B5EF4-FFF2-40B4-BE49-F238E27FC236}">
                    <a16:creationId xmlns:a16="http://schemas.microsoft.com/office/drawing/2014/main" id="{22961670-D4EF-4CF5-82BC-CE8E0BBB5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01" name="Freeform 415">
                <a:extLst>
                  <a:ext uri="{FF2B5EF4-FFF2-40B4-BE49-F238E27FC236}">
                    <a16:creationId xmlns:a16="http://schemas.microsoft.com/office/drawing/2014/main" id="{8586D488-CD81-4060-BB42-DBC6BC68A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02" name="Freeform 416">
                <a:extLst>
                  <a:ext uri="{FF2B5EF4-FFF2-40B4-BE49-F238E27FC236}">
                    <a16:creationId xmlns:a16="http://schemas.microsoft.com/office/drawing/2014/main" id="{CAA65A81-1C35-4B41-B7FD-34DC88516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6603" name="Freeform 417">
                <a:extLst>
                  <a:ext uri="{FF2B5EF4-FFF2-40B4-BE49-F238E27FC236}">
                    <a16:creationId xmlns:a16="http://schemas.microsoft.com/office/drawing/2014/main" id="{76C61522-3C51-4529-B76A-F4BC76F11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06498" name="Rectangle 2">
            <a:extLst>
              <a:ext uri="{FF2B5EF4-FFF2-40B4-BE49-F238E27FC236}">
                <a16:creationId xmlns:a16="http://schemas.microsoft.com/office/drawing/2014/main" id="{1D852E6F-3A2B-4F71-8169-2E322D63A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n-bit ripple-carry adder: 2n+1 gate delays</a:t>
            </a:r>
          </a:p>
        </p:txBody>
      </p:sp>
      <p:sp>
        <p:nvSpPr>
          <p:cNvPr id="106499" name="Oval 113">
            <a:extLst>
              <a:ext uri="{FF2B5EF4-FFF2-40B4-BE49-F238E27FC236}">
                <a16:creationId xmlns:a16="http://schemas.microsoft.com/office/drawing/2014/main" id="{5F7E7132-F51D-482D-BCDC-299F7A85D7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4325" y="3114675"/>
            <a:ext cx="2057400" cy="28956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00" name="TextBox 1">
            <a:extLst>
              <a:ext uri="{FF2B5EF4-FFF2-40B4-BE49-F238E27FC236}">
                <a16:creationId xmlns:a16="http://schemas.microsoft.com/office/drawing/2014/main" id="{360B0F64-1FA4-4CC9-8192-AA018DD88D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5029200"/>
            <a:ext cx="7620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. . . </a:t>
            </a:r>
          </a:p>
        </p:txBody>
      </p:sp>
      <p:sp>
        <p:nvSpPr>
          <p:cNvPr id="106501" name="Line 174">
            <a:extLst>
              <a:ext uri="{FF2B5EF4-FFF2-40B4-BE49-F238E27FC236}">
                <a16:creationId xmlns:a16="http://schemas.microsoft.com/office/drawing/2014/main" id="{2D892AA9-C6FE-4CB9-B54C-2A86840392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73763" y="261937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02" name="Oval 113">
            <a:extLst>
              <a:ext uri="{FF2B5EF4-FFF2-40B4-BE49-F238E27FC236}">
                <a16:creationId xmlns:a16="http://schemas.microsoft.com/office/drawing/2014/main" id="{D4322FFB-629A-4DF2-8B3E-893CEB58B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3550" y="1712913"/>
            <a:ext cx="1066800" cy="12192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503" name="Oval 113">
            <a:extLst>
              <a:ext uri="{FF2B5EF4-FFF2-40B4-BE49-F238E27FC236}">
                <a16:creationId xmlns:a16="http://schemas.microsoft.com/office/drawing/2014/main" id="{7C7D5B74-C211-48B9-877A-4E885B106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0263" y="3168650"/>
            <a:ext cx="2057400" cy="28956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Decomposing the Carry Expression</a:t>
            </a:r>
          </a:p>
        </p:txBody>
      </p:sp>
      <p:sp>
        <p:nvSpPr>
          <p:cNvPr id="107522" name="TextBox 5">
            <a:extLst>
              <a:ext uri="{FF2B5EF4-FFF2-40B4-BE49-F238E27FC236}">
                <a16:creationId xmlns:a16="http://schemas.microsoft.com/office/drawing/2014/main" id="{08C23147-7A4B-4597-8ADF-D4FCC85627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Decomposing the Carry Expression</a:t>
            </a:r>
          </a:p>
        </p:txBody>
      </p:sp>
      <p:sp>
        <p:nvSpPr>
          <p:cNvPr id="108546" name="TextBox 5">
            <a:extLst>
              <a:ext uri="{FF2B5EF4-FFF2-40B4-BE49-F238E27FC236}">
                <a16:creationId xmlns:a16="http://schemas.microsoft.com/office/drawing/2014/main" id="{AAE3B962-581F-4871-9090-BAA2B4A4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08547" name="TextBox 7">
            <a:extLst>
              <a:ext uri="{FF2B5EF4-FFF2-40B4-BE49-F238E27FC236}">
                <a16:creationId xmlns:a16="http://schemas.microsoft.com/office/drawing/2014/main" id="{47059087-C25E-4618-922A-212CD1455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(x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08548" name="Right Brace 3">
            <a:extLst>
              <a:ext uri="{FF2B5EF4-FFF2-40B4-BE49-F238E27FC236}">
                <a16:creationId xmlns:a16="http://schemas.microsoft.com/office/drawing/2014/main" id="{F3F71DED-5CEC-4771-B50B-F0BC1F16990E}"/>
              </a:ext>
            </a:extLst>
          </p:cNvPr>
          <p:cNvSpPr>
            <a:spLocks/>
          </p:cNvSpPr>
          <p:nvPr/>
        </p:nvSpPr>
        <p:spPr bwMode="auto">
          <a:xfrm rot="5400000">
            <a:off x="37607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49" name="Right Brace 3">
            <a:extLst>
              <a:ext uri="{FF2B5EF4-FFF2-40B4-BE49-F238E27FC236}">
                <a16:creationId xmlns:a16="http://schemas.microsoft.com/office/drawing/2014/main" id="{7EB79710-8E5F-4EE0-A4F4-7C85F57464A0}"/>
              </a:ext>
            </a:extLst>
          </p:cNvPr>
          <p:cNvSpPr>
            <a:spLocks/>
          </p:cNvSpPr>
          <p:nvPr/>
        </p:nvSpPr>
        <p:spPr bwMode="auto">
          <a:xfrm rot="5400000">
            <a:off x="5318919" y="2270919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0" name="TextBox 10">
            <a:extLst>
              <a:ext uri="{FF2B5EF4-FFF2-40B4-BE49-F238E27FC236}">
                <a16:creationId xmlns:a16="http://schemas.microsoft.com/office/drawing/2014/main" id="{A4972392-F803-45AE-B990-D8710564AF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6650" y="2805113"/>
            <a:ext cx="508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08551" name="TextBox 11">
            <a:extLst>
              <a:ext uri="{FF2B5EF4-FFF2-40B4-BE49-F238E27FC236}">
                <a16:creationId xmlns:a16="http://schemas.microsoft.com/office/drawing/2014/main" id="{E3C3A81B-10F9-4587-90B6-B6A606630A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0175" y="2790825"/>
            <a:ext cx="508000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Decomposing the Carry Expression</a:t>
            </a:r>
          </a:p>
        </p:txBody>
      </p:sp>
      <p:sp>
        <p:nvSpPr>
          <p:cNvPr id="109570" name="TextBox 5">
            <a:extLst>
              <a:ext uri="{FF2B5EF4-FFF2-40B4-BE49-F238E27FC236}">
                <a16:creationId xmlns:a16="http://schemas.microsoft.com/office/drawing/2014/main" id="{E281D56C-5C00-405B-85BA-38C874BCE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09571" name="TextBox 7">
            <a:extLst>
              <a:ext uri="{FF2B5EF4-FFF2-40B4-BE49-F238E27FC236}">
                <a16:creationId xmlns:a16="http://schemas.microsoft.com/office/drawing/2014/main" id="{06E8E115-318E-4327-BD49-031B91911E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(x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09572" name="Right Brace 3">
            <a:extLst>
              <a:ext uri="{FF2B5EF4-FFF2-40B4-BE49-F238E27FC236}">
                <a16:creationId xmlns:a16="http://schemas.microsoft.com/office/drawing/2014/main" id="{2E7B0F40-1F10-43D3-BBE7-2875DB47510F}"/>
              </a:ext>
            </a:extLst>
          </p:cNvPr>
          <p:cNvSpPr>
            <a:spLocks/>
          </p:cNvSpPr>
          <p:nvPr/>
        </p:nvSpPr>
        <p:spPr bwMode="auto">
          <a:xfrm rot="5400000">
            <a:off x="37607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3" name="Right Brace 3">
            <a:extLst>
              <a:ext uri="{FF2B5EF4-FFF2-40B4-BE49-F238E27FC236}">
                <a16:creationId xmlns:a16="http://schemas.microsoft.com/office/drawing/2014/main" id="{B0CF150F-4B52-4CFB-9B5B-9C4820803538}"/>
              </a:ext>
            </a:extLst>
          </p:cNvPr>
          <p:cNvSpPr>
            <a:spLocks/>
          </p:cNvSpPr>
          <p:nvPr/>
        </p:nvSpPr>
        <p:spPr bwMode="auto">
          <a:xfrm rot="5400000">
            <a:off x="5318919" y="2270919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4" name="TextBox 10">
            <a:extLst>
              <a:ext uri="{FF2B5EF4-FFF2-40B4-BE49-F238E27FC236}">
                <a16:creationId xmlns:a16="http://schemas.microsoft.com/office/drawing/2014/main" id="{7D7AA541-92C1-4B92-B6D8-C2F323780E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6650" y="2805113"/>
            <a:ext cx="508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09575" name="TextBox 11">
            <a:extLst>
              <a:ext uri="{FF2B5EF4-FFF2-40B4-BE49-F238E27FC236}">
                <a16:creationId xmlns:a16="http://schemas.microsoft.com/office/drawing/2014/main" id="{78CF8A8E-5BF9-408D-BD5D-CB1EDDD1D4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0175" y="2790825"/>
            <a:ext cx="508000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09576" name="TextBox 1">
            <a:extLst>
              <a:ext uri="{FF2B5EF4-FFF2-40B4-BE49-F238E27FC236}">
                <a16:creationId xmlns:a16="http://schemas.microsoft.com/office/drawing/2014/main" id="{07C885C0-90E6-4CCC-88BF-88860D9FB7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3400" y="3254375"/>
            <a:ext cx="15922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(1 gate delay)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7" name="TextBox 12">
            <a:extLst>
              <a:ext uri="{FF2B5EF4-FFF2-40B4-BE49-F238E27FC236}">
                <a16:creationId xmlns:a16="http://schemas.microsoft.com/office/drawing/2014/main" id="{40D3EFB0-7E6A-4066-8E55-652F879491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1063" y="3259138"/>
            <a:ext cx="15922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(1 gate delay)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593" name="Group 1">
            <a:extLst>
              <a:ext uri="{FF2B5EF4-FFF2-40B4-BE49-F238E27FC236}">
                <a16:creationId xmlns:a16="http://schemas.microsoft.com/office/drawing/2014/main" id="{A5564EB8-D263-4AFC-84B6-BA0C88F2A22A}"/>
              </a:ext>
            </a:extLst>
          </p:cNvPr>
          <p:cNvGrpSpPr>
            <a:grpSpLocks/>
          </p:cNvGrpSpPr>
          <p:nvPr/>
        </p:nvGrpSpPr>
        <p:grpSpPr bwMode="auto">
          <a:xfrm>
            <a:off x="982663" y="696913"/>
            <a:ext cx="7018337" cy="5703887"/>
            <a:chOff x="1295400" y="1001713"/>
            <a:chExt cx="7018337" cy="570388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79F57F3E-3B3E-8941-B23C-33E40016E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10604" name="Freeform 144">
              <a:extLst>
                <a:ext uri="{FF2B5EF4-FFF2-40B4-BE49-F238E27FC236}">
                  <a16:creationId xmlns:a16="http://schemas.microsoft.com/office/drawing/2014/main" id="{FF0908C7-450E-4572-BF6D-59469CAE8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05" name="Line 146">
              <a:extLst>
                <a:ext uri="{FF2B5EF4-FFF2-40B4-BE49-F238E27FC236}">
                  <a16:creationId xmlns:a16="http://schemas.microsoft.com/office/drawing/2014/main" id="{BE1837ED-E8F4-4418-BECF-FCD996E05B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06" name="Freeform 148">
              <a:extLst>
                <a:ext uri="{FF2B5EF4-FFF2-40B4-BE49-F238E27FC236}">
                  <a16:creationId xmlns:a16="http://schemas.microsoft.com/office/drawing/2014/main" id="{657269C9-6553-4983-95E5-52B1AE292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07" name="Freeform 149">
              <a:extLst>
                <a:ext uri="{FF2B5EF4-FFF2-40B4-BE49-F238E27FC236}">
                  <a16:creationId xmlns:a16="http://schemas.microsoft.com/office/drawing/2014/main" id="{94B7B90E-BE4D-4618-AF5E-2A1D4CDE4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08" name="Freeform 150">
              <a:extLst>
                <a:ext uri="{FF2B5EF4-FFF2-40B4-BE49-F238E27FC236}">
                  <a16:creationId xmlns:a16="http://schemas.microsoft.com/office/drawing/2014/main" id="{646DE684-594A-4F05-9A37-DDB0E43DD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09" name="Freeform 151">
              <a:extLst>
                <a:ext uri="{FF2B5EF4-FFF2-40B4-BE49-F238E27FC236}">
                  <a16:creationId xmlns:a16="http://schemas.microsoft.com/office/drawing/2014/main" id="{C62BF71D-A713-48AE-97F3-628F4D4F9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10" name="Freeform 152">
              <a:extLst>
                <a:ext uri="{FF2B5EF4-FFF2-40B4-BE49-F238E27FC236}">
                  <a16:creationId xmlns:a16="http://schemas.microsoft.com/office/drawing/2014/main" id="{94090F9C-A328-4BCA-A4B6-4C653F99C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11" name="Line 153">
              <a:extLst>
                <a:ext uri="{FF2B5EF4-FFF2-40B4-BE49-F238E27FC236}">
                  <a16:creationId xmlns:a16="http://schemas.microsoft.com/office/drawing/2014/main" id="{21350963-F15E-45EA-8D21-866A35E24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12" name="Line 154">
              <a:extLst>
                <a:ext uri="{FF2B5EF4-FFF2-40B4-BE49-F238E27FC236}">
                  <a16:creationId xmlns:a16="http://schemas.microsoft.com/office/drawing/2014/main" id="{13C166D4-A4E8-4C61-BEC3-DC0571E025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13" name="Line 155">
              <a:extLst>
                <a:ext uri="{FF2B5EF4-FFF2-40B4-BE49-F238E27FC236}">
                  <a16:creationId xmlns:a16="http://schemas.microsoft.com/office/drawing/2014/main" id="{E35841D1-B3BA-4C12-93E8-84DF6E1F9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14" name="Line 156">
              <a:extLst>
                <a:ext uri="{FF2B5EF4-FFF2-40B4-BE49-F238E27FC236}">
                  <a16:creationId xmlns:a16="http://schemas.microsoft.com/office/drawing/2014/main" id="{7C7C338A-CFA5-45DD-9057-DF8C1EA652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15" name="Freeform 157">
              <a:extLst>
                <a:ext uri="{FF2B5EF4-FFF2-40B4-BE49-F238E27FC236}">
                  <a16:creationId xmlns:a16="http://schemas.microsoft.com/office/drawing/2014/main" id="{7283AC4D-5C8D-493D-9FB0-526714E0C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16" name="Freeform 158">
              <a:extLst>
                <a:ext uri="{FF2B5EF4-FFF2-40B4-BE49-F238E27FC236}">
                  <a16:creationId xmlns:a16="http://schemas.microsoft.com/office/drawing/2014/main" id="{79B4890D-1813-44A5-BF1C-DAC842F20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17" name="Rectangle 159">
              <a:extLst>
                <a:ext uri="{FF2B5EF4-FFF2-40B4-BE49-F238E27FC236}">
                  <a16:creationId xmlns:a16="http://schemas.microsoft.com/office/drawing/2014/main" id="{480E494C-DD48-403D-9EF2-3113DDB3D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18" name="Rectangle 160">
              <a:extLst>
                <a:ext uri="{FF2B5EF4-FFF2-40B4-BE49-F238E27FC236}">
                  <a16:creationId xmlns:a16="http://schemas.microsoft.com/office/drawing/2014/main" id="{00DF0C1C-BF07-4B3C-A541-DF763EF4F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19" name="Rectangle 161">
              <a:extLst>
                <a:ext uri="{FF2B5EF4-FFF2-40B4-BE49-F238E27FC236}">
                  <a16:creationId xmlns:a16="http://schemas.microsoft.com/office/drawing/2014/main" id="{C18B890D-9ABB-4CDD-9165-C7CEC3A2F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20" name="Rectangle 162">
              <a:extLst>
                <a:ext uri="{FF2B5EF4-FFF2-40B4-BE49-F238E27FC236}">
                  <a16:creationId xmlns:a16="http://schemas.microsoft.com/office/drawing/2014/main" id="{56DB0470-1581-48D6-BB04-A29332BC0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21" name="Rectangle 163">
              <a:extLst>
                <a:ext uri="{FF2B5EF4-FFF2-40B4-BE49-F238E27FC236}">
                  <a16:creationId xmlns:a16="http://schemas.microsoft.com/office/drawing/2014/main" id="{47C9AD85-ACF7-4407-B9FD-B773FC41D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22" name="Rectangle 164">
              <a:extLst>
                <a:ext uri="{FF2B5EF4-FFF2-40B4-BE49-F238E27FC236}">
                  <a16:creationId xmlns:a16="http://schemas.microsoft.com/office/drawing/2014/main" id="{3D7A9A7F-5018-4994-9987-361FA6DB4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23" name="Rectangle 165">
              <a:extLst>
                <a:ext uri="{FF2B5EF4-FFF2-40B4-BE49-F238E27FC236}">
                  <a16:creationId xmlns:a16="http://schemas.microsoft.com/office/drawing/2014/main" id="{6F924494-9B44-4BB7-91E3-432A86795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24" name="Rectangle 166">
              <a:extLst>
                <a:ext uri="{FF2B5EF4-FFF2-40B4-BE49-F238E27FC236}">
                  <a16:creationId xmlns:a16="http://schemas.microsoft.com/office/drawing/2014/main" id="{DA4B5989-28D9-41A9-9837-81D024671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25" name="Rectangle 167">
              <a:extLst>
                <a:ext uri="{FF2B5EF4-FFF2-40B4-BE49-F238E27FC236}">
                  <a16:creationId xmlns:a16="http://schemas.microsoft.com/office/drawing/2014/main" id="{1565EB67-76EE-4A21-986B-87BC41664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85738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26" name="Line 168">
              <a:extLst>
                <a:ext uri="{FF2B5EF4-FFF2-40B4-BE49-F238E27FC236}">
                  <a16:creationId xmlns:a16="http://schemas.microsoft.com/office/drawing/2014/main" id="{05B1A558-B2F4-42E4-B5E1-302F2D3C0F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27" name="Rectangle 169">
              <a:extLst>
                <a:ext uri="{FF2B5EF4-FFF2-40B4-BE49-F238E27FC236}">
                  <a16:creationId xmlns:a16="http://schemas.microsoft.com/office/drawing/2014/main" id="{E3EB9A3C-5568-4C62-89DB-8C57F7FCD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28" name="Freeform 170">
              <a:extLst>
                <a:ext uri="{FF2B5EF4-FFF2-40B4-BE49-F238E27FC236}">
                  <a16:creationId xmlns:a16="http://schemas.microsoft.com/office/drawing/2014/main" id="{7E02E187-347F-45E0-84A8-352CBE181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29" name="Freeform 171">
              <a:extLst>
                <a:ext uri="{FF2B5EF4-FFF2-40B4-BE49-F238E27FC236}">
                  <a16:creationId xmlns:a16="http://schemas.microsoft.com/office/drawing/2014/main" id="{EDFA6C78-72E9-4372-8678-62F86E8E8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30" name="Freeform 172">
              <a:extLst>
                <a:ext uri="{FF2B5EF4-FFF2-40B4-BE49-F238E27FC236}">
                  <a16:creationId xmlns:a16="http://schemas.microsoft.com/office/drawing/2014/main" id="{29D01859-528B-4A41-831C-E63B23553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31" name="Line 173">
              <a:extLst>
                <a:ext uri="{FF2B5EF4-FFF2-40B4-BE49-F238E27FC236}">
                  <a16:creationId xmlns:a16="http://schemas.microsoft.com/office/drawing/2014/main" id="{91288435-A5F6-4849-B624-54B114EA67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32" name="Line 175">
              <a:extLst>
                <a:ext uri="{FF2B5EF4-FFF2-40B4-BE49-F238E27FC236}">
                  <a16:creationId xmlns:a16="http://schemas.microsoft.com/office/drawing/2014/main" id="{24E396B8-570A-48BC-8396-5E2633A580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33" name="Line 176">
              <a:extLst>
                <a:ext uri="{FF2B5EF4-FFF2-40B4-BE49-F238E27FC236}">
                  <a16:creationId xmlns:a16="http://schemas.microsoft.com/office/drawing/2014/main" id="{36B4C781-B99D-4EA1-8030-F94686A5ED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34" name="Line 177">
              <a:extLst>
                <a:ext uri="{FF2B5EF4-FFF2-40B4-BE49-F238E27FC236}">
                  <a16:creationId xmlns:a16="http://schemas.microsoft.com/office/drawing/2014/main" id="{B6AEE841-A00A-4714-B124-F82C3D5F23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35" name="Freeform 178">
              <a:extLst>
                <a:ext uri="{FF2B5EF4-FFF2-40B4-BE49-F238E27FC236}">
                  <a16:creationId xmlns:a16="http://schemas.microsoft.com/office/drawing/2014/main" id="{4F7A4480-9D58-4093-9362-EA39E7C4E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36" name="Rectangle 179">
              <a:extLst>
                <a:ext uri="{FF2B5EF4-FFF2-40B4-BE49-F238E27FC236}">
                  <a16:creationId xmlns:a16="http://schemas.microsoft.com/office/drawing/2014/main" id="{67AD2C2D-E4C0-4FE7-8BD4-2025D4A18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647700" cy="239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Stage 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37" name="Rectangle 180">
              <a:extLst>
                <a:ext uri="{FF2B5EF4-FFF2-40B4-BE49-F238E27FC236}">
                  <a16:creationId xmlns:a16="http://schemas.microsoft.com/office/drawing/2014/main" id="{C5D5780A-1344-453E-B7D5-A23AB15BA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38" name="Rectangle 181">
              <a:extLst>
                <a:ext uri="{FF2B5EF4-FFF2-40B4-BE49-F238E27FC236}">
                  <a16:creationId xmlns:a16="http://schemas.microsoft.com/office/drawing/2014/main" id="{F894C4ED-5E0E-4CEB-BBEF-3B3F13D25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39" name="Rectangle 182">
              <a:extLst>
                <a:ext uri="{FF2B5EF4-FFF2-40B4-BE49-F238E27FC236}">
                  <a16:creationId xmlns:a16="http://schemas.microsoft.com/office/drawing/2014/main" id="{1187EC99-BD19-4B73-B931-2DAF83041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40" name="Rectangle 183">
              <a:extLst>
                <a:ext uri="{FF2B5EF4-FFF2-40B4-BE49-F238E27FC236}">
                  <a16:creationId xmlns:a16="http://schemas.microsoft.com/office/drawing/2014/main" id="{E7301AA4-65E6-4FA1-8321-61C7F5A03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41" name="Rectangle 184">
              <a:extLst>
                <a:ext uri="{FF2B5EF4-FFF2-40B4-BE49-F238E27FC236}">
                  <a16:creationId xmlns:a16="http://schemas.microsoft.com/office/drawing/2014/main" id="{9A7AAAF3-D846-4269-9F7E-9E6C0BF7B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42" name="Rectangle 185">
              <a:extLst>
                <a:ext uri="{FF2B5EF4-FFF2-40B4-BE49-F238E27FC236}">
                  <a16:creationId xmlns:a16="http://schemas.microsoft.com/office/drawing/2014/main" id="{29E5D38C-EB94-44E5-A871-AE18C5CF6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43" name="Rectangle 186">
              <a:extLst>
                <a:ext uri="{FF2B5EF4-FFF2-40B4-BE49-F238E27FC236}">
                  <a16:creationId xmlns:a16="http://schemas.microsoft.com/office/drawing/2014/main" id="{25E53772-5875-4598-8E9A-56189F7EA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44" name="Rectangle 187">
              <a:extLst>
                <a:ext uri="{FF2B5EF4-FFF2-40B4-BE49-F238E27FC236}">
                  <a16:creationId xmlns:a16="http://schemas.microsoft.com/office/drawing/2014/main" id="{C0B4A6BC-D4F9-449B-906E-1314D6AC9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45" name="Rectangle 188">
              <a:extLst>
                <a:ext uri="{FF2B5EF4-FFF2-40B4-BE49-F238E27FC236}">
                  <a16:creationId xmlns:a16="http://schemas.microsoft.com/office/drawing/2014/main" id="{D2517E9E-59F8-4DB9-9420-99E7AC4F4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85738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46" name="Line 189">
              <a:extLst>
                <a:ext uri="{FF2B5EF4-FFF2-40B4-BE49-F238E27FC236}">
                  <a16:creationId xmlns:a16="http://schemas.microsoft.com/office/drawing/2014/main" id="{34245A71-5CE6-467D-9715-A28B801390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47" name="Rectangle 190">
              <a:extLst>
                <a:ext uri="{FF2B5EF4-FFF2-40B4-BE49-F238E27FC236}">
                  <a16:creationId xmlns:a16="http://schemas.microsoft.com/office/drawing/2014/main" id="{3DF73324-04A6-45B9-A664-7F3FE6700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48" name="Freeform 191">
              <a:extLst>
                <a:ext uri="{FF2B5EF4-FFF2-40B4-BE49-F238E27FC236}">
                  <a16:creationId xmlns:a16="http://schemas.microsoft.com/office/drawing/2014/main" id="{9B96CC31-5064-442F-BA2B-110985636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49" name="Rectangle 192">
              <a:extLst>
                <a:ext uri="{FF2B5EF4-FFF2-40B4-BE49-F238E27FC236}">
                  <a16:creationId xmlns:a16="http://schemas.microsoft.com/office/drawing/2014/main" id="{2C274058-03CF-4007-9757-08121233C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647700" cy="239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Stage 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50" name="Rectangle 193">
              <a:extLst>
                <a:ext uri="{FF2B5EF4-FFF2-40B4-BE49-F238E27FC236}">
                  <a16:creationId xmlns:a16="http://schemas.microsoft.com/office/drawing/2014/main" id="{9D692A65-7147-4AFB-B801-3A97C19AC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95263" cy="2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51" name="Rectangle 194">
              <a:extLst>
                <a:ext uri="{FF2B5EF4-FFF2-40B4-BE49-F238E27FC236}">
                  <a16:creationId xmlns:a16="http://schemas.microsoft.com/office/drawing/2014/main" id="{EF846F06-1B21-42BF-98AB-6A346577B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52" name="Rectangle 195">
              <a:extLst>
                <a:ext uri="{FF2B5EF4-FFF2-40B4-BE49-F238E27FC236}">
                  <a16:creationId xmlns:a16="http://schemas.microsoft.com/office/drawing/2014/main" id="{CCBB8C9C-2826-42B9-9320-911DA9239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53" name="Rectangle 196">
              <a:extLst>
                <a:ext uri="{FF2B5EF4-FFF2-40B4-BE49-F238E27FC236}">
                  <a16:creationId xmlns:a16="http://schemas.microsoft.com/office/drawing/2014/main" id="{C26D069E-FD12-48D7-9CE8-64E176BE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54" name="Rectangle 197">
              <a:extLst>
                <a:ext uri="{FF2B5EF4-FFF2-40B4-BE49-F238E27FC236}">
                  <a16:creationId xmlns:a16="http://schemas.microsoft.com/office/drawing/2014/main" id="{96DD709F-5F13-445F-BE28-7BDBB374C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55" name="Line 200">
              <a:extLst>
                <a:ext uri="{FF2B5EF4-FFF2-40B4-BE49-F238E27FC236}">
                  <a16:creationId xmlns:a16="http://schemas.microsoft.com/office/drawing/2014/main" id="{470FD524-8C5A-400D-B196-3BC9CE07A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56" name="Line 201">
              <a:extLst>
                <a:ext uri="{FF2B5EF4-FFF2-40B4-BE49-F238E27FC236}">
                  <a16:creationId xmlns:a16="http://schemas.microsoft.com/office/drawing/2014/main" id="{E9136A06-485C-43CC-959A-E946E2404F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57" name="Line 206">
              <a:extLst>
                <a:ext uri="{FF2B5EF4-FFF2-40B4-BE49-F238E27FC236}">
                  <a16:creationId xmlns:a16="http://schemas.microsoft.com/office/drawing/2014/main" id="{1A3E9778-89B4-4E61-8D28-C7D068621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58" name="Line 207">
              <a:extLst>
                <a:ext uri="{FF2B5EF4-FFF2-40B4-BE49-F238E27FC236}">
                  <a16:creationId xmlns:a16="http://schemas.microsoft.com/office/drawing/2014/main" id="{ECF1C9CF-DAAB-4229-93CA-F55ADF7A08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59" name="Line 208">
              <a:extLst>
                <a:ext uri="{FF2B5EF4-FFF2-40B4-BE49-F238E27FC236}">
                  <a16:creationId xmlns:a16="http://schemas.microsoft.com/office/drawing/2014/main" id="{4E9A7434-9D7E-40E1-979D-5FD406F192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60" name="Line 215">
              <a:extLst>
                <a:ext uri="{FF2B5EF4-FFF2-40B4-BE49-F238E27FC236}">
                  <a16:creationId xmlns:a16="http://schemas.microsoft.com/office/drawing/2014/main" id="{E4BD774E-77CF-4676-AD8C-5ABA0587E9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61" name="Line 217">
              <a:extLst>
                <a:ext uri="{FF2B5EF4-FFF2-40B4-BE49-F238E27FC236}">
                  <a16:creationId xmlns:a16="http://schemas.microsoft.com/office/drawing/2014/main" id="{A7EEFAD4-6404-467E-9612-951A8EE843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62" name="Line 219">
              <a:extLst>
                <a:ext uri="{FF2B5EF4-FFF2-40B4-BE49-F238E27FC236}">
                  <a16:creationId xmlns:a16="http://schemas.microsoft.com/office/drawing/2014/main" id="{411DF71F-99FC-4816-8CC1-DFEC892C61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63" name="Line 226">
              <a:extLst>
                <a:ext uri="{FF2B5EF4-FFF2-40B4-BE49-F238E27FC236}">
                  <a16:creationId xmlns:a16="http://schemas.microsoft.com/office/drawing/2014/main" id="{9F98AB52-8715-45A9-86B2-4D017BCB62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64" name="Line 227">
              <a:extLst>
                <a:ext uri="{FF2B5EF4-FFF2-40B4-BE49-F238E27FC236}">
                  <a16:creationId xmlns:a16="http://schemas.microsoft.com/office/drawing/2014/main" id="{1C3B02D1-507F-4C5A-A99C-98CD0173FC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65" name="Line 228">
              <a:extLst>
                <a:ext uri="{FF2B5EF4-FFF2-40B4-BE49-F238E27FC236}">
                  <a16:creationId xmlns:a16="http://schemas.microsoft.com/office/drawing/2014/main" id="{EE67BE4D-E7B7-4E31-8883-60574B5A35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66" name="Line 233">
              <a:extLst>
                <a:ext uri="{FF2B5EF4-FFF2-40B4-BE49-F238E27FC236}">
                  <a16:creationId xmlns:a16="http://schemas.microsoft.com/office/drawing/2014/main" id="{7C0CAFBF-3504-4593-A3AF-734C525634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67" name="Line 234">
              <a:extLst>
                <a:ext uri="{FF2B5EF4-FFF2-40B4-BE49-F238E27FC236}">
                  <a16:creationId xmlns:a16="http://schemas.microsoft.com/office/drawing/2014/main" id="{6031DA51-06EE-45A2-9401-4EB18250E6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68" name="Line 235">
              <a:extLst>
                <a:ext uri="{FF2B5EF4-FFF2-40B4-BE49-F238E27FC236}">
                  <a16:creationId xmlns:a16="http://schemas.microsoft.com/office/drawing/2014/main" id="{06962AF5-D672-473A-B1B4-98E444D7BC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69" name="Line 242">
              <a:extLst>
                <a:ext uri="{FF2B5EF4-FFF2-40B4-BE49-F238E27FC236}">
                  <a16:creationId xmlns:a16="http://schemas.microsoft.com/office/drawing/2014/main" id="{75E4F8DE-2BF5-46FD-88E8-CB471AC04C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70" name="Line 244">
              <a:extLst>
                <a:ext uri="{FF2B5EF4-FFF2-40B4-BE49-F238E27FC236}">
                  <a16:creationId xmlns:a16="http://schemas.microsoft.com/office/drawing/2014/main" id="{BDF3ED55-C099-4578-ACDF-325D552C0B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71" name="Line 245">
              <a:extLst>
                <a:ext uri="{FF2B5EF4-FFF2-40B4-BE49-F238E27FC236}">
                  <a16:creationId xmlns:a16="http://schemas.microsoft.com/office/drawing/2014/main" id="{9E4461EF-8DEC-494B-A595-F19F0935C6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72" name="Line 246">
              <a:extLst>
                <a:ext uri="{FF2B5EF4-FFF2-40B4-BE49-F238E27FC236}">
                  <a16:creationId xmlns:a16="http://schemas.microsoft.com/office/drawing/2014/main" id="{6D28744C-52F4-46F6-A606-22C7431210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73" name="Line 255">
              <a:extLst>
                <a:ext uri="{FF2B5EF4-FFF2-40B4-BE49-F238E27FC236}">
                  <a16:creationId xmlns:a16="http://schemas.microsoft.com/office/drawing/2014/main" id="{78684F73-8CDF-4F65-8F44-0CAEBE900E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74" name="Line 256">
              <a:extLst>
                <a:ext uri="{FF2B5EF4-FFF2-40B4-BE49-F238E27FC236}">
                  <a16:creationId xmlns:a16="http://schemas.microsoft.com/office/drawing/2014/main" id="{C620BD94-B651-4DAE-B854-7ABA88F49E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75" name="Line 266">
              <a:extLst>
                <a:ext uri="{FF2B5EF4-FFF2-40B4-BE49-F238E27FC236}">
                  <a16:creationId xmlns:a16="http://schemas.microsoft.com/office/drawing/2014/main" id="{B2D37B32-64CD-43D4-9EFC-5DBDD843E2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76" name="Line 267">
              <a:extLst>
                <a:ext uri="{FF2B5EF4-FFF2-40B4-BE49-F238E27FC236}">
                  <a16:creationId xmlns:a16="http://schemas.microsoft.com/office/drawing/2014/main" id="{14CF7838-7B33-4CC7-BA0C-A6D399D081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77" name="Line 269">
              <a:extLst>
                <a:ext uri="{FF2B5EF4-FFF2-40B4-BE49-F238E27FC236}">
                  <a16:creationId xmlns:a16="http://schemas.microsoft.com/office/drawing/2014/main" id="{45285765-04EE-44F1-9F31-780B5C70B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78" name="Line 270">
              <a:extLst>
                <a:ext uri="{FF2B5EF4-FFF2-40B4-BE49-F238E27FC236}">
                  <a16:creationId xmlns:a16="http://schemas.microsoft.com/office/drawing/2014/main" id="{1B0A2BA3-BCF5-4E21-9E8D-6EB03260CD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79" name="Freeform 275">
              <a:extLst>
                <a:ext uri="{FF2B5EF4-FFF2-40B4-BE49-F238E27FC236}">
                  <a16:creationId xmlns:a16="http://schemas.microsoft.com/office/drawing/2014/main" id="{D713CF04-5416-4772-82E5-E75BD283B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0" name="Freeform 277">
              <a:extLst>
                <a:ext uri="{FF2B5EF4-FFF2-40B4-BE49-F238E27FC236}">
                  <a16:creationId xmlns:a16="http://schemas.microsoft.com/office/drawing/2014/main" id="{14808864-726C-430D-9890-9C5957792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1" name="Freeform 278">
              <a:extLst>
                <a:ext uri="{FF2B5EF4-FFF2-40B4-BE49-F238E27FC236}">
                  <a16:creationId xmlns:a16="http://schemas.microsoft.com/office/drawing/2014/main" id="{60846E69-52B0-4375-B539-3503C5B99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2" name="Freeform 279">
              <a:extLst>
                <a:ext uri="{FF2B5EF4-FFF2-40B4-BE49-F238E27FC236}">
                  <a16:creationId xmlns:a16="http://schemas.microsoft.com/office/drawing/2014/main" id="{75768E1E-3C71-42D4-B745-3C7D74688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3" name="Line 280">
              <a:extLst>
                <a:ext uri="{FF2B5EF4-FFF2-40B4-BE49-F238E27FC236}">
                  <a16:creationId xmlns:a16="http://schemas.microsoft.com/office/drawing/2014/main" id="{F0621F58-15E8-4135-A39F-07C1210EFC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4" name="Rectangle 281">
              <a:extLst>
                <a:ext uri="{FF2B5EF4-FFF2-40B4-BE49-F238E27FC236}">
                  <a16:creationId xmlns:a16="http://schemas.microsoft.com/office/drawing/2014/main" id="{3A9B3520-39E7-4459-85EF-B4347901D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5" name="AutoShape 288">
              <a:extLst>
                <a:ext uri="{FF2B5EF4-FFF2-40B4-BE49-F238E27FC236}">
                  <a16:creationId xmlns:a16="http://schemas.microsoft.com/office/drawing/2014/main" id="{E3C0CFCC-DF32-4FA1-BA94-883C2597201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6" name="AutoShape 290">
              <a:extLst>
                <a:ext uri="{FF2B5EF4-FFF2-40B4-BE49-F238E27FC236}">
                  <a16:creationId xmlns:a16="http://schemas.microsoft.com/office/drawing/2014/main" id="{BC0ACCC7-8576-42D0-88F1-3557E601E3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7" name="AutoShape 293">
              <a:extLst>
                <a:ext uri="{FF2B5EF4-FFF2-40B4-BE49-F238E27FC236}">
                  <a16:creationId xmlns:a16="http://schemas.microsoft.com/office/drawing/2014/main" id="{C4E945AF-CD7A-4ADD-967B-E9172FE3C36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8" name="AutoShape 296">
              <a:extLst>
                <a:ext uri="{FF2B5EF4-FFF2-40B4-BE49-F238E27FC236}">
                  <a16:creationId xmlns:a16="http://schemas.microsoft.com/office/drawing/2014/main" id="{931487A5-650F-4EE4-A2C8-F3DFBC3E17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9" name="Freeform 310">
              <a:extLst>
                <a:ext uri="{FF2B5EF4-FFF2-40B4-BE49-F238E27FC236}">
                  <a16:creationId xmlns:a16="http://schemas.microsoft.com/office/drawing/2014/main" id="{BFE6E606-FE9F-4151-B0C6-E9CBCBA5B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90" name="Freeform 311">
              <a:extLst>
                <a:ext uri="{FF2B5EF4-FFF2-40B4-BE49-F238E27FC236}">
                  <a16:creationId xmlns:a16="http://schemas.microsoft.com/office/drawing/2014/main" id="{F366AED4-15F3-416C-BBDD-D90BB92E0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10691" name="Group 344">
              <a:extLst>
                <a:ext uri="{FF2B5EF4-FFF2-40B4-BE49-F238E27FC236}">
                  <a16:creationId xmlns:a16="http://schemas.microsoft.com/office/drawing/2014/main" id="{CE52B87F-2D4C-4B37-B776-F64B630C12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10725" name="Freeform 345">
                <a:extLst>
                  <a:ext uri="{FF2B5EF4-FFF2-40B4-BE49-F238E27FC236}">
                    <a16:creationId xmlns:a16="http://schemas.microsoft.com/office/drawing/2014/main" id="{3E34D227-1669-4B64-A494-52A1EEFC9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26" name="Freeform 346">
                <a:extLst>
                  <a:ext uri="{FF2B5EF4-FFF2-40B4-BE49-F238E27FC236}">
                    <a16:creationId xmlns:a16="http://schemas.microsoft.com/office/drawing/2014/main" id="{A3F51766-57FA-44C3-8359-18626BCD7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27" name="Freeform 347">
                <a:extLst>
                  <a:ext uri="{FF2B5EF4-FFF2-40B4-BE49-F238E27FC236}">
                    <a16:creationId xmlns:a16="http://schemas.microsoft.com/office/drawing/2014/main" id="{1353168E-E218-465A-B17E-972894120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28" name="Freeform 348">
                <a:extLst>
                  <a:ext uri="{FF2B5EF4-FFF2-40B4-BE49-F238E27FC236}">
                    <a16:creationId xmlns:a16="http://schemas.microsoft.com/office/drawing/2014/main" id="{767DD1DA-7A72-4815-BC32-7CC2BB797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0692" name="Group 354">
              <a:extLst>
                <a:ext uri="{FF2B5EF4-FFF2-40B4-BE49-F238E27FC236}">
                  <a16:creationId xmlns:a16="http://schemas.microsoft.com/office/drawing/2014/main" id="{B958C1D9-EBC6-4D2A-97EF-F812D106B2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10721" name="Freeform 355">
                <a:extLst>
                  <a:ext uri="{FF2B5EF4-FFF2-40B4-BE49-F238E27FC236}">
                    <a16:creationId xmlns:a16="http://schemas.microsoft.com/office/drawing/2014/main" id="{EB193CAA-94C1-4809-AD12-CFDB692F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22" name="Freeform 356">
                <a:extLst>
                  <a:ext uri="{FF2B5EF4-FFF2-40B4-BE49-F238E27FC236}">
                    <a16:creationId xmlns:a16="http://schemas.microsoft.com/office/drawing/2014/main" id="{80A564AA-748D-4184-9B00-2CA7E3EA5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23" name="Freeform 357">
                <a:extLst>
                  <a:ext uri="{FF2B5EF4-FFF2-40B4-BE49-F238E27FC236}">
                    <a16:creationId xmlns:a16="http://schemas.microsoft.com/office/drawing/2014/main" id="{98342CB3-2588-446B-A139-18A569B9D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24" name="Freeform 358">
                <a:extLst>
                  <a:ext uri="{FF2B5EF4-FFF2-40B4-BE49-F238E27FC236}">
                    <a16:creationId xmlns:a16="http://schemas.microsoft.com/office/drawing/2014/main" id="{3A0011DE-F7D7-447D-8C9D-C2E6EAE87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0693" name="Group 376">
              <a:extLst>
                <a:ext uri="{FF2B5EF4-FFF2-40B4-BE49-F238E27FC236}">
                  <a16:creationId xmlns:a16="http://schemas.microsoft.com/office/drawing/2014/main" id="{31820E30-C7B7-4103-811D-20459D07F41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10716" name="Freeform 377">
                <a:extLst>
                  <a:ext uri="{FF2B5EF4-FFF2-40B4-BE49-F238E27FC236}">
                    <a16:creationId xmlns:a16="http://schemas.microsoft.com/office/drawing/2014/main" id="{B0C8B4E2-4140-4674-9607-63E20BACB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17" name="Freeform 378">
                <a:extLst>
                  <a:ext uri="{FF2B5EF4-FFF2-40B4-BE49-F238E27FC236}">
                    <a16:creationId xmlns:a16="http://schemas.microsoft.com/office/drawing/2014/main" id="{2D0A7A4F-0E1F-45B3-8D36-43AD6E1C6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18" name="Freeform 379">
                <a:extLst>
                  <a:ext uri="{FF2B5EF4-FFF2-40B4-BE49-F238E27FC236}">
                    <a16:creationId xmlns:a16="http://schemas.microsoft.com/office/drawing/2014/main" id="{02A8DC73-0A24-4E7F-870E-CE37E432D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19" name="Freeform 380">
                <a:extLst>
                  <a:ext uri="{FF2B5EF4-FFF2-40B4-BE49-F238E27FC236}">
                    <a16:creationId xmlns:a16="http://schemas.microsoft.com/office/drawing/2014/main" id="{8D6EF9E9-3C02-44E8-9545-8F747C66C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20" name="Freeform 381">
                <a:extLst>
                  <a:ext uri="{FF2B5EF4-FFF2-40B4-BE49-F238E27FC236}">
                    <a16:creationId xmlns:a16="http://schemas.microsoft.com/office/drawing/2014/main" id="{44E7F26E-562A-4306-A130-9B1871E4F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0694" name="Group 424">
              <a:extLst>
                <a:ext uri="{FF2B5EF4-FFF2-40B4-BE49-F238E27FC236}">
                  <a16:creationId xmlns:a16="http://schemas.microsoft.com/office/drawing/2014/main" id="{459C41BD-DD48-4995-95B4-622799F923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10708" name="Freeform 324">
                <a:extLst>
                  <a:ext uri="{FF2B5EF4-FFF2-40B4-BE49-F238E27FC236}">
                    <a16:creationId xmlns:a16="http://schemas.microsoft.com/office/drawing/2014/main" id="{778FB9AA-EAF2-441C-B016-D84CEFB1A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09" name="Freeform 325">
                <a:extLst>
                  <a:ext uri="{FF2B5EF4-FFF2-40B4-BE49-F238E27FC236}">
                    <a16:creationId xmlns:a16="http://schemas.microsoft.com/office/drawing/2014/main" id="{705E6FC0-F3B6-4C19-A8F2-E3EC54B4B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10710" name="Group 388">
                <a:extLst>
                  <a:ext uri="{FF2B5EF4-FFF2-40B4-BE49-F238E27FC236}">
                    <a16:creationId xmlns:a16="http://schemas.microsoft.com/office/drawing/2014/main" id="{53BA54A7-FEE4-48D4-82E3-9773CACD7D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10711" name="Freeform 389">
                  <a:extLst>
                    <a:ext uri="{FF2B5EF4-FFF2-40B4-BE49-F238E27FC236}">
                      <a16:creationId xmlns:a16="http://schemas.microsoft.com/office/drawing/2014/main" id="{E7E3D26A-49FC-4FB8-A28E-02F075078A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0712" name="Freeform 390">
                  <a:extLst>
                    <a:ext uri="{FF2B5EF4-FFF2-40B4-BE49-F238E27FC236}">
                      <a16:creationId xmlns:a16="http://schemas.microsoft.com/office/drawing/2014/main" id="{17C19724-0722-4CE6-BFA2-6679E1E921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0713" name="Freeform 391">
                  <a:extLst>
                    <a:ext uri="{FF2B5EF4-FFF2-40B4-BE49-F238E27FC236}">
                      <a16:creationId xmlns:a16="http://schemas.microsoft.com/office/drawing/2014/main" id="{388BFBFA-B99B-4EC2-9D2E-197D33FEAC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0714" name="Freeform 392">
                  <a:extLst>
                    <a:ext uri="{FF2B5EF4-FFF2-40B4-BE49-F238E27FC236}">
                      <a16:creationId xmlns:a16="http://schemas.microsoft.com/office/drawing/2014/main" id="{AD89B204-38CA-4762-8CFE-26E6C6E4A0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0715" name="Freeform 393">
                  <a:extLst>
                    <a:ext uri="{FF2B5EF4-FFF2-40B4-BE49-F238E27FC236}">
                      <a16:creationId xmlns:a16="http://schemas.microsoft.com/office/drawing/2014/main" id="{FE570AF1-0601-43D1-9831-7BEBB512AA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10695" name="Group 400">
              <a:extLst>
                <a:ext uri="{FF2B5EF4-FFF2-40B4-BE49-F238E27FC236}">
                  <a16:creationId xmlns:a16="http://schemas.microsoft.com/office/drawing/2014/main" id="{8529ED3F-77F7-42A9-94D5-88C5C16BE31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10703" name="Freeform 401">
                <a:extLst>
                  <a:ext uri="{FF2B5EF4-FFF2-40B4-BE49-F238E27FC236}">
                    <a16:creationId xmlns:a16="http://schemas.microsoft.com/office/drawing/2014/main" id="{8C84DB2F-DECB-445A-9C9D-A6554E382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04" name="Freeform 402">
                <a:extLst>
                  <a:ext uri="{FF2B5EF4-FFF2-40B4-BE49-F238E27FC236}">
                    <a16:creationId xmlns:a16="http://schemas.microsoft.com/office/drawing/2014/main" id="{6D74C7C8-0D6C-452B-8609-279713B63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05" name="Freeform 403">
                <a:extLst>
                  <a:ext uri="{FF2B5EF4-FFF2-40B4-BE49-F238E27FC236}">
                    <a16:creationId xmlns:a16="http://schemas.microsoft.com/office/drawing/2014/main" id="{A9596D4A-9A19-4FEE-B033-08427E798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06" name="Freeform 404">
                <a:extLst>
                  <a:ext uri="{FF2B5EF4-FFF2-40B4-BE49-F238E27FC236}">
                    <a16:creationId xmlns:a16="http://schemas.microsoft.com/office/drawing/2014/main" id="{F3351061-ECEB-4234-BFD5-E72427273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07" name="Freeform 405">
                <a:extLst>
                  <a:ext uri="{FF2B5EF4-FFF2-40B4-BE49-F238E27FC236}">
                    <a16:creationId xmlns:a16="http://schemas.microsoft.com/office/drawing/2014/main" id="{5C148182-076F-47AD-97AC-41B4DB87E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0696" name="Group 412">
              <a:extLst>
                <a:ext uri="{FF2B5EF4-FFF2-40B4-BE49-F238E27FC236}">
                  <a16:creationId xmlns:a16="http://schemas.microsoft.com/office/drawing/2014/main" id="{AC19B452-B360-429D-B981-FE5540883805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10698" name="Freeform 413">
                <a:extLst>
                  <a:ext uri="{FF2B5EF4-FFF2-40B4-BE49-F238E27FC236}">
                    <a16:creationId xmlns:a16="http://schemas.microsoft.com/office/drawing/2014/main" id="{6F9438FD-B498-4702-8304-402772661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699" name="Freeform 414">
                <a:extLst>
                  <a:ext uri="{FF2B5EF4-FFF2-40B4-BE49-F238E27FC236}">
                    <a16:creationId xmlns:a16="http://schemas.microsoft.com/office/drawing/2014/main" id="{451A8BBC-12E8-4E38-B4F3-934DD3EA1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00" name="Freeform 415">
                <a:extLst>
                  <a:ext uri="{FF2B5EF4-FFF2-40B4-BE49-F238E27FC236}">
                    <a16:creationId xmlns:a16="http://schemas.microsoft.com/office/drawing/2014/main" id="{BB04B47E-B060-4EA0-A756-E760BC5A6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01" name="Freeform 416">
                <a:extLst>
                  <a:ext uri="{FF2B5EF4-FFF2-40B4-BE49-F238E27FC236}">
                    <a16:creationId xmlns:a16="http://schemas.microsoft.com/office/drawing/2014/main" id="{E7ADBC4B-3BE5-4804-AA1B-E738C025C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02" name="Freeform 417">
                <a:extLst>
                  <a:ext uri="{FF2B5EF4-FFF2-40B4-BE49-F238E27FC236}">
                    <a16:creationId xmlns:a16="http://schemas.microsoft.com/office/drawing/2014/main" id="{B90CB8D0-355E-4125-9782-59320B946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0697" name="Freeform 276">
              <a:extLst>
                <a:ext uri="{FF2B5EF4-FFF2-40B4-BE49-F238E27FC236}">
                  <a16:creationId xmlns:a16="http://schemas.microsoft.com/office/drawing/2014/main" id="{7AAFE788-57E6-4B5A-9160-722530942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0594" name="Rectangle 2">
            <a:extLst>
              <a:ext uri="{FF2B5EF4-FFF2-40B4-BE49-F238E27FC236}">
                <a16:creationId xmlns:a16="http://schemas.microsoft.com/office/drawing/2014/main" id="{0833DD33-A492-4B1D-83A6-7BC6A70DC7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It takes 1 gate delay to compute all p</a:t>
            </a:r>
            <a:r>
              <a:rPr kumimoji="0" lang="en-US" altLang="en-US" sz="32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signals</a:t>
            </a:r>
          </a:p>
        </p:txBody>
      </p:sp>
      <p:sp>
        <p:nvSpPr>
          <p:cNvPr id="110595" name="TextBox 125">
            <a:extLst>
              <a:ext uri="{FF2B5EF4-FFF2-40B4-BE49-F238E27FC236}">
                <a16:creationId xmlns:a16="http://schemas.microsoft.com/office/drawing/2014/main" id="{63B091F5-A5F9-425E-B7AB-DA62487961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3.14 from the textbook ]</a:t>
            </a:r>
          </a:p>
        </p:txBody>
      </p:sp>
      <p:sp>
        <p:nvSpPr>
          <p:cNvPr id="110596" name="Line 174">
            <a:extLst>
              <a:ext uri="{FF2B5EF4-FFF2-40B4-BE49-F238E27FC236}">
                <a16:creationId xmlns:a16="http://schemas.microsoft.com/office/drawing/2014/main" id="{8ABEDEBE-688B-48ED-B68F-8926166C8B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73763" y="261937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597" name="Line 174">
            <a:extLst>
              <a:ext uri="{FF2B5EF4-FFF2-40B4-BE49-F238E27FC236}">
                <a16:creationId xmlns:a16="http://schemas.microsoft.com/office/drawing/2014/main" id="{19B5308D-8850-430D-A3EC-14CCE290EF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6763" y="966788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598" name="Line 226">
            <a:extLst>
              <a:ext uri="{FF2B5EF4-FFF2-40B4-BE49-F238E27FC236}">
                <a16:creationId xmlns:a16="http://schemas.microsoft.com/office/drawing/2014/main" id="{30DF12EA-0390-4DEC-95C8-AEAD9578BEA9}"/>
              </a:ext>
            </a:extLst>
          </p:cNvPr>
          <p:cNvSpPr>
            <a:spLocks noChangeShapeType="1"/>
          </p:cNvSpPr>
          <p:nvPr/>
        </p:nvSpPr>
        <p:spPr bwMode="auto">
          <a:xfrm>
            <a:off x="2982913" y="1787525"/>
            <a:ext cx="9525" cy="29051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599" name="Freeform 276">
            <a:extLst>
              <a:ext uri="{FF2B5EF4-FFF2-40B4-BE49-F238E27FC236}">
                <a16:creationId xmlns:a16="http://schemas.microsoft.com/office/drawing/2014/main" id="{3F1DC359-A355-43DB-A189-DB0F17386B84}"/>
              </a:ext>
            </a:extLst>
          </p:cNvPr>
          <p:cNvSpPr>
            <a:spLocks/>
          </p:cNvSpPr>
          <p:nvPr/>
        </p:nvSpPr>
        <p:spPr bwMode="auto">
          <a:xfrm>
            <a:off x="3000375" y="981075"/>
            <a:ext cx="800100" cy="801688"/>
          </a:xfrm>
          <a:custGeom>
            <a:avLst/>
            <a:gdLst>
              <a:gd name="T0" fmla="*/ 2147483646 w 1009"/>
              <a:gd name="T1" fmla="*/ 0 h 1008"/>
              <a:gd name="T2" fmla="*/ 2147483646 w 1009"/>
              <a:gd name="T3" fmla="*/ 2147483646 h 1008"/>
              <a:gd name="T4" fmla="*/ 0 w 1009"/>
              <a:gd name="T5" fmla="*/ 2147483646 h 1008"/>
              <a:gd name="T6" fmla="*/ 0 60000 65536"/>
              <a:gd name="T7" fmla="*/ 0 60000 65536"/>
              <a:gd name="T8" fmla="*/ 0 60000 65536"/>
              <a:gd name="T9" fmla="*/ 0 w 1009"/>
              <a:gd name="T10" fmla="*/ 0 h 1008"/>
              <a:gd name="T11" fmla="*/ 1009 w 1009"/>
              <a:gd name="T12" fmla="*/ 1008 h 10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9" h="1008">
                <a:moveTo>
                  <a:pt x="1009" y="0"/>
                </a:moveTo>
                <a:lnTo>
                  <a:pt x="1009" y="1008"/>
                </a:lnTo>
                <a:lnTo>
                  <a:pt x="0" y="1008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0" name="Line 174">
            <a:extLst>
              <a:ext uri="{FF2B5EF4-FFF2-40B4-BE49-F238E27FC236}">
                <a16:creationId xmlns:a16="http://schemas.microsoft.com/office/drawing/2014/main" id="{2458AD3D-F920-462E-A307-C17CBA23C5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06688" y="98742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1" name="Line 174">
            <a:extLst>
              <a:ext uri="{FF2B5EF4-FFF2-40B4-BE49-F238E27FC236}">
                <a16:creationId xmlns:a16="http://schemas.microsoft.com/office/drawing/2014/main" id="{1CEB2ABB-0831-4DD9-BDFF-2BF0AA1767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55913" y="2608263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2" name="Freeform 277">
            <a:extLst>
              <a:ext uri="{FF2B5EF4-FFF2-40B4-BE49-F238E27FC236}">
                <a16:creationId xmlns:a16="http://schemas.microsoft.com/office/drawing/2014/main" id="{D20A2301-2DF5-404C-917C-225431149508}"/>
              </a:ext>
            </a:extLst>
          </p:cNvPr>
          <p:cNvSpPr>
            <a:spLocks/>
          </p:cNvSpPr>
          <p:nvPr/>
        </p:nvSpPr>
        <p:spPr bwMode="auto">
          <a:xfrm>
            <a:off x="2978150" y="1773238"/>
            <a:ext cx="38100" cy="57150"/>
          </a:xfrm>
          <a:custGeom>
            <a:avLst/>
            <a:gdLst>
              <a:gd name="T0" fmla="*/ 2147483646 w 48"/>
              <a:gd name="T1" fmla="*/ 2147483646 h 72"/>
              <a:gd name="T2" fmla="*/ 2147483646 w 48"/>
              <a:gd name="T3" fmla="*/ 2147483646 h 72"/>
              <a:gd name="T4" fmla="*/ 2147483646 w 48"/>
              <a:gd name="T5" fmla="*/ 2147483646 h 72"/>
              <a:gd name="T6" fmla="*/ 2147483646 w 48"/>
              <a:gd name="T7" fmla="*/ 2147483646 h 72"/>
              <a:gd name="T8" fmla="*/ 2147483646 w 48"/>
              <a:gd name="T9" fmla="*/ 2147483646 h 72"/>
              <a:gd name="T10" fmla="*/ 2147483646 w 48"/>
              <a:gd name="T11" fmla="*/ 2147483646 h 72"/>
              <a:gd name="T12" fmla="*/ 2147483646 w 48"/>
              <a:gd name="T13" fmla="*/ 2147483646 h 72"/>
              <a:gd name="T14" fmla="*/ 2147483646 w 48"/>
              <a:gd name="T15" fmla="*/ 2147483646 h 72"/>
              <a:gd name="T16" fmla="*/ 2147483646 w 48"/>
              <a:gd name="T17" fmla="*/ 2147483646 h 72"/>
              <a:gd name="T18" fmla="*/ 2147483646 w 48"/>
              <a:gd name="T19" fmla="*/ 2147483646 h 72"/>
              <a:gd name="T20" fmla="*/ 2147483646 w 48"/>
              <a:gd name="T21" fmla="*/ 0 h 72"/>
              <a:gd name="T22" fmla="*/ 2147483646 w 48"/>
              <a:gd name="T23" fmla="*/ 0 h 72"/>
              <a:gd name="T24" fmla="*/ 2147483646 w 48"/>
              <a:gd name="T25" fmla="*/ 2147483646 h 72"/>
              <a:gd name="T26" fmla="*/ 2147483646 w 48"/>
              <a:gd name="T27" fmla="*/ 2147483646 h 72"/>
              <a:gd name="T28" fmla="*/ 2147483646 w 48"/>
              <a:gd name="T29" fmla="*/ 2147483646 h 72"/>
              <a:gd name="T30" fmla="*/ 2147483646 w 48"/>
              <a:gd name="T31" fmla="*/ 2147483646 h 72"/>
              <a:gd name="T32" fmla="*/ 2147483646 w 48"/>
              <a:gd name="T33" fmla="*/ 2147483646 h 72"/>
              <a:gd name="T34" fmla="*/ 2147483646 w 48"/>
              <a:gd name="T35" fmla="*/ 2147483646 h 72"/>
              <a:gd name="T36" fmla="*/ 2147483646 w 48"/>
              <a:gd name="T37" fmla="*/ 2147483646 h 72"/>
              <a:gd name="T38" fmla="*/ 2147483646 w 48"/>
              <a:gd name="T39" fmla="*/ 2147483646 h 72"/>
              <a:gd name="T40" fmla="*/ 2147483646 w 48"/>
              <a:gd name="T41" fmla="*/ 2147483646 h 72"/>
              <a:gd name="T42" fmla="*/ 2147483646 w 48"/>
              <a:gd name="T43" fmla="*/ 2147483646 h 72"/>
              <a:gd name="T44" fmla="*/ 2147483646 w 48"/>
              <a:gd name="T45" fmla="*/ 2147483646 h 72"/>
              <a:gd name="T46" fmla="*/ 2147483646 w 48"/>
              <a:gd name="T47" fmla="*/ 2147483646 h 72"/>
              <a:gd name="T48" fmla="*/ 2147483646 w 48"/>
              <a:gd name="T49" fmla="*/ 2147483646 h 72"/>
              <a:gd name="T50" fmla="*/ 2147483646 w 48"/>
              <a:gd name="T51" fmla="*/ 2147483646 h 72"/>
              <a:gd name="T52" fmla="*/ 2147483646 w 48"/>
              <a:gd name="T53" fmla="*/ 2147483646 h 72"/>
              <a:gd name="T54" fmla="*/ 2147483646 w 48"/>
              <a:gd name="T55" fmla="*/ 2147483646 h 72"/>
              <a:gd name="T56" fmla="*/ 2147483646 w 48"/>
              <a:gd name="T57" fmla="*/ 2147483646 h 72"/>
              <a:gd name="T58" fmla="*/ 2147483646 w 48"/>
              <a:gd name="T59" fmla="*/ 2147483646 h 72"/>
              <a:gd name="T60" fmla="*/ 2147483646 w 48"/>
              <a:gd name="T61" fmla="*/ 2147483646 h 72"/>
              <a:gd name="T62" fmla="*/ 2147483646 w 48"/>
              <a:gd name="T63" fmla="*/ 2147483646 h 72"/>
              <a:gd name="T64" fmla="*/ 2147483646 w 48"/>
              <a:gd name="T65" fmla="*/ 2147483646 h 72"/>
              <a:gd name="T66" fmla="*/ 2147483646 w 48"/>
              <a:gd name="T67" fmla="*/ 2147483646 h 72"/>
              <a:gd name="T68" fmla="*/ 2147483646 w 48"/>
              <a:gd name="T69" fmla="*/ 2147483646 h 72"/>
              <a:gd name="T70" fmla="*/ 2147483646 w 48"/>
              <a:gd name="T71" fmla="*/ 2147483646 h 72"/>
              <a:gd name="T72" fmla="*/ 2147483646 w 48"/>
              <a:gd name="T73" fmla="*/ 2147483646 h 72"/>
              <a:gd name="T74" fmla="*/ 2147483646 w 48"/>
              <a:gd name="T75" fmla="*/ 2147483646 h 72"/>
              <a:gd name="T76" fmla="*/ 2147483646 w 48"/>
              <a:gd name="T77" fmla="*/ 2147483646 h 72"/>
              <a:gd name="T78" fmla="*/ 2147483646 w 48"/>
              <a:gd name="T79" fmla="*/ 2147483646 h 72"/>
              <a:gd name="T80" fmla="*/ 2147483646 w 48"/>
              <a:gd name="T81" fmla="*/ 2147483646 h 72"/>
              <a:gd name="T82" fmla="*/ 2147483646 w 48"/>
              <a:gd name="T83" fmla="*/ 2147483646 h 72"/>
              <a:gd name="T84" fmla="*/ 2147483646 w 48"/>
              <a:gd name="T85" fmla="*/ 2147483646 h 72"/>
              <a:gd name="T86" fmla="*/ 2147483646 w 48"/>
              <a:gd name="T87" fmla="*/ 2147483646 h 72"/>
              <a:gd name="T88" fmla="*/ 2147483646 w 48"/>
              <a:gd name="T89" fmla="*/ 2147483646 h 72"/>
              <a:gd name="T90" fmla="*/ 2147483646 w 48"/>
              <a:gd name="T91" fmla="*/ 2147483646 h 72"/>
              <a:gd name="T92" fmla="*/ 2147483646 w 48"/>
              <a:gd name="T93" fmla="*/ 2147483646 h 72"/>
              <a:gd name="T94" fmla="*/ 2147483646 w 48"/>
              <a:gd name="T95" fmla="*/ 2147483646 h 72"/>
              <a:gd name="T96" fmla="*/ 2147483646 w 48"/>
              <a:gd name="T97" fmla="*/ 2147483646 h 72"/>
              <a:gd name="T98" fmla="*/ 2147483646 w 48"/>
              <a:gd name="T99" fmla="*/ 2147483646 h 72"/>
              <a:gd name="T100" fmla="*/ 2147483646 w 48"/>
              <a:gd name="T101" fmla="*/ 2147483646 h 72"/>
              <a:gd name="T102" fmla="*/ 2147483646 w 48"/>
              <a:gd name="T103" fmla="*/ 2147483646 h 72"/>
              <a:gd name="T104" fmla="*/ 2147483646 w 48"/>
              <a:gd name="T105" fmla="*/ 2147483646 h 72"/>
              <a:gd name="T106" fmla="*/ 2147483646 w 48"/>
              <a:gd name="T107" fmla="*/ 2147483646 h 72"/>
              <a:gd name="T108" fmla="*/ 2147483646 w 48"/>
              <a:gd name="T109" fmla="*/ 2147483646 h 72"/>
              <a:gd name="T110" fmla="*/ 2147483646 w 48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8"/>
              <a:gd name="T169" fmla="*/ 0 h 72"/>
              <a:gd name="T170" fmla="*/ 48 w 48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8" h="72">
                <a:moveTo>
                  <a:pt x="0" y="43"/>
                </a:moveTo>
                <a:lnTo>
                  <a:pt x="0" y="30"/>
                </a:lnTo>
                <a:lnTo>
                  <a:pt x="2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19"/>
                </a:lnTo>
                <a:lnTo>
                  <a:pt x="3" y="18"/>
                </a:lnTo>
                <a:lnTo>
                  <a:pt x="4" y="17"/>
                </a:lnTo>
                <a:lnTo>
                  <a:pt x="4" y="16"/>
                </a:lnTo>
                <a:lnTo>
                  <a:pt x="5" y="15"/>
                </a:lnTo>
                <a:lnTo>
                  <a:pt x="6" y="13"/>
                </a:lnTo>
                <a:lnTo>
                  <a:pt x="6" y="12"/>
                </a:lnTo>
                <a:lnTo>
                  <a:pt x="8" y="11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5"/>
                </a:lnTo>
                <a:lnTo>
                  <a:pt x="16" y="4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7" y="1"/>
                </a:lnTo>
                <a:lnTo>
                  <a:pt x="28" y="0"/>
                </a:lnTo>
                <a:lnTo>
                  <a:pt x="30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7" y="1"/>
                </a:lnTo>
                <a:lnTo>
                  <a:pt x="28" y="3"/>
                </a:lnTo>
                <a:lnTo>
                  <a:pt x="30" y="3"/>
                </a:lnTo>
                <a:lnTo>
                  <a:pt x="32" y="3"/>
                </a:lnTo>
                <a:lnTo>
                  <a:pt x="33" y="4"/>
                </a:lnTo>
                <a:lnTo>
                  <a:pt x="34" y="4"/>
                </a:lnTo>
                <a:lnTo>
                  <a:pt x="35" y="5"/>
                </a:lnTo>
                <a:lnTo>
                  <a:pt x="36" y="6"/>
                </a:lnTo>
                <a:lnTo>
                  <a:pt x="38" y="6"/>
                </a:lnTo>
                <a:lnTo>
                  <a:pt x="39" y="7"/>
                </a:lnTo>
                <a:lnTo>
                  <a:pt x="40" y="9"/>
                </a:lnTo>
                <a:lnTo>
                  <a:pt x="40" y="10"/>
                </a:lnTo>
                <a:lnTo>
                  <a:pt x="41" y="10"/>
                </a:lnTo>
                <a:lnTo>
                  <a:pt x="42" y="11"/>
                </a:lnTo>
                <a:lnTo>
                  <a:pt x="44" y="12"/>
                </a:lnTo>
                <a:lnTo>
                  <a:pt x="44" y="13"/>
                </a:lnTo>
                <a:lnTo>
                  <a:pt x="45" y="15"/>
                </a:lnTo>
                <a:lnTo>
                  <a:pt x="46" y="16"/>
                </a:lnTo>
                <a:lnTo>
                  <a:pt x="46" y="17"/>
                </a:lnTo>
                <a:lnTo>
                  <a:pt x="47" y="18"/>
                </a:lnTo>
                <a:lnTo>
                  <a:pt x="47" y="19"/>
                </a:lnTo>
                <a:lnTo>
                  <a:pt x="47" y="21"/>
                </a:lnTo>
                <a:lnTo>
                  <a:pt x="48" y="23"/>
                </a:lnTo>
                <a:lnTo>
                  <a:pt x="48" y="24"/>
                </a:lnTo>
                <a:lnTo>
                  <a:pt x="48" y="25"/>
                </a:lnTo>
                <a:lnTo>
                  <a:pt x="48" y="27"/>
                </a:lnTo>
                <a:lnTo>
                  <a:pt x="48" y="28"/>
                </a:lnTo>
                <a:lnTo>
                  <a:pt x="48" y="30"/>
                </a:lnTo>
                <a:lnTo>
                  <a:pt x="48" y="43"/>
                </a:lnTo>
                <a:lnTo>
                  <a:pt x="48" y="45"/>
                </a:lnTo>
                <a:lnTo>
                  <a:pt x="48" y="47"/>
                </a:lnTo>
                <a:lnTo>
                  <a:pt x="48" y="48"/>
                </a:lnTo>
                <a:lnTo>
                  <a:pt x="48" y="49"/>
                </a:lnTo>
                <a:lnTo>
                  <a:pt x="48" y="51"/>
                </a:lnTo>
                <a:lnTo>
                  <a:pt x="47" y="52"/>
                </a:lnTo>
                <a:lnTo>
                  <a:pt x="47" y="54"/>
                </a:lnTo>
                <a:lnTo>
                  <a:pt x="47" y="55"/>
                </a:lnTo>
                <a:lnTo>
                  <a:pt x="46" y="57"/>
                </a:lnTo>
                <a:lnTo>
                  <a:pt x="46" y="58"/>
                </a:lnTo>
                <a:lnTo>
                  <a:pt x="45" y="59"/>
                </a:lnTo>
                <a:lnTo>
                  <a:pt x="44" y="60"/>
                </a:lnTo>
                <a:lnTo>
                  <a:pt x="44" y="61"/>
                </a:lnTo>
                <a:lnTo>
                  <a:pt x="42" y="63"/>
                </a:lnTo>
                <a:lnTo>
                  <a:pt x="41" y="64"/>
                </a:lnTo>
                <a:lnTo>
                  <a:pt x="40" y="64"/>
                </a:lnTo>
                <a:lnTo>
                  <a:pt x="40" y="65"/>
                </a:lnTo>
                <a:lnTo>
                  <a:pt x="39" y="66"/>
                </a:lnTo>
                <a:lnTo>
                  <a:pt x="38" y="67"/>
                </a:lnTo>
                <a:lnTo>
                  <a:pt x="36" y="67"/>
                </a:lnTo>
                <a:lnTo>
                  <a:pt x="35" y="69"/>
                </a:lnTo>
                <a:lnTo>
                  <a:pt x="34" y="70"/>
                </a:lnTo>
                <a:lnTo>
                  <a:pt x="33" y="70"/>
                </a:lnTo>
                <a:lnTo>
                  <a:pt x="32" y="71"/>
                </a:lnTo>
                <a:lnTo>
                  <a:pt x="30" y="71"/>
                </a:lnTo>
                <a:lnTo>
                  <a:pt x="28" y="71"/>
                </a:lnTo>
                <a:lnTo>
                  <a:pt x="27" y="72"/>
                </a:lnTo>
                <a:lnTo>
                  <a:pt x="26" y="72"/>
                </a:lnTo>
                <a:lnTo>
                  <a:pt x="24" y="72"/>
                </a:lnTo>
                <a:lnTo>
                  <a:pt x="23" y="72"/>
                </a:lnTo>
                <a:lnTo>
                  <a:pt x="22" y="72"/>
                </a:lnTo>
                <a:lnTo>
                  <a:pt x="20" y="72"/>
                </a:lnTo>
                <a:lnTo>
                  <a:pt x="30" y="72"/>
                </a:lnTo>
                <a:lnTo>
                  <a:pt x="28" y="72"/>
                </a:lnTo>
                <a:lnTo>
                  <a:pt x="27" y="72"/>
                </a:lnTo>
                <a:lnTo>
                  <a:pt x="26" y="72"/>
                </a:lnTo>
                <a:lnTo>
                  <a:pt x="24" y="72"/>
                </a:lnTo>
                <a:lnTo>
                  <a:pt x="23" y="72"/>
                </a:lnTo>
                <a:lnTo>
                  <a:pt x="21" y="71"/>
                </a:lnTo>
                <a:lnTo>
                  <a:pt x="20" y="71"/>
                </a:lnTo>
                <a:lnTo>
                  <a:pt x="18" y="71"/>
                </a:lnTo>
                <a:lnTo>
                  <a:pt x="17" y="70"/>
                </a:lnTo>
                <a:lnTo>
                  <a:pt x="16" y="70"/>
                </a:lnTo>
                <a:lnTo>
                  <a:pt x="15" y="69"/>
                </a:lnTo>
                <a:lnTo>
                  <a:pt x="14" y="67"/>
                </a:lnTo>
                <a:lnTo>
                  <a:pt x="12" y="67"/>
                </a:lnTo>
                <a:lnTo>
                  <a:pt x="11" y="66"/>
                </a:lnTo>
                <a:lnTo>
                  <a:pt x="10" y="65"/>
                </a:lnTo>
                <a:lnTo>
                  <a:pt x="10" y="64"/>
                </a:lnTo>
                <a:lnTo>
                  <a:pt x="9" y="64"/>
                </a:lnTo>
                <a:lnTo>
                  <a:pt x="8" y="63"/>
                </a:lnTo>
                <a:lnTo>
                  <a:pt x="6" y="61"/>
                </a:lnTo>
                <a:lnTo>
                  <a:pt x="6" y="60"/>
                </a:lnTo>
                <a:lnTo>
                  <a:pt x="5" y="59"/>
                </a:lnTo>
                <a:lnTo>
                  <a:pt x="4" y="58"/>
                </a:lnTo>
                <a:lnTo>
                  <a:pt x="4" y="57"/>
                </a:lnTo>
                <a:lnTo>
                  <a:pt x="3" y="55"/>
                </a:lnTo>
                <a:lnTo>
                  <a:pt x="3" y="54"/>
                </a:lnTo>
                <a:lnTo>
                  <a:pt x="3" y="52"/>
                </a:lnTo>
                <a:lnTo>
                  <a:pt x="2" y="51"/>
                </a:lnTo>
                <a:lnTo>
                  <a:pt x="2" y="49"/>
                </a:lnTo>
                <a:lnTo>
                  <a:pt x="2" y="48"/>
                </a:lnTo>
                <a:lnTo>
                  <a:pt x="2" y="47"/>
                </a:lnTo>
                <a:lnTo>
                  <a:pt x="2" y="45"/>
                </a:lnTo>
                <a:lnTo>
                  <a:pt x="0" y="43"/>
                </a:lnTo>
                <a:close/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617" name="Group 1">
            <a:extLst>
              <a:ext uri="{FF2B5EF4-FFF2-40B4-BE49-F238E27FC236}">
                <a16:creationId xmlns:a16="http://schemas.microsoft.com/office/drawing/2014/main" id="{9260291A-1D8C-4FF1-A512-9E01B3E72088}"/>
              </a:ext>
            </a:extLst>
          </p:cNvPr>
          <p:cNvGrpSpPr>
            <a:grpSpLocks/>
          </p:cNvGrpSpPr>
          <p:nvPr/>
        </p:nvGrpSpPr>
        <p:grpSpPr bwMode="auto">
          <a:xfrm>
            <a:off x="982663" y="696913"/>
            <a:ext cx="7018337" cy="5703887"/>
            <a:chOff x="1295400" y="1001713"/>
            <a:chExt cx="7018337" cy="570388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79F57F3E-3B3E-8941-B23C-33E40016E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11632" name="Freeform 144">
              <a:extLst>
                <a:ext uri="{FF2B5EF4-FFF2-40B4-BE49-F238E27FC236}">
                  <a16:creationId xmlns:a16="http://schemas.microsoft.com/office/drawing/2014/main" id="{E49B5803-4599-4F9A-AFDA-894970DB1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3" name="Line 146">
              <a:extLst>
                <a:ext uri="{FF2B5EF4-FFF2-40B4-BE49-F238E27FC236}">
                  <a16:creationId xmlns:a16="http://schemas.microsoft.com/office/drawing/2014/main" id="{07E68C44-A711-41CF-A552-AFC8AF4B77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4" name="Freeform 148">
              <a:extLst>
                <a:ext uri="{FF2B5EF4-FFF2-40B4-BE49-F238E27FC236}">
                  <a16:creationId xmlns:a16="http://schemas.microsoft.com/office/drawing/2014/main" id="{CC625A8C-533A-4750-B577-1ACC53CB0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5" name="Freeform 149">
              <a:extLst>
                <a:ext uri="{FF2B5EF4-FFF2-40B4-BE49-F238E27FC236}">
                  <a16:creationId xmlns:a16="http://schemas.microsoft.com/office/drawing/2014/main" id="{8127F366-7D9D-463E-99C4-BCBE4B8A1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6" name="Freeform 150">
              <a:extLst>
                <a:ext uri="{FF2B5EF4-FFF2-40B4-BE49-F238E27FC236}">
                  <a16:creationId xmlns:a16="http://schemas.microsoft.com/office/drawing/2014/main" id="{B229B668-7F53-491F-9035-B52C13DED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7" name="Freeform 151">
              <a:extLst>
                <a:ext uri="{FF2B5EF4-FFF2-40B4-BE49-F238E27FC236}">
                  <a16:creationId xmlns:a16="http://schemas.microsoft.com/office/drawing/2014/main" id="{3309937C-C3E3-44BB-9DC7-777D39A8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8" name="Freeform 152">
              <a:extLst>
                <a:ext uri="{FF2B5EF4-FFF2-40B4-BE49-F238E27FC236}">
                  <a16:creationId xmlns:a16="http://schemas.microsoft.com/office/drawing/2014/main" id="{003770D0-5E86-4398-BA56-EBE29EFD4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39" name="Line 153">
              <a:extLst>
                <a:ext uri="{FF2B5EF4-FFF2-40B4-BE49-F238E27FC236}">
                  <a16:creationId xmlns:a16="http://schemas.microsoft.com/office/drawing/2014/main" id="{D9E43129-FF49-471C-A4B2-CBD7DB360E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0" name="Line 154">
              <a:extLst>
                <a:ext uri="{FF2B5EF4-FFF2-40B4-BE49-F238E27FC236}">
                  <a16:creationId xmlns:a16="http://schemas.microsoft.com/office/drawing/2014/main" id="{BF1FAF57-F701-4706-B4E5-D65E02A19E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1" name="Line 155">
              <a:extLst>
                <a:ext uri="{FF2B5EF4-FFF2-40B4-BE49-F238E27FC236}">
                  <a16:creationId xmlns:a16="http://schemas.microsoft.com/office/drawing/2014/main" id="{1AA8EE5E-4D56-4B43-9327-C4CBCEF44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2" name="Line 156">
              <a:extLst>
                <a:ext uri="{FF2B5EF4-FFF2-40B4-BE49-F238E27FC236}">
                  <a16:creationId xmlns:a16="http://schemas.microsoft.com/office/drawing/2014/main" id="{8AA33E4D-FCF0-4B7B-9350-B80D0B9A6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3" name="Freeform 157">
              <a:extLst>
                <a:ext uri="{FF2B5EF4-FFF2-40B4-BE49-F238E27FC236}">
                  <a16:creationId xmlns:a16="http://schemas.microsoft.com/office/drawing/2014/main" id="{DA08EF5C-2CAC-4940-AFF5-29EF7B01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4" name="Freeform 158">
              <a:extLst>
                <a:ext uri="{FF2B5EF4-FFF2-40B4-BE49-F238E27FC236}">
                  <a16:creationId xmlns:a16="http://schemas.microsoft.com/office/drawing/2014/main" id="{3541EFA8-6FE7-420E-9AC7-10767A8C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5" name="Rectangle 159">
              <a:extLst>
                <a:ext uri="{FF2B5EF4-FFF2-40B4-BE49-F238E27FC236}">
                  <a16:creationId xmlns:a16="http://schemas.microsoft.com/office/drawing/2014/main" id="{60CA9579-57A7-4FBF-9BFA-239EE2CB7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6" name="Rectangle 160">
              <a:extLst>
                <a:ext uri="{FF2B5EF4-FFF2-40B4-BE49-F238E27FC236}">
                  <a16:creationId xmlns:a16="http://schemas.microsoft.com/office/drawing/2014/main" id="{80190EC5-1E9D-4FA0-ADD9-2334FBD7C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7" name="Rectangle 161">
              <a:extLst>
                <a:ext uri="{FF2B5EF4-FFF2-40B4-BE49-F238E27FC236}">
                  <a16:creationId xmlns:a16="http://schemas.microsoft.com/office/drawing/2014/main" id="{626EDAB1-F405-4362-8DAA-D687EBD99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8" name="Rectangle 162">
              <a:extLst>
                <a:ext uri="{FF2B5EF4-FFF2-40B4-BE49-F238E27FC236}">
                  <a16:creationId xmlns:a16="http://schemas.microsoft.com/office/drawing/2014/main" id="{20E61FB4-1E41-4EE1-8B6E-B824F8BBA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49" name="Rectangle 163">
              <a:extLst>
                <a:ext uri="{FF2B5EF4-FFF2-40B4-BE49-F238E27FC236}">
                  <a16:creationId xmlns:a16="http://schemas.microsoft.com/office/drawing/2014/main" id="{EA577B89-4E33-4662-AE43-FEF406E3C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0" name="Rectangle 164">
              <a:extLst>
                <a:ext uri="{FF2B5EF4-FFF2-40B4-BE49-F238E27FC236}">
                  <a16:creationId xmlns:a16="http://schemas.microsoft.com/office/drawing/2014/main" id="{60D2D90E-6DEF-4B65-A4A4-A9841E6D9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1" name="Rectangle 165">
              <a:extLst>
                <a:ext uri="{FF2B5EF4-FFF2-40B4-BE49-F238E27FC236}">
                  <a16:creationId xmlns:a16="http://schemas.microsoft.com/office/drawing/2014/main" id="{24325042-2B8A-4F44-96EA-A41C9DABC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2" name="Rectangle 166">
              <a:extLst>
                <a:ext uri="{FF2B5EF4-FFF2-40B4-BE49-F238E27FC236}">
                  <a16:creationId xmlns:a16="http://schemas.microsoft.com/office/drawing/2014/main" id="{99484B34-0A5D-4841-89AF-380CD0A71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3" name="Rectangle 167">
              <a:extLst>
                <a:ext uri="{FF2B5EF4-FFF2-40B4-BE49-F238E27FC236}">
                  <a16:creationId xmlns:a16="http://schemas.microsoft.com/office/drawing/2014/main" id="{13F75649-A997-4C70-B0AC-781C35F33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85738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4" name="Line 168">
              <a:extLst>
                <a:ext uri="{FF2B5EF4-FFF2-40B4-BE49-F238E27FC236}">
                  <a16:creationId xmlns:a16="http://schemas.microsoft.com/office/drawing/2014/main" id="{04B40E59-4CE9-4857-B5C6-5134234311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5" name="Rectangle 169">
              <a:extLst>
                <a:ext uri="{FF2B5EF4-FFF2-40B4-BE49-F238E27FC236}">
                  <a16:creationId xmlns:a16="http://schemas.microsoft.com/office/drawing/2014/main" id="{15945726-439D-4655-BD7D-7285F7293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6" name="Freeform 170">
              <a:extLst>
                <a:ext uri="{FF2B5EF4-FFF2-40B4-BE49-F238E27FC236}">
                  <a16:creationId xmlns:a16="http://schemas.microsoft.com/office/drawing/2014/main" id="{26E2D8BC-67FD-443B-B663-93F7DF657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7" name="Freeform 171">
              <a:extLst>
                <a:ext uri="{FF2B5EF4-FFF2-40B4-BE49-F238E27FC236}">
                  <a16:creationId xmlns:a16="http://schemas.microsoft.com/office/drawing/2014/main" id="{9C895D40-0769-47F0-8140-33678C127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8" name="Freeform 172">
              <a:extLst>
                <a:ext uri="{FF2B5EF4-FFF2-40B4-BE49-F238E27FC236}">
                  <a16:creationId xmlns:a16="http://schemas.microsoft.com/office/drawing/2014/main" id="{F33836C3-4A63-4167-98E9-AB7336183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59" name="Line 173">
              <a:extLst>
                <a:ext uri="{FF2B5EF4-FFF2-40B4-BE49-F238E27FC236}">
                  <a16:creationId xmlns:a16="http://schemas.microsoft.com/office/drawing/2014/main" id="{2F00D71C-4D87-4978-B531-2413E863A0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0" name="Line 175">
              <a:extLst>
                <a:ext uri="{FF2B5EF4-FFF2-40B4-BE49-F238E27FC236}">
                  <a16:creationId xmlns:a16="http://schemas.microsoft.com/office/drawing/2014/main" id="{D34A291F-7AFA-43DB-8E79-C37754CC06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1" name="Line 176">
              <a:extLst>
                <a:ext uri="{FF2B5EF4-FFF2-40B4-BE49-F238E27FC236}">
                  <a16:creationId xmlns:a16="http://schemas.microsoft.com/office/drawing/2014/main" id="{B555FA21-6053-4FEE-ACDF-13A54B2DF8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2" name="Line 177">
              <a:extLst>
                <a:ext uri="{FF2B5EF4-FFF2-40B4-BE49-F238E27FC236}">
                  <a16:creationId xmlns:a16="http://schemas.microsoft.com/office/drawing/2014/main" id="{590DB45E-E8C7-4D3C-B588-B7A2EFE815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3" name="Freeform 178">
              <a:extLst>
                <a:ext uri="{FF2B5EF4-FFF2-40B4-BE49-F238E27FC236}">
                  <a16:creationId xmlns:a16="http://schemas.microsoft.com/office/drawing/2014/main" id="{5C9066A7-235F-4FFA-9186-D3A002E7F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4" name="Rectangle 179">
              <a:extLst>
                <a:ext uri="{FF2B5EF4-FFF2-40B4-BE49-F238E27FC236}">
                  <a16:creationId xmlns:a16="http://schemas.microsoft.com/office/drawing/2014/main" id="{177F5F94-45AE-4C95-A4BE-BF0F7F622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647700" cy="239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Stage 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5" name="Rectangle 180">
              <a:extLst>
                <a:ext uri="{FF2B5EF4-FFF2-40B4-BE49-F238E27FC236}">
                  <a16:creationId xmlns:a16="http://schemas.microsoft.com/office/drawing/2014/main" id="{D9565ACF-38E7-4FB9-827A-5E876EDCE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6" name="Rectangle 181">
              <a:extLst>
                <a:ext uri="{FF2B5EF4-FFF2-40B4-BE49-F238E27FC236}">
                  <a16:creationId xmlns:a16="http://schemas.microsoft.com/office/drawing/2014/main" id="{66155B5A-6576-41E3-A0FF-0550D5E0D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7" name="Rectangle 182">
              <a:extLst>
                <a:ext uri="{FF2B5EF4-FFF2-40B4-BE49-F238E27FC236}">
                  <a16:creationId xmlns:a16="http://schemas.microsoft.com/office/drawing/2014/main" id="{064565F9-4FB1-4D73-A623-A4F0DE548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8" name="Rectangle 183">
              <a:extLst>
                <a:ext uri="{FF2B5EF4-FFF2-40B4-BE49-F238E27FC236}">
                  <a16:creationId xmlns:a16="http://schemas.microsoft.com/office/drawing/2014/main" id="{D0DEC798-3B35-4EFC-91A9-2385F0F87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69" name="Rectangle 184">
              <a:extLst>
                <a:ext uri="{FF2B5EF4-FFF2-40B4-BE49-F238E27FC236}">
                  <a16:creationId xmlns:a16="http://schemas.microsoft.com/office/drawing/2014/main" id="{CEC0DAFB-B228-44FA-84F0-3D6F0CEC4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70" name="Rectangle 185">
              <a:extLst>
                <a:ext uri="{FF2B5EF4-FFF2-40B4-BE49-F238E27FC236}">
                  <a16:creationId xmlns:a16="http://schemas.microsoft.com/office/drawing/2014/main" id="{FD9F5A5A-5198-4B1A-850B-FC3A2A0EC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71" name="Rectangle 186">
              <a:extLst>
                <a:ext uri="{FF2B5EF4-FFF2-40B4-BE49-F238E27FC236}">
                  <a16:creationId xmlns:a16="http://schemas.microsoft.com/office/drawing/2014/main" id="{7B3C3A09-50B9-4979-A93B-A06DDE8B6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206375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72" name="Rectangle 187">
              <a:extLst>
                <a:ext uri="{FF2B5EF4-FFF2-40B4-BE49-F238E27FC236}">
                  <a16:creationId xmlns:a16="http://schemas.microsoft.com/office/drawing/2014/main" id="{A2EA8754-F5DC-4C90-BCE2-C7C3B01A9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73" name="Rectangle 188">
              <a:extLst>
                <a:ext uri="{FF2B5EF4-FFF2-40B4-BE49-F238E27FC236}">
                  <a16:creationId xmlns:a16="http://schemas.microsoft.com/office/drawing/2014/main" id="{9CC1B7B5-200B-455D-A5F1-3E84062F3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85738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74" name="Line 189">
              <a:extLst>
                <a:ext uri="{FF2B5EF4-FFF2-40B4-BE49-F238E27FC236}">
                  <a16:creationId xmlns:a16="http://schemas.microsoft.com/office/drawing/2014/main" id="{E98FE616-9DBC-4E62-B4A9-59BAAECFF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75" name="Rectangle 190">
              <a:extLst>
                <a:ext uri="{FF2B5EF4-FFF2-40B4-BE49-F238E27FC236}">
                  <a16:creationId xmlns:a16="http://schemas.microsoft.com/office/drawing/2014/main" id="{293C9927-FFC7-4586-A343-A0DA0B870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76" name="Freeform 191">
              <a:extLst>
                <a:ext uri="{FF2B5EF4-FFF2-40B4-BE49-F238E27FC236}">
                  <a16:creationId xmlns:a16="http://schemas.microsoft.com/office/drawing/2014/main" id="{7511FE23-FCBD-48DF-B84A-1A61F8F4A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77" name="Rectangle 192">
              <a:extLst>
                <a:ext uri="{FF2B5EF4-FFF2-40B4-BE49-F238E27FC236}">
                  <a16:creationId xmlns:a16="http://schemas.microsoft.com/office/drawing/2014/main" id="{8A9F710D-5AB2-4BFF-8623-374E79C76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647700" cy="239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Stage 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78" name="Rectangle 193">
              <a:extLst>
                <a:ext uri="{FF2B5EF4-FFF2-40B4-BE49-F238E27FC236}">
                  <a16:creationId xmlns:a16="http://schemas.microsoft.com/office/drawing/2014/main" id="{DC0A016A-F92C-48FA-BEB6-8C909A657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95263" cy="2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79" name="Rectangle 194">
              <a:extLst>
                <a:ext uri="{FF2B5EF4-FFF2-40B4-BE49-F238E27FC236}">
                  <a16:creationId xmlns:a16="http://schemas.microsoft.com/office/drawing/2014/main" id="{5094DE89-1063-4AE5-BC8F-FC510BAEA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80" name="Rectangle 195">
              <a:extLst>
                <a:ext uri="{FF2B5EF4-FFF2-40B4-BE49-F238E27FC236}">
                  <a16:creationId xmlns:a16="http://schemas.microsoft.com/office/drawing/2014/main" id="{C487E0F9-B03B-41F6-AAA7-134483C53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95263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81" name="Rectangle 196">
              <a:extLst>
                <a:ext uri="{FF2B5EF4-FFF2-40B4-BE49-F238E27FC236}">
                  <a16:creationId xmlns:a16="http://schemas.microsoft.com/office/drawing/2014/main" id="{B593B636-DD44-41A3-84B2-E89573080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61925" cy="19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82" name="Rectangle 197">
              <a:extLst>
                <a:ext uri="{FF2B5EF4-FFF2-40B4-BE49-F238E27FC236}">
                  <a16:creationId xmlns:a16="http://schemas.microsoft.com/office/drawing/2014/main" id="{76143AC9-B14F-477E-97A0-673C19A30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95262" cy="236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83" name="Line 200">
              <a:extLst>
                <a:ext uri="{FF2B5EF4-FFF2-40B4-BE49-F238E27FC236}">
                  <a16:creationId xmlns:a16="http://schemas.microsoft.com/office/drawing/2014/main" id="{7D47CD9C-3BAC-413B-AEEF-B8C4639C26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84" name="Line 201">
              <a:extLst>
                <a:ext uri="{FF2B5EF4-FFF2-40B4-BE49-F238E27FC236}">
                  <a16:creationId xmlns:a16="http://schemas.microsoft.com/office/drawing/2014/main" id="{E8523AD9-7609-47E3-BB58-157C31655A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85" name="Line 206">
              <a:extLst>
                <a:ext uri="{FF2B5EF4-FFF2-40B4-BE49-F238E27FC236}">
                  <a16:creationId xmlns:a16="http://schemas.microsoft.com/office/drawing/2014/main" id="{302E3521-1137-4CF2-9BAC-FFF9552FC7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86" name="Line 207">
              <a:extLst>
                <a:ext uri="{FF2B5EF4-FFF2-40B4-BE49-F238E27FC236}">
                  <a16:creationId xmlns:a16="http://schemas.microsoft.com/office/drawing/2014/main" id="{3383B22E-72AE-43C1-9041-1DD395AC1D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87" name="Line 208">
              <a:extLst>
                <a:ext uri="{FF2B5EF4-FFF2-40B4-BE49-F238E27FC236}">
                  <a16:creationId xmlns:a16="http://schemas.microsoft.com/office/drawing/2014/main" id="{9AE396DF-83BA-406D-B8F3-26C74216D9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88" name="Line 215">
              <a:extLst>
                <a:ext uri="{FF2B5EF4-FFF2-40B4-BE49-F238E27FC236}">
                  <a16:creationId xmlns:a16="http://schemas.microsoft.com/office/drawing/2014/main" id="{ECE2EDC3-88EE-4DC3-AD1A-80D54A1F0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89" name="Line 217">
              <a:extLst>
                <a:ext uri="{FF2B5EF4-FFF2-40B4-BE49-F238E27FC236}">
                  <a16:creationId xmlns:a16="http://schemas.microsoft.com/office/drawing/2014/main" id="{377306BB-1F47-48BF-B80A-8D39382E1F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90" name="Line 219">
              <a:extLst>
                <a:ext uri="{FF2B5EF4-FFF2-40B4-BE49-F238E27FC236}">
                  <a16:creationId xmlns:a16="http://schemas.microsoft.com/office/drawing/2014/main" id="{F152BBF2-D266-443B-B7E4-7F36E21115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91" name="Line 226">
              <a:extLst>
                <a:ext uri="{FF2B5EF4-FFF2-40B4-BE49-F238E27FC236}">
                  <a16:creationId xmlns:a16="http://schemas.microsoft.com/office/drawing/2014/main" id="{DA799380-BF4A-4CBA-9F0B-EBBF284123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1155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92" name="Line 227">
              <a:extLst>
                <a:ext uri="{FF2B5EF4-FFF2-40B4-BE49-F238E27FC236}">
                  <a16:creationId xmlns:a16="http://schemas.microsoft.com/office/drawing/2014/main" id="{EB1DABD0-BCBD-462A-A7B7-C3E4D1670B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93" name="Line 228">
              <a:extLst>
                <a:ext uri="{FF2B5EF4-FFF2-40B4-BE49-F238E27FC236}">
                  <a16:creationId xmlns:a16="http://schemas.microsoft.com/office/drawing/2014/main" id="{AEDB63A1-AD82-4A06-8BC8-12927C906B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94" name="Line 233">
              <a:extLst>
                <a:ext uri="{FF2B5EF4-FFF2-40B4-BE49-F238E27FC236}">
                  <a16:creationId xmlns:a16="http://schemas.microsoft.com/office/drawing/2014/main" id="{70F2139C-E1F7-4C50-99D8-89D53132BD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95" name="Line 234">
              <a:extLst>
                <a:ext uri="{FF2B5EF4-FFF2-40B4-BE49-F238E27FC236}">
                  <a16:creationId xmlns:a16="http://schemas.microsoft.com/office/drawing/2014/main" id="{D2DAD666-0ED1-4F18-B3A8-3A8C6EFD52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96" name="Line 235">
              <a:extLst>
                <a:ext uri="{FF2B5EF4-FFF2-40B4-BE49-F238E27FC236}">
                  <a16:creationId xmlns:a16="http://schemas.microsoft.com/office/drawing/2014/main" id="{77BA5AAE-7D98-4B2F-AC37-9F2A97D622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97" name="Line 242">
              <a:extLst>
                <a:ext uri="{FF2B5EF4-FFF2-40B4-BE49-F238E27FC236}">
                  <a16:creationId xmlns:a16="http://schemas.microsoft.com/office/drawing/2014/main" id="{15465B70-265B-4441-8BAF-0EC96B0E27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98" name="Line 244">
              <a:extLst>
                <a:ext uri="{FF2B5EF4-FFF2-40B4-BE49-F238E27FC236}">
                  <a16:creationId xmlns:a16="http://schemas.microsoft.com/office/drawing/2014/main" id="{BA0F087A-477A-4478-AA1A-D2A8019EE9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699" name="Line 245">
              <a:extLst>
                <a:ext uri="{FF2B5EF4-FFF2-40B4-BE49-F238E27FC236}">
                  <a16:creationId xmlns:a16="http://schemas.microsoft.com/office/drawing/2014/main" id="{AD990E11-345E-4B69-94DA-7DF836489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00" name="Line 246">
              <a:extLst>
                <a:ext uri="{FF2B5EF4-FFF2-40B4-BE49-F238E27FC236}">
                  <a16:creationId xmlns:a16="http://schemas.microsoft.com/office/drawing/2014/main" id="{FF0759F8-CDF9-48D2-8B6D-6A1F9EBEE6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01" name="Line 255">
              <a:extLst>
                <a:ext uri="{FF2B5EF4-FFF2-40B4-BE49-F238E27FC236}">
                  <a16:creationId xmlns:a16="http://schemas.microsoft.com/office/drawing/2014/main" id="{5593DC9E-333F-4E5E-BC95-DE8316C901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02" name="Line 256">
              <a:extLst>
                <a:ext uri="{FF2B5EF4-FFF2-40B4-BE49-F238E27FC236}">
                  <a16:creationId xmlns:a16="http://schemas.microsoft.com/office/drawing/2014/main" id="{C3B20412-A6FA-4D02-A36D-7BC920D0D3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03" name="Line 266">
              <a:extLst>
                <a:ext uri="{FF2B5EF4-FFF2-40B4-BE49-F238E27FC236}">
                  <a16:creationId xmlns:a16="http://schemas.microsoft.com/office/drawing/2014/main" id="{80145389-379E-43C7-9076-D52F589CB9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04" name="Line 267">
              <a:extLst>
                <a:ext uri="{FF2B5EF4-FFF2-40B4-BE49-F238E27FC236}">
                  <a16:creationId xmlns:a16="http://schemas.microsoft.com/office/drawing/2014/main" id="{DF2A730C-EE0A-45A9-AFCD-7764C9A0F4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05" name="Line 269">
              <a:extLst>
                <a:ext uri="{FF2B5EF4-FFF2-40B4-BE49-F238E27FC236}">
                  <a16:creationId xmlns:a16="http://schemas.microsoft.com/office/drawing/2014/main" id="{D3D7AF3C-8427-4173-847E-C20B2B76D6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06" name="Line 270">
              <a:extLst>
                <a:ext uri="{FF2B5EF4-FFF2-40B4-BE49-F238E27FC236}">
                  <a16:creationId xmlns:a16="http://schemas.microsoft.com/office/drawing/2014/main" id="{4A8F8DFF-5291-4FB7-89C8-C5B089BBB4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07" name="Freeform 275">
              <a:extLst>
                <a:ext uri="{FF2B5EF4-FFF2-40B4-BE49-F238E27FC236}">
                  <a16:creationId xmlns:a16="http://schemas.microsoft.com/office/drawing/2014/main" id="{58366DD8-5950-453E-AFB2-E651EC21E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08" name="Freeform 278">
              <a:extLst>
                <a:ext uri="{FF2B5EF4-FFF2-40B4-BE49-F238E27FC236}">
                  <a16:creationId xmlns:a16="http://schemas.microsoft.com/office/drawing/2014/main" id="{22DF36B1-C6E7-4482-8273-66BE67AA0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09" name="Freeform 279">
              <a:extLst>
                <a:ext uri="{FF2B5EF4-FFF2-40B4-BE49-F238E27FC236}">
                  <a16:creationId xmlns:a16="http://schemas.microsoft.com/office/drawing/2014/main" id="{750B2E76-AF83-4B7E-908A-D7E4EC001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0" name="Line 280">
              <a:extLst>
                <a:ext uri="{FF2B5EF4-FFF2-40B4-BE49-F238E27FC236}">
                  <a16:creationId xmlns:a16="http://schemas.microsoft.com/office/drawing/2014/main" id="{40A5483C-87D6-4E3D-B26D-47EA281E0F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1" name="Rectangle 281">
              <a:extLst>
                <a:ext uri="{FF2B5EF4-FFF2-40B4-BE49-F238E27FC236}">
                  <a16:creationId xmlns:a16="http://schemas.microsoft.com/office/drawing/2014/main" id="{F5713571-3173-479A-8E8F-6712EA7DF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61925" cy="19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2" name="AutoShape 288">
              <a:extLst>
                <a:ext uri="{FF2B5EF4-FFF2-40B4-BE49-F238E27FC236}">
                  <a16:creationId xmlns:a16="http://schemas.microsoft.com/office/drawing/2014/main" id="{226FAF10-309C-47F4-A2ED-DEA5C6C1FF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3" name="AutoShape 290">
              <a:extLst>
                <a:ext uri="{FF2B5EF4-FFF2-40B4-BE49-F238E27FC236}">
                  <a16:creationId xmlns:a16="http://schemas.microsoft.com/office/drawing/2014/main" id="{52848D18-22E2-4F80-808F-AD1C21F0129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4" name="AutoShape 293">
              <a:extLst>
                <a:ext uri="{FF2B5EF4-FFF2-40B4-BE49-F238E27FC236}">
                  <a16:creationId xmlns:a16="http://schemas.microsoft.com/office/drawing/2014/main" id="{304BE44F-2DFC-4E47-A6A7-A0414539125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5" name="AutoShape 296">
              <a:extLst>
                <a:ext uri="{FF2B5EF4-FFF2-40B4-BE49-F238E27FC236}">
                  <a16:creationId xmlns:a16="http://schemas.microsoft.com/office/drawing/2014/main" id="{23C4E8DB-0B1D-414C-997E-03E0E8EE5F8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6" name="Freeform 310">
              <a:extLst>
                <a:ext uri="{FF2B5EF4-FFF2-40B4-BE49-F238E27FC236}">
                  <a16:creationId xmlns:a16="http://schemas.microsoft.com/office/drawing/2014/main" id="{DDFF6BC6-D0B4-4E5C-B346-58F8DC976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7" name="Freeform 311">
              <a:extLst>
                <a:ext uri="{FF2B5EF4-FFF2-40B4-BE49-F238E27FC236}">
                  <a16:creationId xmlns:a16="http://schemas.microsoft.com/office/drawing/2014/main" id="{318BD6BB-FB34-4EAA-BCCB-9400BF478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11718" name="Group 344">
              <a:extLst>
                <a:ext uri="{FF2B5EF4-FFF2-40B4-BE49-F238E27FC236}">
                  <a16:creationId xmlns:a16="http://schemas.microsoft.com/office/drawing/2014/main" id="{BD202957-AB91-4986-84D1-AA644F31BF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11752" name="Freeform 345">
                <a:extLst>
                  <a:ext uri="{FF2B5EF4-FFF2-40B4-BE49-F238E27FC236}">
                    <a16:creationId xmlns:a16="http://schemas.microsoft.com/office/drawing/2014/main" id="{F237ACCF-5963-4274-8096-27751CE11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53" name="Freeform 346">
                <a:extLst>
                  <a:ext uri="{FF2B5EF4-FFF2-40B4-BE49-F238E27FC236}">
                    <a16:creationId xmlns:a16="http://schemas.microsoft.com/office/drawing/2014/main" id="{996048DF-8415-4573-A107-4CBF19728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54" name="Freeform 347">
                <a:extLst>
                  <a:ext uri="{FF2B5EF4-FFF2-40B4-BE49-F238E27FC236}">
                    <a16:creationId xmlns:a16="http://schemas.microsoft.com/office/drawing/2014/main" id="{6E976C4B-F862-473A-80FD-CA7DFBFFB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55" name="Freeform 348">
                <a:extLst>
                  <a:ext uri="{FF2B5EF4-FFF2-40B4-BE49-F238E27FC236}">
                    <a16:creationId xmlns:a16="http://schemas.microsoft.com/office/drawing/2014/main" id="{6DC7C1F0-D229-4113-8B4E-ABAF0D014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719" name="Group 354">
              <a:extLst>
                <a:ext uri="{FF2B5EF4-FFF2-40B4-BE49-F238E27FC236}">
                  <a16:creationId xmlns:a16="http://schemas.microsoft.com/office/drawing/2014/main" id="{EDA3D7AB-EB74-4095-8689-8C2621BAD9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11748" name="Freeform 355">
                <a:extLst>
                  <a:ext uri="{FF2B5EF4-FFF2-40B4-BE49-F238E27FC236}">
                    <a16:creationId xmlns:a16="http://schemas.microsoft.com/office/drawing/2014/main" id="{99294FC0-58D7-449A-85BF-DB5FE02CF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49" name="Freeform 356">
                <a:extLst>
                  <a:ext uri="{FF2B5EF4-FFF2-40B4-BE49-F238E27FC236}">
                    <a16:creationId xmlns:a16="http://schemas.microsoft.com/office/drawing/2014/main" id="{1825F98C-F2BB-4668-AB19-64944E33A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50" name="Freeform 357">
                <a:extLst>
                  <a:ext uri="{FF2B5EF4-FFF2-40B4-BE49-F238E27FC236}">
                    <a16:creationId xmlns:a16="http://schemas.microsoft.com/office/drawing/2014/main" id="{763E04B4-788B-450B-ACC2-57202C3AD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51" name="Freeform 358">
                <a:extLst>
                  <a:ext uri="{FF2B5EF4-FFF2-40B4-BE49-F238E27FC236}">
                    <a16:creationId xmlns:a16="http://schemas.microsoft.com/office/drawing/2014/main" id="{7CF1E2E6-F0B6-4FFE-A311-8964A823A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720" name="Group 376">
              <a:extLst>
                <a:ext uri="{FF2B5EF4-FFF2-40B4-BE49-F238E27FC236}">
                  <a16:creationId xmlns:a16="http://schemas.microsoft.com/office/drawing/2014/main" id="{C2578195-2A05-4225-9A83-C04D7428BD6F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11743" name="Freeform 377">
                <a:extLst>
                  <a:ext uri="{FF2B5EF4-FFF2-40B4-BE49-F238E27FC236}">
                    <a16:creationId xmlns:a16="http://schemas.microsoft.com/office/drawing/2014/main" id="{97ADE1A2-9144-42DD-931C-EC08787B1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44" name="Freeform 378">
                <a:extLst>
                  <a:ext uri="{FF2B5EF4-FFF2-40B4-BE49-F238E27FC236}">
                    <a16:creationId xmlns:a16="http://schemas.microsoft.com/office/drawing/2014/main" id="{566CA702-63C0-469D-801E-CB7F261CE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45" name="Freeform 379">
                <a:extLst>
                  <a:ext uri="{FF2B5EF4-FFF2-40B4-BE49-F238E27FC236}">
                    <a16:creationId xmlns:a16="http://schemas.microsoft.com/office/drawing/2014/main" id="{0E985BA6-3FBE-4BC1-90AF-D460F3F25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46" name="Freeform 380">
                <a:extLst>
                  <a:ext uri="{FF2B5EF4-FFF2-40B4-BE49-F238E27FC236}">
                    <a16:creationId xmlns:a16="http://schemas.microsoft.com/office/drawing/2014/main" id="{FA8BB45B-27CB-4A8D-B5B2-47C6A4A9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47" name="Freeform 381">
                <a:extLst>
                  <a:ext uri="{FF2B5EF4-FFF2-40B4-BE49-F238E27FC236}">
                    <a16:creationId xmlns:a16="http://schemas.microsoft.com/office/drawing/2014/main" id="{7AACB1CF-874B-4008-94B1-41332B490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721" name="Group 424">
              <a:extLst>
                <a:ext uri="{FF2B5EF4-FFF2-40B4-BE49-F238E27FC236}">
                  <a16:creationId xmlns:a16="http://schemas.microsoft.com/office/drawing/2014/main" id="{ED42F275-ED6A-4E96-A9CC-40FAA39C05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11735" name="Freeform 324">
                <a:extLst>
                  <a:ext uri="{FF2B5EF4-FFF2-40B4-BE49-F238E27FC236}">
                    <a16:creationId xmlns:a16="http://schemas.microsoft.com/office/drawing/2014/main" id="{98FF2C6B-F6BC-42E3-A912-13DFF869B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36" name="Freeform 325">
                <a:extLst>
                  <a:ext uri="{FF2B5EF4-FFF2-40B4-BE49-F238E27FC236}">
                    <a16:creationId xmlns:a16="http://schemas.microsoft.com/office/drawing/2014/main" id="{68853C07-EF38-43F6-9E23-71869AFD1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11737" name="Group 388">
                <a:extLst>
                  <a:ext uri="{FF2B5EF4-FFF2-40B4-BE49-F238E27FC236}">
                    <a16:creationId xmlns:a16="http://schemas.microsoft.com/office/drawing/2014/main" id="{8FD42C37-D2EA-48C8-B7FB-04BA95C406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11738" name="Freeform 389">
                  <a:extLst>
                    <a:ext uri="{FF2B5EF4-FFF2-40B4-BE49-F238E27FC236}">
                      <a16:creationId xmlns:a16="http://schemas.microsoft.com/office/drawing/2014/main" id="{F2D23821-58C6-4ED4-AB3B-4892F996E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1739" name="Freeform 390">
                  <a:extLst>
                    <a:ext uri="{FF2B5EF4-FFF2-40B4-BE49-F238E27FC236}">
                      <a16:creationId xmlns:a16="http://schemas.microsoft.com/office/drawing/2014/main" id="{9FBE0314-CCAA-4C1C-9505-369C94861F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1740" name="Freeform 391">
                  <a:extLst>
                    <a:ext uri="{FF2B5EF4-FFF2-40B4-BE49-F238E27FC236}">
                      <a16:creationId xmlns:a16="http://schemas.microsoft.com/office/drawing/2014/main" id="{B86D6A26-794A-4BB3-BA85-634CFA884E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1741" name="Freeform 392">
                  <a:extLst>
                    <a:ext uri="{FF2B5EF4-FFF2-40B4-BE49-F238E27FC236}">
                      <a16:creationId xmlns:a16="http://schemas.microsoft.com/office/drawing/2014/main" id="{C423130C-60D3-4575-A0F9-EB2F962AEE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1742" name="Freeform 393">
                  <a:extLst>
                    <a:ext uri="{FF2B5EF4-FFF2-40B4-BE49-F238E27FC236}">
                      <a16:creationId xmlns:a16="http://schemas.microsoft.com/office/drawing/2014/main" id="{11D49431-5116-4D89-8CC1-79D5FD0355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11722" name="Group 400">
              <a:extLst>
                <a:ext uri="{FF2B5EF4-FFF2-40B4-BE49-F238E27FC236}">
                  <a16:creationId xmlns:a16="http://schemas.microsoft.com/office/drawing/2014/main" id="{24D268AA-34CB-4C35-BEF6-3C323B5ABDEE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11730" name="Freeform 401">
                <a:extLst>
                  <a:ext uri="{FF2B5EF4-FFF2-40B4-BE49-F238E27FC236}">
                    <a16:creationId xmlns:a16="http://schemas.microsoft.com/office/drawing/2014/main" id="{207DA070-1E08-4796-AEDB-50F7437A2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31" name="Freeform 402">
                <a:extLst>
                  <a:ext uri="{FF2B5EF4-FFF2-40B4-BE49-F238E27FC236}">
                    <a16:creationId xmlns:a16="http://schemas.microsoft.com/office/drawing/2014/main" id="{DFBF8AFA-55C8-481D-B4E2-24739C961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32" name="Freeform 403">
                <a:extLst>
                  <a:ext uri="{FF2B5EF4-FFF2-40B4-BE49-F238E27FC236}">
                    <a16:creationId xmlns:a16="http://schemas.microsoft.com/office/drawing/2014/main" id="{A9952FDF-4CD8-4245-8062-9CE94A5D0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33" name="Freeform 404">
                <a:extLst>
                  <a:ext uri="{FF2B5EF4-FFF2-40B4-BE49-F238E27FC236}">
                    <a16:creationId xmlns:a16="http://schemas.microsoft.com/office/drawing/2014/main" id="{FC9E4D4A-879B-404B-884A-38B147238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34" name="Freeform 405">
                <a:extLst>
                  <a:ext uri="{FF2B5EF4-FFF2-40B4-BE49-F238E27FC236}">
                    <a16:creationId xmlns:a16="http://schemas.microsoft.com/office/drawing/2014/main" id="{83F2D5A6-EFAC-42FD-ACF9-A0158A3FF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723" name="Group 412">
              <a:extLst>
                <a:ext uri="{FF2B5EF4-FFF2-40B4-BE49-F238E27FC236}">
                  <a16:creationId xmlns:a16="http://schemas.microsoft.com/office/drawing/2014/main" id="{30691813-A3FF-48DB-B04D-ED8F765F39EE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11725" name="Freeform 413">
                <a:extLst>
                  <a:ext uri="{FF2B5EF4-FFF2-40B4-BE49-F238E27FC236}">
                    <a16:creationId xmlns:a16="http://schemas.microsoft.com/office/drawing/2014/main" id="{52C92974-E646-4469-805F-06773D7C0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26" name="Freeform 414">
                <a:extLst>
                  <a:ext uri="{FF2B5EF4-FFF2-40B4-BE49-F238E27FC236}">
                    <a16:creationId xmlns:a16="http://schemas.microsoft.com/office/drawing/2014/main" id="{E465BEBB-6DED-4570-B5EC-7BD5DA4A0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27" name="Freeform 415">
                <a:extLst>
                  <a:ext uri="{FF2B5EF4-FFF2-40B4-BE49-F238E27FC236}">
                    <a16:creationId xmlns:a16="http://schemas.microsoft.com/office/drawing/2014/main" id="{22C17B24-6611-4C31-936B-397B3A2C8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28" name="Freeform 416">
                <a:extLst>
                  <a:ext uri="{FF2B5EF4-FFF2-40B4-BE49-F238E27FC236}">
                    <a16:creationId xmlns:a16="http://schemas.microsoft.com/office/drawing/2014/main" id="{06CAB9BC-8DBC-457B-8DE7-D1A372D59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729" name="Freeform 417">
                <a:extLst>
                  <a:ext uri="{FF2B5EF4-FFF2-40B4-BE49-F238E27FC236}">
                    <a16:creationId xmlns:a16="http://schemas.microsoft.com/office/drawing/2014/main" id="{EFC74D6C-DC5F-4CCF-B804-C3922FB04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1724" name="Freeform 276">
              <a:extLst>
                <a:ext uri="{FF2B5EF4-FFF2-40B4-BE49-F238E27FC236}">
                  <a16:creationId xmlns:a16="http://schemas.microsoft.com/office/drawing/2014/main" id="{B39A71D2-0BFA-4579-8D2C-23213E782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440" y="1289049"/>
              <a:ext cx="1631622" cy="802509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1618" name="Rectangle 2">
            <a:extLst>
              <a:ext uri="{FF2B5EF4-FFF2-40B4-BE49-F238E27FC236}">
                <a16:creationId xmlns:a16="http://schemas.microsoft.com/office/drawing/2014/main" id="{127E3554-9EDA-4D26-BA99-0EBDE0D22B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It takes 1 gate delay to compute all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200" b="1" i="0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2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signals</a:t>
            </a:r>
          </a:p>
        </p:txBody>
      </p:sp>
      <p:sp>
        <p:nvSpPr>
          <p:cNvPr id="111619" name="TextBox 125">
            <a:extLst>
              <a:ext uri="{FF2B5EF4-FFF2-40B4-BE49-F238E27FC236}">
                <a16:creationId xmlns:a16="http://schemas.microsoft.com/office/drawing/2014/main" id="{500D2475-37CE-44B3-A18A-BE81F49B01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3.14 from the textbook ]</a:t>
            </a:r>
          </a:p>
        </p:txBody>
      </p:sp>
      <p:sp>
        <p:nvSpPr>
          <p:cNvPr id="111620" name="Line 174">
            <a:extLst>
              <a:ext uri="{FF2B5EF4-FFF2-40B4-BE49-F238E27FC236}">
                <a16:creationId xmlns:a16="http://schemas.microsoft.com/office/drawing/2014/main" id="{DA1936B7-B19D-4667-B3CD-62828BD60D5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60963" y="2574925"/>
            <a:ext cx="0" cy="217646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1" name="Line 226">
            <a:extLst>
              <a:ext uri="{FF2B5EF4-FFF2-40B4-BE49-F238E27FC236}">
                <a16:creationId xmlns:a16="http://schemas.microsoft.com/office/drawing/2014/main" id="{116646E5-37A9-40CD-931B-02E844993BA9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1225" y="1793875"/>
            <a:ext cx="1588" cy="2857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2" name="Freeform 276">
            <a:extLst>
              <a:ext uri="{FF2B5EF4-FFF2-40B4-BE49-F238E27FC236}">
                <a16:creationId xmlns:a16="http://schemas.microsoft.com/office/drawing/2014/main" id="{269C538E-1356-41C8-A189-9446EBB7CD8C}"/>
              </a:ext>
            </a:extLst>
          </p:cNvPr>
          <p:cNvSpPr>
            <a:spLocks/>
          </p:cNvSpPr>
          <p:nvPr/>
        </p:nvSpPr>
        <p:spPr bwMode="auto">
          <a:xfrm>
            <a:off x="2174875" y="981075"/>
            <a:ext cx="1625600" cy="815975"/>
          </a:xfrm>
          <a:custGeom>
            <a:avLst/>
            <a:gdLst>
              <a:gd name="T0" fmla="*/ 2147483646 w 1009"/>
              <a:gd name="T1" fmla="*/ 0 h 1008"/>
              <a:gd name="T2" fmla="*/ 2147483646 w 1009"/>
              <a:gd name="T3" fmla="*/ 2147483646 h 1008"/>
              <a:gd name="T4" fmla="*/ 0 w 1009"/>
              <a:gd name="T5" fmla="*/ 2147483646 h 1008"/>
              <a:gd name="T6" fmla="*/ 0 60000 65536"/>
              <a:gd name="T7" fmla="*/ 0 60000 65536"/>
              <a:gd name="T8" fmla="*/ 0 60000 65536"/>
              <a:gd name="T9" fmla="*/ 0 w 1009"/>
              <a:gd name="T10" fmla="*/ 0 h 1008"/>
              <a:gd name="T11" fmla="*/ 1009 w 1009"/>
              <a:gd name="T12" fmla="*/ 1008 h 10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9" h="1008">
                <a:moveTo>
                  <a:pt x="1009" y="0"/>
                </a:moveTo>
                <a:lnTo>
                  <a:pt x="1009" y="1008"/>
                </a:lnTo>
                <a:lnTo>
                  <a:pt x="0" y="1008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3" name="Line 174">
            <a:extLst>
              <a:ext uri="{FF2B5EF4-FFF2-40B4-BE49-F238E27FC236}">
                <a16:creationId xmlns:a16="http://schemas.microsoft.com/office/drawing/2014/main" id="{DBBC604A-B6B7-4FA8-8190-3EB19F84CC6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892300" y="1524000"/>
            <a:ext cx="3175" cy="5683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4" name="Line 174">
            <a:extLst>
              <a:ext uri="{FF2B5EF4-FFF2-40B4-BE49-F238E27FC236}">
                <a16:creationId xmlns:a16="http://schemas.microsoft.com/office/drawing/2014/main" id="{1DD521B8-1FFC-4D26-B6E3-11EC74EE7E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55913" y="2608263"/>
            <a:ext cx="1587" cy="10731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5" name="Line 174">
            <a:extLst>
              <a:ext uri="{FF2B5EF4-FFF2-40B4-BE49-F238E27FC236}">
                <a16:creationId xmlns:a16="http://schemas.microsoft.com/office/drawing/2014/main" id="{3687BA23-5D80-444C-B8DE-838184C56B6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22475" y="2590800"/>
            <a:ext cx="0" cy="217487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6" name="Line 174">
            <a:extLst>
              <a:ext uri="{FF2B5EF4-FFF2-40B4-BE49-F238E27FC236}">
                <a16:creationId xmlns:a16="http://schemas.microsoft.com/office/drawing/2014/main" id="{DBE574B5-19C0-4597-AAEA-75AB2E24F7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72175" y="2614613"/>
            <a:ext cx="1588" cy="10731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7" name="Freeform 276">
            <a:extLst>
              <a:ext uri="{FF2B5EF4-FFF2-40B4-BE49-F238E27FC236}">
                <a16:creationId xmlns:a16="http://schemas.microsoft.com/office/drawing/2014/main" id="{9957EE39-7FDD-4ED8-ACA4-BC8B49961382}"/>
              </a:ext>
            </a:extLst>
          </p:cNvPr>
          <p:cNvSpPr>
            <a:spLocks/>
          </p:cNvSpPr>
          <p:nvPr/>
        </p:nvSpPr>
        <p:spPr bwMode="auto">
          <a:xfrm>
            <a:off x="1876425" y="966788"/>
            <a:ext cx="835025" cy="561975"/>
          </a:xfrm>
          <a:custGeom>
            <a:avLst/>
            <a:gdLst>
              <a:gd name="T0" fmla="*/ 2147483646 w 1009"/>
              <a:gd name="T1" fmla="*/ 0 h 1008"/>
              <a:gd name="T2" fmla="*/ 2147483646 w 1009"/>
              <a:gd name="T3" fmla="*/ 2147483646 h 1008"/>
              <a:gd name="T4" fmla="*/ 0 w 1009"/>
              <a:gd name="T5" fmla="*/ 2147483646 h 1008"/>
              <a:gd name="T6" fmla="*/ 0 60000 65536"/>
              <a:gd name="T7" fmla="*/ 0 60000 65536"/>
              <a:gd name="T8" fmla="*/ 0 60000 65536"/>
              <a:gd name="T9" fmla="*/ 0 w 1009"/>
              <a:gd name="T10" fmla="*/ 0 h 1008"/>
              <a:gd name="T11" fmla="*/ 1009 w 1009"/>
              <a:gd name="T12" fmla="*/ 1008 h 10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9" h="1008">
                <a:moveTo>
                  <a:pt x="1009" y="0"/>
                </a:moveTo>
                <a:lnTo>
                  <a:pt x="1009" y="1008"/>
                </a:lnTo>
                <a:lnTo>
                  <a:pt x="0" y="1008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8" name="Line 226">
            <a:extLst>
              <a:ext uri="{FF2B5EF4-FFF2-40B4-BE49-F238E27FC236}">
                <a16:creationId xmlns:a16="http://schemas.microsoft.com/office/drawing/2014/main" id="{2E792341-0932-461D-B88B-2557A021104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8225" y="1785938"/>
            <a:ext cx="1588" cy="285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9" name="Line 174">
            <a:extLst>
              <a:ext uri="{FF2B5EF4-FFF2-40B4-BE49-F238E27FC236}">
                <a16:creationId xmlns:a16="http://schemas.microsoft.com/office/drawing/2014/main" id="{E03E528D-4701-4CA9-9ABC-EFF79896727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029200" y="1519238"/>
            <a:ext cx="3175" cy="56673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0" name="Freeform 276">
            <a:extLst>
              <a:ext uri="{FF2B5EF4-FFF2-40B4-BE49-F238E27FC236}">
                <a16:creationId xmlns:a16="http://schemas.microsoft.com/office/drawing/2014/main" id="{34336B2D-024F-444F-B522-7DD27AD38534}"/>
              </a:ext>
            </a:extLst>
          </p:cNvPr>
          <p:cNvSpPr>
            <a:spLocks/>
          </p:cNvSpPr>
          <p:nvPr/>
        </p:nvSpPr>
        <p:spPr bwMode="auto">
          <a:xfrm>
            <a:off x="5013325" y="962025"/>
            <a:ext cx="835025" cy="561975"/>
          </a:xfrm>
          <a:custGeom>
            <a:avLst/>
            <a:gdLst>
              <a:gd name="T0" fmla="*/ 2147483646 w 1009"/>
              <a:gd name="T1" fmla="*/ 0 h 1008"/>
              <a:gd name="T2" fmla="*/ 2147483646 w 1009"/>
              <a:gd name="T3" fmla="*/ 2147483646 h 1008"/>
              <a:gd name="T4" fmla="*/ 0 w 1009"/>
              <a:gd name="T5" fmla="*/ 2147483646 h 1008"/>
              <a:gd name="T6" fmla="*/ 0 60000 65536"/>
              <a:gd name="T7" fmla="*/ 0 60000 65536"/>
              <a:gd name="T8" fmla="*/ 0 60000 65536"/>
              <a:gd name="T9" fmla="*/ 0 w 1009"/>
              <a:gd name="T10" fmla="*/ 0 h 1008"/>
              <a:gd name="T11" fmla="*/ 1009 w 1009"/>
              <a:gd name="T12" fmla="*/ 1008 h 10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9" h="1008">
                <a:moveTo>
                  <a:pt x="1009" y="0"/>
                </a:moveTo>
                <a:lnTo>
                  <a:pt x="1009" y="1008"/>
                </a:lnTo>
                <a:lnTo>
                  <a:pt x="0" y="1008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Decomposing the Carry Expression</a:t>
            </a:r>
          </a:p>
        </p:txBody>
      </p:sp>
      <p:sp>
        <p:nvSpPr>
          <p:cNvPr id="112642" name="TextBox 5">
            <a:extLst>
              <a:ext uri="{FF2B5EF4-FFF2-40B4-BE49-F238E27FC236}">
                <a16:creationId xmlns:a16="http://schemas.microsoft.com/office/drawing/2014/main" id="{DB46E2A8-9774-4FC6-9735-B76E60F47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2643" name="TextBox 7">
            <a:extLst>
              <a:ext uri="{FF2B5EF4-FFF2-40B4-BE49-F238E27FC236}">
                <a16:creationId xmlns:a16="http://schemas.microsoft.com/office/drawing/2014/main" id="{54A61843-A21C-48B4-A8BB-A6C4FF57EE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(x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2644" name="Right Brace 3">
            <a:extLst>
              <a:ext uri="{FF2B5EF4-FFF2-40B4-BE49-F238E27FC236}">
                <a16:creationId xmlns:a16="http://schemas.microsoft.com/office/drawing/2014/main" id="{C1B9BB07-49C6-4C7A-ACE0-88183B3470ED}"/>
              </a:ext>
            </a:extLst>
          </p:cNvPr>
          <p:cNvSpPr>
            <a:spLocks/>
          </p:cNvSpPr>
          <p:nvPr/>
        </p:nvSpPr>
        <p:spPr bwMode="auto">
          <a:xfrm rot="5400000">
            <a:off x="37607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2645" name="Right Brace 3">
            <a:extLst>
              <a:ext uri="{FF2B5EF4-FFF2-40B4-BE49-F238E27FC236}">
                <a16:creationId xmlns:a16="http://schemas.microsoft.com/office/drawing/2014/main" id="{3DE6C867-DC31-4EFC-ACD7-45FF7C3A2F87}"/>
              </a:ext>
            </a:extLst>
          </p:cNvPr>
          <p:cNvSpPr>
            <a:spLocks/>
          </p:cNvSpPr>
          <p:nvPr/>
        </p:nvSpPr>
        <p:spPr bwMode="auto">
          <a:xfrm rot="5400000">
            <a:off x="5318919" y="2270919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2646" name="TextBox 10">
            <a:extLst>
              <a:ext uri="{FF2B5EF4-FFF2-40B4-BE49-F238E27FC236}">
                <a16:creationId xmlns:a16="http://schemas.microsoft.com/office/drawing/2014/main" id="{7B20A3D9-7209-471C-999F-E4977F28FC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6650" y="2805113"/>
            <a:ext cx="508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2647" name="TextBox 11">
            <a:extLst>
              <a:ext uri="{FF2B5EF4-FFF2-40B4-BE49-F238E27FC236}">
                <a16:creationId xmlns:a16="http://schemas.microsoft.com/office/drawing/2014/main" id="{DE3D26D9-E812-4A63-BC4F-492A6D1E4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0175" y="2790825"/>
            <a:ext cx="508000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Decomposing the Carry Expression</a:t>
            </a:r>
          </a:p>
        </p:txBody>
      </p:sp>
      <p:sp>
        <p:nvSpPr>
          <p:cNvPr id="113666" name="TextBox 5">
            <a:extLst>
              <a:ext uri="{FF2B5EF4-FFF2-40B4-BE49-F238E27FC236}">
                <a16:creationId xmlns:a16="http://schemas.microsoft.com/office/drawing/2014/main" id="{EA88CEF1-B050-474F-807F-9E6392A3E4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3667" name="TextBox 7">
            <a:extLst>
              <a:ext uri="{FF2B5EF4-FFF2-40B4-BE49-F238E27FC236}">
                <a16:creationId xmlns:a16="http://schemas.microsoft.com/office/drawing/2014/main" id="{B8B3AF5E-47A6-4CAF-8243-4C9664FA46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(x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3668" name="Right Brace 3">
            <a:extLst>
              <a:ext uri="{FF2B5EF4-FFF2-40B4-BE49-F238E27FC236}">
                <a16:creationId xmlns:a16="http://schemas.microsoft.com/office/drawing/2014/main" id="{57CF4915-8197-4C49-AFA2-2D1C5314F551}"/>
              </a:ext>
            </a:extLst>
          </p:cNvPr>
          <p:cNvSpPr>
            <a:spLocks/>
          </p:cNvSpPr>
          <p:nvPr/>
        </p:nvSpPr>
        <p:spPr bwMode="auto">
          <a:xfrm rot="5400000">
            <a:off x="37607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3669" name="Right Brace 3">
            <a:extLst>
              <a:ext uri="{FF2B5EF4-FFF2-40B4-BE49-F238E27FC236}">
                <a16:creationId xmlns:a16="http://schemas.microsoft.com/office/drawing/2014/main" id="{4EE8A6D9-FBA4-4E31-BBC8-5815335DE5FA}"/>
              </a:ext>
            </a:extLst>
          </p:cNvPr>
          <p:cNvSpPr>
            <a:spLocks/>
          </p:cNvSpPr>
          <p:nvPr/>
        </p:nvSpPr>
        <p:spPr bwMode="auto">
          <a:xfrm rot="5400000">
            <a:off x="5318919" y="2270919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3670" name="TextBox 10">
            <a:extLst>
              <a:ext uri="{FF2B5EF4-FFF2-40B4-BE49-F238E27FC236}">
                <a16:creationId xmlns:a16="http://schemas.microsoft.com/office/drawing/2014/main" id="{4D5CB888-7849-48BC-8374-E8CD87EEE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6650" y="2805113"/>
            <a:ext cx="508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3671" name="TextBox 11">
            <a:extLst>
              <a:ext uri="{FF2B5EF4-FFF2-40B4-BE49-F238E27FC236}">
                <a16:creationId xmlns:a16="http://schemas.microsoft.com/office/drawing/2014/main" id="{75320E56-0167-4D9B-AEB4-B6779A620F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0175" y="2790825"/>
            <a:ext cx="508000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3672" name="TextBox 12">
            <a:extLst>
              <a:ext uri="{FF2B5EF4-FFF2-40B4-BE49-F238E27FC236}">
                <a16:creationId xmlns:a16="http://schemas.microsoft.com/office/drawing/2014/main" id="{7B089D33-20AE-463D-858C-CAD6638FB7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3657600"/>
            <a:ext cx="29670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Decomposing the Carry Expression</a:t>
            </a:r>
          </a:p>
        </p:txBody>
      </p:sp>
      <p:sp>
        <p:nvSpPr>
          <p:cNvPr id="114690" name="TextBox 5">
            <a:extLst>
              <a:ext uri="{FF2B5EF4-FFF2-40B4-BE49-F238E27FC236}">
                <a16:creationId xmlns:a16="http://schemas.microsoft.com/office/drawing/2014/main" id="{D668FA21-0843-418F-BEA3-D9A8784828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4691" name="TextBox 7">
            <a:extLst>
              <a:ext uri="{FF2B5EF4-FFF2-40B4-BE49-F238E27FC236}">
                <a16:creationId xmlns:a16="http://schemas.microsoft.com/office/drawing/2014/main" id="{623A8F9D-BF57-44F7-85E3-FDFDDAFD99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(x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4692" name="Right Brace 3">
            <a:extLst>
              <a:ext uri="{FF2B5EF4-FFF2-40B4-BE49-F238E27FC236}">
                <a16:creationId xmlns:a16="http://schemas.microsoft.com/office/drawing/2014/main" id="{51F1CCFF-A7DB-491A-BA53-4DC5D00FA3AB}"/>
              </a:ext>
            </a:extLst>
          </p:cNvPr>
          <p:cNvSpPr>
            <a:spLocks/>
          </p:cNvSpPr>
          <p:nvPr/>
        </p:nvSpPr>
        <p:spPr bwMode="auto">
          <a:xfrm rot="5400000">
            <a:off x="37607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4693" name="Right Brace 3">
            <a:extLst>
              <a:ext uri="{FF2B5EF4-FFF2-40B4-BE49-F238E27FC236}">
                <a16:creationId xmlns:a16="http://schemas.microsoft.com/office/drawing/2014/main" id="{18876B59-A117-49FB-ACAB-2A9762BC021A}"/>
              </a:ext>
            </a:extLst>
          </p:cNvPr>
          <p:cNvSpPr>
            <a:spLocks/>
          </p:cNvSpPr>
          <p:nvPr/>
        </p:nvSpPr>
        <p:spPr bwMode="auto">
          <a:xfrm rot="5400000">
            <a:off x="5318919" y="2270919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4694" name="TextBox 10">
            <a:extLst>
              <a:ext uri="{FF2B5EF4-FFF2-40B4-BE49-F238E27FC236}">
                <a16:creationId xmlns:a16="http://schemas.microsoft.com/office/drawing/2014/main" id="{4F892033-633D-41BA-8A42-97BB66D485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6650" y="2805113"/>
            <a:ext cx="508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4695" name="TextBox 11">
            <a:extLst>
              <a:ext uri="{FF2B5EF4-FFF2-40B4-BE49-F238E27FC236}">
                <a16:creationId xmlns:a16="http://schemas.microsoft.com/office/drawing/2014/main" id="{6F58FDA4-FEE2-4906-A006-F8CFABB24D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0175" y="2790825"/>
            <a:ext cx="508000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4696" name="TextBox 12">
            <a:extLst>
              <a:ext uri="{FF2B5EF4-FFF2-40B4-BE49-F238E27FC236}">
                <a16:creationId xmlns:a16="http://schemas.microsoft.com/office/drawing/2014/main" id="{DD229AFD-FB24-405D-9F6E-670602F909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3657600"/>
            <a:ext cx="29670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4697" name="TextBox 13">
            <a:extLst>
              <a:ext uri="{FF2B5EF4-FFF2-40B4-BE49-F238E27FC236}">
                <a16:creationId xmlns:a16="http://schemas.microsoft.com/office/drawing/2014/main" id="{18AE44B6-DC5E-44DD-B186-759170B24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4648200"/>
            <a:ext cx="57912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(g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i-1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i-1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i-1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)</a:t>
            </a:r>
            <a:endParaRPr kumimoji="0" lang="en-US" altLang="en-US" sz="3600" b="1" i="1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4698" name="Oval 113">
            <a:extLst>
              <a:ext uri="{FF2B5EF4-FFF2-40B4-BE49-F238E27FC236}">
                <a16:creationId xmlns:a16="http://schemas.microsoft.com/office/drawing/2014/main" id="{ADDF9C43-0A96-4A17-B2F9-FE126A69E9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9813" y="4572000"/>
            <a:ext cx="2932112" cy="8350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4699" name="TextBox 10">
            <a:extLst>
              <a:ext uri="{FF2B5EF4-FFF2-40B4-BE49-F238E27FC236}">
                <a16:creationId xmlns:a16="http://schemas.microsoft.com/office/drawing/2014/main" id="{BEDBDE76-0C53-4717-A5AE-BD11435F4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4150" y="4229100"/>
            <a:ext cx="4095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4700" name="TextBox 1">
            <a:extLst>
              <a:ext uri="{FF2B5EF4-FFF2-40B4-BE49-F238E27FC236}">
                <a16:creationId xmlns:a16="http://schemas.microsoft.com/office/drawing/2014/main" id="{72EC70E6-7F1E-4791-95F6-DA1465F464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1513" y="3554413"/>
            <a:ext cx="1763712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recursive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expansion of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Decomposing the Carry Expression</a:t>
            </a:r>
          </a:p>
        </p:txBody>
      </p:sp>
      <p:sp>
        <p:nvSpPr>
          <p:cNvPr id="115714" name="TextBox 5">
            <a:extLst>
              <a:ext uri="{FF2B5EF4-FFF2-40B4-BE49-F238E27FC236}">
                <a16:creationId xmlns:a16="http://schemas.microsoft.com/office/drawing/2014/main" id="{52E079D9-7AAE-4207-AE47-125C3F366A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5715" name="TextBox 7">
            <a:extLst>
              <a:ext uri="{FF2B5EF4-FFF2-40B4-BE49-F238E27FC236}">
                <a16:creationId xmlns:a16="http://schemas.microsoft.com/office/drawing/2014/main" id="{E01289E5-8690-4F00-A773-76CF403C9E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(x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+ y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5716" name="Right Brace 3">
            <a:extLst>
              <a:ext uri="{FF2B5EF4-FFF2-40B4-BE49-F238E27FC236}">
                <a16:creationId xmlns:a16="http://schemas.microsoft.com/office/drawing/2014/main" id="{1AD240AE-2FA2-459D-A2A3-262C47DAA2E6}"/>
              </a:ext>
            </a:extLst>
          </p:cNvPr>
          <p:cNvSpPr>
            <a:spLocks/>
          </p:cNvSpPr>
          <p:nvPr/>
        </p:nvSpPr>
        <p:spPr bwMode="auto">
          <a:xfrm rot="5400000">
            <a:off x="37607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17" name="Right Brace 3">
            <a:extLst>
              <a:ext uri="{FF2B5EF4-FFF2-40B4-BE49-F238E27FC236}">
                <a16:creationId xmlns:a16="http://schemas.microsoft.com/office/drawing/2014/main" id="{C000113E-A586-49F2-A612-786623EA5C77}"/>
              </a:ext>
            </a:extLst>
          </p:cNvPr>
          <p:cNvSpPr>
            <a:spLocks/>
          </p:cNvSpPr>
          <p:nvPr/>
        </p:nvSpPr>
        <p:spPr bwMode="auto">
          <a:xfrm rot="5400000">
            <a:off x="5318919" y="2270919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18" name="TextBox 10">
            <a:extLst>
              <a:ext uri="{FF2B5EF4-FFF2-40B4-BE49-F238E27FC236}">
                <a16:creationId xmlns:a16="http://schemas.microsoft.com/office/drawing/2014/main" id="{763A85E3-8B6A-48A0-A235-DDBE9FA9C6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6650" y="2805113"/>
            <a:ext cx="508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5719" name="TextBox 11">
            <a:extLst>
              <a:ext uri="{FF2B5EF4-FFF2-40B4-BE49-F238E27FC236}">
                <a16:creationId xmlns:a16="http://schemas.microsoft.com/office/drawing/2014/main" id="{D7574F06-0802-4FF7-AC2D-EB8BDB96BB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0175" y="2790825"/>
            <a:ext cx="508000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5720" name="TextBox 12">
            <a:extLst>
              <a:ext uri="{FF2B5EF4-FFF2-40B4-BE49-F238E27FC236}">
                <a16:creationId xmlns:a16="http://schemas.microsoft.com/office/drawing/2014/main" id="{2F96EA43-8AA2-4D19-876A-70A7048584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3657600"/>
            <a:ext cx="29670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</a:t>
            </a:r>
            <a:r>
              <a:rPr kumimoji="0" lang="en-US" altLang="en-US" sz="3600" b="1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1" i="1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15721" name="TextBox 13">
            <a:extLst>
              <a:ext uri="{FF2B5EF4-FFF2-40B4-BE49-F238E27FC236}">
                <a16:creationId xmlns:a16="http://schemas.microsoft.com/office/drawing/2014/main" id="{96D2F226-0978-4104-84EC-233AD0F07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4648200"/>
            <a:ext cx="57912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(g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i-1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i-1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i-1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)</a:t>
            </a:r>
            <a:endParaRPr kumimoji="0" lang="en-US" altLang="en-US" sz="3600" b="1" i="1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5722" name="TextBox 14">
            <a:extLst>
              <a:ext uri="{FF2B5EF4-FFF2-40B4-BE49-F238E27FC236}">
                <a16:creationId xmlns:a16="http://schemas.microsoft.com/office/drawing/2014/main" id="{4CEB9ABE-F4F2-4ACC-B53B-87064940CD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5562600"/>
            <a:ext cx="57912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</a:t>
            </a:r>
            <a:r>
              <a:rPr kumimoji="0" lang="en-US" altLang="en-US" sz="3600" b="1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1" i="1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i-1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i-1 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i-1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737" name="Group 1">
            <a:extLst>
              <a:ext uri="{FF2B5EF4-FFF2-40B4-BE49-F238E27FC236}">
                <a16:creationId xmlns:a16="http://schemas.microsoft.com/office/drawing/2014/main" id="{F5570D44-03D7-49CF-B395-7517C680F97B}"/>
              </a:ext>
            </a:extLst>
          </p:cNvPr>
          <p:cNvGrpSpPr>
            <a:grpSpLocks/>
          </p:cNvGrpSpPr>
          <p:nvPr/>
        </p:nvGrpSpPr>
        <p:grpSpPr bwMode="auto">
          <a:xfrm>
            <a:off x="1490663" y="769938"/>
            <a:ext cx="6423025" cy="5783262"/>
            <a:chOff x="1490663" y="334963"/>
            <a:chExt cx="6423025" cy="5783262"/>
          </a:xfrm>
        </p:grpSpPr>
        <p:sp>
          <p:nvSpPr>
            <p:cNvPr id="116741" name="Rectangle 4">
              <a:extLst>
                <a:ext uri="{FF2B5EF4-FFF2-40B4-BE49-F238E27FC236}">
                  <a16:creationId xmlns:a16="http://schemas.microsoft.com/office/drawing/2014/main" id="{BED3ED2F-AC4A-4ED2-BD60-948C7123C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2" name="Line 6">
              <a:extLst>
                <a:ext uri="{FF2B5EF4-FFF2-40B4-BE49-F238E27FC236}">
                  <a16:creationId xmlns:a16="http://schemas.microsoft.com/office/drawing/2014/main" id="{52065579-9015-43AA-A6E8-22F842CAD7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3" name="Line 8">
              <a:extLst>
                <a:ext uri="{FF2B5EF4-FFF2-40B4-BE49-F238E27FC236}">
                  <a16:creationId xmlns:a16="http://schemas.microsoft.com/office/drawing/2014/main" id="{8FEF1F3F-A5F4-4D04-AA7D-0523156C26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4" name="Freeform 9">
              <a:extLst>
                <a:ext uri="{FF2B5EF4-FFF2-40B4-BE49-F238E27FC236}">
                  <a16:creationId xmlns:a16="http://schemas.microsoft.com/office/drawing/2014/main" id="{BD2971E9-F831-465D-ADBC-E0D6EA6F3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5" name="Freeform 10">
              <a:extLst>
                <a:ext uri="{FF2B5EF4-FFF2-40B4-BE49-F238E27FC236}">
                  <a16:creationId xmlns:a16="http://schemas.microsoft.com/office/drawing/2014/main" id="{8B46583C-602C-4922-B4C7-33A6BD33C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6" name="Line 12">
              <a:extLst>
                <a:ext uri="{FF2B5EF4-FFF2-40B4-BE49-F238E27FC236}">
                  <a16:creationId xmlns:a16="http://schemas.microsoft.com/office/drawing/2014/main" id="{DB85FCCE-26F9-4851-BC20-FA9165DA8E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7" name="Line 13">
              <a:extLst>
                <a:ext uri="{FF2B5EF4-FFF2-40B4-BE49-F238E27FC236}">
                  <a16:creationId xmlns:a16="http://schemas.microsoft.com/office/drawing/2014/main" id="{C7906B89-C3B2-406A-A94E-4DFB46ED2F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8" name="Line 14">
              <a:extLst>
                <a:ext uri="{FF2B5EF4-FFF2-40B4-BE49-F238E27FC236}">
                  <a16:creationId xmlns:a16="http://schemas.microsoft.com/office/drawing/2014/main" id="{FD3D6244-E8FB-457C-B52D-FD923DD7FF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49" name="Rectangle 19">
              <a:extLst>
                <a:ext uri="{FF2B5EF4-FFF2-40B4-BE49-F238E27FC236}">
                  <a16:creationId xmlns:a16="http://schemas.microsoft.com/office/drawing/2014/main" id="{02BBB7E2-84BA-4F03-B14B-ACB2BDDEE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0" name="Rectangle 20">
              <a:extLst>
                <a:ext uri="{FF2B5EF4-FFF2-40B4-BE49-F238E27FC236}">
                  <a16:creationId xmlns:a16="http://schemas.microsoft.com/office/drawing/2014/main" id="{F317C88B-4F98-4D71-BD82-40E09510A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1" name="Rectangle 21">
              <a:extLst>
                <a:ext uri="{FF2B5EF4-FFF2-40B4-BE49-F238E27FC236}">
                  <a16:creationId xmlns:a16="http://schemas.microsoft.com/office/drawing/2014/main" id="{4F72AE6B-1687-4F04-9C28-621EEE4BB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2" name="Rectangle 22">
              <a:extLst>
                <a:ext uri="{FF2B5EF4-FFF2-40B4-BE49-F238E27FC236}">
                  <a16:creationId xmlns:a16="http://schemas.microsoft.com/office/drawing/2014/main" id="{64AE373F-DE71-463B-BDC6-59485FE8F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3" name="Rectangle 23">
              <a:extLst>
                <a:ext uri="{FF2B5EF4-FFF2-40B4-BE49-F238E27FC236}">
                  <a16:creationId xmlns:a16="http://schemas.microsoft.com/office/drawing/2014/main" id="{09AD33BA-1965-4886-A0B3-BDA845E9C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4" name="Rectangle 24">
              <a:extLst>
                <a:ext uri="{FF2B5EF4-FFF2-40B4-BE49-F238E27FC236}">
                  <a16:creationId xmlns:a16="http://schemas.microsoft.com/office/drawing/2014/main" id="{A928B377-8E9A-4C82-900A-C5E54C2E7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5" name="Rectangle 25">
              <a:extLst>
                <a:ext uri="{FF2B5EF4-FFF2-40B4-BE49-F238E27FC236}">
                  <a16:creationId xmlns:a16="http://schemas.microsoft.com/office/drawing/2014/main" id="{3265EF9E-2CEA-4437-A309-D339CDF83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6" name="Rectangle 26">
              <a:extLst>
                <a:ext uri="{FF2B5EF4-FFF2-40B4-BE49-F238E27FC236}">
                  <a16:creationId xmlns:a16="http://schemas.microsoft.com/office/drawing/2014/main" id="{53C5D8B5-E689-47CE-8A3F-B4BD5D958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7" name="Rectangle 27">
              <a:extLst>
                <a:ext uri="{FF2B5EF4-FFF2-40B4-BE49-F238E27FC236}">
                  <a16:creationId xmlns:a16="http://schemas.microsoft.com/office/drawing/2014/main" id="{DBCC5ED3-F4AE-417C-A8D2-F51852976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8" name="Line 28">
              <a:extLst>
                <a:ext uri="{FF2B5EF4-FFF2-40B4-BE49-F238E27FC236}">
                  <a16:creationId xmlns:a16="http://schemas.microsoft.com/office/drawing/2014/main" id="{6750C59E-94C5-4077-855B-58E937D83D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59" name="Rectangle 29">
              <a:extLst>
                <a:ext uri="{FF2B5EF4-FFF2-40B4-BE49-F238E27FC236}">
                  <a16:creationId xmlns:a16="http://schemas.microsoft.com/office/drawing/2014/main" id="{89D2D34A-B3AA-4D96-A220-0C0FC09B4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0" name="Rectangle 30">
              <a:extLst>
                <a:ext uri="{FF2B5EF4-FFF2-40B4-BE49-F238E27FC236}">
                  <a16:creationId xmlns:a16="http://schemas.microsoft.com/office/drawing/2014/main" id="{A5D96576-F6A2-41E4-89B6-E47851A3F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1" name="Rectangle 31">
              <a:extLst>
                <a:ext uri="{FF2B5EF4-FFF2-40B4-BE49-F238E27FC236}">
                  <a16:creationId xmlns:a16="http://schemas.microsoft.com/office/drawing/2014/main" id="{A41DF7BD-988C-41F7-A853-7EB0EAC74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2" name="Rectangle 32">
              <a:extLst>
                <a:ext uri="{FF2B5EF4-FFF2-40B4-BE49-F238E27FC236}">
                  <a16:creationId xmlns:a16="http://schemas.microsoft.com/office/drawing/2014/main" id="{7B18FA64-E791-4314-9B5D-BE61BAE04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3" name="Rectangle 33">
              <a:extLst>
                <a:ext uri="{FF2B5EF4-FFF2-40B4-BE49-F238E27FC236}">
                  <a16:creationId xmlns:a16="http://schemas.microsoft.com/office/drawing/2014/main" id="{CF48C4D3-B812-49AF-9B39-C37543211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4" name="Rectangle 34">
              <a:extLst>
                <a:ext uri="{FF2B5EF4-FFF2-40B4-BE49-F238E27FC236}">
                  <a16:creationId xmlns:a16="http://schemas.microsoft.com/office/drawing/2014/main" id="{E31AB875-E81F-44F5-8DFB-5DBFEC396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5" name="Rectangle 35">
              <a:extLst>
                <a:ext uri="{FF2B5EF4-FFF2-40B4-BE49-F238E27FC236}">
                  <a16:creationId xmlns:a16="http://schemas.microsoft.com/office/drawing/2014/main" id="{F8971100-812E-4C68-B4B4-338D045F4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6" name="Rectangle 36">
              <a:extLst>
                <a:ext uri="{FF2B5EF4-FFF2-40B4-BE49-F238E27FC236}">
                  <a16:creationId xmlns:a16="http://schemas.microsoft.com/office/drawing/2014/main" id="{914D2526-0589-4D23-8222-04223F089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7" name="Line 37">
              <a:extLst>
                <a:ext uri="{FF2B5EF4-FFF2-40B4-BE49-F238E27FC236}">
                  <a16:creationId xmlns:a16="http://schemas.microsoft.com/office/drawing/2014/main" id="{E91B8C6E-6339-4074-B4D6-E945FD3336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8" name="Line 39">
              <a:extLst>
                <a:ext uri="{FF2B5EF4-FFF2-40B4-BE49-F238E27FC236}">
                  <a16:creationId xmlns:a16="http://schemas.microsoft.com/office/drawing/2014/main" id="{2255D5BC-0F36-4768-964D-55EFD798B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69" name="Line 40">
              <a:extLst>
                <a:ext uri="{FF2B5EF4-FFF2-40B4-BE49-F238E27FC236}">
                  <a16:creationId xmlns:a16="http://schemas.microsoft.com/office/drawing/2014/main" id="{AC9BD177-E27B-4565-BEF3-502DA40B0B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0" name="Line 41">
              <a:extLst>
                <a:ext uri="{FF2B5EF4-FFF2-40B4-BE49-F238E27FC236}">
                  <a16:creationId xmlns:a16="http://schemas.microsoft.com/office/drawing/2014/main" id="{04987A89-C7B6-4B26-A72B-D41CEE0A36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1" name="Line 48">
              <a:extLst>
                <a:ext uri="{FF2B5EF4-FFF2-40B4-BE49-F238E27FC236}">
                  <a16:creationId xmlns:a16="http://schemas.microsoft.com/office/drawing/2014/main" id="{F0677C89-B98A-4715-ACF1-08607EB5BE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2" name="Line 50">
              <a:extLst>
                <a:ext uri="{FF2B5EF4-FFF2-40B4-BE49-F238E27FC236}">
                  <a16:creationId xmlns:a16="http://schemas.microsoft.com/office/drawing/2014/main" id="{66B18C6E-ABC2-4D3B-84FC-ED0588AACA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3" name="Line 51">
              <a:extLst>
                <a:ext uri="{FF2B5EF4-FFF2-40B4-BE49-F238E27FC236}">
                  <a16:creationId xmlns:a16="http://schemas.microsoft.com/office/drawing/2014/main" id="{72773555-F6A7-4A7F-96C7-07BA1438B7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4" name="Line 52">
              <a:extLst>
                <a:ext uri="{FF2B5EF4-FFF2-40B4-BE49-F238E27FC236}">
                  <a16:creationId xmlns:a16="http://schemas.microsoft.com/office/drawing/2014/main" id="{D5C3AF52-9853-44B8-AD26-6C8842F304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5" name="Line 61">
              <a:extLst>
                <a:ext uri="{FF2B5EF4-FFF2-40B4-BE49-F238E27FC236}">
                  <a16:creationId xmlns:a16="http://schemas.microsoft.com/office/drawing/2014/main" id="{A60AA9FA-B029-4482-AB2A-1BAEB50EA7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6" name="Line 62">
              <a:extLst>
                <a:ext uri="{FF2B5EF4-FFF2-40B4-BE49-F238E27FC236}">
                  <a16:creationId xmlns:a16="http://schemas.microsoft.com/office/drawing/2014/main" id="{84669226-4E0F-42C1-ABC9-B1B9D7C838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7" name="Line 63">
              <a:extLst>
                <a:ext uri="{FF2B5EF4-FFF2-40B4-BE49-F238E27FC236}">
                  <a16:creationId xmlns:a16="http://schemas.microsoft.com/office/drawing/2014/main" id="{850112E8-3BF5-45F5-9B7F-60B14823B4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8" name="Line 68">
              <a:extLst>
                <a:ext uri="{FF2B5EF4-FFF2-40B4-BE49-F238E27FC236}">
                  <a16:creationId xmlns:a16="http://schemas.microsoft.com/office/drawing/2014/main" id="{85C98F20-1B72-46CB-B931-AA21438F36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79" name="Line 69">
              <a:extLst>
                <a:ext uri="{FF2B5EF4-FFF2-40B4-BE49-F238E27FC236}">
                  <a16:creationId xmlns:a16="http://schemas.microsoft.com/office/drawing/2014/main" id="{8182039F-905F-4705-A500-2641729A2B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0" name="Line 73">
              <a:extLst>
                <a:ext uri="{FF2B5EF4-FFF2-40B4-BE49-F238E27FC236}">
                  <a16:creationId xmlns:a16="http://schemas.microsoft.com/office/drawing/2014/main" id="{A2E6F47D-776C-48CF-A8B2-1D703FD5A1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1" name="Line 74">
              <a:extLst>
                <a:ext uri="{FF2B5EF4-FFF2-40B4-BE49-F238E27FC236}">
                  <a16:creationId xmlns:a16="http://schemas.microsoft.com/office/drawing/2014/main" id="{E3C83243-CAAF-40C9-B42B-3CDE07B5CB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2" name="Line 76">
              <a:extLst>
                <a:ext uri="{FF2B5EF4-FFF2-40B4-BE49-F238E27FC236}">
                  <a16:creationId xmlns:a16="http://schemas.microsoft.com/office/drawing/2014/main" id="{646F9B8B-AADD-4670-BF2F-162227502B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3" name="Freeform 77">
              <a:extLst>
                <a:ext uri="{FF2B5EF4-FFF2-40B4-BE49-F238E27FC236}">
                  <a16:creationId xmlns:a16="http://schemas.microsoft.com/office/drawing/2014/main" id="{E1243D6A-D829-4FE6-9A45-D2B7658B9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4" name="Freeform 78">
              <a:extLst>
                <a:ext uri="{FF2B5EF4-FFF2-40B4-BE49-F238E27FC236}">
                  <a16:creationId xmlns:a16="http://schemas.microsoft.com/office/drawing/2014/main" id="{93137794-D147-4427-A06D-D8E4C46D7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5" name="Freeform 79">
              <a:extLst>
                <a:ext uri="{FF2B5EF4-FFF2-40B4-BE49-F238E27FC236}">
                  <a16:creationId xmlns:a16="http://schemas.microsoft.com/office/drawing/2014/main" id="{5A0D3F93-4877-4CDD-85D8-D89E44E40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6" name="Line 80">
              <a:extLst>
                <a:ext uri="{FF2B5EF4-FFF2-40B4-BE49-F238E27FC236}">
                  <a16:creationId xmlns:a16="http://schemas.microsoft.com/office/drawing/2014/main" id="{6B4BA134-3D7F-4447-B904-6386261C81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7" name="Line 81">
              <a:extLst>
                <a:ext uri="{FF2B5EF4-FFF2-40B4-BE49-F238E27FC236}">
                  <a16:creationId xmlns:a16="http://schemas.microsoft.com/office/drawing/2014/main" id="{B36C91AB-2EAF-4070-8944-46D2331C9D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8" name="Line 82">
              <a:extLst>
                <a:ext uri="{FF2B5EF4-FFF2-40B4-BE49-F238E27FC236}">
                  <a16:creationId xmlns:a16="http://schemas.microsoft.com/office/drawing/2014/main" id="{F012A5EE-2706-488F-8EEC-E48E882D4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89" name="Line 83">
              <a:extLst>
                <a:ext uri="{FF2B5EF4-FFF2-40B4-BE49-F238E27FC236}">
                  <a16:creationId xmlns:a16="http://schemas.microsoft.com/office/drawing/2014/main" id="{0F900ED8-098A-4185-B4DB-08A3BDB228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0" name="Freeform 84">
              <a:extLst>
                <a:ext uri="{FF2B5EF4-FFF2-40B4-BE49-F238E27FC236}">
                  <a16:creationId xmlns:a16="http://schemas.microsoft.com/office/drawing/2014/main" id="{654FECAA-F59B-490D-B93D-2EC18BAE9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1" name="Freeform 85">
              <a:extLst>
                <a:ext uri="{FF2B5EF4-FFF2-40B4-BE49-F238E27FC236}">
                  <a16:creationId xmlns:a16="http://schemas.microsoft.com/office/drawing/2014/main" id="{AAB920B4-0A77-412F-A2C9-9001FAA3D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2" name="Freeform 86">
              <a:extLst>
                <a:ext uri="{FF2B5EF4-FFF2-40B4-BE49-F238E27FC236}">
                  <a16:creationId xmlns:a16="http://schemas.microsoft.com/office/drawing/2014/main" id="{FC702C14-0499-4E5D-A34B-83DC5A79C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3" name="Freeform 87">
              <a:extLst>
                <a:ext uri="{FF2B5EF4-FFF2-40B4-BE49-F238E27FC236}">
                  <a16:creationId xmlns:a16="http://schemas.microsoft.com/office/drawing/2014/main" id="{7A988518-5BA8-4C8E-ABD5-7910FF401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4" name="Line 89">
              <a:extLst>
                <a:ext uri="{FF2B5EF4-FFF2-40B4-BE49-F238E27FC236}">
                  <a16:creationId xmlns:a16="http://schemas.microsoft.com/office/drawing/2014/main" id="{60F8D089-92B6-405D-86E1-F98FC26B51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5" name="Freeform 90">
              <a:extLst>
                <a:ext uri="{FF2B5EF4-FFF2-40B4-BE49-F238E27FC236}">
                  <a16:creationId xmlns:a16="http://schemas.microsoft.com/office/drawing/2014/main" id="{7A1E66CD-8EA8-4E55-9434-90CBA3EE2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6" name="Freeform 91">
              <a:extLst>
                <a:ext uri="{FF2B5EF4-FFF2-40B4-BE49-F238E27FC236}">
                  <a16:creationId xmlns:a16="http://schemas.microsoft.com/office/drawing/2014/main" id="{0AD137F2-3C99-4C19-96E5-7C0802E22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7" name="Rectangle 92">
              <a:extLst>
                <a:ext uri="{FF2B5EF4-FFF2-40B4-BE49-F238E27FC236}">
                  <a16:creationId xmlns:a16="http://schemas.microsoft.com/office/drawing/2014/main" id="{5C3E5DBE-83E5-4881-B18A-64213F3C5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8" name="Line 93">
              <a:extLst>
                <a:ext uri="{FF2B5EF4-FFF2-40B4-BE49-F238E27FC236}">
                  <a16:creationId xmlns:a16="http://schemas.microsoft.com/office/drawing/2014/main" id="{2A120E97-A57A-4685-B0B1-4DA208D0DE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799" name="Freeform 94">
              <a:extLst>
                <a:ext uri="{FF2B5EF4-FFF2-40B4-BE49-F238E27FC236}">
                  <a16:creationId xmlns:a16="http://schemas.microsoft.com/office/drawing/2014/main" id="{A43ED9A6-75A6-438A-8FD6-833180063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0" name="Freeform 95">
              <a:extLst>
                <a:ext uri="{FF2B5EF4-FFF2-40B4-BE49-F238E27FC236}">
                  <a16:creationId xmlns:a16="http://schemas.microsoft.com/office/drawing/2014/main" id="{D1AF24D0-AC01-466D-8F19-22BEC061F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1" name="Line 96">
              <a:extLst>
                <a:ext uri="{FF2B5EF4-FFF2-40B4-BE49-F238E27FC236}">
                  <a16:creationId xmlns:a16="http://schemas.microsoft.com/office/drawing/2014/main" id="{22419C1C-BD74-49FD-A37B-CD9F8059F0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2" name="Line 97">
              <a:extLst>
                <a:ext uri="{FF2B5EF4-FFF2-40B4-BE49-F238E27FC236}">
                  <a16:creationId xmlns:a16="http://schemas.microsoft.com/office/drawing/2014/main" id="{EF24C187-9914-4CB8-B9DD-B5B52EDF8E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3" name="Line 98">
              <a:extLst>
                <a:ext uri="{FF2B5EF4-FFF2-40B4-BE49-F238E27FC236}">
                  <a16:creationId xmlns:a16="http://schemas.microsoft.com/office/drawing/2014/main" id="{B1DABFB7-6EF8-4891-8CF9-4EE6BB4288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4" name="Rectangle 99">
              <a:extLst>
                <a:ext uri="{FF2B5EF4-FFF2-40B4-BE49-F238E27FC236}">
                  <a16:creationId xmlns:a16="http://schemas.microsoft.com/office/drawing/2014/main" id="{4F5F5250-F11A-4EC2-A038-48310B5D7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5" name="Rectangle 100">
              <a:extLst>
                <a:ext uri="{FF2B5EF4-FFF2-40B4-BE49-F238E27FC236}">
                  <a16:creationId xmlns:a16="http://schemas.microsoft.com/office/drawing/2014/main" id="{E22AEA04-0D59-48FF-8C83-64736E709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6" name="Rectangle 101">
              <a:extLst>
                <a:ext uri="{FF2B5EF4-FFF2-40B4-BE49-F238E27FC236}">
                  <a16:creationId xmlns:a16="http://schemas.microsoft.com/office/drawing/2014/main" id="{8F540656-69B6-4BF2-928F-9F4962258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7" name="Rectangle 102">
              <a:extLst>
                <a:ext uri="{FF2B5EF4-FFF2-40B4-BE49-F238E27FC236}">
                  <a16:creationId xmlns:a16="http://schemas.microsoft.com/office/drawing/2014/main" id="{E32BDBD8-EBD3-4FCE-A293-3D04F0DF3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8" name="Line 103">
              <a:extLst>
                <a:ext uri="{FF2B5EF4-FFF2-40B4-BE49-F238E27FC236}">
                  <a16:creationId xmlns:a16="http://schemas.microsoft.com/office/drawing/2014/main" id="{B806F432-F2CC-49CD-815B-394D443190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09" name="Rectangle 104">
              <a:extLst>
                <a:ext uri="{FF2B5EF4-FFF2-40B4-BE49-F238E27FC236}">
                  <a16:creationId xmlns:a16="http://schemas.microsoft.com/office/drawing/2014/main" id="{DDA5698D-52C8-4538-ABBC-0AD74AF26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10" name="Rectangle 105">
              <a:extLst>
                <a:ext uri="{FF2B5EF4-FFF2-40B4-BE49-F238E27FC236}">
                  <a16:creationId xmlns:a16="http://schemas.microsoft.com/office/drawing/2014/main" id="{0EC5E2F1-1F96-4AF2-A135-615C14A1A4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11" name="Rectangle 106">
              <a:extLst>
                <a:ext uri="{FF2B5EF4-FFF2-40B4-BE49-F238E27FC236}">
                  <a16:creationId xmlns:a16="http://schemas.microsoft.com/office/drawing/2014/main" id="{9D97843D-56C0-43E0-AC8A-B1CE5A9C2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12" name="Rectangle 107">
              <a:extLst>
                <a:ext uri="{FF2B5EF4-FFF2-40B4-BE49-F238E27FC236}">
                  <a16:creationId xmlns:a16="http://schemas.microsoft.com/office/drawing/2014/main" id="{86B0B0E9-972E-4125-A819-A9398DDEC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13" name="Line 110">
              <a:extLst>
                <a:ext uri="{FF2B5EF4-FFF2-40B4-BE49-F238E27FC236}">
                  <a16:creationId xmlns:a16="http://schemas.microsoft.com/office/drawing/2014/main" id="{97D30361-F5F9-42A1-9BAE-D4AEC2F90F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14" name="Line 111">
              <a:extLst>
                <a:ext uri="{FF2B5EF4-FFF2-40B4-BE49-F238E27FC236}">
                  <a16:creationId xmlns:a16="http://schemas.microsoft.com/office/drawing/2014/main" id="{278E1B2A-2281-40EC-98FA-DEC514C2F3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15" name="Line 112">
              <a:extLst>
                <a:ext uri="{FF2B5EF4-FFF2-40B4-BE49-F238E27FC236}">
                  <a16:creationId xmlns:a16="http://schemas.microsoft.com/office/drawing/2014/main" id="{030D8498-0DF2-4AC2-96DD-35A9FA63EE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16" name="Line 117">
              <a:extLst>
                <a:ext uri="{FF2B5EF4-FFF2-40B4-BE49-F238E27FC236}">
                  <a16:creationId xmlns:a16="http://schemas.microsoft.com/office/drawing/2014/main" id="{E5777DF3-E181-4871-8382-3C09BA07F5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17" name="Line 118">
              <a:extLst>
                <a:ext uri="{FF2B5EF4-FFF2-40B4-BE49-F238E27FC236}">
                  <a16:creationId xmlns:a16="http://schemas.microsoft.com/office/drawing/2014/main" id="{9F18CA19-2827-4189-966A-9AA134A54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18" name="Line 119">
              <a:extLst>
                <a:ext uri="{FF2B5EF4-FFF2-40B4-BE49-F238E27FC236}">
                  <a16:creationId xmlns:a16="http://schemas.microsoft.com/office/drawing/2014/main" id="{F5F27ECF-5227-424E-BDD7-729053F4EE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19" name="Line 126">
              <a:extLst>
                <a:ext uri="{FF2B5EF4-FFF2-40B4-BE49-F238E27FC236}">
                  <a16:creationId xmlns:a16="http://schemas.microsoft.com/office/drawing/2014/main" id="{1BE079DB-5F6F-4FE1-AC61-D044798588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20" name="Line 128">
              <a:extLst>
                <a:ext uri="{FF2B5EF4-FFF2-40B4-BE49-F238E27FC236}">
                  <a16:creationId xmlns:a16="http://schemas.microsoft.com/office/drawing/2014/main" id="{F4486697-F3EC-487D-BC2E-F09DE6AD62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21" name="Line 129">
              <a:extLst>
                <a:ext uri="{FF2B5EF4-FFF2-40B4-BE49-F238E27FC236}">
                  <a16:creationId xmlns:a16="http://schemas.microsoft.com/office/drawing/2014/main" id="{7024B323-17AA-453D-BF03-FF2905C616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22" name="Line 130">
              <a:extLst>
                <a:ext uri="{FF2B5EF4-FFF2-40B4-BE49-F238E27FC236}">
                  <a16:creationId xmlns:a16="http://schemas.microsoft.com/office/drawing/2014/main" id="{72CBC97E-6ED0-4327-A36F-8EBE55AC0D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23" name="Line 139">
              <a:extLst>
                <a:ext uri="{FF2B5EF4-FFF2-40B4-BE49-F238E27FC236}">
                  <a16:creationId xmlns:a16="http://schemas.microsoft.com/office/drawing/2014/main" id="{E7138C37-8312-46BA-A7EB-7DA767CCA4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24" name="Line 141">
              <a:extLst>
                <a:ext uri="{FF2B5EF4-FFF2-40B4-BE49-F238E27FC236}">
                  <a16:creationId xmlns:a16="http://schemas.microsoft.com/office/drawing/2014/main" id="{337E91A9-2E6F-4258-94F9-E35F6FF2DA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25" name="Line 142">
              <a:extLst>
                <a:ext uri="{FF2B5EF4-FFF2-40B4-BE49-F238E27FC236}">
                  <a16:creationId xmlns:a16="http://schemas.microsoft.com/office/drawing/2014/main" id="{067E5A80-94C9-4D66-8136-6EFCA1740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26" name="Line 143">
              <a:extLst>
                <a:ext uri="{FF2B5EF4-FFF2-40B4-BE49-F238E27FC236}">
                  <a16:creationId xmlns:a16="http://schemas.microsoft.com/office/drawing/2014/main" id="{106A5F6A-D6D5-42F5-BF64-30BB7E275B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27" name="Freeform 148">
              <a:extLst>
                <a:ext uri="{FF2B5EF4-FFF2-40B4-BE49-F238E27FC236}">
                  <a16:creationId xmlns:a16="http://schemas.microsoft.com/office/drawing/2014/main" id="{AC099B72-A15C-4651-B82D-2D68E0B69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28" name="Freeform 149">
              <a:extLst>
                <a:ext uri="{FF2B5EF4-FFF2-40B4-BE49-F238E27FC236}">
                  <a16:creationId xmlns:a16="http://schemas.microsoft.com/office/drawing/2014/main" id="{2553F989-0522-4F62-9995-0719E2B8A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29" name="Line 152">
              <a:extLst>
                <a:ext uri="{FF2B5EF4-FFF2-40B4-BE49-F238E27FC236}">
                  <a16:creationId xmlns:a16="http://schemas.microsoft.com/office/drawing/2014/main" id="{1146DDFA-DE1A-4D7D-A71D-4F94B2471C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30" name="Line 153">
              <a:extLst>
                <a:ext uri="{FF2B5EF4-FFF2-40B4-BE49-F238E27FC236}">
                  <a16:creationId xmlns:a16="http://schemas.microsoft.com/office/drawing/2014/main" id="{7D4833A5-3836-493B-BFFF-173F43554C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31" name="Line 154">
              <a:extLst>
                <a:ext uri="{FF2B5EF4-FFF2-40B4-BE49-F238E27FC236}">
                  <a16:creationId xmlns:a16="http://schemas.microsoft.com/office/drawing/2014/main" id="{240C8414-8B2A-49D4-8A89-54A58F25ED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32" name="Line 155">
              <a:extLst>
                <a:ext uri="{FF2B5EF4-FFF2-40B4-BE49-F238E27FC236}">
                  <a16:creationId xmlns:a16="http://schemas.microsoft.com/office/drawing/2014/main" id="{7394DF83-B270-4F72-B0E6-A5F96A3FB5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33" name="Freeform 156">
              <a:extLst>
                <a:ext uri="{FF2B5EF4-FFF2-40B4-BE49-F238E27FC236}">
                  <a16:creationId xmlns:a16="http://schemas.microsoft.com/office/drawing/2014/main" id="{C5FF88BA-692B-4208-BEF5-8409FCF4E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34" name="Line 157">
              <a:extLst>
                <a:ext uri="{FF2B5EF4-FFF2-40B4-BE49-F238E27FC236}">
                  <a16:creationId xmlns:a16="http://schemas.microsoft.com/office/drawing/2014/main" id="{E5DBF14F-6D30-4414-A702-7BB380CD2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35" name="Freeform 158">
              <a:extLst>
                <a:ext uri="{FF2B5EF4-FFF2-40B4-BE49-F238E27FC236}">
                  <a16:creationId xmlns:a16="http://schemas.microsoft.com/office/drawing/2014/main" id="{C0FBA18E-42D4-4B0A-A4CA-2954E22E0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36" name="Line 159">
              <a:extLst>
                <a:ext uri="{FF2B5EF4-FFF2-40B4-BE49-F238E27FC236}">
                  <a16:creationId xmlns:a16="http://schemas.microsoft.com/office/drawing/2014/main" id="{C98ABC8F-0E49-4579-997B-6ECA2FC617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37" name="Freeform 160">
              <a:extLst>
                <a:ext uri="{FF2B5EF4-FFF2-40B4-BE49-F238E27FC236}">
                  <a16:creationId xmlns:a16="http://schemas.microsoft.com/office/drawing/2014/main" id="{DDE2E6FB-4604-44B2-8EC6-09545C0FB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38" name="Rectangle 161">
              <a:extLst>
                <a:ext uri="{FF2B5EF4-FFF2-40B4-BE49-F238E27FC236}">
                  <a16:creationId xmlns:a16="http://schemas.microsoft.com/office/drawing/2014/main" id="{BD2CB630-3966-44BA-8C05-4775514C8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39" name="Rectangle 162">
              <a:extLst>
                <a:ext uri="{FF2B5EF4-FFF2-40B4-BE49-F238E27FC236}">
                  <a16:creationId xmlns:a16="http://schemas.microsoft.com/office/drawing/2014/main" id="{293EC24A-517D-470A-B1FE-E4F14518F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40" name="Rectangle 163">
              <a:extLst>
                <a:ext uri="{FF2B5EF4-FFF2-40B4-BE49-F238E27FC236}">
                  <a16:creationId xmlns:a16="http://schemas.microsoft.com/office/drawing/2014/main" id="{3267FF3B-A353-441A-A4D6-FBA72F4ED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41" name="Rectangle 164">
              <a:extLst>
                <a:ext uri="{FF2B5EF4-FFF2-40B4-BE49-F238E27FC236}">
                  <a16:creationId xmlns:a16="http://schemas.microsoft.com/office/drawing/2014/main" id="{F7BEE24F-0498-432D-81C6-59C408BBC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42" name="Freeform 165">
              <a:extLst>
                <a:ext uri="{FF2B5EF4-FFF2-40B4-BE49-F238E27FC236}">
                  <a16:creationId xmlns:a16="http://schemas.microsoft.com/office/drawing/2014/main" id="{26B4EC00-1B6A-492E-B897-CFCC5D2B2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43" name="Line 169">
              <a:extLst>
                <a:ext uri="{FF2B5EF4-FFF2-40B4-BE49-F238E27FC236}">
                  <a16:creationId xmlns:a16="http://schemas.microsoft.com/office/drawing/2014/main" id="{A0055C56-FD57-48FD-BD23-1D1050ACB5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44" name="Line 170">
              <a:extLst>
                <a:ext uri="{FF2B5EF4-FFF2-40B4-BE49-F238E27FC236}">
                  <a16:creationId xmlns:a16="http://schemas.microsoft.com/office/drawing/2014/main" id="{EFC9722A-6466-4A81-B12E-45A943B983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45" name="Freeform 171">
              <a:extLst>
                <a:ext uri="{FF2B5EF4-FFF2-40B4-BE49-F238E27FC236}">
                  <a16:creationId xmlns:a16="http://schemas.microsoft.com/office/drawing/2014/main" id="{327570CC-0A00-4BD0-A11D-B1AC16681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46" name="Freeform 172">
              <a:extLst>
                <a:ext uri="{FF2B5EF4-FFF2-40B4-BE49-F238E27FC236}">
                  <a16:creationId xmlns:a16="http://schemas.microsoft.com/office/drawing/2014/main" id="{AEC9D8FB-51A3-467B-BBFC-AD64BAB4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47" name="Freeform 173">
              <a:extLst>
                <a:ext uri="{FF2B5EF4-FFF2-40B4-BE49-F238E27FC236}">
                  <a16:creationId xmlns:a16="http://schemas.microsoft.com/office/drawing/2014/main" id="{7DF217FF-1F7D-43DB-B710-369BD807D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48" name="Freeform 174">
              <a:extLst>
                <a:ext uri="{FF2B5EF4-FFF2-40B4-BE49-F238E27FC236}">
                  <a16:creationId xmlns:a16="http://schemas.microsoft.com/office/drawing/2014/main" id="{5CC4A316-03B5-45D0-840C-086BA8FF9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49" name="Rectangle 175">
              <a:extLst>
                <a:ext uri="{FF2B5EF4-FFF2-40B4-BE49-F238E27FC236}">
                  <a16:creationId xmlns:a16="http://schemas.microsoft.com/office/drawing/2014/main" id="{70A42DFD-583E-44A0-928B-B50B7E7F4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50" name="AutoShape 177">
              <a:extLst>
                <a:ext uri="{FF2B5EF4-FFF2-40B4-BE49-F238E27FC236}">
                  <a16:creationId xmlns:a16="http://schemas.microsoft.com/office/drawing/2014/main" id="{C2BB2C36-E3B9-4EA3-8CDF-1C846516F6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51" name="AutoShape 179">
              <a:extLst>
                <a:ext uri="{FF2B5EF4-FFF2-40B4-BE49-F238E27FC236}">
                  <a16:creationId xmlns:a16="http://schemas.microsoft.com/office/drawing/2014/main" id="{03D60B18-CFEB-4E23-B09C-3B986DED803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52" name="AutoShape 181">
              <a:extLst>
                <a:ext uri="{FF2B5EF4-FFF2-40B4-BE49-F238E27FC236}">
                  <a16:creationId xmlns:a16="http://schemas.microsoft.com/office/drawing/2014/main" id="{9B0A748D-FF20-4641-8060-3EB936F21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53" name="AutoShape 183">
              <a:extLst>
                <a:ext uri="{FF2B5EF4-FFF2-40B4-BE49-F238E27FC236}">
                  <a16:creationId xmlns:a16="http://schemas.microsoft.com/office/drawing/2014/main" id="{3A7C75BF-3D88-4B20-B091-7B023E7E89B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854" name="AutoShape 185">
              <a:extLst>
                <a:ext uri="{FF2B5EF4-FFF2-40B4-BE49-F238E27FC236}">
                  <a16:creationId xmlns:a16="http://schemas.microsoft.com/office/drawing/2014/main" id="{06BBEC67-0578-4A3C-97CB-9E30025A77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16855" name="Group 202">
              <a:extLst>
                <a:ext uri="{FF2B5EF4-FFF2-40B4-BE49-F238E27FC236}">
                  <a16:creationId xmlns:a16="http://schemas.microsoft.com/office/drawing/2014/main" id="{3E30760F-7DEC-4CA5-BD8D-29008129D0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16889" name="Freeform 203">
                <a:extLst>
                  <a:ext uri="{FF2B5EF4-FFF2-40B4-BE49-F238E27FC236}">
                    <a16:creationId xmlns:a16="http://schemas.microsoft.com/office/drawing/2014/main" id="{4D84B1CA-04E2-47FC-913F-98E97DAE4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90" name="Freeform 204">
                <a:extLst>
                  <a:ext uri="{FF2B5EF4-FFF2-40B4-BE49-F238E27FC236}">
                    <a16:creationId xmlns:a16="http://schemas.microsoft.com/office/drawing/2014/main" id="{B6083A14-B4D1-4DC4-8BB7-D192842B0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16891" name="Group 205">
                <a:extLst>
                  <a:ext uri="{FF2B5EF4-FFF2-40B4-BE49-F238E27FC236}">
                    <a16:creationId xmlns:a16="http://schemas.microsoft.com/office/drawing/2014/main" id="{6677164B-C0D5-4494-B8A8-60505A0737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16892" name="Freeform 206">
                  <a:extLst>
                    <a:ext uri="{FF2B5EF4-FFF2-40B4-BE49-F238E27FC236}">
                      <a16:creationId xmlns:a16="http://schemas.microsoft.com/office/drawing/2014/main" id="{737DBDB1-9C5C-4FF1-9AA0-FD5593485A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6893" name="Freeform 207">
                  <a:extLst>
                    <a:ext uri="{FF2B5EF4-FFF2-40B4-BE49-F238E27FC236}">
                      <a16:creationId xmlns:a16="http://schemas.microsoft.com/office/drawing/2014/main" id="{D243FFC2-A75D-4E6C-9673-AD3767E4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6894" name="Freeform 208">
                  <a:extLst>
                    <a:ext uri="{FF2B5EF4-FFF2-40B4-BE49-F238E27FC236}">
                      <a16:creationId xmlns:a16="http://schemas.microsoft.com/office/drawing/2014/main" id="{7CB689A7-504A-4E6F-B0A5-9C2D01CCB7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6895" name="Freeform 209">
                  <a:extLst>
                    <a:ext uri="{FF2B5EF4-FFF2-40B4-BE49-F238E27FC236}">
                      <a16:creationId xmlns:a16="http://schemas.microsoft.com/office/drawing/2014/main" id="{681FB540-8426-4332-8853-4EE1C485F6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6896" name="Freeform 210">
                  <a:extLst>
                    <a:ext uri="{FF2B5EF4-FFF2-40B4-BE49-F238E27FC236}">
                      <a16:creationId xmlns:a16="http://schemas.microsoft.com/office/drawing/2014/main" id="{4ED14DB8-8FEC-4565-9012-356312712A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16856" name="Group 229">
              <a:extLst>
                <a:ext uri="{FF2B5EF4-FFF2-40B4-BE49-F238E27FC236}">
                  <a16:creationId xmlns:a16="http://schemas.microsoft.com/office/drawing/2014/main" id="{E781DD39-8F34-4247-9DE3-06CDF18A50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16881" name="Freeform 230">
                <a:extLst>
                  <a:ext uri="{FF2B5EF4-FFF2-40B4-BE49-F238E27FC236}">
                    <a16:creationId xmlns:a16="http://schemas.microsoft.com/office/drawing/2014/main" id="{BAE97454-22F1-42C8-B489-01182D696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82" name="Freeform 231">
                <a:extLst>
                  <a:ext uri="{FF2B5EF4-FFF2-40B4-BE49-F238E27FC236}">
                    <a16:creationId xmlns:a16="http://schemas.microsoft.com/office/drawing/2014/main" id="{0D2CB157-2620-4593-9C75-F9A11FA12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16883" name="Group 232">
                <a:extLst>
                  <a:ext uri="{FF2B5EF4-FFF2-40B4-BE49-F238E27FC236}">
                    <a16:creationId xmlns:a16="http://schemas.microsoft.com/office/drawing/2014/main" id="{1EFD3B71-4B96-4F3A-A452-42E14D9CEA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16884" name="Freeform 233">
                  <a:extLst>
                    <a:ext uri="{FF2B5EF4-FFF2-40B4-BE49-F238E27FC236}">
                      <a16:creationId xmlns:a16="http://schemas.microsoft.com/office/drawing/2014/main" id="{6EEC9906-420F-4238-9251-27B2D525FE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6885" name="Freeform 234">
                  <a:extLst>
                    <a:ext uri="{FF2B5EF4-FFF2-40B4-BE49-F238E27FC236}">
                      <a16:creationId xmlns:a16="http://schemas.microsoft.com/office/drawing/2014/main" id="{8891F8A7-F996-4F1A-8460-B6FB8799E1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6886" name="Freeform 235">
                  <a:extLst>
                    <a:ext uri="{FF2B5EF4-FFF2-40B4-BE49-F238E27FC236}">
                      <a16:creationId xmlns:a16="http://schemas.microsoft.com/office/drawing/2014/main" id="{ACE86280-F3FD-4F70-9C4D-3081593EBD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6887" name="Freeform 236">
                  <a:extLst>
                    <a:ext uri="{FF2B5EF4-FFF2-40B4-BE49-F238E27FC236}">
                      <a16:creationId xmlns:a16="http://schemas.microsoft.com/office/drawing/2014/main" id="{BDD924F5-9C62-4B1F-B2F1-70CE6AA06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6888" name="Freeform 237">
                  <a:extLst>
                    <a:ext uri="{FF2B5EF4-FFF2-40B4-BE49-F238E27FC236}">
                      <a16:creationId xmlns:a16="http://schemas.microsoft.com/office/drawing/2014/main" id="{0EF5F95C-BC4E-42C8-9C8D-794961C51F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16857" name="Group 244">
              <a:extLst>
                <a:ext uri="{FF2B5EF4-FFF2-40B4-BE49-F238E27FC236}">
                  <a16:creationId xmlns:a16="http://schemas.microsoft.com/office/drawing/2014/main" id="{8A875D72-0813-4C11-BAC5-EAE7116FD317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16876" name="Freeform 245">
                <a:extLst>
                  <a:ext uri="{FF2B5EF4-FFF2-40B4-BE49-F238E27FC236}">
                    <a16:creationId xmlns:a16="http://schemas.microsoft.com/office/drawing/2014/main" id="{02BE6214-9857-49CE-B547-AA4D839D6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77" name="Freeform 246">
                <a:extLst>
                  <a:ext uri="{FF2B5EF4-FFF2-40B4-BE49-F238E27FC236}">
                    <a16:creationId xmlns:a16="http://schemas.microsoft.com/office/drawing/2014/main" id="{69ECB060-2D03-440E-ADF5-73EE4EE13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78" name="Freeform 247">
                <a:extLst>
                  <a:ext uri="{FF2B5EF4-FFF2-40B4-BE49-F238E27FC236}">
                    <a16:creationId xmlns:a16="http://schemas.microsoft.com/office/drawing/2014/main" id="{0D010582-EC8D-4020-8D87-56C249F88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79" name="Freeform 248">
                <a:extLst>
                  <a:ext uri="{FF2B5EF4-FFF2-40B4-BE49-F238E27FC236}">
                    <a16:creationId xmlns:a16="http://schemas.microsoft.com/office/drawing/2014/main" id="{F59F514A-312B-49FC-8A94-A66E177A3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80" name="Freeform 249">
                <a:extLst>
                  <a:ext uri="{FF2B5EF4-FFF2-40B4-BE49-F238E27FC236}">
                    <a16:creationId xmlns:a16="http://schemas.microsoft.com/office/drawing/2014/main" id="{CAD1BDAB-414E-42FF-B2C1-93E68DF69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6858" name="Group 256">
              <a:extLst>
                <a:ext uri="{FF2B5EF4-FFF2-40B4-BE49-F238E27FC236}">
                  <a16:creationId xmlns:a16="http://schemas.microsoft.com/office/drawing/2014/main" id="{5D1B234F-10DC-4D3C-9C5B-0075F0B47E68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16871" name="Freeform 257">
                <a:extLst>
                  <a:ext uri="{FF2B5EF4-FFF2-40B4-BE49-F238E27FC236}">
                    <a16:creationId xmlns:a16="http://schemas.microsoft.com/office/drawing/2014/main" id="{1B668AD0-642B-4F1B-8ED7-99EE656FC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72" name="Freeform 258">
                <a:extLst>
                  <a:ext uri="{FF2B5EF4-FFF2-40B4-BE49-F238E27FC236}">
                    <a16:creationId xmlns:a16="http://schemas.microsoft.com/office/drawing/2014/main" id="{E8B37F70-F5B5-4BA9-B95B-30D7FF474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73" name="Freeform 259">
                <a:extLst>
                  <a:ext uri="{FF2B5EF4-FFF2-40B4-BE49-F238E27FC236}">
                    <a16:creationId xmlns:a16="http://schemas.microsoft.com/office/drawing/2014/main" id="{895ABD01-A318-4FF9-B29F-326F7A95D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74" name="Freeform 260">
                <a:extLst>
                  <a:ext uri="{FF2B5EF4-FFF2-40B4-BE49-F238E27FC236}">
                    <a16:creationId xmlns:a16="http://schemas.microsoft.com/office/drawing/2014/main" id="{DC6E783F-0C06-4A10-9146-C58AE07CA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75" name="Freeform 261">
                <a:extLst>
                  <a:ext uri="{FF2B5EF4-FFF2-40B4-BE49-F238E27FC236}">
                    <a16:creationId xmlns:a16="http://schemas.microsoft.com/office/drawing/2014/main" id="{50881C50-2491-494E-9484-4B17615AF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6859" name="Group 274">
              <a:extLst>
                <a:ext uri="{FF2B5EF4-FFF2-40B4-BE49-F238E27FC236}">
                  <a16:creationId xmlns:a16="http://schemas.microsoft.com/office/drawing/2014/main" id="{41C6F901-0A00-410D-8D51-BE0A99E9922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16866" name="Freeform 275">
                <a:extLst>
                  <a:ext uri="{FF2B5EF4-FFF2-40B4-BE49-F238E27FC236}">
                    <a16:creationId xmlns:a16="http://schemas.microsoft.com/office/drawing/2014/main" id="{874E2D1C-B7AA-4B7A-8D01-B702030AA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67" name="Freeform 276">
                <a:extLst>
                  <a:ext uri="{FF2B5EF4-FFF2-40B4-BE49-F238E27FC236}">
                    <a16:creationId xmlns:a16="http://schemas.microsoft.com/office/drawing/2014/main" id="{54261524-70D5-40EA-8D37-EAA0CCEFE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68" name="Freeform 277">
                <a:extLst>
                  <a:ext uri="{FF2B5EF4-FFF2-40B4-BE49-F238E27FC236}">
                    <a16:creationId xmlns:a16="http://schemas.microsoft.com/office/drawing/2014/main" id="{0D06580B-0E12-4898-BD2E-9F41036F8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69" name="Freeform 278">
                <a:extLst>
                  <a:ext uri="{FF2B5EF4-FFF2-40B4-BE49-F238E27FC236}">
                    <a16:creationId xmlns:a16="http://schemas.microsoft.com/office/drawing/2014/main" id="{3CA52F3E-5199-4846-946A-4950C1B68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70" name="Freeform 279">
                <a:extLst>
                  <a:ext uri="{FF2B5EF4-FFF2-40B4-BE49-F238E27FC236}">
                    <a16:creationId xmlns:a16="http://schemas.microsoft.com/office/drawing/2014/main" id="{BAE6E6D7-8901-493F-B5CF-F86AF1FAB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6860" name="Group 286">
              <a:extLst>
                <a:ext uri="{FF2B5EF4-FFF2-40B4-BE49-F238E27FC236}">
                  <a16:creationId xmlns:a16="http://schemas.microsoft.com/office/drawing/2014/main" id="{B4E08080-18A7-405E-95BD-37E838F259C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16861" name="Freeform 287">
                <a:extLst>
                  <a:ext uri="{FF2B5EF4-FFF2-40B4-BE49-F238E27FC236}">
                    <a16:creationId xmlns:a16="http://schemas.microsoft.com/office/drawing/2014/main" id="{AF77F0AC-A57E-44EE-B7C3-CB0F39932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62" name="Freeform 288">
                <a:extLst>
                  <a:ext uri="{FF2B5EF4-FFF2-40B4-BE49-F238E27FC236}">
                    <a16:creationId xmlns:a16="http://schemas.microsoft.com/office/drawing/2014/main" id="{A0FCCC64-946F-4043-9443-29EF4F394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63" name="Freeform 289">
                <a:extLst>
                  <a:ext uri="{FF2B5EF4-FFF2-40B4-BE49-F238E27FC236}">
                    <a16:creationId xmlns:a16="http://schemas.microsoft.com/office/drawing/2014/main" id="{5104BDC9-F84C-4C02-BE1F-59CB5F568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64" name="Freeform 290">
                <a:extLst>
                  <a:ext uri="{FF2B5EF4-FFF2-40B4-BE49-F238E27FC236}">
                    <a16:creationId xmlns:a16="http://schemas.microsoft.com/office/drawing/2014/main" id="{F3A9942A-D8B2-44BE-8ECB-162750FA6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6865" name="Freeform 291">
                <a:extLst>
                  <a:ext uri="{FF2B5EF4-FFF2-40B4-BE49-F238E27FC236}">
                    <a16:creationId xmlns:a16="http://schemas.microsoft.com/office/drawing/2014/main" id="{2197EB28-1C61-4B15-84E1-8D269AEC5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16738" name="Freeform 160">
            <a:extLst>
              <a:ext uri="{FF2B5EF4-FFF2-40B4-BE49-F238E27FC236}">
                <a16:creationId xmlns:a16="http://schemas.microsoft.com/office/drawing/2014/main" id="{E5D0EB87-B1BA-46B5-B03E-4598AEC6BEB8}"/>
              </a:ext>
            </a:extLst>
          </p:cNvPr>
          <p:cNvSpPr>
            <a:spLocks noChangeAspect="1"/>
          </p:cNvSpPr>
          <p:nvPr/>
        </p:nvSpPr>
        <p:spPr bwMode="auto">
          <a:xfrm>
            <a:off x="6361113" y="1724025"/>
            <a:ext cx="69850" cy="44450"/>
          </a:xfrm>
          <a:custGeom>
            <a:avLst/>
            <a:gdLst>
              <a:gd name="T0" fmla="*/ 0 w 64"/>
              <a:gd name="T1" fmla="*/ 2147483646 h 43"/>
              <a:gd name="T2" fmla="*/ 0 w 64"/>
              <a:gd name="T3" fmla="*/ 2147483646 h 43"/>
              <a:gd name="T4" fmla="*/ 2147483646 w 64"/>
              <a:gd name="T5" fmla="*/ 2147483646 h 43"/>
              <a:gd name="T6" fmla="*/ 2147483646 w 64"/>
              <a:gd name="T7" fmla="*/ 2147483646 h 43"/>
              <a:gd name="T8" fmla="*/ 2147483646 w 64"/>
              <a:gd name="T9" fmla="*/ 2147483646 h 43"/>
              <a:gd name="T10" fmla="*/ 2147483646 w 64"/>
              <a:gd name="T11" fmla="*/ 2147483646 h 43"/>
              <a:gd name="T12" fmla="*/ 2147483646 w 64"/>
              <a:gd name="T13" fmla="*/ 2147483646 h 43"/>
              <a:gd name="T14" fmla="*/ 2147483646 w 64"/>
              <a:gd name="T15" fmla="*/ 2147483646 h 43"/>
              <a:gd name="T16" fmla="*/ 2147483646 w 64"/>
              <a:gd name="T17" fmla="*/ 2147483646 h 43"/>
              <a:gd name="T18" fmla="*/ 2147483646 w 64"/>
              <a:gd name="T19" fmla="*/ 0 h 43"/>
              <a:gd name="T20" fmla="*/ 2147483646 w 64"/>
              <a:gd name="T21" fmla="*/ 0 h 43"/>
              <a:gd name="T22" fmla="*/ 2147483646 w 64"/>
              <a:gd name="T23" fmla="*/ 0 h 43"/>
              <a:gd name="T24" fmla="*/ 2147483646 w 64"/>
              <a:gd name="T25" fmla="*/ 0 h 43"/>
              <a:gd name="T26" fmla="*/ 2147483646 w 64"/>
              <a:gd name="T27" fmla="*/ 2147483646 h 43"/>
              <a:gd name="T28" fmla="*/ 2147483646 w 64"/>
              <a:gd name="T29" fmla="*/ 2147483646 h 43"/>
              <a:gd name="T30" fmla="*/ 2147483646 w 64"/>
              <a:gd name="T31" fmla="*/ 2147483646 h 43"/>
              <a:gd name="T32" fmla="*/ 2147483646 w 64"/>
              <a:gd name="T33" fmla="*/ 2147483646 h 43"/>
              <a:gd name="T34" fmla="*/ 2147483646 w 64"/>
              <a:gd name="T35" fmla="*/ 2147483646 h 43"/>
              <a:gd name="T36" fmla="*/ 2147483646 w 64"/>
              <a:gd name="T37" fmla="*/ 2147483646 h 43"/>
              <a:gd name="T38" fmla="*/ 2147483646 w 64"/>
              <a:gd name="T39" fmla="*/ 2147483646 h 43"/>
              <a:gd name="T40" fmla="*/ 2147483646 w 64"/>
              <a:gd name="T41" fmla="*/ 2147483646 h 43"/>
              <a:gd name="T42" fmla="*/ 2147483646 w 64"/>
              <a:gd name="T43" fmla="*/ 2147483646 h 43"/>
              <a:gd name="T44" fmla="*/ 2147483646 w 64"/>
              <a:gd name="T45" fmla="*/ 2147483646 h 43"/>
              <a:gd name="T46" fmla="*/ 2147483646 w 64"/>
              <a:gd name="T47" fmla="*/ 2147483646 h 43"/>
              <a:gd name="T48" fmla="*/ 2147483646 w 64"/>
              <a:gd name="T49" fmla="*/ 2147483646 h 43"/>
              <a:gd name="T50" fmla="*/ 2147483646 w 64"/>
              <a:gd name="T51" fmla="*/ 2147483646 h 43"/>
              <a:gd name="T52" fmla="*/ 2147483646 w 64"/>
              <a:gd name="T53" fmla="*/ 2147483646 h 43"/>
              <a:gd name="T54" fmla="*/ 2147483646 w 64"/>
              <a:gd name="T55" fmla="*/ 2147483646 h 43"/>
              <a:gd name="T56" fmla="*/ 2147483646 w 64"/>
              <a:gd name="T57" fmla="*/ 2147483646 h 43"/>
              <a:gd name="T58" fmla="*/ 2147483646 w 64"/>
              <a:gd name="T59" fmla="*/ 2147483646 h 43"/>
              <a:gd name="T60" fmla="*/ 2147483646 w 64"/>
              <a:gd name="T61" fmla="*/ 2147483646 h 43"/>
              <a:gd name="T62" fmla="*/ 2147483646 w 64"/>
              <a:gd name="T63" fmla="*/ 2147483646 h 43"/>
              <a:gd name="T64" fmla="*/ 2147483646 w 64"/>
              <a:gd name="T65" fmla="*/ 2147483646 h 43"/>
              <a:gd name="T66" fmla="*/ 2147483646 w 64"/>
              <a:gd name="T67" fmla="*/ 2147483646 h 43"/>
              <a:gd name="T68" fmla="*/ 2147483646 w 64"/>
              <a:gd name="T69" fmla="*/ 2147483646 h 43"/>
              <a:gd name="T70" fmla="*/ 2147483646 w 64"/>
              <a:gd name="T71" fmla="*/ 2147483646 h 43"/>
              <a:gd name="T72" fmla="*/ 2147483646 w 64"/>
              <a:gd name="T73" fmla="*/ 2147483646 h 43"/>
              <a:gd name="T74" fmla="*/ 2147483646 w 64"/>
              <a:gd name="T75" fmla="*/ 2147483646 h 43"/>
              <a:gd name="T76" fmla="*/ 2147483646 w 64"/>
              <a:gd name="T77" fmla="*/ 2147483646 h 43"/>
              <a:gd name="T78" fmla="*/ 2147483646 w 64"/>
              <a:gd name="T79" fmla="*/ 2147483646 h 43"/>
              <a:gd name="T80" fmla="*/ 2147483646 w 64"/>
              <a:gd name="T81" fmla="*/ 2147483646 h 43"/>
              <a:gd name="T82" fmla="*/ 2147483646 w 64"/>
              <a:gd name="T83" fmla="*/ 2147483646 h 43"/>
              <a:gd name="T84" fmla="*/ 2147483646 w 64"/>
              <a:gd name="T85" fmla="*/ 2147483646 h 43"/>
              <a:gd name="T86" fmla="*/ 2147483646 w 64"/>
              <a:gd name="T87" fmla="*/ 2147483646 h 43"/>
              <a:gd name="T88" fmla="*/ 2147483646 w 64"/>
              <a:gd name="T89" fmla="*/ 2147483646 h 43"/>
              <a:gd name="T90" fmla="*/ 2147483646 w 64"/>
              <a:gd name="T91" fmla="*/ 2147483646 h 43"/>
              <a:gd name="T92" fmla="*/ 2147483646 w 64"/>
              <a:gd name="T93" fmla="*/ 2147483646 h 43"/>
              <a:gd name="T94" fmla="*/ 2147483646 w 64"/>
              <a:gd name="T95" fmla="*/ 2147483646 h 43"/>
              <a:gd name="T96" fmla="*/ 2147483646 w 64"/>
              <a:gd name="T97" fmla="*/ 2147483646 h 43"/>
              <a:gd name="T98" fmla="*/ 2147483646 w 64"/>
              <a:gd name="T99" fmla="*/ 2147483646 h 43"/>
              <a:gd name="T100" fmla="*/ 2147483646 w 64"/>
              <a:gd name="T101" fmla="*/ 2147483646 h 43"/>
              <a:gd name="T102" fmla="*/ 2147483646 w 64"/>
              <a:gd name="T103" fmla="*/ 2147483646 h 43"/>
              <a:gd name="T104" fmla="*/ 2147483646 w 64"/>
              <a:gd name="T105" fmla="*/ 2147483646 h 43"/>
              <a:gd name="T106" fmla="*/ 2147483646 w 64"/>
              <a:gd name="T107" fmla="*/ 2147483646 h 43"/>
              <a:gd name="T108" fmla="*/ 0 w 64"/>
              <a:gd name="T109" fmla="*/ 2147483646 h 43"/>
              <a:gd name="T110" fmla="*/ 0 w 64"/>
              <a:gd name="T111" fmla="*/ 2147483646 h 4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64"/>
              <a:gd name="T169" fmla="*/ 0 h 43"/>
              <a:gd name="T170" fmla="*/ 64 w 64"/>
              <a:gd name="T171" fmla="*/ 43 h 4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64" h="43">
                <a:moveTo>
                  <a:pt x="0" y="17"/>
                </a:move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4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4" y="1"/>
                </a:lnTo>
                <a:lnTo>
                  <a:pt x="46" y="1"/>
                </a:lnTo>
                <a:lnTo>
                  <a:pt x="47" y="1"/>
                </a:lnTo>
                <a:lnTo>
                  <a:pt x="48" y="2"/>
                </a:lnTo>
                <a:lnTo>
                  <a:pt x="49" y="2"/>
                </a:lnTo>
                <a:lnTo>
                  <a:pt x="50" y="3"/>
                </a:lnTo>
                <a:lnTo>
                  <a:pt x="51" y="3"/>
                </a:lnTo>
                <a:lnTo>
                  <a:pt x="52" y="4"/>
                </a:lnTo>
                <a:lnTo>
                  <a:pt x="53" y="5"/>
                </a:lnTo>
                <a:lnTo>
                  <a:pt x="54" y="5"/>
                </a:lnTo>
                <a:lnTo>
                  <a:pt x="55" y="6"/>
                </a:lnTo>
                <a:lnTo>
                  <a:pt x="56" y="8"/>
                </a:lnTo>
                <a:lnTo>
                  <a:pt x="57" y="9"/>
                </a:lnTo>
                <a:lnTo>
                  <a:pt x="57" y="10"/>
                </a:lnTo>
                <a:lnTo>
                  <a:pt x="58" y="11"/>
                </a:lnTo>
                <a:lnTo>
                  <a:pt x="59" y="12"/>
                </a:lnTo>
                <a:lnTo>
                  <a:pt x="60" y="14"/>
                </a:lnTo>
                <a:lnTo>
                  <a:pt x="60" y="15"/>
                </a:lnTo>
                <a:lnTo>
                  <a:pt x="62" y="16"/>
                </a:lnTo>
                <a:lnTo>
                  <a:pt x="62" y="17"/>
                </a:lnTo>
                <a:lnTo>
                  <a:pt x="63" y="18"/>
                </a:lnTo>
                <a:lnTo>
                  <a:pt x="63" y="19"/>
                </a:lnTo>
                <a:lnTo>
                  <a:pt x="63" y="20"/>
                </a:lnTo>
                <a:lnTo>
                  <a:pt x="64" y="21"/>
                </a:lnTo>
                <a:lnTo>
                  <a:pt x="64" y="24"/>
                </a:lnTo>
                <a:lnTo>
                  <a:pt x="64" y="25"/>
                </a:lnTo>
                <a:lnTo>
                  <a:pt x="64" y="26"/>
                </a:lnTo>
                <a:lnTo>
                  <a:pt x="64" y="17"/>
                </a:lnTo>
                <a:lnTo>
                  <a:pt x="64" y="18"/>
                </a:lnTo>
                <a:lnTo>
                  <a:pt x="64" y="19"/>
                </a:lnTo>
                <a:lnTo>
                  <a:pt x="64" y="20"/>
                </a:lnTo>
                <a:lnTo>
                  <a:pt x="63" y="22"/>
                </a:lnTo>
                <a:lnTo>
                  <a:pt x="63" y="24"/>
                </a:lnTo>
                <a:lnTo>
                  <a:pt x="63" y="25"/>
                </a:lnTo>
                <a:lnTo>
                  <a:pt x="62" y="26"/>
                </a:lnTo>
                <a:lnTo>
                  <a:pt x="62" y="27"/>
                </a:lnTo>
                <a:lnTo>
                  <a:pt x="60" y="28"/>
                </a:lnTo>
                <a:lnTo>
                  <a:pt x="60" y="29"/>
                </a:lnTo>
                <a:lnTo>
                  <a:pt x="59" y="30"/>
                </a:lnTo>
                <a:lnTo>
                  <a:pt x="59" y="31"/>
                </a:lnTo>
                <a:lnTo>
                  <a:pt x="58" y="32"/>
                </a:lnTo>
                <a:lnTo>
                  <a:pt x="57" y="33"/>
                </a:lnTo>
                <a:lnTo>
                  <a:pt x="57" y="34"/>
                </a:lnTo>
                <a:lnTo>
                  <a:pt x="56" y="35"/>
                </a:lnTo>
                <a:lnTo>
                  <a:pt x="55" y="36"/>
                </a:lnTo>
                <a:lnTo>
                  <a:pt x="54" y="36"/>
                </a:lnTo>
                <a:lnTo>
                  <a:pt x="53" y="37"/>
                </a:lnTo>
                <a:lnTo>
                  <a:pt x="52" y="38"/>
                </a:lnTo>
                <a:lnTo>
                  <a:pt x="51" y="38"/>
                </a:lnTo>
                <a:lnTo>
                  <a:pt x="50" y="39"/>
                </a:lnTo>
                <a:lnTo>
                  <a:pt x="49" y="39"/>
                </a:lnTo>
                <a:lnTo>
                  <a:pt x="48" y="41"/>
                </a:lnTo>
                <a:lnTo>
                  <a:pt x="47" y="41"/>
                </a:lnTo>
                <a:lnTo>
                  <a:pt x="46" y="42"/>
                </a:lnTo>
                <a:lnTo>
                  <a:pt x="44" y="42"/>
                </a:lnTo>
                <a:lnTo>
                  <a:pt x="43" y="42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8" y="43"/>
                </a:lnTo>
                <a:lnTo>
                  <a:pt x="25" y="43"/>
                </a:lnTo>
                <a:lnTo>
                  <a:pt x="24" y="43"/>
                </a:lnTo>
                <a:lnTo>
                  <a:pt x="23" y="43"/>
                </a:lnTo>
                <a:lnTo>
                  <a:pt x="21" y="43"/>
                </a:lnTo>
                <a:lnTo>
                  <a:pt x="20" y="42"/>
                </a:lnTo>
                <a:lnTo>
                  <a:pt x="19" y="42"/>
                </a:lnTo>
                <a:lnTo>
                  <a:pt x="18" y="42"/>
                </a:lnTo>
                <a:lnTo>
                  <a:pt x="17" y="41"/>
                </a:lnTo>
                <a:lnTo>
                  <a:pt x="16" y="41"/>
                </a:lnTo>
                <a:lnTo>
                  <a:pt x="15" y="39"/>
                </a:lnTo>
                <a:lnTo>
                  <a:pt x="14" y="39"/>
                </a:lnTo>
                <a:lnTo>
                  <a:pt x="13" y="38"/>
                </a:lnTo>
                <a:lnTo>
                  <a:pt x="11" y="38"/>
                </a:lnTo>
                <a:lnTo>
                  <a:pt x="10" y="37"/>
                </a:lnTo>
                <a:lnTo>
                  <a:pt x="9" y="36"/>
                </a:lnTo>
                <a:lnTo>
                  <a:pt x="8" y="36"/>
                </a:lnTo>
                <a:lnTo>
                  <a:pt x="7" y="35"/>
                </a:lnTo>
                <a:lnTo>
                  <a:pt x="6" y="34"/>
                </a:lnTo>
                <a:lnTo>
                  <a:pt x="5" y="33"/>
                </a:lnTo>
                <a:lnTo>
                  <a:pt x="5" y="32"/>
                </a:lnTo>
                <a:lnTo>
                  <a:pt x="4" y="31"/>
                </a:lnTo>
                <a:lnTo>
                  <a:pt x="3" y="30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0" y="22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6739" name="TextBox 125">
            <a:extLst>
              <a:ext uri="{FF2B5EF4-FFF2-40B4-BE49-F238E27FC236}">
                <a16:creationId xmlns:a16="http://schemas.microsoft.com/office/drawing/2014/main" id="{757FEAAA-24AD-4F90-80A1-34FCA527F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3.15 from the textbook ]</a:t>
            </a:r>
          </a:p>
        </p:txBody>
      </p:sp>
      <p:sp>
        <p:nvSpPr>
          <p:cNvPr id="116740" name="Rectangle 2">
            <a:extLst>
              <a:ext uri="{FF2B5EF4-FFF2-40B4-BE49-F238E27FC236}">
                <a16:creationId xmlns:a16="http://schemas.microsoft.com/office/drawing/2014/main" id="{1EC449A6-4683-4497-8526-7BB6638C83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Now we can Build a </a:t>
            </a: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Carry-Lookahead</a:t>
            </a: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 Adder</a:t>
            </a:r>
          </a:p>
        </p:txBody>
      </p:sp>
      <p:sp>
        <p:nvSpPr>
          <p:cNvPr id="164" name="TextBox 14">
            <a:extLst>
              <a:ext uri="{FF2B5EF4-FFF2-40B4-BE49-F238E27FC236}">
                <a16:creationId xmlns:a16="http://schemas.microsoft.com/office/drawing/2014/main" id="{6AC8CB48-26DE-44B0-BC32-C1802D2F9C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077" y="5859945"/>
            <a:ext cx="3054336" cy="4117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20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</a:t>
            </a:r>
            <a:r>
              <a:rPr kumimoji="0" lang="en-US" altLang="en-US" sz="20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g</a:t>
            </a:r>
            <a:r>
              <a:rPr kumimoji="0" lang="en-US" altLang="en-US" sz="20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0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20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20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0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20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20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20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0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20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0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761" name="Group 1">
            <a:extLst>
              <a:ext uri="{FF2B5EF4-FFF2-40B4-BE49-F238E27FC236}">
                <a16:creationId xmlns:a16="http://schemas.microsoft.com/office/drawing/2014/main" id="{DC49678E-E1B8-4D90-849F-F044551A6033}"/>
              </a:ext>
            </a:extLst>
          </p:cNvPr>
          <p:cNvGrpSpPr>
            <a:grpSpLocks/>
          </p:cNvGrpSpPr>
          <p:nvPr/>
        </p:nvGrpSpPr>
        <p:grpSpPr bwMode="auto">
          <a:xfrm>
            <a:off x="1490663" y="769938"/>
            <a:ext cx="6423025" cy="5783262"/>
            <a:chOff x="1490663" y="334963"/>
            <a:chExt cx="6423025" cy="5783262"/>
          </a:xfrm>
        </p:grpSpPr>
        <p:sp>
          <p:nvSpPr>
            <p:cNvPr id="117768" name="Rectangle 4">
              <a:extLst>
                <a:ext uri="{FF2B5EF4-FFF2-40B4-BE49-F238E27FC236}">
                  <a16:creationId xmlns:a16="http://schemas.microsoft.com/office/drawing/2014/main" id="{BC1AB22E-E9BE-40A6-B2AB-B7AF4A5A5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69" name="Line 6">
              <a:extLst>
                <a:ext uri="{FF2B5EF4-FFF2-40B4-BE49-F238E27FC236}">
                  <a16:creationId xmlns:a16="http://schemas.microsoft.com/office/drawing/2014/main" id="{DC40692E-99AD-47A2-BC31-503F5D2EE2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70" name="Line 8">
              <a:extLst>
                <a:ext uri="{FF2B5EF4-FFF2-40B4-BE49-F238E27FC236}">
                  <a16:creationId xmlns:a16="http://schemas.microsoft.com/office/drawing/2014/main" id="{58F9519E-6EEF-434D-9914-D2455B41D8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71" name="Freeform 9">
              <a:extLst>
                <a:ext uri="{FF2B5EF4-FFF2-40B4-BE49-F238E27FC236}">
                  <a16:creationId xmlns:a16="http://schemas.microsoft.com/office/drawing/2014/main" id="{9717281C-0139-44B4-A9B3-D46419A70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72" name="Freeform 10">
              <a:extLst>
                <a:ext uri="{FF2B5EF4-FFF2-40B4-BE49-F238E27FC236}">
                  <a16:creationId xmlns:a16="http://schemas.microsoft.com/office/drawing/2014/main" id="{8943D545-2DAC-4D92-855D-41DE95AAD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73" name="Line 12">
              <a:extLst>
                <a:ext uri="{FF2B5EF4-FFF2-40B4-BE49-F238E27FC236}">
                  <a16:creationId xmlns:a16="http://schemas.microsoft.com/office/drawing/2014/main" id="{ECFD2FDE-BB12-46CE-A57B-36E3A89DB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74" name="Line 13">
              <a:extLst>
                <a:ext uri="{FF2B5EF4-FFF2-40B4-BE49-F238E27FC236}">
                  <a16:creationId xmlns:a16="http://schemas.microsoft.com/office/drawing/2014/main" id="{1A326228-008F-434E-A808-70E200CE08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75" name="Line 14">
              <a:extLst>
                <a:ext uri="{FF2B5EF4-FFF2-40B4-BE49-F238E27FC236}">
                  <a16:creationId xmlns:a16="http://schemas.microsoft.com/office/drawing/2014/main" id="{E373EBDA-9E5E-4CF2-AA78-E9EE0F4C94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76" name="Rectangle 19">
              <a:extLst>
                <a:ext uri="{FF2B5EF4-FFF2-40B4-BE49-F238E27FC236}">
                  <a16:creationId xmlns:a16="http://schemas.microsoft.com/office/drawing/2014/main" id="{3AAEFD66-2B20-4C4D-975A-9164E1C66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77" name="Rectangle 20">
              <a:extLst>
                <a:ext uri="{FF2B5EF4-FFF2-40B4-BE49-F238E27FC236}">
                  <a16:creationId xmlns:a16="http://schemas.microsoft.com/office/drawing/2014/main" id="{F3BE3806-1AC6-4BDD-A224-E773BF7A6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78" name="Rectangle 21">
              <a:extLst>
                <a:ext uri="{FF2B5EF4-FFF2-40B4-BE49-F238E27FC236}">
                  <a16:creationId xmlns:a16="http://schemas.microsoft.com/office/drawing/2014/main" id="{42D96201-60B1-4EE3-AAB2-891038A12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79" name="Rectangle 22">
              <a:extLst>
                <a:ext uri="{FF2B5EF4-FFF2-40B4-BE49-F238E27FC236}">
                  <a16:creationId xmlns:a16="http://schemas.microsoft.com/office/drawing/2014/main" id="{C2978750-65B3-4AEE-8464-DA95CC13E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80" name="Rectangle 23">
              <a:extLst>
                <a:ext uri="{FF2B5EF4-FFF2-40B4-BE49-F238E27FC236}">
                  <a16:creationId xmlns:a16="http://schemas.microsoft.com/office/drawing/2014/main" id="{2B561576-8250-4107-8ED1-E6BA1B3B9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81" name="Rectangle 24">
              <a:extLst>
                <a:ext uri="{FF2B5EF4-FFF2-40B4-BE49-F238E27FC236}">
                  <a16:creationId xmlns:a16="http://schemas.microsoft.com/office/drawing/2014/main" id="{8D73769A-E372-4A7A-887E-2190E2F1E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82" name="Rectangle 25">
              <a:extLst>
                <a:ext uri="{FF2B5EF4-FFF2-40B4-BE49-F238E27FC236}">
                  <a16:creationId xmlns:a16="http://schemas.microsoft.com/office/drawing/2014/main" id="{4409E013-7FFD-481A-BDDB-457EF5D19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83" name="Rectangle 26">
              <a:extLst>
                <a:ext uri="{FF2B5EF4-FFF2-40B4-BE49-F238E27FC236}">
                  <a16:creationId xmlns:a16="http://schemas.microsoft.com/office/drawing/2014/main" id="{CB6ADED2-6F68-407C-AF8B-E7BED42D1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84" name="Rectangle 27">
              <a:extLst>
                <a:ext uri="{FF2B5EF4-FFF2-40B4-BE49-F238E27FC236}">
                  <a16:creationId xmlns:a16="http://schemas.microsoft.com/office/drawing/2014/main" id="{5AF1FC5A-B94D-4948-97D4-376885802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85" name="Line 28">
              <a:extLst>
                <a:ext uri="{FF2B5EF4-FFF2-40B4-BE49-F238E27FC236}">
                  <a16:creationId xmlns:a16="http://schemas.microsoft.com/office/drawing/2014/main" id="{1216ADDD-5D40-45B9-BFF5-434B5074C8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86" name="Rectangle 29">
              <a:extLst>
                <a:ext uri="{FF2B5EF4-FFF2-40B4-BE49-F238E27FC236}">
                  <a16:creationId xmlns:a16="http://schemas.microsoft.com/office/drawing/2014/main" id="{0A738EC0-3A41-424D-94AE-48E116523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87" name="Rectangle 30">
              <a:extLst>
                <a:ext uri="{FF2B5EF4-FFF2-40B4-BE49-F238E27FC236}">
                  <a16:creationId xmlns:a16="http://schemas.microsoft.com/office/drawing/2014/main" id="{D60D2872-26A4-4DE7-8E5B-72B4F5D37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88" name="Rectangle 31">
              <a:extLst>
                <a:ext uri="{FF2B5EF4-FFF2-40B4-BE49-F238E27FC236}">
                  <a16:creationId xmlns:a16="http://schemas.microsoft.com/office/drawing/2014/main" id="{3C457C1C-C51D-4C2A-A761-CAB81239B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89" name="Rectangle 32">
              <a:extLst>
                <a:ext uri="{FF2B5EF4-FFF2-40B4-BE49-F238E27FC236}">
                  <a16:creationId xmlns:a16="http://schemas.microsoft.com/office/drawing/2014/main" id="{2B056EC3-EF77-4D57-A0C6-84E56C101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90" name="Rectangle 33">
              <a:extLst>
                <a:ext uri="{FF2B5EF4-FFF2-40B4-BE49-F238E27FC236}">
                  <a16:creationId xmlns:a16="http://schemas.microsoft.com/office/drawing/2014/main" id="{8FC34515-5265-4778-846A-A66A81353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91" name="Rectangle 34">
              <a:extLst>
                <a:ext uri="{FF2B5EF4-FFF2-40B4-BE49-F238E27FC236}">
                  <a16:creationId xmlns:a16="http://schemas.microsoft.com/office/drawing/2014/main" id="{AF968C66-97CB-487C-8A8A-D031094D4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92" name="Rectangle 35">
              <a:extLst>
                <a:ext uri="{FF2B5EF4-FFF2-40B4-BE49-F238E27FC236}">
                  <a16:creationId xmlns:a16="http://schemas.microsoft.com/office/drawing/2014/main" id="{34519C09-7209-426B-AF03-34AFC4557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93" name="Rectangle 36">
              <a:extLst>
                <a:ext uri="{FF2B5EF4-FFF2-40B4-BE49-F238E27FC236}">
                  <a16:creationId xmlns:a16="http://schemas.microsoft.com/office/drawing/2014/main" id="{B3116FF0-F226-4364-9763-3BF2FD8B1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94" name="Line 37">
              <a:extLst>
                <a:ext uri="{FF2B5EF4-FFF2-40B4-BE49-F238E27FC236}">
                  <a16:creationId xmlns:a16="http://schemas.microsoft.com/office/drawing/2014/main" id="{3BC25E99-A53F-4985-85D4-B9F5023691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95" name="Line 39">
              <a:extLst>
                <a:ext uri="{FF2B5EF4-FFF2-40B4-BE49-F238E27FC236}">
                  <a16:creationId xmlns:a16="http://schemas.microsoft.com/office/drawing/2014/main" id="{87AE9F51-DDFE-4B40-8AE8-F939C5E489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96" name="Line 40">
              <a:extLst>
                <a:ext uri="{FF2B5EF4-FFF2-40B4-BE49-F238E27FC236}">
                  <a16:creationId xmlns:a16="http://schemas.microsoft.com/office/drawing/2014/main" id="{EDF3A464-A501-4459-B373-73178E925F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97" name="Line 41">
              <a:extLst>
                <a:ext uri="{FF2B5EF4-FFF2-40B4-BE49-F238E27FC236}">
                  <a16:creationId xmlns:a16="http://schemas.microsoft.com/office/drawing/2014/main" id="{B1FB3F4E-56D4-42EB-B2ED-3844BAD473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98" name="Line 48">
              <a:extLst>
                <a:ext uri="{FF2B5EF4-FFF2-40B4-BE49-F238E27FC236}">
                  <a16:creationId xmlns:a16="http://schemas.microsoft.com/office/drawing/2014/main" id="{DCDD7790-B032-4856-AD57-3FD362D6DB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799" name="Line 50">
              <a:extLst>
                <a:ext uri="{FF2B5EF4-FFF2-40B4-BE49-F238E27FC236}">
                  <a16:creationId xmlns:a16="http://schemas.microsoft.com/office/drawing/2014/main" id="{B52F7A50-601D-45EC-924C-22D530A41C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00" name="Line 51">
              <a:extLst>
                <a:ext uri="{FF2B5EF4-FFF2-40B4-BE49-F238E27FC236}">
                  <a16:creationId xmlns:a16="http://schemas.microsoft.com/office/drawing/2014/main" id="{AA0E70AE-F06C-45DC-8309-79794E3E54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01" name="Line 52">
              <a:extLst>
                <a:ext uri="{FF2B5EF4-FFF2-40B4-BE49-F238E27FC236}">
                  <a16:creationId xmlns:a16="http://schemas.microsoft.com/office/drawing/2014/main" id="{4AD032ED-36F7-41C4-BAAC-2EDE1AC7B5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02" name="Line 61">
              <a:extLst>
                <a:ext uri="{FF2B5EF4-FFF2-40B4-BE49-F238E27FC236}">
                  <a16:creationId xmlns:a16="http://schemas.microsoft.com/office/drawing/2014/main" id="{5A6908EE-B607-4E1C-B92B-4DDC3EC236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03" name="Line 62">
              <a:extLst>
                <a:ext uri="{FF2B5EF4-FFF2-40B4-BE49-F238E27FC236}">
                  <a16:creationId xmlns:a16="http://schemas.microsoft.com/office/drawing/2014/main" id="{2E4D41FE-FA10-42AD-93D4-8348B1D220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04" name="Line 63">
              <a:extLst>
                <a:ext uri="{FF2B5EF4-FFF2-40B4-BE49-F238E27FC236}">
                  <a16:creationId xmlns:a16="http://schemas.microsoft.com/office/drawing/2014/main" id="{4584B700-39F7-4BE3-B61A-8A8BE4ACB0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05" name="Line 68">
              <a:extLst>
                <a:ext uri="{FF2B5EF4-FFF2-40B4-BE49-F238E27FC236}">
                  <a16:creationId xmlns:a16="http://schemas.microsoft.com/office/drawing/2014/main" id="{49386A44-50D0-4A2D-A352-9E34FBB69D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06" name="Line 69">
              <a:extLst>
                <a:ext uri="{FF2B5EF4-FFF2-40B4-BE49-F238E27FC236}">
                  <a16:creationId xmlns:a16="http://schemas.microsoft.com/office/drawing/2014/main" id="{8C22B275-C1FF-4324-9D9F-2332DC256D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07" name="Line 73">
              <a:extLst>
                <a:ext uri="{FF2B5EF4-FFF2-40B4-BE49-F238E27FC236}">
                  <a16:creationId xmlns:a16="http://schemas.microsoft.com/office/drawing/2014/main" id="{627754BF-161D-4B49-A35C-09CDC1E323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08" name="Line 74">
              <a:extLst>
                <a:ext uri="{FF2B5EF4-FFF2-40B4-BE49-F238E27FC236}">
                  <a16:creationId xmlns:a16="http://schemas.microsoft.com/office/drawing/2014/main" id="{354964EE-35B4-4EB9-8D09-63E09346E3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09" name="Line 76">
              <a:extLst>
                <a:ext uri="{FF2B5EF4-FFF2-40B4-BE49-F238E27FC236}">
                  <a16:creationId xmlns:a16="http://schemas.microsoft.com/office/drawing/2014/main" id="{01ED3463-955A-41A7-AA8C-54F4F87789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10" name="Freeform 77">
              <a:extLst>
                <a:ext uri="{FF2B5EF4-FFF2-40B4-BE49-F238E27FC236}">
                  <a16:creationId xmlns:a16="http://schemas.microsoft.com/office/drawing/2014/main" id="{6508392E-1ECD-4F60-B26D-326CEBC52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11" name="Freeform 78">
              <a:extLst>
                <a:ext uri="{FF2B5EF4-FFF2-40B4-BE49-F238E27FC236}">
                  <a16:creationId xmlns:a16="http://schemas.microsoft.com/office/drawing/2014/main" id="{0BFDB4B0-7879-4C2E-84B0-819D8C578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12" name="Freeform 79">
              <a:extLst>
                <a:ext uri="{FF2B5EF4-FFF2-40B4-BE49-F238E27FC236}">
                  <a16:creationId xmlns:a16="http://schemas.microsoft.com/office/drawing/2014/main" id="{6641FD85-F843-4758-9E2D-D1A23FE27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13" name="Line 80">
              <a:extLst>
                <a:ext uri="{FF2B5EF4-FFF2-40B4-BE49-F238E27FC236}">
                  <a16:creationId xmlns:a16="http://schemas.microsoft.com/office/drawing/2014/main" id="{61E4C88C-CEB0-44A7-9E22-46D8D97285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14" name="Line 81">
              <a:extLst>
                <a:ext uri="{FF2B5EF4-FFF2-40B4-BE49-F238E27FC236}">
                  <a16:creationId xmlns:a16="http://schemas.microsoft.com/office/drawing/2014/main" id="{6BA358B9-EDB7-4950-8DF8-94233A61B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15" name="Line 82">
              <a:extLst>
                <a:ext uri="{FF2B5EF4-FFF2-40B4-BE49-F238E27FC236}">
                  <a16:creationId xmlns:a16="http://schemas.microsoft.com/office/drawing/2014/main" id="{4DBD4F7E-D114-4224-945C-620874F5F4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16" name="Line 83">
              <a:extLst>
                <a:ext uri="{FF2B5EF4-FFF2-40B4-BE49-F238E27FC236}">
                  <a16:creationId xmlns:a16="http://schemas.microsoft.com/office/drawing/2014/main" id="{72E06D92-D519-4E59-847B-501D65A9D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17" name="Freeform 84">
              <a:extLst>
                <a:ext uri="{FF2B5EF4-FFF2-40B4-BE49-F238E27FC236}">
                  <a16:creationId xmlns:a16="http://schemas.microsoft.com/office/drawing/2014/main" id="{0606AA71-9300-4049-B3BB-3B89060B7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18" name="Freeform 85">
              <a:extLst>
                <a:ext uri="{FF2B5EF4-FFF2-40B4-BE49-F238E27FC236}">
                  <a16:creationId xmlns:a16="http://schemas.microsoft.com/office/drawing/2014/main" id="{4BAD344C-DC7D-4E11-9832-CE19BBA49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19" name="Freeform 86">
              <a:extLst>
                <a:ext uri="{FF2B5EF4-FFF2-40B4-BE49-F238E27FC236}">
                  <a16:creationId xmlns:a16="http://schemas.microsoft.com/office/drawing/2014/main" id="{912DFE23-4308-4D1D-8DB6-F8DBBBD60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20" name="Freeform 87">
              <a:extLst>
                <a:ext uri="{FF2B5EF4-FFF2-40B4-BE49-F238E27FC236}">
                  <a16:creationId xmlns:a16="http://schemas.microsoft.com/office/drawing/2014/main" id="{D0639034-A359-4A09-9DFA-373F15874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21" name="Line 89">
              <a:extLst>
                <a:ext uri="{FF2B5EF4-FFF2-40B4-BE49-F238E27FC236}">
                  <a16:creationId xmlns:a16="http://schemas.microsoft.com/office/drawing/2014/main" id="{6EF2A0C7-AB79-4391-8FAE-900B84DBD7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22" name="Freeform 90">
              <a:extLst>
                <a:ext uri="{FF2B5EF4-FFF2-40B4-BE49-F238E27FC236}">
                  <a16:creationId xmlns:a16="http://schemas.microsoft.com/office/drawing/2014/main" id="{6FAF9C52-3F09-4A51-A27E-D68D081C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23" name="Freeform 91">
              <a:extLst>
                <a:ext uri="{FF2B5EF4-FFF2-40B4-BE49-F238E27FC236}">
                  <a16:creationId xmlns:a16="http://schemas.microsoft.com/office/drawing/2014/main" id="{C9753986-6ECC-40FB-88AD-55BAB0EC5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24" name="Rectangle 92">
              <a:extLst>
                <a:ext uri="{FF2B5EF4-FFF2-40B4-BE49-F238E27FC236}">
                  <a16:creationId xmlns:a16="http://schemas.microsoft.com/office/drawing/2014/main" id="{7A11E5FD-73DF-47A7-9646-B60EF559C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25" name="Line 93">
              <a:extLst>
                <a:ext uri="{FF2B5EF4-FFF2-40B4-BE49-F238E27FC236}">
                  <a16:creationId xmlns:a16="http://schemas.microsoft.com/office/drawing/2014/main" id="{53F11E4A-D29A-4048-A746-1AD3807C0C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26" name="Freeform 94">
              <a:extLst>
                <a:ext uri="{FF2B5EF4-FFF2-40B4-BE49-F238E27FC236}">
                  <a16:creationId xmlns:a16="http://schemas.microsoft.com/office/drawing/2014/main" id="{E50795A4-5E92-48C6-926A-05E2A5065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27" name="Freeform 95">
              <a:extLst>
                <a:ext uri="{FF2B5EF4-FFF2-40B4-BE49-F238E27FC236}">
                  <a16:creationId xmlns:a16="http://schemas.microsoft.com/office/drawing/2014/main" id="{659B1731-4BCE-4F03-95AA-5AA11C91C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28" name="Line 96">
              <a:extLst>
                <a:ext uri="{FF2B5EF4-FFF2-40B4-BE49-F238E27FC236}">
                  <a16:creationId xmlns:a16="http://schemas.microsoft.com/office/drawing/2014/main" id="{A277802E-031C-42FE-B799-DB0D47FC54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29" name="Line 97">
              <a:extLst>
                <a:ext uri="{FF2B5EF4-FFF2-40B4-BE49-F238E27FC236}">
                  <a16:creationId xmlns:a16="http://schemas.microsoft.com/office/drawing/2014/main" id="{F5C4D594-CE63-49ED-9ECE-C852BC7CD1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30" name="Line 98">
              <a:extLst>
                <a:ext uri="{FF2B5EF4-FFF2-40B4-BE49-F238E27FC236}">
                  <a16:creationId xmlns:a16="http://schemas.microsoft.com/office/drawing/2014/main" id="{AAA37631-FA58-4A23-83C5-678B9CCD88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31" name="Rectangle 99">
              <a:extLst>
                <a:ext uri="{FF2B5EF4-FFF2-40B4-BE49-F238E27FC236}">
                  <a16:creationId xmlns:a16="http://schemas.microsoft.com/office/drawing/2014/main" id="{334BB59C-21B5-4D28-8451-E56421896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32" name="Rectangle 100">
              <a:extLst>
                <a:ext uri="{FF2B5EF4-FFF2-40B4-BE49-F238E27FC236}">
                  <a16:creationId xmlns:a16="http://schemas.microsoft.com/office/drawing/2014/main" id="{E8F95949-1FCC-468D-AA7F-E37BFBA35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33" name="Rectangle 101">
              <a:extLst>
                <a:ext uri="{FF2B5EF4-FFF2-40B4-BE49-F238E27FC236}">
                  <a16:creationId xmlns:a16="http://schemas.microsoft.com/office/drawing/2014/main" id="{E31F5A09-185D-414C-8B2C-F097153FE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34" name="Rectangle 102">
              <a:extLst>
                <a:ext uri="{FF2B5EF4-FFF2-40B4-BE49-F238E27FC236}">
                  <a16:creationId xmlns:a16="http://schemas.microsoft.com/office/drawing/2014/main" id="{A5AD37A8-8B6D-4532-8C2D-3B36A299A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35" name="Line 103">
              <a:extLst>
                <a:ext uri="{FF2B5EF4-FFF2-40B4-BE49-F238E27FC236}">
                  <a16:creationId xmlns:a16="http://schemas.microsoft.com/office/drawing/2014/main" id="{F1F1BCCA-F29C-4580-992B-389958AB80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36" name="Rectangle 104">
              <a:extLst>
                <a:ext uri="{FF2B5EF4-FFF2-40B4-BE49-F238E27FC236}">
                  <a16:creationId xmlns:a16="http://schemas.microsoft.com/office/drawing/2014/main" id="{3E1EB743-96F1-499A-BB42-93D95699B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37" name="Rectangle 105">
              <a:extLst>
                <a:ext uri="{FF2B5EF4-FFF2-40B4-BE49-F238E27FC236}">
                  <a16:creationId xmlns:a16="http://schemas.microsoft.com/office/drawing/2014/main" id="{4635635A-7554-49DD-BB2A-6AAB928A2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38" name="Rectangle 106">
              <a:extLst>
                <a:ext uri="{FF2B5EF4-FFF2-40B4-BE49-F238E27FC236}">
                  <a16:creationId xmlns:a16="http://schemas.microsoft.com/office/drawing/2014/main" id="{BB07195F-224B-429D-93FC-2C0FBE79B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39" name="Rectangle 107">
              <a:extLst>
                <a:ext uri="{FF2B5EF4-FFF2-40B4-BE49-F238E27FC236}">
                  <a16:creationId xmlns:a16="http://schemas.microsoft.com/office/drawing/2014/main" id="{9E4937D1-BB38-4855-A563-F2AB3A142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40" name="Line 110">
              <a:extLst>
                <a:ext uri="{FF2B5EF4-FFF2-40B4-BE49-F238E27FC236}">
                  <a16:creationId xmlns:a16="http://schemas.microsoft.com/office/drawing/2014/main" id="{E5FA4FFE-1CD3-4A7E-9FFF-D388690F1A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41" name="Line 111">
              <a:extLst>
                <a:ext uri="{FF2B5EF4-FFF2-40B4-BE49-F238E27FC236}">
                  <a16:creationId xmlns:a16="http://schemas.microsoft.com/office/drawing/2014/main" id="{BB77BE88-B4AE-49B0-A3C0-AAA7774101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42" name="Line 112">
              <a:extLst>
                <a:ext uri="{FF2B5EF4-FFF2-40B4-BE49-F238E27FC236}">
                  <a16:creationId xmlns:a16="http://schemas.microsoft.com/office/drawing/2014/main" id="{C7C28E5A-FA03-4ED4-94A1-462C3F9B8A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43" name="Line 117">
              <a:extLst>
                <a:ext uri="{FF2B5EF4-FFF2-40B4-BE49-F238E27FC236}">
                  <a16:creationId xmlns:a16="http://schemas.microsoft.com/office/drawing/2014/main" id="{D452BE97-38B8-4975-8C0F-52CBBB97AB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44" name="Line 118">
              <a:extLst>
                <a:ext uri="{FF2B5EF4-FFF2-40B4-BE49-F238E27FC236}">
                  <a16:creationId xmlns:a16="http://schemas.microsoft.com/office/drawing/2014/main" id="{1A231C14-1E9D-41DE-B80E-D3EEAABA96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45" name="Line 119">
              <a:extLst>
                <a:ext uri="{FF2B5EF4-FFF2-40B4-BE49-F238E27FC236}">
                  <a16:creationId xmlns:a16="http://schemas.microsoft.com/office/drawing/2014/main" id="{DDB913F3-DC57-44E6-8802-7C1650DD28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46" name="Line 126">
              <a:extLst>
                <a:ext uri="{FF2B5EF4-FFF2-40B4-BE49-F238E27FC236}">
                  <a16:creationId xmlns:a16="http://schemas.microsoft.com/office/drawing/2014/main" id="{9CA45A9A-2568-4735-9392-37DD873F13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47" name="Line 128">
              <a:extLst>
                <a:ext uri="{FF2B5EF4-FFF2-40B4-BE49-F238E27FC236}">
                  <a16:creationId xmlns:a16="http://schemas.microsoft.com/office/drawing/2014/main" id="{EAC0C6F2-C83F-4A56-8BB9-7C9A05D056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48" name="Line 129">
              <a:extLst>
                <a:ext uri="{FF2B5EF4-FFF2-40B4-BE49-F238E27FC236}">
                  <a16:creationId xmlns:a16="http://schemas.microsoft.com/office/drawing/2014/main" id="{1C37CFFB-0D1E-409E-9823-10BA5B4F10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49" name="Line 130">
              <a:extLst>
                <a:ext uri="{FF2B5EF4-FFF2-40B4-BE49-F238E27FC236}">
                  <a16:creationId xmlns:a16="http://schemas.microsoft.com/office/drawing/2014/main" id="{63739E43-CA5A-4BE4-977B-9DF6908036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50" name="Line 139">
              <a:extLst>
                <a:ext uri="{FF2B5EF4-FFF2-40B4-BE49-F238E27FC236}">
                  <a16:creationId xmlns:a16="http://schemas.microsoft.com/office/drawing/2014/main" id="{0C1373F8-3599-44B5-B384-1935A897F6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51" name="Line 141">
              <a:extLst>
                <a:ext uri="{FF2B5EF4-FFF2-40B4-BE49-F238E27FC236}">
                  <a16:creationId xmlns:a16="http://schemas.microsoft.com/office/drawing/2014/main" id="{68E55F3E-7312-4D36-99FC-5E75A9692D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52" name="Line 142">
              <a:extLst>
                <a:ext uri="{FF2B5EF4-FFF2-40B4-BE49-F238E27FC236}">
                  <a16:creationId xmlns:a16="http://schemas.microsoft.com/office/drawing/2014/main" id="{33052965-DCE7-4CFA-B5C6-26304B8A5F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53" name="Line 143">
              <a:extLst>
                <a:ext uri="{FF2B5EF4-FFF2-40B4-BE49-F238E27FC236}">
                  <a16:creationId xmlns:a16="http://schemas.microsoft.com/office/drawing/2014/main" id="{6804E28F-F555-4919-8E20-E78DEEDA6E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54" name="Freeform 148">
              <a:extLst>
                <a:ext uri="{FF2B5EF4-FFF2-40B4-BE49-F238E27FC236}">
                  <a16:creationId xmlns:a16="http://schemas.microsoft.com/office/drawing/2014/main" id="{AB3CAF43-2833-499A-96CD-672B1C8B9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55" name="Freeform 149">
              <a:extLst>
                <a:ext uri="{FF2B5EF4-FFF2-40B4-BE49-F238E27FC236}">
                  <a16:creationId xmlns:a16="http://schemas.microsoft.com/office/drawing/2014/main" id="{9EB2BE87-A514-4ED6-BAAE-253D59A92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56" name="Line 152">
              <a:extLst>
                <a:ext uri="{FF2B5EF4-FFF2-40B4-BE49-F238E27FC236}">
                  <a16:creationId xmlns:a16="http://schemas.microsoft.com/office/drawing/2014/main" id="{6D860671-3EFD-4249-9563-7E741E357A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57" name="Line 153">
              <a:extLst>
                <a:ext uri="{FF2B5EF4-FFF2-40B4-BE49-F238E27FC236}">
                  <a16:creationId xmlns:a16="http://schemas.microsoft.com/office/drawing/2014/main" id="{4075408B-E87C-48FA-AE3B-33267F9A07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58" name="Line 154">
              <a:extLst>
                <a:ext uri="{FF2B5EF4-FFF2-40B4-BE49-F238E27FC236}">
                  <a16:creationId xmlns:a16="http://schemas.microsoft.com/office/drawing/2014/main" id="{0492E319-72F4-4A4A-B388-7B66D1BD74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59" name="Line 155">
              <a:extLst>
                <a:ext uri="{FF2B5EF4-FFF2-40B4-BE49-F238E27FC236}">
                  <a16:creationId xmlns:a16="http://schemas.microsoft.com/office/drawing/2014/main" id="{17C9F08D-97C1-4883-8C03-D297D49C89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60" name="Freeform 156">
              <a:extLst>
                <a:ext uri="{FF2B5EF4-FFF2-40B4-BE49-F238E27FC236}">
                  <a16:creationId xmlns:a16="http://schemas.microsoft.com/office/drawing/2014/main" id="{314CD67A-FE18-4816-94F2-4B0BB8346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61" name="Line 157">
              <a:extLst>
                <a:ext uri="{FF2B5EF4-FFF2-40B4-BE49-F238E27FC236}">
                  <a16:creationId xmlns:a16="http://schemas.microsoft.com/office/drawing/2014/main" id="{74C965E4-8DBB-4415-9BB3-37EC3E25E4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62" name="Freeform 158">
              <a:extLst>
                <a:ext uri="{FF2B5EF4-FFF2-40B4-BE49-F238E27FC236}">
                  <a16:creationId xmlns:a16="http://schemas.microsoft.com/office/drawing/2014/main" id="{D737912F-AE42-4D74-BB19-96A9BE84D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63" name="Line 159">
              <a:extLst>
                <a:ext uri="{FF2B5EF4-FFF2-40B4-BE49-F238E27FC236}">
                  <a16:creationId xmlns:a16="http://schemas.microsoft.com/office/drawing/2014/main" id="{F72D115C-96EE-463D-B202-3D61CAFB84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64" name="Freeform 160">
              <a:extLst>
                <a:ext uri="{FF2B5EF4-FFF2-40B4-BE49-F238E27FC236}">
                  <a16:creationId xmlns:a16="http://schemas.microsoft.com/office/drawing/2014/main" id="{C66FF779-DAB6-4F49-89F6-06BF0F96D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65" name="Rectangle 161">
              <a:extLst>
                <a:ext uri="{FF2B5EF4-FFF2-40B4-BE49-F238E27FC236}">
                  <a16:creationId xmlns:a16="http://schemas.microsoft.com/office/drawing/2014/main" id="{AAF3886B-9C76-48B3-8AA6-A0C41A548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66" name="Rectangle 162">
              <a:extLst>
                <a:ext uri="{FF2B5EF4-FFF2-40B4-BE49-F238E27FC236}">
                  <a16:creationId xmlns:a16="http://schemas.microsoft.com/office/drawing/2014/main" id="{33FC076D-7D10-4639-89CE-1E7366202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67" name="Rectangle 163">
              <a:extLst>
                <a:ext uri="{FF2B5EF4-FFF2-40B4-BE49-F238E27FC236}">
                  <a16:creationId xmlns:a16="http://schemas.microsoft.com/office/drawing/2014/main" id="{F0989E2F-2B80-467C-BE68-74B5EFE7C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68" name="Rectangle 164">
              <a:extLst>
                <a:ext uri="{FF2B5EF4-FFF2-40B4-BE49-F238E27FC236}">
                  <a16:creationId xmlns:a16="http://schemas.microsoft.com/office/drawing/2014/main" id="{A03FC6E8-1F5C-4341-A260-DB5850F32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69" name="Freeform 165">
              <a:extLst>
                <a:ext uri="{FF2B5EF4-FFF2-40B4-BE49-F238E27FC236}">
                  <a16:creationId xmlns:a16="http://schemas.microsoft.com/office/drawing/2014/main" id="{E3EEE1AD-0013-4218-9E59-0CBD7847C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70" name="Line 169">
              <a:extLst>
                <a:ext uri="{FF2B5EF4-FFF2-40B4-BE49-F238E27FC236}">
                  <a16:creationId xmlns:a16="http://schemas.microsoft.com/office/drawing/2014/main" id="{4684BCA1-1DE1-4BFE-BF8E-663BD1C67C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71" name="Line 170">
              <a:extLst>
                <a:ext uri="{FF2B5EF4-FFF2-40B4-BE49-F238E27FC236}">
                  <a16:creationId xmlns:a16="http://schemas.microsoft.com/office/drawing/2014/main" id="{18B5F6EA-57C7-49A9-817B-1073DFC922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72" name="Freeform 171">
              <a:extLst>
                <a:ext uri="{FF2B5EF4-FFF2-40B4-BE49-F238E27FC236}">
                  <a16:creationId xmlns:a16="http://schemas.microsoft.com/office/drawing/2014/main" id="{C2273471-5511-4A4C-8787-03DA84DFF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73" name="Freeform 172">
              <a:extLst>
                <a:ext uri="{FF2B5EF4-FFF2-40B4-BE49-F238E27FC236}">
                  <a16:creationId xmlns:a16="http://schemas.microsoft.com/office/drawing/2014/main" id="{113788A1-005D-4F9A-B184-D2CC527FC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74" name="Freeform 173">
              <a:extLst>
                <a:ext uri="{FF2B5EF4-FFF2-40B4-BE49-F238E27FC236}">
                  <a16:creationId xmlns:a16="http://schemas.microsoft.com/office/drawing/2014/main" id="{F4328AA2-0EB8-4353-9B3C-2650700EA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75" name="Freeform 174">
              <a:extLst>
                <a:ext uri="{FF2B5EF4-FFF2-40B4-BE49-F238E27FC236}">
                  <a16:creationId xmlns:a16="http://schemas.microsoft.com/office/drawing/2014/main" id="{B4DF9833-9A89-43F3-B352-4ADFDD27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76" name="Rectangle 175">
              <a:extLst>
                <a:ext uri="{FF2B5EF4-FFF2-40B4-BE49-F238E27FC236}">
                  <a16:creationId xmlns:a16="http://schemas.microsoft.com/office/drawing/2014/main" id="{4A7F73C7-C42D-4707-BFC9-8BDDE4DC0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77" name="AutoShape 177">
              <a:extLst>
                <a:ext uri="{FF2B5EF4-FFF2-40B4-BE49-F238E27FC236}">
                  <a16:creationId xmlns:a16="http://schemas.microsoft.com/office/drawing/2014/main" id="{CAC13E7C-E6A9-4514-A9D7-532220A853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78" name="AutoShape 179">
              <a:extLst>
                <a:ext uri="{FF2B5EF4-FFF2-40B4-BE49-F238E27FC236}">
                  <a16:creationId xmlns:a16="http://schemas.microsoft.com/office/drawing/2014/main" id="{AEE6125D-9ECF-4648-B764-F4670E22BF0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79" name="AutoShape 181">
              <a:extLst>
                <a:ext uri="{FF2B5EF4-FFF2-40B4-BE49-F238E27FC236}">
                  <a16:creationId xmlns:a16="http://schemas.microsoft.com/office/drawing/2014/main" id="{DF83EB50-55F7-42BA-AC12-64DDEBD60B7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80" name="AutoShape 183">
              <a:extLst>
                <a:ext uri="{FF2B5EF4-FFF2-40B4-BE49-F238E27FC236}">
                  <a16:creationId xmlns:a16="http://schemas.microsoft.com/office/drawing/2014/main" id="{F0046555-C3BD-456D-A7EB-190B17C146F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881" name="AutoShape 185">
              <a:extLst>
                <a:ext uri="{FF2B5EF4-FFF2-40B4-BE49-F238E27FC236}">
                  <a16:creationId xmlns:a16="http://schemas.microsoft.com/office/drawing/2014/main" id="{A0749E80-223C-4EB5-B78D-62B14A3AF1E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17882" name="Group 202">
              <a:extLst>
                <a:ext uri="{FF2B5EF4-FFF2-40B4-BE49-F238E27FC236}">
                  <a16:creationId xmlns:a16="http://schemas.microsoft.com/office/drawing/2014/main" id="{9296A3F3-8F87-4A35-B1C7-E7B7B11C42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17916" name="Freeform 203">
                <a:extLst>
                  <a:ext uri="{FF2B5EF4-FFF2-40B4-BE49-F238E27FC236}">
                    <a16:creationId xmlns:a16="http://schemas.microsoft.com/office/drawing/2014/main" id="{5E144B43-18A7-4D1C-85C3-5CCF30AF0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917" name="Freeform 204">
                <a:extLst>
                  <a:ext uri="{FF2B5EF4-FFF2-40B4-BE49-F238E27FC236}">
                    <a16:creationId xmlns:a16="http://schemas.microsoft.com/office/drawing/2014/main" id="{DDE50819-F3B7-4E50-B37D-69B49D2FB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17918" name="Group 205">
                <a:extLst>
                  <a:ext uri="{FF2B5EF4-FFF2-40B4-BE49-F238E27FC236}">
                    <a16:creationId xmlns:a16="http://schemas.microsoft.com/office/drawing/2014/main" id="{78E501B5-9D44-4D23-B7F9-8F092E4636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17919" name="Freeform 206">
                  <a:extLst>
                    <a:ext uri="{FF2B5EF4-FFF2-40B4-BE49-F238E27FC236}">
                      <a16:creationId xmlns:a16="http://schemas.microsoft.com/office/drawing/2014/main" id="{4F42F93B-D750-49D2-B830-7A49112D15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920" name="Freeform 207">
                  <a:extLst>
                    <a:ext uri="{FF2B5EF4-FFF2-40B4-BE49-F238E27FC236}">
                      <a16:creationId xmlns:a16="http://schemas.microsoft.com/office/drawing/2014/main" id="{1523C878-F70C-4BDF-9842-CAD1AA5457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921" name="Freeform 208">
                  <a:extLst>
                    <a:ext uri="{FF2B5EF4-FFF2-40B4-BE49-F238E27FC236}">
                      <a16:creationId xmlns:a16="http://schemas.microsoft.com/office/drawing/2014/main" id="{94B3DACC-5B76-44F4-B202-047CAEF81E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922" name="Freeform 209">
                  <a:extLst>
                    <a:ext uri="{FF2B5EF4-FFF2-40B4-BE49-F238E27FC236}">
                      <a16:creationId xmlns:a16="http://schemas.microsoft.com/office/drawing/2014/main" id="{224BFF15-1C96-447D-AF8E-569BAB77CC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923" name="Freeform 210">
                  <a:extLst>
                    <a:ext uri="{FF2B5EF4-FFF2-40B4-BE49-F238E27FC236}">
                      <a16:creationId xmlns:a16="http://schemas.microsoft.com/office/drawing/2014/main" id="{112CF8BD-FC5C-4E9D-AD08-056B4752B1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17883" name="Group 229">
              <a:extLst>
                <a:ext uri="{FF2B5EF4-FFF2-40B4-BE49-F238E27FC236}">
                  <a16:creationId xmlns:a16="http://schemas.microsoft.com/office/drawing/2014/main" id="{B4F4F571-20FC-4CEF-B73C-36F87FD39C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17908" name="Freeform 230">
                <a:extLst>
                  <a:ext uri="{FF2B5EF4-FFF2-40B4-BE49-F238E27FC236}">
                    <a16:creationId xmlns:a16="http://schemas.microsoft.com/office/drawing/2014/main" id="{0579EB8F-ECEB-4B46-8ED4-BA65F1D4D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909" name="Freeform 231">
                <a:extLst>
                  <a:ext uri="{FF2B5EF4-FFF2-40B4-BE49-F238E27FC236}">
                    <a16:creationId xmlns:a16="http://schemas.microsoft.com/office/drawing/2014/main" id="{ADF834AE-D617-4E0F-8C4B-AF484E4AB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17910" name="Group 232">
                <a:extLst>
                  <a:ext uri="{FF2B5EF4-FFF2-40B4-BE49-F238E27FC236}">
                    <a16:creationId xmlns:a16="http://schemas.microsoft.com/office/drawing/2014/main" id="{EF061349-9F80-412D-BB60-F3C5A21C4A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17911" name="Freeform 233">
                  <a:extLst>
                    <a:ext uri="{FF2B5EF4-FFF2-40B4-BE49-F238E27FC236}">
                      <a16:creationId xmlns:a16="http://schemas.microsoft.com/office/drawing/2014/main" id="{9E3056BA-1E6C-4E11-A0F8-74E8907C41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912" name="Freeform 234">
                  <a:extLst>
                    <a:ext uri="{FF2B5EF4-FFF2-40B4-BE49-F238E27FC236}">
                      <a16:creationId xmlns:a16="http://schemas.microsoft.com/office/drawing/2014/main" id="{5EFD2CAC-2C99-4B1D-B206-2387886184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913" name="Freeform 235">
                  <a:extLst>
                    <a:ext uri="{FF2B5EF4-FFF2-40B4-BE49-F238E27FC236}">
                      <a16:creationId xmlns:a16="http://schemas.microsoft.com/office/drawing/2014/main" id="{1476ED81-C94D-4692-9C5C-55C9E315AC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914" name="Freeform 236">
                  <a:extLst>
                    <a:ext uri="{FF2B5EF4-FFF2-40B4-BE49-F238E27FC236}">
                      <a16:creationId xmlns:a16="http://schemas.microsoft.com/office/drawing/2014/main" id="{33EFA645-1EB3-4003-BB8D-D544B33075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915" name="Freeform 237">
                  <a:extLst>
                    <a:ext uri="{FF2B5EF4-FFF2-40B4-BE49-F238E27FC236}">
                      <a16:creationId xmlns:a16="http://schemas.microsoft.com/office/drawing/2014/main" id="{A39E8226-6ADE-428C-8DFA-192A9B4A42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17884" name="Group 244">
              <a:extLst>
                <a:ext uri="{FF2B5EF4-FFF2-40B4-BE49-F238E27FC236}">
                  <a16:creationId xmlns:a16="http://schemas.microsoft.com/office/drawing/2014/main" id="{82ED5014-5FB9-4BD5-B17D-2142041583B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17903" name="Freeform 245">
                <a:extLst>
                  <a:ext uri="{FF2B5EF4-FFF2-40B4-BE49-F238E27FC236}">
                    <a16:creationId xmlns:a16="http://schemas.microsoft.com/office/drawing/2014/main" id="{F8252378-3955-468A-A7EB-A2AEE8881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904" name="Freeform 246">
                <a:extLst>
                  <a:ext uri="{FF2B5EF4-FFF2-40B4-BE49-F238E27FC236}">
                    <a16:creationId xmlns:a16="http://schemas.microsoft.com/office/drawing/2014/main" id="{ED27E0FA-5174-4C52-B1D9-334C1BEA0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905" name="Freeform 247">
                <a:extLst>
                  <a:ext uri="{FF2B5EF4-FFF2-40B4-BE49-F238E27FC236}">
                    <a16:creationId xmlns:a16="http://schemas.microsoft.com/office/drawing/2014/main" id="{76042D9E-850F-4A20-A988-C48188226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906" name="Freeform 248">
                <a:extLst>
                  <a:ext uri="{FF2B5EF4-FFF2-40B4-BE49-F238E27FC236}">
                    <a16:creationId xmlns:a16="http://schemas.microsoft.com/office/drawing/2014/main" id="{433D7379-BD74-4D5B-A8F8-386BD463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907" name="Freeform 249">
                <a:extLst>
                  <a:ext uri="{FF2B5EF4-FFF2-40B4-BE49-F238E27FC236}">
                    <a16:creationId xmlns:a16="http://schemas.microsoft.com/office/drawing/2014/main" id="{13B61803-BF99-4738-8E3B-50799C349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7885" name="Group 256">
              <a:extLst>
                <a:ext uri="{FF2B5EF4-FFF2-40B4-BE49-F238E27FC236}">
                  <a16:creationId xmlns:a16="http://schemas.microsoft.com/office/drawing/2014/main" id="{3FC869F5-E212-4E7E-B28A-9B124FFC59D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17898" name="Freeform 257">
                <a:extLst>
                  <a:ext uri="{FF2B5EF4-FFF2-40B4-BE49-F238E27FC236}">
                    <a16:creationId xmlns:a16="http://schemas.microsoft.com/office/drawing/2014/main" id="{80F5D80A-5559-4B32-AB0A-E72BB777C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899" name="Freeform 258">
                <a:extLst>
                  <a:ext uri="{FF2B5EF4-FFF2-40B4-BE49-F238E27FC236}">
                    <a16:creationId xmlns:a16="http://schemas.microsoft.com/office/drawing/2014/main" id="{278F7C1C-F2FE-4472-A2BA-3AEE3D26F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900" name="Freeform 259">
                <a:extLst>
                  <a:ext uri="{FF2B5EF4-FFF2-40B4-BE49-F238E27FC236}">
                    <a16:creationId xmlns:a16="http://schemas.microsoft.com/office/drawing/2014/main" id="{840754FF-EE97-4814-AC01-996831B59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901" name="Freeform 260">
                <a:extLst>
                  <a:ext uri="{FF2B5EF4-FFF2-40B4-BE49-F238E27FC236}">
                    <a16:creationId xmlns:a16="http://schemas.microsoft.com/office/drawing/2014/main" id="{2E0F1AF5-3CA9-4821-9CD2-097593303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902" name="Freeform 261">
                <a:extLst>
                  <a:ext uri="{FF2B5EF4-FFF2-40B4-BE49-F238E27FC236}">
                    <a16:creationId xmlns:a16="http://schemas.microsoft.com/office/drawing/2014/main" id="{1ED3788B-7D0B-4333-AEEE-83D2EFAB0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7886" name="Group 274">
              <a:extLst>
                <a:ext uri="{FF2B5EF4-FFF2-40B4-BE49-F238E27FC236}">
                  <a16:creationId xmlns:a16="http://schemas.microsoft.com/office/drawing/2014/main" id="{FA111784-8DF4-4631-AF18-F01ECA42CD1E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17893" name="Freeform 275">
                <a:extLst>
                  <a:ext uri="{FF2B5EF4-FFF2-40B4-BE49-F238E27FC236}">
                    <a16:creationId xmlns:a16="http://schemas.microsoft.com/office/drawing/2014/main" id="{4F7B02D9-BB82-4563-B9A3-75BA70240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894" name="Freeform 276">
                <a:extLst>
                  <a:ext uri="{FF2B5EF4-FFF2-40B4-BE49-F238E27FC236}">
                    <a16:creationId xmlns:a16="http://schemas.microsoft.com/office/drawing/2014/main" id="{7CEC3094-B208-41ED-846E-DB84DE840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895" name="Freeform 277">
                <a:extLst>
                  <a:ext uri="{FF2B5EF4-FFF2-40B4-BE49-F238E27FC236}">
                    <a16:creationId xmlns:a16="http://schemas.microsoft.com/office/drawing/2014/main" id="{7C7F9556-5CC3-4BFE-9AB4-5027F30F0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896" name="Freeform 278">
                <a:extLst>
                  <a:ext uri="{FF2B5EF4-FFF2-40B4-BE49-F238E27FC236}">
                    <a16:creationId xmlns:a16="http://schemas.microsoft.com/office/drawing/2014/main" id="{63FE0455-CC84-4CCB-A2E6-BB1930B29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897" name="Freeform 279">
                <a:extLst>
                  <a:ext uri="{FF2B5EF4-FFF2-40B4-BE49-F238E27FC236}">
                    <a16:creationId xmlns:a16="http://schemas.microsoft.com/office/drawing/2014/main" id="{F2A020B1-57AB-455E-98FC-8C67457D4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7887" name="Group 286">
              <a:extLst>
                <a:ext uri="{FF2B5EF4-FFF2-40B4-BE49-F238E27FC236}">
                  <a16:creationId xmlns:a16="http://schemas.microsoft.com/office/drawing/2014/main" id="{EAC47AFF-6BAC-4503-B2FA-92493D3EE36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17888" name="Freeform 287">
                <a:extLst>
                  <a:ext uri="{FF2B5EF4-FFF2-40B4-BE49-F238E27FC236}">
                    <a16:creationId xmlns:a16="http://schemas.microsoft.com/office/drawing/2014/main" id="{166C3B48-20B0-4E40-96EF-DA34FD94A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889" name="Freeform 288">
                <a:extLst>
                  <a:ext uri="{FF2B5EF4-FFF2-40B4-BE49-F238E27FC236}">
                    <a16:creationId xmlns:a16="http://schemas.microsoft.com/office/drawing/2014/main" id="{DA203DAF-9D7B-4F07-83C7-48A92DF1C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890" name="Freeform 289">
                <a:extLst>
                  <a:ext uri="{FF2B5EF4-FFF2-40B4-BE49-F238E27FC236}">
                    <a16:creationId xmlns:a16="http://schemas.microsoft.com/office/drawing/2014/main" id="{D273B68F-8B3F-4932-8B74-249D54E24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891" name="Freeform 290">
                <a:extLst>
                  <a:ext uri="{FF2B5EF4-FFF2-40B4-BE49-F238E27FC236}">
                    <a16:creationId xmlns:a16="http://schemas.microsoft.com/office/drawing/2014/main" id="{DEE62984-4C73-4F55-A0FB-038E0E74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7892" name="Freeform 291">
                <a:extLst>
                  <a:ext uri="{FF2B5EF4-FFF2-40B4-BE49-F238E27FC236}">
                    <a16:creationId xmlns:a16="http://schemas.microsoft.com/office/drawing/2014/main" id="{5A312245-BF61-4C5B-8E37-694BB86E5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17762" name="Rectangle 2">
            <a:extLst>
              <a:ext uri="{FF2B5EF4-FFF2-40B4-BE49-F238E27FC236}">
                <a16:creationId xmlns:a16="http://schemas.microsoft.com/office/drawing/2014/main" id="{D02D691C-0C60-421C-A9FF-856BAA908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The first two stages of a carry-lookahead adder</a:t>
            </a:r>
          </a:p>
        </p:txBody>
      </p:sp>
      <p:sp>
        <p:nvSpPr>
          <p:cNvPr id="117763" name="Freeform 160">
            <a:extLst>
              <a:ext uri="{FF2B5EF4-FFF2-40B4-BE49-F238E27FC236}">
                <a16:creationId xmlns:a16="http://schemas.microsoft.com/office/drawing/2014/main" id="{C6747312-E219-4185-AEE3-ACF6DBB421F2}"/>
              </a:ext>
            </a:extLst>
          </p:cNvPr>
          <p:cNvSpPr>
            <a:spLocks noChangeAspect="1"/>
          </p:cNvSpPr>
          <p:nvPr/>
        </p:nvSpPr>
        <p:spPr bwMode="auto">
          <a:xfrm>
            <a:off x="6361113" y="1724025"/>
            <a:ext cx="69850" cy="44450"/>
          </a:xfrm>
          <a:custGeom>
            <a:avLst/>
            <a:gdLst>
              <a:gd name="T0" fmla="*/ 0 w 64"/>
              <a:gd name="T1" fmla="*/ 2147483646 h 43"/>
              <a:gd name="T2" fmla="*/ 0 w 64"/>
              <a:gd name="T3" fmla="*/ 2147483646 h 43"/>
              <a:gd name="T4" fmla="*/ 2147483646 w 64"/>
              <a:gd name="T5" fmla="*/ 2147483646 h 43"/>
              <a:gd name="T6" fmla="*/ 2147483646 w 64"/>
              <a:gd name="T7" fmla="*/ 2147483646 h 43"/>
              <a:gd name="T8" fmla="*/ 2147483646 w 64"/>
              <a:gd name="T9" fmla="*/ 2147483646 h 43"/>
              <a:gd name="T10" fmla="*/ 2147483646 w 64"/>
              <a:gd name="T11" fmla="*/ 2147483646 h 43"/>
              <a:gd name="T12" fmla="*/ 2147483646 w 64"/>
              <a:gd name="T13" fmla="*/ 2147483646 h 43"/>
              <a:gd name="T14" fmla="*/ 2147483646 w 64"/>
              <a:gd name="T15" fmla="*/ 2147483646 h 43"/>
              <a:gd name="T16" fmla="*/ 2147483646 w 64"/>
              <a:gd name="T17" fmla="*/ 2147483646 h 43"/>
              <a:gd name="T18" fmla="*/ 2147483646 w 64"/>
              <a:gd name="T19" fmla="*/ 0 h 43"/>
              <a:gd name="T20" fmla="*/ 2147483646 w 64"/>
              <a:gd name="T21" fmla="*/ 0 h 43"/>
              <a:gd name="T22" fmla="*/ 2147483646 w 64"/>
              <a:gd name="T23" fmla="*/ 0 h 43"/>
              <a:gd name="T24" fmla="*/ 2147483646 w 64"/>
              <a:gd name="T25" fmla="*/ 0 h 43"/>
              <a:gd name="T26" fmla="*/ 2147483646 w 64"/>
              <a:gd name="T27" fmla="*/ 2147483646 h 43"/>
              <a:gd name="T28" fmla="*/ 2147483646 w 64"/>
              <a:gd name="T29" fmla="*/ 2147483646 h 43"/>
              <a:gd name="T30" fmla="*/ 2147483646 w 64"/>
              <a:gd name="T31" fmla="*/ 2147483646 h 43"/>
              <a:gd name="T32" fmla="*/ 2147483646 w 64"/>
              <a:gd name="T33" fmla="*/ 2147483646 h 43"/>
              <a:gd name="T34" fmla="*/ 2147483646 w 64"/>
              <a:gd name="T35" fmla="*/ 2147483646 h 43"/>
              <a:gd name="T36" fmla="*/ 2147483646 w 64"/>
              <a:gd name="T37" fmla="*/ 2147483646 h 43"/>
              <a:gd name="T38" fmla="*/ 2147483646 w 64"/>
              <a:gd name="T39" fmla="*/ 2147483646 h 43"/>
              <a:gd name="T40" fmla="*/ 2147483646 w 64"/>
              <a:gd name="T41" fmla="*/ 2147483646 h 43"/>
              <a:gd name="T42" fmla="*/ 2147483646 w 64"/>
              <a:gd name="T43" fmla="*/ 2147483646 h 43"/>
              <a:gd name="T44" fmla="*/ 2147483646 w 64"/>
              <a:gd name="T45" fmla="*/ 2147483646 h 43"/>
              <a:gd name="T46" fmla="*/ 2147483646 w 64"/>
              <a:gd name="T47" fmla="*/ 2147483646 h 43"/>
              <a:gd name="T48" fmla="*/ 2147483646 w 64"/>
              <a:gd name="T49" fmla="*/ 2147483646 h 43"/>
              <a:gd name="T50" fmla="*/ 2147483646 w 64"/>
              <a:gd name="T51" fmla="*/ 2147483646 h 43"/>
              <a:gd name="T52" fmla="*/ 2147483646 w 64"/>
              <a:gd name="T53" fmla="*/ 2147483646 h 43"/>
              <a:gd name="T54" fmla="*/ 2147483646 w 64"/>
              <a:gd name="T55" fmla="*/ 2147483646 h 43"/>
              <a:gd name="T56" fmla="*/ 2147483646 w 64"/>
              <a:gd name="T57" fmla="*/ 2147483646 h 43"/>
              <a:gd name="T58" fmla="*/ 2147483646 w 64"/>
              <a:gd name="T59" fmla="*/ 2147483646 h 43"/>
              <a:gd name="T60" fmla="*/ 2147483646 w 64"/>
              <a:gd name="T61" fmla="*/ 2147483646 h 43"/>
              <a:gd name="T62" fmla="*/ 2147483646 w 64"/>
              <a:gd name="T63" fmla="*/ 2147483646 h 43"/>
              <a:gd name="T64" fmla="*/ 2147483646 w 64"/>
              <a:gd name="T65" fmla="*/ 2147483646 h 43"/>
              <a:gd name="T66" fmla="*/ 2147483646 w 64"/>
              <a:gd name="T67" fmla="*/ 2147483646 h 43"/>
              <a:gd name="T68" fmla="*/ 2147483646 w 64"/>
              <a:gd name="T69" fmla="*/ 2147483646 h 43"/>
              <a:gd name="T70" fmla="*/ 2147483646 w 64"/>
              <a:gd name="T71" fmla="*/ 2147483646 h 43"/>
              <a:gd name="T72" fmla="*/ 2147483646 w 64"/>
              <a:gd name="T73" fmla="*/ 2147483646 h 43"/>
              <a:gd name="T74" fmla="*/ 2147483646 w 64"/>
              <a:gd name="T75" fmla="*/ 2147483646 h 43"/>
              <a:gd name="T76" fmla="*/ 2147483646 w 64"/>
              <a:gd name="T77" fmla="*/ 2147483646 h 43"/>
              <a:gd name="T78" fmla="*/ 2147483646 w 64"/>
              <a:gd name="T79" fmla="*/ 2147483646 h 43"/>
              <a:gd name="T80" fmla="*/ 2147483646 w 64"/>
              <a:gd name="T81" fmla="*/ 2147483646 h 43"/>
              <a:gd name="T82" fmla="*/ 2147483646 w 64"/>
              <a:gd name="T83" fmla="*/ 2147483646 h 43"/>
              <a:gd name="T84" fmla="*/ 2147483646 w 64"/>
              <a:gd name="T85" fmla="*/ 2147483646 h 43"/>
              <a:gd name="T86" fmla="*/ 2147483646 w 64"/>
              <a:gd name="T87" fmla="*/ 2147483646 h 43"/>
              <a:gd name="T88" fmla="*/ 2147483646 w 64"/>
              <a:gd name="T89" fmla="*/ 2147483646 h 43"/>
              <a:gd name="T90" fmla="*/ 2147483646 w 64"/>
              <a:gd name="T91" fmla="*/ 2147483646 h 43"/>
              <a:gd name="T92" fmla="*/ 2147483646 w 64"/>
              <a:gd name="T93" fmla="*/ 2147483646 h 43"/>
              <a:gd name="T94" fmla="*/ 2147483646 w 64"/>
              <a:gd name="T95" fmla="*/ 2147483646 h 43"/>
              <a:gd name="T96" fmla="*/ 2147483646 w 64"/>
              <a:gd name="T97" fmla="*/ 2147483646 h 43"/>
              <a:gd name="T98" fmla="*/ 2147483646 w 64"/>
              <a:gd name="T99" fmla="*/ 2147483646 h 43"/>
              <a:gd name="T100" fmla="*/ 2147483646 w 64"/>
              <a:gd name="T101" fmla="*/ 2147483646 h 43"/>
              <a:gd name="T102" fmla="*/ 2147483646 w 64"/>
              <a:gd name="T103" fmla="*/ 2147483646 h 43"/>
              <a:gd name="T104" fmla="*/ 2147483646 w 64"/>
              <a:gd name="T105" fmla="*/ 2147483646 h 43"/>
              <a:gd name="T106" fmla="*/ 2147483646 w 64"/>
              <a:gd name="T107" fmla="*/ 2147483646 h 43"/>
              <a:gd name="T108" fmla="*/ 0 w 64"/>
              <a:gd name="T109" fmla="*/ 2147483646 h 43"/>
              <a:gd name="T110" fmla="*/ 0 w 64"/>
              <a:gd name="T111" fmla="*/ 2147483646 h 4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64"/>
              <a:gd name="T169" fmla="*/ 0 h 43"/>
              <a:gd name="T170" fmla="*/ 64 w 64"/>
              <a:gd name="T171" fmla="*/ 43 h 4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64" h="43">
                <a:moveTo>
                  <a:pt x="0" y="17"/>
                </a:move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4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4" y="1"/>
                </a:lnTo>
                <a:lnTo>
                  <a:pt x="46" y="1"/>
                </a:lnTo>
                <a:lnTo>
                  <a:pt x="47" y="1"/>
                </a:lnTo>
                <a:lnTo>
                  <a:pt x="48" y="2"/>
                </a:lnTo>
                <a:lnTo>
                  <a:pt x="49" y="2"/>
                </a:lnTo>
                <a:lnTo>
                  <a:pt x="50" y="3"/>
                </a:lnTo>
                <a:lnTo>
                  <a:pt x="51" y="3"/>
                </a:lnTo>
                <a:lnTo>
                  <a:pt x="52" y="4"/>
                </a:lnTo>
                <a:lnTo>
                  <a:pt x="53" y="5"/>
                </a:lnTo>
                <a:lnTo>
                  <a:pt x="54" y="5"/>
                </a:lnTo>
                <a:lnTo>
                  <a:pt x="55" y="6"/>
                </a:lnTo>
                <a:lnTo>
                  <a:pt x="56" y="8"/>
                </a:lnTo>
                <a:lnTo>
                  <a:pt x="57" y="9"/>
                </a:lnTo>
                <a:lnTo>
                  <a:pt x="57" y="10"/>
                </a:lnTo>
                <a:lnTo>
                  <a:pt x="58" y="11"/>
                </a:lnTo>
                <a:lnTo>
                  <a:pt x="59" y="12"/>
                </a:lnTo>
                <a:lnTo>
                  <a:pt x="60" y="14"/>
                </a:lnTo>
                <a:lnTo>
                  <a:pt x="60" y="15"/>
                </a:lnTo>
                <a:lnTo>
                  <a:pt x="62" y="16"/>
                </a:lnTo>
                <a:lnTo>
                  <a:pt x="62" y="17"/>
                </a:lnTo>
                <a:lnTo>
                  <a:pt x="63" y="18"/>
                </a:lnTo>
                <a:lnTo>
                  <a:pt x="63" y="19"/>
                </a:lnTo>
                <a:lnTo>
                  <a:pt x="63" y="20"/>
                </a:lnTo>
                <a:lnTo>
                  <a:pt x="64" y="21"/>
                </a:lnTo>
                <a:lnTo>
                  <a:pt x="64" y="24"/>
                </a:lnTo>
                <a:lnTo>
                  <a:pt x="64" y="25"/>
                </a:lnTo>
                <a:lnTo>
                  <a:pt x="64" y="26"/>
                </a:lnTo>
                <a:lnTo>
                  <a:pt x="64" y="17"/>
                </a:lnTo>
                <a:lnTo>
                  <a:pt x="64" y="18"/>
                </a:lnTo>
                <a:lnTo>
                  <a:pt x="64" y="19"/>
                </a:lnTo>
                <a:lnTo>
                  <a:pt x="64" y="20"/>
                </a:lnTo>
                <a:lnTo>
                  <a:pt x="63" y="22"/>
                </a:lnTo>
                <a:lnTo>
                  <a:pt x="63" y="24"/>
                </a:lnTo>
                <a:lnTo>
                  <a:pt x="63" y="25"/>
                </a:lnTo>
                <a:lnTo>
                  <a:pt x="62" y="26"/>
                </a:lnTo>
                <a:lnTo>
                  <a:pt x="62" y="27"/>
                </a:lnTo>
                <a:lnTo>
                  <a:pt x="60" y="28"/>
                </a:lnTo>
                <a:lnTo>
                  <a:pt x="60" y="29"/>
                </a:lnTo>
                <a:lnTo>
                  <a:pt x="59" y="30"/>
                </a:lnTo>
                <a:lnTo>
                  <a:pt x="59" y="31"/>
                </a:lnTo>
                <a:lnTo>
                  <a:pt x="58" y="32"/>
                </a:lnTo>
                <a:lnTo>
                  <a:pt x="57" y="33"/>
                </a:lnTo>
                <a:lnTo>
                  <a:pt x="57" y="34"/>
                </a:lnTo>
                <a:lnTo>
                  <a:pt x="56" y="35"/>
                </a:lnTo>
                <a:lnTo>
                  <a:pt x="55" y="36"/>
                </a:lnTo>
                <a:lnTo>
                  <a:pt x="54" y="36"/>
                </a:lnTo>
                <a:lnTo>
                  <a:pt x="53" y="37"/>
                </a:lnTo>
                <a:lnTo>
                  <a:pt x="52" y="38"/>
                </a:lnTo>
                <a:lnTo>
                  <a:pt x="51" y="38"/>
                </a:lnTo>
                <a:lnTo>
                  <a:pt x="50" y="39"/>
                </a:lnTo>
                <a:lnTo>
                  <a:pt x="49" y="39"/>
                </a:lnTo>
                <a:lnTo>
                  <a:pt x="48" y="41"/>
                </a:lnTo>
                <a:lnTo>
                  <a:pt x="47" y="41"/>
                </a:lnTo>
                <a:lnTo>
                  <a:pt x="46" y="42"/>
                </a:lnTo>
                <a:lnTo>
                  <a:pt x="44" y="42"/>
                </a:lnTo>
                <a:lnTo>
                  <a:pt x="43" y="42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8" y="43"/>
                </a:lnTo>
                <a:lnTo>
                  <a:pt x="25" y="43"/>
                </a:lnTo>
                <a:lnTo>
                  <a:pt x="24" y="43"/>
                </a:lnTo>
                <a:lnTo>
                  <a:pt x="23" y="43"/>
                </a:lnTo>
                <a:lnTo>
                  <a:pt x="21" y="43"/>
                </a:lnTo>
                <a:lnTo>
                  <a:pt x="20" y="42"/>
                </a:lnTo>
                <a:lnTo>
                  <a:pt x="19" y="42"/>
                </a:lnTo>
                <a:lnTo>
                  <a:pt x="18" y="42"/>
                </a:lnTo>
                <a:lnTo>
                  <a:pt x="17" y="41"/>
                </a:lnTo>
                <a:lnTo>
                  <a:pt x="16" y="41"/>
                </a:lnTo>
                <a:lnTo>
                  <a:pt x="15" y="39"/>
                </a:lnTo>
                <a:lnTo>
                  <a:pt x="14" y="39"/>
                </a:lnTo>
                <a:lnTo>
                  <a:pt x="13" y="38"/>
                </a:lnTo>
                <a:lnTo>
                  <a:pt x="11" y="38"/>
                </a:lnTo>
                <a:lnTo>
                  <a:pt x="10" y="37"/>
                </a:lnTo>
                <a:lnTo>
                  <a:pt x="9" y="36"/>
                </a:lnTo>
                <a:lnTo>
                  <a:pt x="8" y="36"/>
                </a:lnTo>
                <a:lnTo>
                  <a:pt x="7" y="35"/>
                </a:lnTo>
                <a:lnTo>
                  <a:pt x="6" y="34"/>
                </a:lnTo>
                <a:lnTo>
                  <a:pt x="5" y="33"/>
                </a:lnTo>
                <a:lnTo>
                  <a:pt x="5" y="32"/>
                </a:lnTo>
                <a:lnTo>
                  <a:pt x="4" y="31"/>
                </a:lnTo>
                <a:lnTo>
                  <a:pt x="3" y="30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0" y="22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7764" name="TextBox 125">
            <a:extLst>
              <a:ext uri="{FF2B5EF4-FFF2-40B4-BE49-F238E27FC236}">
                <a16:creationId xmlns:a16="http://schemas.microsoft.com/office/drawing/2014/main" id="{623563F5-80A4-45FD-A71B-B0CAD8273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3.15 from the textbook ]</a:t>
            </a:r>
          </a:p>
        </p:txBody>
      </p:sp>
      <p:sp>
        <p:nvSpPr>
          <p:cNvPr id="117765" name="TextBox 1">
            <a:extLst>
              <a:ext uri="{FF2B5EF4-FFF2-40B4-BE49-F238E27FC236}">
                <a16:creationId xmlns:a16="http://schemas.microsoft.com/office/drawing/2014/main" id="{E38BA22D-8C0A-4E07-BC20-9D0B8C08B0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5029200"/>
            <a:ext cx="87788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. . . </a:t>
            </a:r>
          </a:p>
        </p:txBody>
      </p:sp>
      <p:sp>
        <p:nvSpPr>
          <p:cNvPr id="117766" name="TextBox 1">
            <a:extLst>
              <a:ext uri="{FF2B5EF4-FFF2-40B4-BE49-F238E27FC236}">
                <a16:creationId xmlns:a16="http://schemas.microsoft.com/office/drawing/2014/main" id="{2C8AB542-69BF-4B0B-A988-2A0FBD7A92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29288" y="5584825"/>
            <a:ext cx="113347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Stage 0</a:t>
            </a:r>
          </a:p>
        </p:txBody>
      </p:sp>
      <p:sp>
        <p:nvSpPr>
          <p:cNvPr id="117767" name="TextBox 164">
            <a:extLst>
              <a:ext uri="{FF2B5EF4-FFF2-40B4-BE49-F238E27FC236}">
                <a16:creationId xmlns:a16="http://schemas.microsoft.com/office/drawing/2014/main" id="{39098636-E0DF-4122-BB85-F22EF0CDF7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375" y="5611813"/>
            <a:ext cx="1133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Stage 1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5" name="TextBox 12">
            <a:extLst>
              <a:ext uri="{FF2B5EF4-FFF2-40B4-BE49-F238E27FC236}">
                <a16:creationId xmlns:a16="http://schemas.microsoft.com/office/drawing/2014/main" id="{C75812F7-8A2D-43FB-9BD1-2B4D19C481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2438" y="2286000"/>
            <a:ext cx="3103562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32B21C28-B5A8-634F-9EAA-89CAFB6011F2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Carry for the first stage</a:t>
            </a:r>
          </a:p>
        </p:txBody>
      </p:sp>
      <p:sp>
        <p:nvSpPr>
          <p:cNvPr id="4" name="TextBox 12">
            <a:extLst>
              <a:ext uri="{FF2B5EF4-FFF2-40B4-BE49-F238E27FC236}">
                <a16:creationId xmlns:a16="http://schemas.microsoft.com/office/drawing/2014/main" id="{F1051FB0-CA90-4E0C-8295-6D9357089A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2438" y="1447800"/>
            <a:ext cx="29670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</a:t>
            </a:r>
            <a:r>
              <a:rPr kumimoji="0" lang="en-US" altLang="en-US" sz="3600" b="1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1" i="1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809" name="Group 1">
            <a:extLst>
              <a:ext uri="{FF2B5EF4-FFF2-40B4-BE49-F238E27FC236}">
                <a16:creationId xmlns:a16="http://schemas.microsoft.com/office/drawing/2014/main" id="{482469F6-A8C5-4047-A474-57880C84FBE4}"/>
              </a:ext>
            </a:extLst>
          </p:cNvPr>
          <p:cNvGrpSpPr>
            <a:grpSpLocks/>
          </p:cNvGrpSpPr>
          <p:nvPr/>
        </p:nvGrpSpPr>
        <p:grpSpPr bwMode="auto">
          <a:xfrm>
            <a:off x="1490663" y="769938"/>
            <a:ext cx="6423025" cy="5783262"/>
            <a:chOff x="1490663" y="334963"/>
            <a:chExt cx="6423025" cy="5783262"/>
          </a:xfrm>
        </p:grpSpPr>
        <p:sp>
          <p:nvSpPr>
            <p:cNvPr id="119817" name="Rectangle 4">
              <a:extLst>
                <a:ext uri="{FF2B5EF4-FFF2-40B4-BE49-F238E27FC236}">
                  <a16:creationId xmlns:a16="http://schemas.microsoft.com/office/drawing/2014/main" id="{C2A15DA9-D971-4141-ACCA-6543607B6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18" name="Line 6">
              <a:extLst>
                <a:ext uri="{FF2B5EF4-FFF2-40B4-BE49-F238E27FC236}">
                  <a16:creationId xmlns:a16="http://schemas.microsoft.com/office/drawing/2014/main" id="{423DD731-AC68-4762-8E41-D004C9D630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19" name="Line 8">
              <a:extLst>
                <a:ext uri="{FF2B5EF4-FFF2-40B4-BE49-F238E27FC236}">
                  <a16:creationId xmlns:a16="http://schemas.microsoft.com/office/drawing/2014/main" id="{5B97EDBB-0AF2-44B6-8DCC-759914614A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20" name="Freeform 9">
              <a:extLst>
                <a:ext uri="{FF2B5EF4-FFF2-40B4-BE49-F238E27FC236}">
                  <a16:creationId xmlns:a16="http://schemas.microsoft.com/office/drawing/2014/main" id="{D4AA784D-E50C-4E60-9887-C8D93B20F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21" name="Freeform 10">
              <a:extLst>
                <a:ext uri="{FF2B5EF4-FFF2-40B4-BE49-F238E27FC236}">
                  <a16:creationId xmlns:a16="http://schemas.microsoft.com/office/drawing/2014/main" id="{F79EA0F3-9F48-4B22-B278-354246106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22" name="Line 12">
              <a:extLst>
                <a:ext uri="{FF2B5EF4-FFF2-40B4-BE49-F238E27FC236}">
                  <a16:creationId xmlns:a16="http://schemas.microsoft.com/office/drawing/2014/main" id="{30338ABD-76EF-4CAD-AA86-BD015F88E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23" name="Line 13">
              <a:extLst>
                <a:ext uri="{FF2B5EF4-FFF2-40B4-BE49-F238E27FC236}">
                  <a16:creationId xmlns:a16="http://schemas.microsoft.com/office/drawing/2014/main" id="{90CF4BA3-12B5-4862-BA82-31369B4ECB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24" name="Line 14">
              <a:extLst>
                <a:ext uri="{FF2B5EF4-FFF2-40B4-BE49-F238E27FC236}">
                  <a16:creationId xmlns:a16="http://schemas.microsoft.com/office/drawing/2014/main" id="{F87FCF69-2EF1-4908-B81E-D26957A9FB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25" name="Rectangle 19">
              <a:extLst>
                <a:ext uri="{FF2B5EF4-FFF2-40B4-BE49-F238E27FC236}">
                  <a16:creationId xmlns:a16="http://schemas.microsoft.com/office/drawing/2014/main" id="{320CA222-C58D-43B5-BA74-174506076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26" name="Rectangle 20">
              <a:extLst>
                <a:ext uri="{FF2B5EF4-FFF2-40B4-BE49-F238E27FC236}">
                  <a16:creationId xmlns:a16="http://schemas.microsoft.com/office/drawing/2014/main" id="{91D8F808-EE35-490E-8D82-70FE2A74D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27" name="Rectangle 21">
              <a:extLst>
                <a:ext uri="{FF2B5EF4-FFF2-40B4-BE49-F238E27FC236}">
                  <a16:creationId xmlns:a16="http://schemas.microsoft.com/office/drawing/2014/main" id="{9000A1D5-78DF-43B2-8C23-BB44E8A6A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28" name="Rectangle 22">
              <a:extLst>
                <a:ext uri="{FF2B5EF4-FFF2-40B4-BE49-F238E27FC236}">
                  <a16:creationId xmlns:a16="http://schemas.microsoft.com/office/drawing/2014/main" id="{2BBB64EA-F611-4B56-955E-B1518AD33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29" name="Rectangle 23">
              <a:extLst>
                <a:ext uri="{FF2B5EF4-FFF2-40B4-BE49-F238E27FC236}">
                  <a16:creationId xmlns:a16="http://schemas.microsoft.com/office/drawing/2014/main" id="{394C16F2-9000-4C73-8082-423B1ADDB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30" name="Rectangle 24">
              <a:extLst>
                <a:ext uri="{FF2B5EF4-FFF2-40B4-BE49-F238E27FC236}">
                  <a16:creationId xmlns:a16="http://schemas.microsoft.com/office/drawing/2014/main" id="{8A230A2A-48C4-4B26-9D5A-E69611762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31" name="Rectangle 25">
              <a:extLst>
                <a:ext uri="{FF2B5EF4-FFF2-40B4-BE49-F238E27FC236}">
                  <a16:creationId xmlns:a16="http://schemas.microsoft.com/office/drawing/2014/main" id="{30B78DFA-8333-450B-9C86-D3E3E9572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32" name="Rectangle 26">
              <a:extLst>
                <a:ext uri="{FF2B5EF4-FFF2-40B4-BE49-F238E27FC236}">
                  <a16:creationId xmlns:a16="http://schemas.microsoft.com/office/drawing/2014/main" id="{D4602D9D-485D-4474-91F3-AFB2E63D6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33" name="Rectangle 27">
              <a:extLst>
                <a:ext uri="{FF2B5EF4-FFF2-40B4-BE49-F238E27FC236}">
                  <a16:creationId xmlns:a16="http://schemas.microsoft.com/office/drawing/2014/main" id="{4CB0E68E-2AAC-4239-9229-167E1FD1E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34" name="Line 28">
              <a:extLst>
                <a:ext uri="{FF2B5EF4-FFF2-40B4-BE49-F238E27FC236}">
                  <a16:creationId xmlns:a16="http://schemas.microsoft.com/office/drawing/2014/main" id="{EC96AFAB-8EF4-4E2D-A11D-5F7999F8AD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35" name="Rectangle 29">
              <a:extLst>
                <a:ext uri="{FF2B5EF4-FFF2-40B4-BE49-F238E27FC236}">
                  <a16:creationId xmlns:a16="http://schemas.microsoft.com/office/drawing/2014/main" id="{09181FDC-5471-47AB-AC2E-C714E298A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36" name="Rectangle 30">
              <a:extLst>
                <a:ext uri="{FF2B5EF4-FFF2-40B4-BE49-F238E27FC236}">
                  <a16:creationId xmlns:a16="http://schemas.microsoft.com/office/drawing/2014/main" id="{E7DFFA2B-B9FF-4D01-9AB0-FF3E521BB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37" name="Rectangle 31">
              <a:extLst>
                <a:ext uri="{FF2B5EF4-FFF2-40B4-BE49-F238E27FC236}">
                  <a16:creationId xmlns:a16="http://schemas.microsoft.com/office/drawing/2014/main" id="{BCDF2BB6-83A5-422E-9DC1-DB8D65A53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38" name="Rectangle 32">
              <a:extLst>
                <a:ext uri="{FF2B5EF4-FFF2-40B4-BE49-F238E27FC236}">
                  <a16:creationId xmlns:a16="http://schemas.microsoft.com/office/drawing/2014/main" id="{3EC6349F-49F5-4461-884A-991327D35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39" name="Rectangle 33">
              <a:extLst>
                <a:ext uri="{FF2B5EF4-FFF2-40B4-BE49-F238E27FC236}">
                  <a16:creationId xmlns:a16="http://schemas.microsoft.com/office/drawing/2014/main" id="{3CB994FF-7131-4E97-AA1E-42FDC53FF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40" name="Rectangle 34">
              <a:extLst>
                <a:ext uri="{FF2B5EF4-FFF2-40B4-BE49-F238E27FC236}">
                  <a16:creationId xmlns:a16="http://schemas.microsoft.com/office/drawing/2014/main" id="{BB3910C3-6E0C-4BC6-AD13-862FF98E7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41" name="Rectangle 35">
              <a:extLst>
                <a:ext uri="{FF2B5EF4-FFF2-40B4-BE49-F238E27FC236}">
                  <a16:creationId xmlns:a16="http://schemas.microsoft.com/office/drawing/2014/main" id="{F2D7C054-BEB7-49CF-9B19-F61099285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42" name="Rectangle 36">
              <a:extLst>
                <a:ext uri="{FF2B5EF4-FFF2-40B4-BE49-F238E27FC236}">
                  <a16:creationId xmlns:a16="http://schemas.microsoft.com/office/drawing/2014/main" id="{7901E0E0-7497-4729-A424-753490E1A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43" name="Line 37">
              <a:extLst>
                <a:ext uri="{FF2B5EF4-FFF2-40B4-BE49-F238E27FC236}">
                  <a16:creationId xmlns:a16="http://schemas.microsoft.com/office/drawing/2014/main" id="{36B40A8F-38B0-491A-AECA-E5B85BCE2C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44" name="Line 39">
              <a:extLst>
                <a:ext uri="{FF2B5EF4-FFF2-40B4-BE49-F238E27FC236}">
                  <a16:creationId xmlns:a16="http://schemas.microsoft.com/office/drawing/2014/main" id="{464976D2-27FF-4C87-9960-CF0C3CDD43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45" name="Line 40">
              <a:extLst>
                <a:ext uri="{FF2B5EF4-FFF2-40B4-BE49-F238E27FC236}">
                  <a16:creationId xmlns:a16="http://schemas.microsoft.com/office/drawing/2014/main" id="{03446948-542E-4F08-951C-C851DA0EC5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46" name="Line 41">
              <a:extLst>
                <a:ext uri="{FF2B5EF4-FFF2-40B4-BE49-F238E27FC236}">
                  <a16:creationId xmlns:a16="http://schemas.microsoft.com/office/drawing/2014/main" id="{1373CFA1-2A4B-4931-97CF-3889D45C55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47" name="Line 48">
              <a:extLst>
                <a:ext uri="{FF2B5EF4-FFF2-40B4-BE49-F238E27FC236}">
                  <a16:creationId xmlns:a16="http://schemas.microsoft.com/office/drawing/2014/main" id="{C6CFD67C-57F0-450E-AFC6-D242DAD891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48" name="Line 50">
              <a:extLst>
                <a:ext uri="{FF2B5EF4-FFF2-40B4-BE49-F238E27FC236}">
                  <a16:creationId xmlns:a16="http://schemas.microsoft.com/office/drawing/2014/main" id="{EE1E6B9C-A09F-49F7-9A7C-661204BA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49" name="Line 51">
              <a:extLst>
                <a:ext uri="{FF2B5EF4-FFF2-40B4-BE49-F238E27FC236}">
                  <a16:creationId xmlns:a16="http://schemas.microsoft.com/office/drawing/2014/main" id="{141FE398-2BD6-4985-8B72-7AD2D0AA8A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50" name="Line 52">
              <a:extLst>
                <a:ext uri="{FF2B5EF4-FFF2-40B4-BE49-F238E27FC236}">
                  <a16:creationId xmlns:a16="http://schemas.microsoft.com/office/drawing/2014/main" id="{B4A434BC-E6BC-49E6-8109-C055AC8554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51" name="Line 61">
              <a:extLst>
                <a:ext uri="{FF2B5EF4-FFF2-40B4-BE49-F238E27FC236}">
                  <a16:creationId xmlns:a16="http://schemas.microsoft.com/office/drawing/2014/main" id="{AA408A73-757A-44D7-A565-1DE55DB097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52" name="Line 62">
              <a:extLst>
                <a:ext uri="{FF2B5EF4-FFF2-40B4-BE49-F238E27FC236}">
                  <a16:creationId xmlns:a16="http://schemas.microsoft.com/office/drawing/2014/main" id="{63132C05-BA66-4FA8-A3EA-D17101CEA4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53" name="Line 63">
              <a:extLst>
                <a:ext uri="{FF2B5EF4-FFF2-40B4-BE49-F238E27FC236}">
                  <a16:creationId xmlns:a16="http://schemas.microsoft.com/office/drawing/2014/main" id="{6DDB620A-A9DC-42B4-9995-3F822CC556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54" name="Line 68">
              <a:extLst>
                <a:ext uri="{FF2B5EF4-FFF2-40B4-BE49-F238E27FC236}">
                  <a16:creationId xmlns:a16="http://schemas.microsoft.com/office/drawing/2014/main" id="{5F97DA39-CE73-4C48-A220-BB57514053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55" name="Line 69">
              <a:extLst>
                <a:ext uri="{FF2B5EF4-FFF2-40B4-BE49-F238E27FC236}">
                  <a16:creationId xmlns:a16="http://schemas.microsoft.com/office/drawing/2014/main" id="{9ECDE23E-9FD2-4B4D-9D98-846C56D927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56" name="Line 73">
              <a:extLst>
                <a:ext uri="{FF2B5EF4-FFF2-40B4-BE49-F238E27FC236}">
                  <a16:creationId xmlns:a16="http://schemas.microsoft.com/office/drawing/2014/main" id="{DC78D522-9DFA-43BA-804F-9C012AE28E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57" name="Line 74">
              <a:extLst>
                <a:ext uri="{FF2B5EF4-FFF2-40B4-BE49-F238E27FC236}">
                  <a16:creationId xmlns:a16="http://schemas.microsoft.com/office/drawing/2014/main" id="{AD88179C-3EE8-48F9-95FF-7C8353C4DD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58" name="Line 76">
              <a:extLst>
                <a:ext uri="{FF2B5EF4-FFF2-40B4-BE49-F238E27FC236}">
                  <a16:creationId xmlns:a16="http://schemas.microsoft.com/office/drawing/2014/main" id="{708D085E-32B7-4998-ADDE-A37B8C4A34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59" name="Freeform 77">
              <a:extLst>
                <a:ext uri="{FF2B5EF4-FFF2-40B4-BE49-F238E27FC236}">
                  <a16:creationId xmlns:a16="http://schemas.microsoft.com/office/drawing/2014/main" id="{72CDCA84-06BC-4D5F-A43F-456F2536C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60" name="Freeform 78">
              <a:extLst>
                <a:ext uri="{FF2B5EF4-FFF2-40B4-BE49-F238E27FC236}">
                  <a16:creationId xmlns:a16="http://schemas.microsoft.com/office/drawing/2014/main" id="{70C2B995-B04A-430A-A71B-D9BA13CFB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61" name="Freeform 79">
              <a:extLst>
                <a:ext uri="{FF2B5EF4-FFF2-40B4-BE49-F238E27FC236}">
                  <a16:creationId xmlns:a16="http://schemas.microsoft.com/office/drawing/2014/main" id="{18737AAA-8298-4398-941B-D8DA3A3CC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62" name="Line 80">
              <a:extLst>
                <a:ext uri="{FF2B5EF4-FFF2-40B4-BE49-F238E27FC236}">
                  <a16:creationId xmlns:a16="http://schemas.microsoft.com/office/drawing/2014/main" id="{6209F55C-477D-4C91-AE65-4A33841987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63" name="Line 81">
              <a:extLst>
                <a:ext uri="{FF2B5EF4-FFF2-40B4-BE49-F238E27FC236}">
                  <a16:creationId xmlns:a16="http://schemas.microsoft.com/office/drawing/2014/main" id="{1F4C4DC8-4261-4348-A132-F26FF6A855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64" name="Line 82">
              <a:extLst>
                <a:ext uri="{FF2B5EF4-FFF2-40B4-BE49-F238E27FC236}">
                  <a16:creationId xmlns:a16="http://schemas.microsoft.com/office/drawing/2014/main" id="{E47C4DCA-B115-4CE1-B0CF-AC700D5429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65" name="Line 83">
              <a:extLst>
                <a:ext uri="{FF2B5EF4-FFF2-40B4-BE49-F238E27FC236}">
                  <a16:creationId xmlns:a16="http://schemas.microsoft.com/office/drawing/2014/main" id="{427FDBFE-C6A0-41A2-B407-F9E5E70BDF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66" name="Freeform 84">
              <a:extLst>
                <a:ext uri="{FF2B5EF4-FFF2-40B4-BE49-F238E27FC236}">
                  <a16:creationId xmlns:a16="http://schemas.microsoft.com/office/drawing/2014/main" id="{1DC73EEB-AEEF-48CF-989C-49D7C3D03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67" name="Freeform 85">
              <a:extLst>
                <a:ext uri="{FF2B5EF4-FFF2-40B4-BE49-F238E27FC236}">
                  <a16:creationId xmlns:a16="http://schemas.microsoft.com/office/drawing/2014/main" id="{00C023A0-5555-4920-A3B9-7F7A5CA88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68" name="Freeform 86">
              <a:extLst>
                <a:ext uri="{FF2B5EF4-FFF2-40B4-BE49-F238E27FC236}">
                  <a16:creationId xmlns:a16="http://schemas.microsoft.com/office/drawing/2014/main" id="{70AFD991-568C-461F-819F-B99C9B1C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69" name="Freeform 87">
              <a:extLst>
                <a:ext uri="{FF2B5EF4-FFF2-40B4-BE49-F238E27FC236}">
                  <a16:creationId xmlns:a16="http://schemas.microsoft.com/office/drawing/2014/main" id="{A89CDCAF-7A2E-4CFE-8E88-DF2C3D78F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70" name="Line 89">
              <a:extLst>
                <a:ext uri="{FF2B5EF4-FFF2-40B4-BE49-F238E27FC236}">
                  <a16:creationId xmlns:a16="http://schemas.microsoft.com/office/drawing/2014/main" id="{03FA19BC-1CE1-424E-9E7A-DD68918C67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71" name="Freeform 90">
              <a:extLst>
                <a:ext uri="{FF2B5EF4-FFF2-40B4-BE49-F238E27FC236}">
                  <a16:creationId xmlns:a16="http://schemas.microsoft.com/office/drawing/2014/main" id="{161096F6-63AC-44CB-85AF-594D91818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72" name="Freeform 91">
              <a:extLst>
                <a:ext uri="{FF2B5EF4-FFF2-40B4-BE49-F238E27FC236}">
                  <a16:creationId xmlns:a16="http://schemas.microsoft.com/office/drawing/2014/main" id="{A2F15507-2B72-48B0-848C-28730830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73" name="Rectangle 92">
              <a:extLst>
                <a:ext uri="{FF2B5EF4-FFF2-40B4-BE49-F238E27FC236}">
                  <a16:creationId xmlns:a16="http://schemas.microsoft.com/office/drawing/2014/main" id="{1E77F1A6-5B88-4ECD-89F9-830766765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74" name="Line 93">
              <a:extLst>
                <a:ext uri="{FF2B5EF4-FFF2-40B4-BE49-F238E27FC236}">
                  <a16:creationId xmlns:a16="http://schemas.microsoft.com/office/drawing/2014/main" id="{AB038ABF-2420-431C-8473-27C69B9E72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75" name="Freeform 94">
              <a:extLst>
                <a:ext uri="{FF2B5EF4-FFF2-40B4-BE49-F238E27FC236}">
                  <a16:creationId xmlns:a16="http://schemas.microsoft.com/office/drawing/2014/main" id="{48544DF0-FB73-4029-A4AE-50C23B699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76" name="Freeform 95">
              <a:extLst>
                <a:ext uri="{FF2B5EF4-FFF2-40B4-BE49-F238E27FC236}">
                  <a16:creationId xmlns:a16="http://schemas.microsoft.com/office/drawing/2014/main" id="{5B245C0A-8C15-4217-92EB-C25BF2DB3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77" name="Line 96">
              <a:extLst>
                <a:ext uri="{FF2B5EF4-FFF2-40B4-BE49-F238E27FC236}">
                  <a16:creationId xmlns:a16="http://schemas.microsoft.com/office/drawing/2014/main" id="{4645ADD5-AE18-4164-99A5-0E40CE6250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78" name="Line 97">
              <a:extLst>
                <a:ext uri="{FF2B5EF4-FFF2-40B4-BE49-F238E27FC236}">
                  <a16:creationId xmlns:a16="http://schemas.microsoft.com/office/drawing/2014/main" id="{5165F6AB-E09C-4CFA-9878-9F82534168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79" name="Line 98">
              <a:extLst>
                <a:ext uri="{FF2B5EF4-FFF2-40B4-BE49-F238E27FC236}">
                  <a16:creationId xmlns:a16="http://schemas.microsoft.com/office/drawing/2014/main" id="{EFAAC5AE-A294-4EEA-AB20-9D6A858AE8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80" name="Rectangle 99">
              <a:extLst>
                <a:ext uri="{FF2B5EF4-FFF2-40B4-BE49-F238E27FC236}">
                  <a16:creationId xmlns:a16="http://schemas.microsoft.com/office/drawing/2014/main" id="{DCA3D1BD-3D7A-40F6-81BE-4548E4EBC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81" name="Rectangle 100">
              <a:extLst>
                <a:ext uri="{FF2B5EF4-FFF2-40B4-BE49-F238E27FC236}">
                  <a16:creationId xmlns:a16="http://schemas.microsoft.com/office/drawing/2014/main" id="{CFF7055F-8477-4079-ACC1-A168EA780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82" name="Rectangle 101">
              <a:extLst>
                <a:ext uri="{FF2B5EF4-FFF2-40B4-BE49-F238E27FC236}">
                  <a16:creationId xmlns:a16="http://schemas.microsoft.com/office/drawing/2014/main" id="{15145AA6-F55B-4912-B5C7-C62B32407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83" name="Rectangle 102">
              <a:extLst>
                <a:ext uri="{FF2B5EF4-FFF2-40B4-BE49-F238E27FC236}">
                  <a16:creationId xmlns:a16="http://schemas.microsoft.com/office/drawing/2014/main" id="{1C76D6A1-26E3-4BED-A456-DCD54B75F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84" name="Line 103">
              <a:extLst>
                <a:ext uri="{FF2B5EF4-FFF2-40B4-BE49-F238E27FC236}">
                  <a16:creationId xmlns:a16="http://schemas.microsoft.com/office/drawing/2014/main" id="{3A10759F-B49B-427C-9209-6ADEF9414F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85" name="Rectangle 104">
              <a:extLst>
                <a:ext uri="{FF2B5EF4-FFF2-40B4-BE49-F238E27FC236}">
                  <a16:creationId xmlns:a16="http://schemas.microsoft.com/office/drawing/2014/main" id="{D9CF98AA-6A3B-4D42-95B2-B11742159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86" name="Rectangle 105">
              <a:extLst>
                <a:ext uri="{FF2B5EF4-FFF2-40B4-BE49-F238E27FC236}">
                  <a16:creationId xmlns:a16="http://schemas.microsoft.com/office/drawing/2014/main" id="{60103643-D5F2-4527-BE19-B2F5F772C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87" name="Rectangle 106">
              <a:extLst>
                <a:ext uri="{FF2B5EF4-FFF2-40B4-BE49-F238E27FC236}">
                  <a16:creationId xmlns:a16="http://schemas.microsoft.com/office/drawing/2014/main" id="{CF00362E-81B5-4010-8C60-9760DFB4A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88" name="Rectangle 107">
              <a:extLst>
                <a:ext uri="{FF2B5EF4-FFF2-40B4-BE49-F238E27FC236}">
                  <a16:creationId xmlns:a16="http://schemas.microsoft.com/office/drawing/2014/main" id="{32669BFE-2EFA-485A-A149-78BEC4517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89" name="Line 110">
              <a:extLst>
                <a:ext uri="{FF2B5EF4-FFF2-40B4-BE49-F238E27FC236}">
                  <a16:creationId xmlns:a16="http://schemas.microsoft.com/office/drawing/2014/main" id="{6EFBF4B6-8BF6-4E4F-803C-1DD3D730F9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90" name="Line 111">
              <a:extLst>
                <a:ext uri="{FF2B5EF4-FFF2-40B4-BE49-F238E27FC236}">
                  <a16:creationId xmlns:a16="http://schemas.microsoft.com/office/drawing/2014/main" id="{090419A1-A95C-4114-88ED-FEF82C9DBF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91" name="Line 112">
              <a:extLst>
                <a:ext uri="{FF2B5EF4-FFF2-40B4-BE49-F238E27FC236}">
                  <a16:creationId xmlns:a16="http://schemas.microsoft.com/office/drawing/2014/main" id="{7B21380C-38A7-453C-8C83-683AD34A22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92" name="Line 117">
              <a:extLst>
                <a:ext uri="{FF2B5EF4-FFF2-40B4-BE49-F238E27FC236}">
                  <a16:creationId xmlns:a16="http://schemas.microsoft.com/office/drawing/2014/main" id="{ABF77DF4-1CDD-41E7-8C1D-8DA230524F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93" name="Line 118">
              <a:extLst>
                <a:ext uri="{FF2B5EF4-FFF2-40B4-BE49-F238E27FC236}">
                  <a16:creationId xmlns:a16="http://schemas.microsoft.com/office/drawing/2014/main" id="{DBBCEA20-D6E8-4A52-A45D-BCA06EA837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94" name="Line 119">
              <a:extLst>
                <a:ext uri="{FF2B5EF4-FFF2-40B4-BE49-F238E27FC236}">
                  <a16:creationId xmlns:a16="http://schemas.microsoft.com/office/drawing/2014/main" id="{4697339A-AD40-40D4-89DA-6E0E98EB20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95" name="Line 126">
              <a:extLst>
                <a:ext uri="{FF2B5EF4-FFF2-40B4-BE49-F238E27FC236}">
                  <a16:creationId xmlns:a16="http://schemas.microsoft.com/office/drawing/2014/main" id="{8E169954-CEC2-41F4-BDBE-38DBE8C93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96" name="Line 128">
              <a:extLst>
                <a:ext uri="{FF2B5EF4-FFF2-40B4-BE49-F238E27FC236}">
                  <a16:creationId xmlns:a16="http://schemas.microsoft.com/office/drawing/2014/main" id="{0F8C3402-7B0F-4A3E-BE32-51A6D50FE9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97" name="Line 129">
              <a:extLst>
                <a:ext uri="{FF2B5EF4-FFF2-40B4-BE49-F238E27FC236}">
                  <a16:creationId xmlns:a16="http://schemas.microsoft.com/office/drawing/2014/main" id="{EFDED799-441E-4DC6-AB39-1E95D60A0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98" name="Line 130">
              <a:extLst>
                <a:ext uri="{FF2B5EF4-FFF2-40B4-BE49-F238E27FC236}">
                  <a16:creationId xmlns:a16="http://schemas.microsoft.com/office/drawing/2014/main" id="{E21E6D27-674A-4457-9F29-57C6B0500B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899" name="Line 139">
              <a:extLst>
                <a:ext uri="{FF2B5EF4-FFF2-40B4-BE49-F238E27FC236}">
                  <a16:creationId xmlns:a16="http://schemas.microsoft.com/office/drawing/2014/main" id="{96CBD7BC-BD86-4512-B552-181BBCE542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00" name="Line 141">
              <a:extLst>
                <a:ext uri="{FF2B5EF4-FFF2-40B4-BE49-F238E27FC236}">
                  <a16:creationId xmlns:a16="http://schemas.microsoft.com/office/drawing/2014/main" id="{73076CC7-4DAC-4438-87DB-7DC8CB8107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01" name="Line 142">
              <a:extLst>
                <a:ext uri="{FF2B5EF4-FFF2-40B4-BE49-F238E27FC236}">
                  <a16:creationId xmlns:a16="http://schemas.microsoft.com/office/drawing/2014/main" id="{5CED2057-01CE-4CA9-9CF6-03D28EDBFA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02" name="Line 143">
              <a:extLst>
                <a:ext uri="{FF2B5EF4-FFF2-40B4-BE49-F238E27FC236}">
                  <a16:creationId xmlns:a16="http://schemas.microsoft.com/office/drawing/2014/main" id="{CED7658A-0113-448B-A95A-C37893F9D0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03" name="Freeform 148">
              <a:extLst>
                <a:ext uri="{FF2B5EF4-FFF2-40B4-BE49-F238E27FC236}">
                  <a16:creationId xmlns:a16="http://schemas.microsoft.com/office/drawing/2014/main" id="{1D675A40-664B-47EB-AF14-BA477A8D5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04" name="Freeform 149">
              <a:extLst>
                <a:ext uri="{FF2B5EF4-FFF2-40B4-BE49-F238E27FC236}">
                  <a16:creationId xmlns:a16="http://schemas.microsoft.com/office/drawing/2014/main" id="{65C40013-A67D-4A66-9662-28B410E67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2" y="584200"/>
              <a:ext cx="485919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05" name="Line 152">
              <a:extLst>
                <a:ext uri="{FF2B5EF4-FFF2-40B4-BE49-F238E27FC236}">
                  <a16:creationId xmlns:a16="http://schemas.microsoft.com/office/drawing/2014/main" id="{4F86BD8C-6E95-43A2-A3E5-D296C6CA90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06" name="Line 153">
              <a:extLst>
                <a:ext uri="{FF2B5EF4-FFF2-40B4-BE49-F238E27FC236}">
                  <a16:creationId xmlns:a16="http://schemas.microsoft.com/office/drawing/2014/main" id="{6ABCC445-7E98-446A-B693-3E132F998E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07" name="Line 154">
              <a:extLst>
                <a:ext uri="{FF2B5EF4-FFF2-40B4-BE49-F238E27FC236}">
                  <a16:creationId xmlns:a16="http://schemas.microsoft.com/office/drawing/2014/main" id="{79688F92-5F7D-4697-A6DC-C545B9E9E7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08" name="Line 155">
              <a:extLst>
                <a:ext uri="{FF2B5EF4-FFF2-40B4-BE49-F238E27FC236}">
                  <a16:creationId xmlns:a16="http://schemas.microsoft.com/office/drawing/2014/main" id="{0245CF76-89A9-428B-83F0-A0DA11773A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76975" y="2982913"/>
              <a:ext cx="9525" cy="468312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09" name="Freeform 156">
              <a:extLst>
                <a:ext uri="{FF2B5EF4-FFF2-40B4-BE49-F238E27FC236}">
                  <a16:creationId xmlns:a16="http://schemas.microsoft.com/office/drawing/2014/main" id="{F9899F59-E763-4617-BC25-BD10B3528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0" name="Line 157">
              <a:extLst>
                <a:ext uri="{FF2B5EF4-FFF2-40B4-BE49-F238E27FC236}">
                  <a16:creationId xmlns:a16="http://schemas.microsoft.com/office/drawing/2014/main" id="{E7B04315-2722-4C83-9826-C8C5A1399B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1" name="Freeform 158">
              <a:extLst>
                <a:ext uri="{FF2B5EF4-FFF2-40B4-BE49-F238E27FC236}">
                  <a16:creationId xmlns:a16="http://schemas.microsoft.com/office/drawing/2014/main" id="{30F392DC-48B8-4D4A-B525-2AB69B719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2" name="Line 159">
              <a:extLst>
                <a:ext uri="{FF2B5EF4-FFF2-40B4-BE49-F238E27FC236}">
                  <a16:creationId xmlns:a16="http://schemas.microsoft.com/office/drawing/2014/main" id="{3B8EC64D-BA19-450C-99E8-835C0C19E6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3" name="Freeform 160">
              <a:extLst>
                <a:ext uri="{FF2B5EF4-FFF2-40B4-BE49-F238E27FC236}">
                  <a16:creationId xmlns:a16="http://schemas.microsoft.com/office/drawing/2014/main" id="{388E2E54-D96A-413B-AB11-C8FF99410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4" name="Rectangle 161">
              <a:extLst>
                <a:ext uri="{FF2B5EF4-FFF2-40B4-BE49-F238E27FC236}">
                  <a16:creationId xmlns:a16="http://schemas.microsoft.com/office/drawing/2014/main" id="{97CB7420-D2FE-4A99-BE0E-984F1DF03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5" name="Rectangle 162">
              <a:extLst>
                <a:ext uri="{FF2B5EF4-FFF2-40B4-BE49-F238E27FC236}">
                  <a16:creationId xmlns:a16="http://schemas.microsoft.com/office/drawing/2014/main" id="{10D7AEB5-DC3C-4261-A8AA-149F6A228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6" name="Rectangle 163">
              <a:extLst>
                <a:ext uri="{FF2B5EF4-FFF2-40B4-BE49-F238E27FC236}">
                  <a16:creationId xmlns:a16="http://schemas.microsoft.com/office/drawing/2014/main" id="{E4C2903B-A4CB-40EA-AB4E-923CF550A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7" name="Rectangle 164">
              <a:extLst>
                <a:ext uri="{FF2B5EF4-FFF2-40B4-BE49-F238E27FC236}">
                  <a16:creationId xmlns:a16="http://schemas.microsoft.com/office/drawing/2014/main" id="{BE7EDE5E-12B3-4588-B56A-CDC04B5B6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8" name="Freeform 165">
              <a:extLst>
                <a:ext uri="{FF2B5EF4-FFF2-40B4-BE49-F238E27FC236}">
                  <a16:creationId xmlns:a16="http://schemas.microsoft.com/office/drawing/2014/main" id="{AC5841FC-F85F-459F-B73B-C849F306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19" name="Line 169">
              <a:extLst>
                <a:ext uri="{FF2B5EF4-FFF2-40B4-BE49-F238E27FC236}">
                  <a16:creationId xmlns:a16="http://schemas.microsoft.com/office/drawing/2014/main" id="{8B2E5A6A-A536-4E3E-A08B-0BB82E8103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20" name="Line 170">
              <a:extLst>
                <a:ext uri="{FF2B5EF4-FFF2-40B4-BE49-F238E27FC236}">
                  <a16:creationId xmlns:a16="http://schemas.microsoft.com/office/drawing/2014/main" id="{BEF7AAF3-87BB-485A-9B9A-EF1756E4DB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21" name="Freeform 171">
              <a:extLst>
                <a:ext uri="{FF2B5EF4-FFF2-40B4-BE49-F238E27FC236}">
                  <a16:creationId xmlns:a16="http://schemas.microsoft.com/office/drawing/2014/main" id="{464EE4CC-B2F8-4A56-B40B-F3E854EEE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22" name="Freeform 172">
              <a:extLst>
                <a:ext uri="{FF2B5EF4-FFF2-40B4-BE49-F238E27FC236}">
                  <a16:creationId xmlns:a16="http://schemas.microsoft.com/office/drawing/2014/main" id="{6924B74E-CB0F-42EB-A103-D53C736DD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23" name="Freeform 173">
              <a:extLst>
                <a:ext uri="{FF2B5EF4-FFF2-40B4-BE49-F238E27FC236}">
                  <a16:creationId xmlns:a16="http://schemas.microsoft.com/office/drawing/2014/main" id="{B11B2F62-B49E-4811-BB02-5D2000B3E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24" name="Freeform 174">
              <a:extLst>
                <a:ext uri="{FF2B5EF4-FFF2-40B4-BE49-F238E27FC236}">
                  <a16:creationId xmlns:a16="http://schemas.microsoft.com/office/drawing/2014/main" id="{DF1049BC-60CB-480E-86ED-6B74EE4E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25" name="Rectangle 175">
              <a:extLst>
                <a:ext uri="{FF2B5EF4-FFF2-40B4-BE49-F238E27FC236}">
                  <a16:creationId xmlns:a16="http://schemas.microsoft.com/office/drawing/2014/main" id="{4B4ACC8B-60B6-4656-80AD-E9CE53529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26" name="AutoShape 177">
              <a:extLst>
                <a:ext uri="{FF2B5EF4-FFF2-40B4-BE49-F238E27FC236}">
                  <a16:creationId xmlns:a16="http://schemas.microsoft.com/office/drawing/2014/main" id="{AA68F81E-71A0-4A05-8E1B-C40E74C09A5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27" name="AutoShape 179">
              <a:extLst>
                <a:ext uri="{FF2B5EF4-FFF2-40B4-BE49-F238E27FC236}">
                  <a16:creationId xmlns:a16="http://schemas.microsoft.com/office/drawing/2014/main" id="{A27F7D02-EA6E-441C-B7A1-484AC18A45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28" name="AutoShape 181">
              <a:extLst>
                <a:ext uri="{FF2B5EF4-FFF2-40B4-BE49-F238E27FC236}">
                  <a16:creationId xmlns:a16="http://schemas.microsoft.com/office/drawing/2014/main" id="{F83DE0D4-ECDD-462D-A4A3-B72976F620A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29" name="AutoShape 183">
              <a:extLst>
                <a:ext uri="{FF2B5EF4-FFF2-40B4-BE49-F238E27FC236}">
                  <a16:creationId xmlns:a16="http://schemas.microsoft.com/office/drawing/2014/main" id="{58637F42-CD2B-4A24-97F5-04C64DACCCC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930" name="AutoShape 185">
              <a:extLst>
                <a:ext uri="{FF2B5EF4-FFF2-40B4-BE49-F238E27FC236}">
                  <a16:creationId xmlns:a16="http://schemas.microsoft.com/office/drawing/2014/main" id="{B82D736B-5612-45AD-866F-7C79831530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19931" name="Group 202">
              <a:extLst>
                <a:ext uri="{FF2B5EF4-FFF2-40B4-BE49-F238E27FC236}">
                  <a16:creationId xmlns:a16="http://schemas.microsoft.com/office/drawing/2014/main" id="{06652326-4EEA-4AA2-B854-DF066F67AE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19965" name="Freeform 203">
                <a:extLst>
                  <a:ext uri="{FF2B5EF4-FFF2-40B4-BE49-F238E27FC236}">
                    <a16:creationId xmlns:a16="http://schemas.microsoft.com/office/drawing/2014/main" id="{51BFD4D3-E747-4716-BEF4-1A3F0E99A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66" name="Freeform 204">
                <a:extLst>
                  <a:ext uri="{FF2B5EF4-FFF2-40B4-BE49-F238E27FC236}">
                    <a16:creationId xmlns:a16="http://schemas.microsoft.com/office/drawing/2014/main" id="{36311B5A-36AA-40A0-97BC-C5109F4D7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19967" name="Group 205">
                <a:extLst>
                  <a:ext uri="{FF2B5EF4-FFF2-40B4-BE49-F238E27FC236}">
                    <a16:creationId xmlns:a16="http://schemas.microsoft.com/office/drawing/2014/main" id="{311D1363-7F55-4423-82CB-C8C9A18970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19968" name="Freeform 206">
                  <a:extLst>
                    <a:ext uri="{FF2B5EF4-FFF2-40B4-BE49-F238E27FC236}">
                      <a16:creationId xmlns:a16="http://schemas.microsoft.com/office/drawing/2014/main" id="{53048039-B1B6-40F9-BFF9-AFD182844A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969" name="Freeform 207">
                  <a:extLst>
                    <a:ext uri="{FF2B5EF4-FFF2-40B4-BE49-F238E27FC236}">
                      <a16:creationId xmlns:a16="http://schemas.microsoft.com/office/drawing/2014/main" id="{72F9FBF6-7E41-4102-A017-3F1F188C6B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970" name="Freeform 208">
                  <a:extLst>
                    <a:ext uri="{FF2B5EF4-FFF2-40B4-BE49-F238E27FC236}">
                      <a16:creationId xmlns:a16="http://schemas.microsoft.com/office/drawing/2014/main" id="{57652FC2-5AAC-43BA-AE5E-C6B7AE4A3E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971" name="Freeform 209">
                  <a:extLst>
                    <a:ext uri="{FF2B5EF4-FFF2-40B4-BE49-F238E27FC236}">
                      <a16:creationId xmlns:a16="http://schemas.microsoft.com/office/drawing/2014/main" id="{52ECCADF-9948-4F47-B116-2FDE18ECD2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972" name="Freeform 210">
                  <a:extLst>
                    <a:ext uri="{FF2B5EF4-FFF2-40B4-BE49-F238E27FC236}">
                      <a16:creationId xmlns:a16="http://schemas.microsoft.com/office/drawing/2014/main" id="{DFDB5B87-3D40-47A6-AFF6-2190CDC434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19932" name="Group 229">
              <a:extLst>
                <a:ext uri="{FF2B5EF4-FFF2-40B4-BE49-F238E27FC236}">
                  <a16:creationId xmlns:a16="http://schemas.microsoft.com/office/drawing/2014/main" id="{3B535B82-B1AF-4A57-8D86-A958C3E7BA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19957" name="Freeform 230">
                <a:extLst>
                  <a:ext uri="{FF2B5EF4-FFF2-40B4-BE49-F238E27FC236}">
                    <a16:creationId xmlns:a16="http://schemas.microsoft.com/office/drawing/2014/main" id="{B3F5DCF2-4E58-4129-930A-984CBA918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58" name="Freeform 231">
                <a:extLst>
                  <a:ext uri="{FF2B5EF4-FFF2-40B4-BE49-F238E27FC236}">
                    <a16:creationId xmlns:a16="http://schemas.microsoft.com/office/drawing/2014/main" id="{83E17BCB-4279-487C-85D2-52CE1478E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19959" name="Group 232">
                <a:extLst>
                  <a:ext uri="{FF2B5EF4-FFF2-40B4-BE49-F238E27FC236}">
                    <a16:creationId xmlns:a16="http://schemas.microsoft.com/office/drawing/2014/main" id="{F6692380-55A6-47C8-94C9-2FBE970D42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19960" name="Freeform 233">
                  <a:extLst>
                    <a:ext uri="{FF2B5EF4-FFF2-40B4-BE49-F238E27FC236}">
                      <a16:creationId xmlns:a16="http://schemas.microsoft.com/office/drawing/2014/main" id="{39E39769-BB63-4A58-B25A-E3AB07C45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961" name="Freeform 234">
                  <a:extLst>
                    <a:ext uri="{FF2B5EF4-FFF2-40B4-BE49-F238E27FC236}">
                      <a16:creationId xmlns:a16="http://schemas.microsoft.com/office/drawing/2014/main" id="{F93EB9C7-FD29-4E50-9800-540B7F4349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962" name="Freeform 235">
                  <a:extLst>
                    <a:ext uri="{FF2B5EF4-FFF2-40B4-BE49-F238E27FC236}">
                      <a16:creationId xmlns:a16="http://schemas.microsoft.com/office/drawing/2014/main" id="{E6119ABA-67E6-424D-A65B-132BD817D5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963" name="Freeform 236">
                  <a:extLst>
                    <a:ext uri="{FF2B5EF4-FFF2-40B4-BE49-F238E27FC236}">
                      <a16:creationId xmlns:a16="http://schemas.microsoft.com/office/drawing/2014/main" id="{63680163-8B0A-4EB1-B691-71976276E7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964" name="Freeform 237">
                  <a:extLst>
                    <a:ext uri="{FF2B5EF4-FFF2-40B4-BE49-F238E27FC236}">
                      <a16:creationId xmlns:a16="http://schemas.microsoft.com/office/drawing/2014/main" id="{D95B8C43-3066-413C-AAF4-11F6068D36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19933" name="Group 244">
              <a:extLst>
                <a:ext uri="{FF2B5EF4-FFF2-40B4-BE49-F238E27FC236}">
                  <a16:creationId xmlns:a16="http://schemas.microsoft.com/office/drawing/2014/main" id="{AC8E0326-4E40-4098-A2B6-954AEE0C73A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19952" name="Freeform 245">
                <a:extLst>
                  <a:ext uri="{FF2B5EF4-FFF2-40B4-BE49-F238E27FC236}">
                    <a16:creationId xmlns:a16="http://schemas.microsoft.com/office/drawing/2014/main" id="{BD4E0B07-39E1-44B6-9374-ECC848C7D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53" name="Freeform 246">
                <a:extLst>
                  <a:ext uri="{FF2B5EF4-FFF2-40B4-BE49-F238E27FC236}">
                    <a16:creationId xmlns:a16="http://schemas.microsoft.com/office/drawing/2014/main" id="{86C9E063-6018-4590-8411-BE39F4F03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54" name="Freeform 247">
                <a:extLst>
                  <a:ext uri="{FF2B5EF4-FFF2-40B4-BE49-F238E27FC236}">
                    <a16:creationId xmlns:a16="http://schemas.microsoft.com/office/drawing/2014/main" id="{032EB9C7-E26E-4157-85FA-C9C8AD4F9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55" name="Freeform 248">
                <a:extLst>
                  <a:ext uri="{FF2B5EF4-FFF2-40B4-BE49-F238E27FC236}">
                    <a16:creationId xmlns:a16="http://schemas.microsoft.com/office/drawing/2014/main" id="{B63AC920-E428-4673-B9E6-03FC34626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56" name="Freeform 249">
                <a:extLst>
                  <a:ext uri="{FF2B5EF4-FFF2-40B4-BE49-F238E27FC236}">
                    <a16:creationId xmlns:a16="http://schemas.microsoft.com/office/drawing/2014/main" id="{1E7CC9B9-A3B8-4088-9914-9731E1BF7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9934" name="Group 256">
              <a:extLst>
                <a:ext uri="{FF2B5EF4-FFF2-40B4-BE49-F238E27FC236}">
                  <a16:creationId xmlns:a16="http://schemas.microsoft.com/office/drawing/2014/main" id="{57B113B7-B229-458C-B2B9-777140B94DB0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19947" name="Freeform 257">
                <a:extLst>
                  <a:ext uri="{FF2B5EF4-FFF2-40B4-BE49-F238E27FC236}">
                    <a16:creationId xmlns:a16="http://schemas.microsoft.com/office/drawing/2014/main" id="{9597CF4F-BB74-4433-88E5-51307AFEF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48" name="Freeform 258">
                <a:extLst>
                  <a:ext uri="{FF2B5EF4-FFF2-40B4-BE49-F238E27FC236}">
                    <a16:creationId xmlns:a16="http://schemas.microsoft.com/office/drawing/2014/main" id="{58FFA140-749D-4FBB-8971-D97FFEA27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49" name="Freeform 259">
                <a:extLst>
                  <a:ext uri="{FF2B5EF4-FFF2-40B4-BE49-F238E27FC236}">
                    <a16:creationId xmlns:a16="http://schemas.microsoft.com/office/drawing/2014/main" id="{11F44170-5598-40FA-9005-6C1480854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50" name="Freeform 260">
                <a:extLst>
                  <a:ext uri="{FF2B5EF4-FFF2-40B4-BE49-F238E27FC236}">
                    <a16:creationId xmlns:a16="http://schemas.microsoft.com/office/drawing/2014/main" id="{FB035332-A197-4901-BCD5-31FE3821E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51" name="Freeform 261">
                <a:extLst>
                  <a:ext uri="{FF2B5EF4-FFF2-40B4-BE49-F238E27FC236}">
                    <a16:creationId xmlns:a16="http://schemas.microsoft.com/office/drawing/2014/main" id="{3A37B2BB-55C0-4FC1-A26E-2277B35CD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9935" name="Group 274">
              <a:extLst>
                <a:ext uri="{FF2B5EF4-FFF2-40B4-BE49-F238E27FC236}">
                  <a16:creationId xmlns:a16="http://schemas.microsoft.com/office/drawing/2014/main" id="{6D076F19-34D7-44B2-82BC-54A4F1CFF84A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19942" name="Freeform 275">
                <a:extLst>
                  <a:ext uri="{FF2B5EF4-FFF2-40B4-BE49-F238E27FC236}">
                    <a16:creationId xmlns:a16="http://schemas.microsoft.com/office/drawing/2014/main" id="{CD589684-FB0B-45BA-8116-40DD7F6C4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43" name="Freeform 276">
                <a:extLst>
                  <a:ext uri="{FF2B5EF4-FFF2-40B4-BE49-F238E27FC236}">
                    <a16:creationId xmlns:a16="http://schemas.microsoft.com/office/drawing/2014/main" id="{82A56AD0-96D4-4920-8B9F-E3E1A39C1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44" name="Freeform 277">
                <a:extLst>
                  <a:ext uri="{FF2B5EF4-FFF2-40B4-BE49-F238E27FC236}">
                    <a16:creationId xmlns:a16="http://schemas.microsoft.com/office/drawing/2014/main" id="{5BCE3A14-3559-478F-BB30-149AD21A0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45" name="Freeform 278">
                <a:extLst>
                  <a:ext uri="{FF2B5EF4-FFF2-40B4-BE49-F238E27FC236}">
                    <a16:creationId xmlns:a16="http://schemas.microsoft.com/office/drawing/2014/main" id="{563DFB6E-69A9-447C-B0BB-D1E33F9DC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46" name="Freeform 279">
                <a:extLst>
                  <a:ext uri="{FF2B5EF4-FFF2-40B4-BE49-F238E27FC236}">
                    <a16:creationId xmlns:a16="http://schemas.microsoft.com/office/drawing/2014/main" id="{6C62124F-5680-416A-AB0E-61AEA5177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9936" name="Group 286">
              <a:extLst>
                <a:ext uri="{FF2B5EF4-FFF2-40B4-BE49-F238E27FC236}">
                  <a16:creationId xmlns:a16="http://schemas.microsoft.com/office/drawing/2014/main" id="{14F0FC02-25A9-4F74-8D46-7DCEBD206268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19937" name="Freeform 287">
                <a:extLst>
                  <a:ext uri="{FF2B5EF4-FFF2-40B4-BE49-F238E27FC236}">
                    <a16:creationId xmlns:a16="http://schemas.microsoft.com/office/drawing/2014/main" id="{89389C78-E165-4593-ADBA-B0C152909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38" name="Freeform 288">
                <a:extLst>
                  <a:ext uri="{FF2B5EF4-FFF2-40B4-BE49-F238E27FC236}">
                    <a16:creationId xmlns:a16="http://schemas.microsoft.com/office/drawing/2014/main" id="{0A6B10C4-47D3-41D2-9F22-9E38C580B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39" name="Freeform 289">
                <a:extLst>
                  <a:ext uri="{FF2B5EF4-FFF2-40B4-BE49-F238E27FC236}">
                    <a16:creationId xmlns:a16="http://schemas.microsoft.com/office/drawing/2014/main" id="{8A419461-5E6B-4765-86BF-2ED3C9BB8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40" name="Freeform 290">
                <a:extLst>
                  <a:ext uri="{FF2B5EF4-FFF2-40B4-BE49-F238E27FC236}">
                    <a16:creationId xmlns:a16="http://schemas.microsoft.com/office/drawing/2014/main" id="{35B81908-1A62-4B8F-B458-69FEC9D60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9941" name="Freeform 291">
                <a:extLst>
                  <a:ext uri="{FF2B5EF4-FFF2-40B4-BE49-F238E27FC236}">
                    <a16:creationId xmlns:a16="http://schemas.microsoft.com/office/drawing/2014/main" id="{B34AD1B3-6602-4885-9FBF-50A23BDD8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19810" name="TextBox 12">
            <a:extLst>
              <a:ext uri="{FF2B5EF4-FFF2-40B4-BE49-F238E27FC236}">
                <a16:creationId xmlns:a16="http://schemas.microsoft.com/office/drawing/2014/main" id="{D3D7344F-5B0F-4E7B-BDF2-AD5F73F190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0" y="5922963"/>
            <a:ext cx="2063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19811" name="Line 174">
            <a:extLst>
              <a:ext uri="{FF2B5EF4-FFF2-40B4-BE49-F238E27FC236}">
                <a16:creationId xmlns:a16="http://schemas.microsoft.com/office/drawing/2014/main" id="{21BCA210-1C0C-4DCD-8E43-8EDDDE37BFF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45138" y="2460625"/>
            <a:ext cx="3175" cy="265112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2" name="Freeform 148">
            <a:extLst>
              <a:ext uri="{FF2B5EF4-FFF2-40B4-BE49-F238E27FC236}">
                <a16:creationId xmlns:a16="http://schemas.microsoft.com/office/drawing/2014/main" id="{18FFCE42-EF5E-4468-A514-F1B8B1969D28}"/>
              </a:ext>
            </a:extLst>
          </p:cNvPr>
          <p:cNvSpPr>
            <a:spLocks/>
          </p:cNvSpPr>
          <p:nvPr/>
        </p:nvSpPr>
        <p:spPr bwMode="auto">
          <a:xfrm flipH="1">
            <a:off x="6357938" y="1706563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3" name="Freeform 148">
            <a:extLst>
              <a:ext uri="{FF2B5EF4-FFF2-40B4-BE49-F238E27FC236}">
                <a16:creationId xmlns:a16="http://schemas.microsoft.com/office/drawing/2014/main" id="{AE9F45BC-EC4C-48C9-B1A0-A87CFFE1E014}"/>
              </a:ext>
            </a:extLst>
          </p:cNvPr>
          <p:cNvSpPr>
            <a:spLocks/>
          </p:cNvSpPr>
          <p:nvPr/>
        </p:nvSpPr>
        <p:spPr bwMode="auto">
          <a:xfrm flipH="1">
            <a:off x="6842125" y="1744663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4" name="Line 96">
            <a:extLst>
              <a:ext uri="{FF2B5EF4-FFF2-40B4-BE49-F238E27FC236}">
                <a16:creationId xmlns:a16="http://schemas.microsoft.com/office/drawing/2014/main" id="{4FD8BF58-0303-4D21-9F5B-BF5D51C7F4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43613" y="3657600"/>
            <a:ext cx="3175" cy="495300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5" name="Line 96">
            <a:extLst>
              <a:ext uri="{FF2B5EF4-FFF2-40B4-BE49-F238E27FC236}">
                <a16:creationId xmlns:a16="http://schemas.microsoft.com/office/drawing/2014/main" id="{33056F74-BEC0-40F9-99E3-A147A849A2E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34088" y="3643313"/>
            <a:ext cx="1520825" cy="14287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7" name="Rectangle 2">
            <a:extLst>
              <a:ext uri="{FF2B5EF4-FFF2-40B4-BE49-F238E27FC236}">
                <a16:creationId xmlns:a16="http://schemas.microsoft.com/office/drawing/2014/main" id="{B9BC2DB8-5EBA-6045-9FC6-42D957A4CCA0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Carry for the first stage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00861E68-9C5B-724C-8604-CBF8F7546B14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Carry for the second stage</a:t>
            </a:r>
          </a:p>
        </p:txBody>
      </p:sp>
      <p:sp>
        <p:nvSpPr>
          <p:cNvPr id="120834" name="TextBox 12">
            <a:extLst>
              <a:ext uri="{FF2B5EF4-FFF2-40B4-BE49-F238E27FC236}">
                <a16:creationId xmlns:a16="http://schemas.microsoft.com/office/drawing/2014/main" id="{F0EFA065-A662-4C68-8F41-184BA49066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352800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4" name="TextBox 14">
            <a:extLst>
              <a:ext uri="{FF2B5EF4-FFF2-40B4-BE49-F238E27FC236}">
                <a16:creationId xmlns:a16="http://schemas.microsoft.com/office/drawing/2014/main" id="{131993D3-3244-47A6-9621-4227F30A83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438400"/>
            <a:ext cx="57912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c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</a:t>
            </a:r>
            <a:r>
              <a:rPr kumimoji="0" lang="en-US" altLang="en-US" sz="3600" b="1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1" i="1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i-1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i-1 </a:t>
            </a:r>
            <a:r>
              <a:rPr kumimoji="0" lang="en-US" altLang="en-US" sz="3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i-1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857" name="Group 1">
            <a:extLst>
              <a:ext uri="{FF2B5EF4-FFF2-40B4-BE49-F238E27FC236}">
                <a16:creationId xmlns:a16="http://schemas.microsoft.com/office/drawing/2014/main" id="{6875598D-E075-4939-80E4-5929A9256C64}"/>
              </a:ext>
            </a:extLst>
          </p:cNvPr>
          <p:cNvGrpSpPr>
            <a:grpSpLocks/>
          </p:cNvGrpSpPr>
          <p:nvPr/>
        </p:nvGrpSpPr>
        <p:grpSpPr bwMode="auto">
          <a:xfrm>
            <a:off x="1490663" y="769938"/>
            <a:ext cx="6423025" cy="5783262"/>
            <a:chOff x="1490663" y="334963"/>
            <a:chExt cx="6423025" cy="5783262"/>
          </a:xfrm>
        </p:grpSpPr>
        <p:sp>
          <p:nvSpPr>
            <p:cNvPr id="121871" name="Rectangle 4">
              <a:extLst>
                <a:ext uri="{FF2B5EF4-FFF2-40B4-BE49-F238E27FC236}">
                  <a16:creationId xmlns:a16="http://schemas.microsoft.com/office/drawing/2014/main" id="{0719BFA9-8DB0-4690-998B-1AB3BDEAD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2" name="Line 6">
              <a:extLst>
                <a:ext uri="{FF2B5EF4-FFF2-40B4-BE49-F238E27FC236}">
                  <a16:creationId xmlns:a16="http://schemas.microsoft.com/office/drawing/2014/main" id="{A096715E-800F-4D70-89EA-984D957041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3" name="Line 8">
              <a:extLst>
                <a:ext uri="{FF2B5EF4-FFF2-40B4-BE49-F238E27FC236}">
                  <a16:creationId xmlns:a16="http://schemas.microsoft.com/office/drawing/2014/main" id="{0BE154F6-FEB8-4D12-9F36-4E23FC6FB3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4" name="Freeform 9">
              <a:extLst>
                <a:ext uri="{FF2B5EF4-FFF2-40B4-BE49-F238E27FC236}">
                  <a16:creationId xmlns:a16="http://schemas.microsoft.com/office/drawing/2014/main" id="{B53975FD-A7C0-4FA8-BF7F-7BF63AAAE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5" name="Freeform 10">
              <a:extLst>
                <a:ext uri="{FF2B5EF4-FFF2-40B4-BE49-F238E27FC236}">
                  <a16:creationId xmlns:a16="http://schemas.microsoft.com/office/drawing/2014/main" id="{4DE88892-66FF-428E-98FF-EFE77BA6D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6" name="Line 12">
              <a:extLst>
                <a:ext uri="{FF2B5EF4-FFF2-40B4-BE49-F238E27FC236}">
                  <a16:creationId xmlns:a16="http://schemas.microsoft.com/office/drawing/2014/main" id="{15BF1890-2BDD-4739-A8A4-E27063B605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7" name="Line 13">
              <a:extLst>
                <a:ext uri="{FF2B5EF4-FFF2-40B4-BE49-F238E27FC236}">
                  <a16:creationId xmlns:a16="http://schemas.microsoft.com/office/drawing/2014/main" id="{319EEDDD-50F5-4896-A0EC-3B2BB60C97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8" name="Line 14">
              <a:extLst>
                <a:ext uri="{FF2B5EF4-FFF2-40B4-BE49-F238E27FC236}">
                  <a16:creationId xmlns:a16="http://schemas.microsoft.com/office/drawing/2014/main" id="{EB2BDB0D-1038-4AA5-A6C5-875FFD0587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79" name="Rectangle 19">
              <a:extLst>
                <a:ext uri="{FF2B5EF4-FFF2-40B4-BE49-F238E27FC236}">
                  <a16:creationId xmlns:a16="http://schemas.microsoft.com/office/drawing/2014/main" id="{88FE1F62-6454-4C89-8842-85F8B8341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0" name="Rectangle 20">
              <a:extLst>
                <a:ext uri="{FF2B5EF4-FFF2-40B4-BE49-F238E27FC236}">
                  <a16:creationId xmlns:a16="http://schemas.microsoft.com/office/drawing/2014/main" id="{41D35992-57E2-488C-AAF1-1BDFCED4F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1" name="Rectangle 21">
              <a:extLst>
                <a:ext uri="{FF2B5EF4-FFF2-40B4-BE49-F238E27FC236}">
                  <a16:creationId xmlns:a16="http://schemas.microsoft.com/office/drawing/2014/main" id="{C4BD6CED-4BB2-4DDC-BDA5-F894FD29D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2" name="Rectangle 22">
              <a:extLst>
                <a:ext uri="{FF2B5EF4-FFF2-40B4-BE49-F238E27FC236}">
                  <a16:creationId xmlns:a16="http://schemas.microsoft.com/office/drawing/2014/main" id="{2193ECA2-1680-4F9F-9A26-E569CEE84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3" name="Rectangle 23">
              <a:extLst>
                <a:ext uri="{FF2B5EF4-FFF2-40B4-BE49-F238E27FC236}">
                  <a16:creationId xmlns:a16="http://schemas.microsoft.com/office/drawing/2014/main" id="{B27F3B1B-F00E-4B9F-A774-247FD70A5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4" name="Rectangle 24">
              <a:extLst>
                <a:ext uri="{FF2B5EF4-FFF2-40B4-BE49-F238E27FC236}">
                  <a16:creationId xmlns:a16="http://schemas.microsoft.com/office/drawing/2014/main" id="{0AE0D408-6D9A-4AA0-A4C3-8F951CB52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5" name="Rectangle 25">
              <a:extLst>
                <a:ext uri="{FF2B5EF4-FFF2-40B4-BE49-F238E27FC236}">
                  <a16:creationId xmlns:a16="http://schemas.microsoft.com/office/drawing/2014/main" id="{73E6CAD7-3E88-4DE6-A227-CC00065D2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6" name="Rectangle 26">
              <a:extLst>
                <a:ext uri="{FF2B5EF4-FFF2-40B4-BE49-F238E27FC236}">
                  <a16:creationId xmlns:a16="http://schemas.microsoft.com/office/drawing/2014/main" id="{B91981FF-872C-4501-8E99-C5E09E7EA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7" name="Rectangle 27">
              <a:extLst>
                <a:ext uri="{FF2B5EF4-FFF2-40B4-BE49-F238E27FC236}">
                  <a16:creationId xmlns:a16="http://schemas.microsoft.com/office/drawing/2014/main" id="{36A541DC-4A73-4FD0-9882-8205AC16B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8" name="Line 28">
              <a:extLst>
                <a:ext uri="{FF2B5EF4-FFF2-40B4-BE49-F238E27FC236}">
                  <a16:creationId xmlns:a16="http://schemas.microsoft.com/office/drawing/2014/main" id="{973E3C3B-73E5-49B5-8934-52E6C553D1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89" name="Rectangle 29">
              <a:extLst>
                <a:ext uri="{FF2B5EF4-FFF2-40B4-BE49-F238E27FC236}">
                  <a16:creationId xmlns:a16="http://schemas.microsoft.com/office/drawing/2014/main" id="{1331EC99-B909-4E19-AB6B-F610F9544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0" name="Rectangle 30">
              <a:extLst>
                <a:ext uri="{FF2B5EF4-FFF2-40B4-BE49-F238E27FC236}">
                  <a16:creationId xmlns:a16="http://schemas.microsoft.com/office/drawing/2014/main" id="{4A12D128-60B9-4D3F-82CD-5333634FC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1" name="Rectangle 31">
              <a:extLst>
                <a:ext uri="{FF2B5EF4-FFF2-40B4-BE49-F238E27FC236}">
                  <a16:creationId xmlns:a16="http://schemas.microsoft.com/office/drawing/2014/main" id="{297EA46F-3CBB-4828-B225-976E4BB7D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2" name="Rectangle 32">
              <a:extLst>
                <a:ext uri="{FF2B5EF4-FFF2-40B4-BE49-F238E27FC236}">
                  <a16:creationId xmlns:a16="http://schemas.microsoft.com/office/drawing/2014/main" id="{D33028D2-12DF-4D1D-9FAB-DE5C19A04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3" name="Rectangle 33">
              <a:extLst>
                <a:ext uri="{FF2B5EF4-FFF2-40B4-BE49-F238E27FC236}">
                  <a16:creationId xmlns:a16="http://schemas.microsoft.com/office/drawing/2014/main" id="{B89BFBED-A10C-4D68-BDAF-7DC70FE12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4" name="Rectangle 34">
              <a:extLst>
                <a:ext uri="{FF2B5EF4-FFF2-40B4-BE49-F238E27FC236}">
                  <a16:creationId xmlns:a16="http://schemas.microsoft.com/office/drawing/2014/main" id="{059F2BE3-64D1-4E4C-BCB2-64AAF30D5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5" name="Rectangle 35">
              <a:extLst>
                <a:ext uri="{FF2B5EF4-FFF2-40B4-BE49-F238E27FC236}">
                  <a16:creationId xmlns:a16="http://schemas.microsoft.com/office/drawing/2014/main" id="{9E0277A9-7E08-449C-AAB8-6A8F6BA67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6" name="Rectangle 36">
              <a:extLst>
                <a:ext uri="{FF2B5EF4-FFF2-40B4-BE49-F238E27FC236}">
                  <a16:creationId xmlns:a16="http://schemas.microsoft.com/office/drawing/2014/main" id="{5BC0A077-EDD3-4DFA-B644-AB5127413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7" name="Line 37">
              <a:extLst>
                <a:ext uri="{FF2B5EF4-FFF2-40B4-BE49-F238E27FC236}">
                  <a16:creationId xmlns:a16="http://schemas.microsoft.com/office/drawing/2014/main" id="{DD3C544F-9238-447F-B29C-DD7C8816D7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8" name="Line 39">
              <a:extLst>
                <a:ext uri="{FF2B5EF4-FFF2-40B4-BE49-F238E27FC236}">
                  <a16:creationId xmlns:a16="http://schemas.microsoft.com/office/drawing/2014/main" id="{B1DB9C30-3FDA-41ED-A137-8DE2EA558F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899" name="Line 40">
              <a:extLst>
                <a:ext uri="{FF2B5EF4-FFF2-40B4-BE49-F238E27FC236}">
                  <a16:creationId xmlns:a16="http://schemas.microsoft.com/office/drawing/2014/main" id="{914D6201-983C-4977-9568-0134752132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0" name="Line 41">
              <a:extLst>
                <a:ext uri="{FF2B5EF4-FFF2-40B4-BE49-F238E27FC236}">
                  <a16:creationId xmlns:a16="http://schemas.microsoft.com/office/drawing/2014/main" id="{DFB373F5-11C7-4AA4-92B4-74ABA8DC3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1" name="Line 48">
              <a:extLst>
                <a:ext uri="{FF2B5EF4-FFF2-40B4-BE49-F238E27FC236}">
                  <a16:creationId xmlns:a16="http://schemas.microsoft.com/office/drawing/2014/main" id="{913D5D95-E611-4991-B27A-4374561AEB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2" name="Line 50">
              <a:extLst>
                <a:ext uri="{FF2B5EF4-FFF2-40B4-BE49-F238E27FC236}">
                  <a16:creationId xmlns:a16="http://schemas.microsoft.com/office/drawing/2014/main" id="{B5D92B00-44F5-4AD6-AB50-6D1300E97A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3" name="Line 51">
              <a:extLst>
                <a:ext uri="{FF2B5EF4-FFF2-40B4-BE49-F238E27FC236}">
                  <a16:creationId xmlns:a16="http://schemas.microsoft.com/office/drawing/2014/main" id="{41511A84-D992-4D3F-8BDA-CB60508609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4" name="Line 52">
              <a:extLst>
                <a:ext uri="{FF2B5EF4-FFF2-40B4-BE49-F238E27FC236}">
                  <a16:creationId xmlns:a16="http://schemas.microsoft.com/office/drawing/2014/main" id="{6BA6A57E-864E-4BAD-B233-1AED10204B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5" name="Line 61">
              <a:extLst>
                <a:ext uri="{FF2B5EF4-FFF2-40B4-BE49-F238E27FC236}">
                  <a16:creationId xmlns:a16="http://schemas.microsoft.com/office/drawing/2014/main" id="{C546F622-B033-4421-B1E8-0B8B051FC4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6" name="Line 62">
              <a:extLst>
                <a:ext uri="{FF2B5EF4-FFF2-40B4-BE49-F238E27FC236}">
                  <a16:creationId xmlns:a16="http://schemas.microsoft.com/office/drawing/2014/main" id="{84F84BE4-9780-41D7-9858-419B4B5AEF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7" name="Line 63">
              <a:extLst>
                <a:ext uri="{FF2B5EF4-FFF2-40B4-BE49-F238E27FC236}">
                  <a16:creationId xmlns:a16="http://schemas.microsoft.com/office/drawing/2014/main" id="{3530AF69-7755-4928-BB19-3BA3548F8F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8" name="Line 68">
              <a:extLst>
                <a:ext uri="{FF2B5EF4-FFF2-40B4-BE49-F238E27FC236}">
                  <a16:creationId xmlns:a16="http://schemas.microsoft.com/office/drawing/2014/main" id="{F0190B16-9F37-479E-9F5B-811FB6D490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09" name="Line 69">
              <a:extLst>
                <a:ext uri="{FF2B5EF4-FFF2-40B4-BE49-F238E27FC236}">
                  <a16:creationId xmlns:a16="http://schemas.microsoft.com/office/drawing/2014/main" id="{41EB8A73-B0BB-4EBB-AD3A-34FE42F53C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0" name="Line 73">
              <a:extLst>
                <a:ext uri="{FF2B5EF4-FFF2-40B4-BE49-F238E27FC236}">
                  <a16:creationId xmlns:a16="http://schemas.microsoft.com/office/drawing/2014/main" id="{F7857CF1-D327-438F-9C99-3FE2090932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1" name="Line 74">
              <a:extLst>
                <a:ext uri="{FF2B5EF4-FFF2-40B4-BE49-F238E27FC236}">
                  <a16:creationId xmlns:a16="http://schemas.microsoft.com/office/drawing/2014/main" id="{71A1FC1D-3E5E-43B3-A2BE-7B1C4204B8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2" name="Line 76">
              <a:extLst>
                <a:ext uri="{FF2B5EF4-FFF2-40B4-BE49-F238E27FC236}">
                  <a16:creationId xmlns:a16="http://schemas.microsoft.com/office/drawing/2014/main" id="{9B99CAD5-068B-4DDA-AAD6-7F9C1D5D64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3" name="Freeform 77">
              <a:extLst>
                <a:ext uri="{FF2B5EF4-FFF2-40B4-BE49-F238E27FC236}">
                  <a16:creationId xmlns:a16="http://schemas.microsoft.com/office/drawing/2014/main" id="{00A55971-4CA4-45B5-8B14-218C1EC20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4" name="Freeform 78">
              <a:extLst>
                <a:ext uri="{FF2B5EF4-FFF2-40B4-BE49-F238E27FC236}">
                  <a16:creationId xmlns:a16="http://schemas.microsoft.com/office/drawing/2014/main" id="{FB412E04-6DA1-4CF3-8B7C-BF67A54E3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5" name="Freeform 79">
              <a:extLst>
                <a:ext uri="{FF2B5EF4-FFF2-40B4-BE49-F238E27FC236}">
                  <a16:creationId xmlns:a16="http://schemas.microsoft.com/office/drawing/2014/main" id="{D6C20DE5-1BB3-4454-B87C-3C0A32573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6" name="Line 80">
              <a:extLst>
                <a:ext uri="{FF2B5EF4-FFF2-40B4-BE49-F238E27FC236}">
                  <a16:creationId xmlns:a16="http://schemas.microsoft.com/office/drawing/2014/main" id="{4322F64A-A447-4C7F-B9AD-F29CFCADAE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7" name="Line 81">
              <a:extLst>
                <a:ext uri="{FF2B5EF4-FFF2-40B4-BE49-F238E27FC236}">
                  <a16:creationId xmlns:a16="http://schemas.microsoft.com/office/drawing/2014/main" id="{0EC1D8DE-B061-42A1-BBE1-BA9DE589B3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8" name="Line 82">
              <a:extLst>
                <a:ext uri="{FF2B5EF4-FFF2-40B4-BE49-F238E27FC236}">
                  <a16:creationId xmlns:a16="http://schemas.microsoft.com/office/drawing/2014/main" id="{245AEB8C-FE63-4488-B19C-38B508BE43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19" name="Line 83">
              <a:extLst>
                <a:ext uri="{FF2B5EF4-FFF2-40B4-BE49-F238E27FC236}">
                  <a16:creationId xmlns:a16="http://schemas.microsoft.com/office/drawing/2014/main" id="{C5BF1307-991D-4A7C-846B-8C20FC6BA2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20" name="Freeform 84">
              <a:extLst>
                <a:ext uri="{FF2B5EF4-FFF2-40B4-BE49-F238E27FC236}">
                  <a16:creationId xmlns:a16="http://schemas.microsoft.com/office/drawing/2014/main" id="{728C7364-CC69-447F-80D9-3810179E6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21" name="Freeform 85">
              <a:extLst>
                <a:ext uri="{FF2B5EF4-FFF2-40B4-BE49-F238E27FC236}">
                  <a16:creationId xmlns:a16="http://schemas.microsoft.com/office/drawing/2014/main" id="{D3CD0667-9665-49CD-B76B-CD5A09DDE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22" name="Freeform 86">
              <a:extLst>
                <a:ext uri="{FF2B5EF4-FFF2-40B4-BE49-F238E27FC236}">
                  <a16:creationId xmlns:a16="http://schemas.microsoft.com/office/drawing/2014/main" id="{76DFBE37-DBF0-4825-A8D4-BB4371CAE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23" name="Freeform 87">
              <a:extLst>
                <a:ext uri="{FF2B5EF4-FFF2-40B4-BE49-F238E27FC236}">
                  <a16:creationId xmlns:a16="http://schemas.microsoft.com/office/drawing/2014/main" id="{B0A00ECD-CDB2-4A31-8A8C-AF44B62B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24" name="Line 89">
              <a:extLst>
                <a:ext uri="{FF2B5EF4-FFF2-40B4-BE49-F238E27FC236}">
                  <a16:creationId xmlns:a16="http://schemas.microsoft.com/office/drawing/2014/main" id="{25D995FC-35EB-457C-BF6A-CD7D99DD0D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25" name="Freeform 90">
              <a:extLst>
                <a:ext uri="{FF2B5EF4-FFF2-40B4-BE49-F238E27FC236}">
                  <a16:creationId xmlns:a16="http://schemas.microsoft.com/office/drawing/2014/main" id="{F54D5A78-841D-4F51-839D-82E581BC9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26" name="Freeform 91">
              <a:extLst>
                <a:ext uri="{FF2B5EF4-FFF2-40B4-BE49-F238E27FC236}">
                  <a16:creationId xmlns:a16="http://schemas.microsoft.com/office/drawing/2014/main" id="{55FCDA8E-C9D8-4F77-AAEC-37F77341F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27" name="Rectangle 92">
              <a:extLst>
                <a:ext uri="{FF2B5EF4-FFF2-40B4-BE49-F238E27FC236}">
                  <a16:creationId xmlns:a16="http://schemas.microsoft.com/office/drawing/2014/main" id="{4E4DA5D8-F8E7-4DFE-BB2C-5D62AA427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28" name="Line 93">
              <a:extLst>
                <a:ext uri="{FF2B5EF4-FFF2-40B4-BE49-F238E27FC236}">
                  <a16:creationId xmlns:a16="http://schemas.microsoft.com/office/drawing/2014/main" id="{7C9B87EF-C34B-4EA8-A530-95B2AEE3F8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29" name="Freeform 94">
              <a:extLst>
                <a:ext uri="{FF2B5EF4-FFF2-40B4-BE49-F238E27FC236}">
                  <a16:creationId xmlns:a16="http://schemas.microsoft.com/office/drawing/2014/main" id="{02C8833E-1712-497E-9C0A-691D1BEC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30" name="Freeform 95">
              <a:extLst>
                <a:ext uri="{FF2B5EF4-FFF2-40B4-BE49-F238E27FC236}">
                  <a16:creationId xmlns:a16="http://schemas.microsoft.com/office/drawing/2014/main" id="{ED99F9FF-162E-4221-9F2A-F5987EA95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31" name="Line 96">
              <a:extLst>
                <a:ext uri="{FF2B5EF4-FFF2-40B4-BE49-F238E27FC236}">
                  <a16:creationId xmlns:a16="http://schemas.microsoft.com/office/drawing/2014/main" id="{BB8F080A-1BCB-427D-AE29-7AFEDB9464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32" name="Line 97">
              <a:extLst>
                <a:ext uri="{FF2B5EF4-FFF2-40B4-BE49-F238E27FC236}">
                  <a16:creationId xmlns:a16="http://schemas.microsoft.com/office/drawing/2014/main" id="{0940EA8D-F468-44B5-A722-8EA1E1A14A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33" name="Line 98">
              <a:extLst>
                <a:ext uri="{FF2B5EF4-FFF2-40B4-BE49-F238E27FC236}">
                  <a16:creationId xmlns:a16="http://schemas.microsoft.com/office/drawing/2014/main" id="{ED3878EB-F07E-4748-93B5-F9EADF4F47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34" name="Rectangle 99">
              <a:extLst>
                <a:ext uri="{FF2B5EF4-FFF2-40B4-BE49-F238E27FC236}">
                  <a16:creationId xmlns:a16="http://schemas.microsoft.com/office/drawing/2014/main" id="{387173A9-6B22-4921-A7C3-06CF1DCD0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35" name="Rectangle 100">
              <a:extLst>
                <a:ext uri="{FF2B5EF4-FFF2-40B4-BE49-F238E27FC236}">
                  <a16:creationId xmlns:a16="http://schemas.microsoft.com/office/drawing/2014/main" id="{4CAD6E7E-9695-4A22-A656-4588961ED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36" name="Rectangle 101">
              <a:extLst>
                <a:ext uri="{FF2B5EF4-FFF2-40B4-BE49-F238E27FC236}">
                  <a16:creationId xmlns:a16="http://schemas.microsoft.com/office/drawing/2014/main" id="{EC28E380-30AA-4B88-8B3D-9276C2D54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37" name="Rectangle 102">
              <a:extLst>
                <a:ext uri="{FF2B5EF4-FFF2-40B4-BE49-F238E27FC236}">
                  <a16:creationId xmlns:a16="http://schemas.microsoft.com/office/drawing/2014/main" id="{658FBB26-4AB2-488F-A285-097F84E13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38" name="Line 103">
              <a:extLst>
                <a:ext uri="{FF2B5EF4-FFF2-40B4-BE49-F238E27FC236}">
                  <a16:creationId xmlns:a16="http://schemas.microsoft.com/office/drawing/2014/main" id="{4746423B-5362-44A1-95FC-EE8161C48C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39" name="Rectangle 104">
              <a:extLst>
                <a:ext uri="{FF2B5EF4-FFF2-40B4-BE49-F238E27FC236}">
                  <a16:creationId xmlns:a16="http://schemas.microsoft.com/office/drawing/2014/main" id="{808BAB2A-09D6-45A5-B457-91D1982A1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40" name="Rectangle 105">
              <a:extLst>
                <a:ext uri="{FF2B5EF4-FFF2-40B4-BE49-F238E27FC236}">
                  <a16:creationId xmlns:a16="http://schemas.microsoft.com/office/drawing/2014/main" id="{3AECA8F1-4D08-464B-AE0E-95FF775EF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41" name="Rectangle 106">
              <a:extLst>
                <a:ext uri="{FF2B5EF4-FFF2-40B4-BE49-F238E27FC236}">
                  <a16:creationId xmlns:a16="http://schemas.microsoft.com/office/drawing/2014/main" id="{BEBCACD0-1352-4958-B05F-AC2FCEBEA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42" name="Rectangle 107">
              <a:extLst>
                <a:ext uri="{FF2B5EF4-FFF2-40B4-BE49-F238E27FC236}">
                  <a16:creationId xmlns:a16="http://schemas.microsoft.com/office/drawing/2014/main" id="{BFBCC2B2-1C98-4801-83D5-DBCD8EBA7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43" name="Line 110">
              <a:extLst>
                <a:ext uri="{FF2B5EF4-FFF2-40B4-BE49-F238E27FC236}">
                  <a16:creationId xmlns:a16="http://schemas.microsoft.com/office/drawing/2014/main" id="{C2817BBE-4046-40B9-8126-CDEFCFB8C8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44" name="Line 111">
              <a:extLst>
                <a:ext uri="{FF2B5EF4-FFF2-40B4-BE49-F238E27FC236}">
                  <a16:creationId xmlns:a16="http://schemas.microsoft.com/office/drawing/2014/main" id="{7411BE7E-0654-4764-8341-179588E62F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45" name="Line 112">
              <a:extLst>
                <a:ext uri="{FF2B5EF4-FFF2-40B4-BE49-F238E27FC236}">
                  <a16:creationId xmlns:a16="http://schemas.microsoft.com/office/drawing/2014/main" id="{08D64C96-C7CA-488C-9B2B-10C02B5CFB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46" name="Line 117">
              <a:extLst>
                <a:ext uri="{FF2B5EF4-FFF2-40B4-BE49-F238E27FC236}">
                  <a16:creationId xmlns:a16="http://schemas.microsoft.com/office/drawing/2014/main" id="{982B937E-9854-47B2-AF58-3CC1F1686B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47" name="Line 118">
              <a:extLst>
                <a:ext uri="{FF2B5EF4-FFF2-40B4-BE49-F238E27FC236}">
                  <a16:creationId xmlns:a16="http://schemas.microsoft.com/office/drawing/2014/main" id="{9F50C28D-71C5-4B7A-9E9F-967A9E59B0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48" name="Line 119">
              <a:extLst>
                <a:ext uri="{FF2B5EF4-FFF2-40B4-BE49-F238E27FC236}">
                  <a16:creationId xmlns:a16="http://schemas.microsoft.com/office/drawing/2014/main" id="{8EB3D91A-FACB-476B-AF90-9E583B5D80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49" name="Line 126">
              <a:extLst>
                <a:ext uri="{FF2B5EF4-FFF2-40B4-BE49-F238E27FC236}">
                  <a16:creationId xmlns:a16="http://schemas.microsoft.com/office/drawing/2014/main" id="{BDEB3070-61B3-4291-83DE-3718FF19EC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50" name="Line 128">
              <a:extLst>
                <a:ext uri="{FF2B5EF4-FFF2-40B4-BE49-F238E27FC236}">
                  <a16:creationId xmlns:a16="http://schemas.microsoft.com/office/drawing/2014/main" id="{389E2E1B-F651-4BF5-AD5D-1FF6A4D652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51" name="Line 129">
              <a:extLst>
                <a:ext uri="{FF2B5EF4-FFF2-40B4-BE49-F238E27FC236}">
                  <a16:creationId xmlns:a16="http://schemas.microsoft.com/office/drawing/2014/main" id="{14664DAE-6B8F-4DE4-9A60-6B901E9EFC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52" name="Line 130">
              <a:extLst>
                <a:ext uri="{FF2B5EF4-FFF2-40B4-BE49-F238E27FC236}">
                  <a16:creationId xmlns:a16="http://schemas.microsoft.com/office/drawing/2014/main" id="{C1D8D847-D289-40BB-83AF-830936216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53" name="Line 139">
              <a:extLst>
                <a:ext uri="{FF2B5EF4-FFF2-40B4-BE49-F238E27FC236}">
                  <a16:creationId xmlns:a16="http://schemas.microsoft.com/office/drawing/2014/main" id="{409FE4DF-4E1D-4BA4-9439-1D2D97A23B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54" name="Line 141">
              <a:extLst>
                <a:ext uri="{FF2B5EF4-FFF2-40B4-BE49-F238E27FC236}">
                  <a16:creationId xmlns:a16="http://schemas.microsoft.com/office/drawing/2014/main" id="{27A8511C-D728-4A5E-9062-2C5B8D4C07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55" name="Line 142">
              <a:extLst>
                <a:ext uri="{FF2B5EF4-FFF2-40B4-BE49-F238E27FC236}">
                  <a16:creationId xmlns:a16="http://schemas.microsoft.com/office/drawing/2014/main" id="{E30B17D2-B9D4-4EC5-B91D-644D787023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56" name="Line 143">
              <a:extLst>
                <a:ext uri="{FF2B5EF4-FFF2-40B4-BE49-F238E27FC236}">
                  <a16:creationId xmlns:a16="http://schemas.microsoft.com/office/drawing/2014/main" id="{1501A023-2945-4E4D-8898-EA472F541A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57" name="Freeform 148">
              <a:extLst>
                <a:ext uri="{FF2B5EF4-FFF2-40B4-BE49-F238E27FC236}">
                  <a16:creationId xmlns:a16="http://schemas.microsoft.com/office/drawing/2014/main" id="{FA9DE628-DA8D-45A6-AECD-F65FDC2B7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58" name="Line 152">
              <a:extLst>
                <a:ext uri="{FF2B5EF4-FFF2-40B4-BE49-F238E27FC236}">
                  <a16:creationId xmlns:a16="http://schemas.microsoft.com/office/drawing/2014/main" id="{F0F83430-3408-449A-9778-35CE56E56E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59" name="Line 153">
              <a:extLst>
                <a:ext uri="{FF2B5EF4-FFF2-40B4-BE49-F238E27FC236}">
                  <a16:creationId xmlns:a16="http://schemas.microsoft.com/office/drawing/2014/main" id="{17CDC716-8176-4E6B-92FA-8445B149C8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60" name="Line 154">
              <a:extLst>
                <a:ext uri="{FF2B5EF4-FFF2-40B4-BE49-F238E27FC236}">
                  <a16:creationId xmlns:a16="http://schemas.microsoft.com/office/drawing/2014/main" id="{CA0206A6-8D39-495D-8DE9-CDB69E6B5E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61" name="Line 155">
              <a:extLst>
                <a:ext uri="{FF2B5EF4-FFF2-40B4-BE49-F238E27FC236}">
                  <a16:creationId xmlns:a16="http://schemas.microsoft.com/office/drawing/2014/main" id="{69703F7D-EDAE-4292-8874-BFD6ED9AAA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62" name="Freeform 156">
              <a:extLst>
                <a:ext uri="{FF2B5EF4-FFF2-40B4-BE49-F238E27FC236}">
                  <a16:creationId xmlns:a16="http://schemas.microsoft.com/office/drawing/2014/main" id="{8BF53C36-33D5-419A-AB52-CC09C9ADE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63" name="Line 157">
              <a:extLst>
                <a:ext uri="{FF2B5EF4-FFF2-40B4-BE49-F238E27FC236}">
                  <a16:creationId xmlns:a16="http://schemas.microsoft.com/office/drawing/2014/main" id="{A17A16C9-0614-4054-8007-75A59C2308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64" name="Freeform 158">
              <a:extLst>
                <a:ext uri="{FF2B5EF4-FFF2-40B4-BE49-F238E27FC236}">
                  <a16:creationId xmlns:a16="http://schemas.microsoft.com/office/drawing/2014/main" id="{B4FF286C-9258-4793-B599-A8B9A5440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65" name="Line 159">
              <a:extLst>
                <a:ext uri="{FF2B5EF4-FFF2-40B4-BE49-F238E27FC236}">
                  <a16:creationId xmlns:a16="http://schemas.microsoft.com/office/drawing/2014/main" id="{E2309EB2-E800-460D-BA2F-6934E9020C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66" name="Freeform 160">
              <a:extLst>
                <a:ext uri="{FF2B5EF4-FFF2-40B4-BE49-F238E27FC236}">
                  <a16:creationId xmlns:a16="http://schemas.microsoft.com/office/drawing/2014/main" id="{05CCB670-7665-49C0-BCC1-5F0663AC9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67" name="Rectangle 161">
              <a:extLst>
                <a:ext uri="{FF2B5EF4-FFF2-40B4-BE49-F238E27FC236}">
                  <a16:creationId xmlns:a16="http://schemas.microsoft.com/office/drawing/2014/main" id="{B0164488-EF29-4B94-83AD-A3CFC8C77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68" name="Rectangle 162">
              <a:extLst>
                <a:ext uri="{FF2B5EF4-FFF2-40B4-BE49-F238E27FC236}">
                  <a16:creationId xmlns:a16="http://schemas.microsoft.com/office/drawing/2014/main" id="{19AC1B33-6138-4D5F-88B3-1E2D15864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69" name="Rectangle 163">
              <a:extLst>
                <a:ext uri="{FF2B5EF4-FFF2-40B4-BE49-F238E27FC236}">
                  <a16:creationId xmlns:a16="http://schemas.microsoft.com/office/drawing/2014/main" id="{E3E7DF36-F7B4-4B88-B306-DE259B4E9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70" name="Rectangle 164">
              <a:extLst>
                <a:ext uri="{FF2B5EF4-FFF2-40B4-BE49-F238E27FC236}">
                  <a16:creationId xmlns:a16="http://schemas.microsoft.com/office/drawing/2014/main" id="{4858024D-796E-4CFD-91CF-D8660D3C5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71" name="Freeform 165">
              <a:extLst>
                <a:ext uri="{FF2B5EF4-FFF2-40B4-BE49-F238E27FC236}">
                  <a16:creationId xmlns:a16="http://schemas.microsoft.com/office/drawing/2014/main" id="{E378638E-3EC3-4534-809F-3F2D6AE50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72" name="Line 169">
              <a:extLst>
                <a:ext uri="{FF2B5EF4-FFF2-40B4-BE49-F238E27FC236}">
                  <a16:creationId xmlns:a16="http://schemas.microsoft.com/office/drawing/2014/main" id="{A2D0C91D-93F6-435C-8CF9-E0CB5B437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73" name="Line 170">
              <a:extLst>
                <a:ext uri="{FF2B5EF4-FFF2-40B4-BE49-F238E27FC236}">
                  <a16:creationId xmlns:a16="http://schemas.microsoft.com/office/drawing/2014/main" id="{A231F476-7EBB-4E28-89D2-BAE185EDE8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74" name="Freeform 171">
              <a:extLst>
                <a:ext uri="{FF2B5EF4-FFF2-40B4-BE49-F238E27FC236}">
                  <a16:creationId xmlns:a16="http://schemas.microsoft.com/office/drawing/2014/main" id="{A1ACE99D-1416-486E-BBE2-28F6D1B98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75" name="Freeform 172">
              <a:extLst>
                <a:ext uri="{FF2B5EF4-FFF2-40B4-BE49-F238E27FC236}">
                  <a16:creationId xmlns:a16="http://schemas.microsoft.com/office/drawing/2014/main" id="{BC61CF74-A8B3-4C94-A6A6-4C7176494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76" name="Freeform 173">
              <a:extLst>
                <a:ext uri="{FF2B5EF4-FFF2-40B4-BE49-F238E27FC236}">
                  <a16:creationId xmlns:a16="http://schemas.microsoft.com/office/drawing/2014/main" id="{7DE83E27-EECC-409C-9EE0-CB24C8285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77" name="Freeform 174">
              <a:extLst>
                <a:ext uri="{FF2B5EF4-FFF2-40B4-BE49-F238E27FC236}">
                  <a16:creationId xmlns:a16="http://schemas.microsoft.com/office/drawing/2014/main" id="{DE7B6EDA-8239-4C69-B1F4-841563B89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78" name="Rectangle 175">
              <a:extLst>
                <a:ext uri="{FF2B5EF4-FFF2-40B4-BE49-F238E27FC236}">
                  <a16:creationId xmlns:a16="http://schemas.microsoft.com/office/drawing/2014/main" id="{866DD3B1-7246-4CD7-BA03-6BBA37768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79" name="AutoShape 177">
              <a:extLst>
                <a:ext uri="{FF2B5EF4-FFF2-40B4-BE49-F238E27FC236}">
                  <a16:creationId xmlns:a16="http://schemas.microsoft.com/office/drawing/2014/main" id="{C743A9FA-FDED-4504-8150-4A067038766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80" name="AutoShape 179">
              <a:extLst>
                <a:ext uri="{FF2B5EF4-FFF2-40B4-BE49-F238E27FC236}">
                  <a16:creationId xmlns:a16="http://schemas.microsoft.com/office/drawing/2014/main" id="{50D7A1DF-327E-4AC9-9057-11CE9370F1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81" name="AutoShape 181">
              <a:extLst>
                <a:ext uri="{FF2B5EF4-FFF2-40B4-BE49-F238E27FC236}">
                  <a16:creationId xmlns:a16="http://schemas.microsoft.com/office/drawing/2014/main" id="{B303F456-2EB0-4346-9734-CB8081B5D6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982" name="AutoShape 183">
              <a:extLst>
                <a:ext uri="{FF2B5EF4-FFF2-40B4-BE49-F238E27FC236}">
                  <a16:creationId xmlns:a16="http://schemas.microsoft.com/office/drawing/2014/main" id="{7CA72FAD-0FA4-4734-BDA7-CFCAC244DFA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21983" name="Group 202">
              <a:extLst>
                <a:ext uri="{FF2B5EF4-FFF2-40B4-BE49-F238E27FC236}">
                  <a16:creationId xmlns:a16="http://schemas.microsoft.com/office/drawing/2014/main" id="{2B744F6C-8115-4BD7-BDF3-AD70AE15FB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22018" name="Freeform 203">
                <a:extLst>
                  <a:ext uri="{FF2B5EF4-FFF2-40B4-BE49-F238E27FC236}">
                    <a16:creationId xmlns:a16="http://schemas.microsoft.com/office/drawing/2014/main" id="{146B10B3-B0EA-4E34-98F8-FD5F78301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019" name="Freeform 204">
                <a:extLst>
                  <a:ext uri="{FF2B5EF4-FFF2-40B4-BE49-F238E27FC236}">
                    <a16:creationId xmlns:a16="http://schemas.microsoft.com/office/drawing/2014/main" id="{58F331D6-EEFD-4E10-900D-203CC2AF6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2020" name="Group 205">
                <a:extLst>
                  <a:ext uri="{FF2B5EF4-FFF2-40B4-BE49-F238E27FC236}">
                    <a16:creationId xmlns:a16="http://schemas.microsoft.com/office/drawing/2014/main" id="{2FC7FD18-F6C0-4A5A-8523-09664B0DE7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22021" name="Freeform 206">
                  <a:extLst>
                    <a:ext uri="{FF2B5EF4-FFF2-40B4-BE49-F238E27FC236}">
                      <a16:creationId xmlns:a16="http://schemas.microsoft.com/office/drawing/2014/main" id="{CA44CD31-0442-47B0-BA92-E09EA2A360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2022" name="Freeform 207">
                  <a:extLst>
                    <a:ext uri="{FF2B5EF4-FFF2-40B4-BE49-F238E27FC236}">
                      <a16:creationId xmlns:a16="http://schemas.microsoft.com/office/drawing/2014/main" id="{78792D4F-655B-49D1-A07D-0668557021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2023" name="Freeform 208">
                  <a:extLst>
                    <a:ext uri="{FF2B5EF4-FFF2-40B4-BE49-F238E27FC236}">
                      <a16:creationId xmlns:a16="http://schemas.microsoft.com/office/drawing/2014/main" id="{00D173B7-540E-4C6B-B81F-D185C450DE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2024" name="Freeform 209">
                  <a:extLst>
                    <a:ext uri="{FF2B5EF4-FFF2-40B4-BE49-F238E27FC236}">
                      <a16:creationId xmlns:a16="http://schemas.microsoft.com/office/drawing/2014/main" id="{F79E8F32-FEA8-4F5F-B041-6262B7B13C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2025" name="Freeform 210">
                  <a:extLst>
                    <a:ext uri="{FF2B5EF4-FFF2-40B4-BE49-F238E27FC236}">
                      <a16:creationId xmlns:a16="http://schemas.microsoft.com/office/drawing/2014/main" id="{0F4C28C0-DBD2-42CD-B7B2-DF09434C2A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21984" name="Group 229">
              <a:extLst>
                <a:ext uri="{FF2B5EF4-FFF2-40B4-BE49-F238E27FC236}">
                  <a16:creationId xmlns:a16="http://schemas.microsoft.com/office/drawing/2014/main" id="{A65E9DD5-331A-4C15-B930-D22017C712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22010" name="Freeform 230">
                <a:extLst>
                  <a:ext uri="{FF2B5EF4-FFF2-40B4-BE49-F238E27FC236}">
                    <a16:creationId xmlns:a16="http://schemas.microsoft.com/office/drawing/2014/main" id="{3B617A9C-09AD-4EB4-B126-AC3783AD1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011" name="Freeform 231">
                <a:extLst>
                  <a:ext uri="{FF2B5EF4-FFF2-40B4-BE49-F238E27FC236}">
                    <a16:creationId xmlns:a16="http://schemas.microsoft.com/office/drawing/2014/main" id="{EB01FBDF-07AA-4D9C-987D-D4935C1F5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2012" name="Group 232">
                <a:extLst>
                  <a:ext uri="{FF2B5EF4-FFF2-40B4-BE49-F238E27FC236}">
                    <a16:creationId xmlns:a16="http://schemas.microsoft.com/office/drawing/2014/main" id="{7939AEF3-E279-4EFD-A024-5F262E6110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22013" name="Freeform 233">
                  <a:extLst>
                    <a:ext uri="{FF2B5EF4-FFF2-40B4-BE49-F238E27FC236}">
                      <a16:creationId xmlns:a16="http://schemas.microsoft.com/office/drawing/2014/main" id="{E9431156-FE31-4F61-9332-E6E192C5C5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2014" name="Freeform 234">
                  <a:extLst>
                    <a:ext uri="{FF2B5EF4-FFF2-40B4-BE49-F238E27FC236}">
                      <a16:creationId xmlns:a16="http://schemas.microsoft.com/office/drawing/2014/main" id="{B7179427-A706-4D51-98C8-4D1207E321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2015" name="Freeform 235">
                  <a:extLst>
                    <a:ext uri="{FF2B5EF4-FFF2-40B4-BE49-F238E27FC236}">
                      <a16:creationId xmlns:a16="http://schemas.microsoft.com/office/drawing/2014/main" id="{1F99CAE3-F111-4AB4-81CE-AE4A82F720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2016" name="Freeform 236">
                  <a:extLst>
                    <a:ext uri="{FF2B5EF4-FFF2-40B4-BE49-F238E27FC236}">
                      <a16:creationId xmlns:a16="http://schemas.microsoft.com/office/drawing/2014/main" id="{1219D4C2-11E9-43D0-908D-B6CC8030A9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2017" name="Freeform 237">
                  <a:extLst>
                    <a:ext uri="{FF2B5EF4-FFF2-40B4-BE49-F238E27FC236}">
                      <a16:creationId xmlns:a16="http://schemas.microsoft.com/office/drawing/2014/main" id="{D881D8B7-ED0D-463F-A583-236A837D52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21985" name="Group 244">
              <a:extLst>
                <a:ext uri="{FF2B5EF4-FFF2-40B4-BE49-F238E27FC236}">
                  <a16:creationId xmlns:a16="http://schemas.microsoft.com/office/drawing/2014/main" id="{631C3E18-BCCB-4484-85CF-60CF53ED4618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22005" name="Freeform 245">
                <a:extLst>
                  <a:ext uri="{FF2B5EF4-FFF2-40B4-BE49-F238E27FC236}">
                    <a16:creationId xmlns:a16="http://schemas.microsoft.com/office/drawing/2014/main" id="{2ED25E86-B2EF-491D-91F9-CE2CDF892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006" name="Freeform 246">
                <a:extLst>
                  <a:ext uri="{FF2B5EF4-FFF2-40B4-BE49-F238E27FC236}">
                    <a16:creationId xmlns:a16="http://schemas.microsoft.com/office/drawing/2014/main" id="{1EDF8BE1-3A82-46BF-93A5-5ED2834BC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007" name="Freeform 247">
                <a:extLst>
                  <a:ext uri="{FF2B5EF4-FFF2-40B4-BE49-F238E27FC236}">
                    <a16:creationId xmlns:a16="http://schemas.microsoft.com/office/drawing/2014/main" id="{9F34E2E0-EF7B-4A7E-8336-ECC1E00A2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008" name="Freeform 248">
                <a:extLst>
                  <a:ext uri="{FF2B5EF4-FFF2-40B4-BE49-F238E27FC236}">
                    <a16:creationId xmlns:a16="http://schemas.microsoft.com/office/drawing/2014/main" id="{3E2CC9F6-EE00-4CA5-81BD-3A408CC03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009" name="Freeform 249">
                <a:extLst>
                  <a:ext uri="{FF2B5EF4-FFF2-40B4-BE49-F238E27FC236}">
                    <a16:creationId xmlns:a16="http://schemas.microsoft.com/office/drawing/2014/main" id="{E9BC4076-C0B4-4E4D-AAD9-BC15B028A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1986" name="Group 256">
              <a:extLst>
                <a:ext uri="{FF2B5EF4-FFF2-40B4-BE49-F238E27FC236}">
                  <a16:creationId xmlns:a16="http://schemas.microsoft.com/office/drawing/2014/main" id="{84920F56-F403-49AF-98F3-A382064D63F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22000" name="Freeform 257">
                <a:extLst>
                  <a:ext uri="{FF2B5EF4-FFF2-40B4-BE49-F238E27FC236}">
                    <a16:creationId xmlns:a16="http://schemas.microsoft.com/office/drawing/2014/main" id="{0BCAD74F-B513-4DDB-BF62-3DBE3D28C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001" name="Freeform 258">
                <a:extLst>
                  <a:ext uri="{FF2B5EF4-FFF2-40B4-BE49-F238E27FC236}">
                    <a16:creationId xmlns:a16="http://schemas.microsoft.com/office/drawing/2014/main" id="{D60E1CE3-4CF7-40C3-A51E-C0A883B96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002" name="Freeform 259">
                <a:extLst>
                  <a:ext uri="{FF2B5EF4-FFF2-40B4-BE49-F238E27FC236}">
                    <a16:creationId xmlns:a16="http://schemas.microsoft.com/office/drawing/2014/main" id="{631B45A9-9639-4993-AA66-40648D10A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003" name="Freeform 260">
                <a:extLst>
                  <a:ext uri="{FF2B5EF4-FFF2-40B4-BE49-F238E27FC236}">
                    <a16:creationId xmlns:a16="http://schemas.microsoft.com/office/drawing/2014/main" id="{FE7CEEEE-B3C0-432B-97FA-8D25B7F40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2004" name="Freeform 261">
                <a:extLst>
                  <a:ext uri="{FF2B5EF4-FFF2-40B4-BE49-F238E27FC236}">
                    <a16:creationId xmlns:a16="http://schemas.microsoft.com/office/drawing/2014/main" id="{EF5924C3-556E-4209-9310-CE5D4EC4E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1987" name="Group 274">
              <a:extLst>
                <a:ext uri="{FF2B5EF4-FFF2-40B4-BE49-F238E27FC236}">
                  <a16:creationId xmlns:a16="http://schemas.microsoft.com/office/drawing/2014/main" id="{C1482E59-5C92-40BE-9DA8-383FF29169C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21995" name="Freeform 275">
                <a:extLst>
                  <a:ext uri="{FF2B5EF4-FFF2-40B4-BE49-F238E27FC236}">
                    <a16:creationId xmlns:a16="http://schemas.microsoft.com/office/drawing/2014/main" id="{550D7861-E8F5-4D05-9043-F6632F0B7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996" name="Freeform 276">
                <a:extLst>
                  <a:ext uri="{FF2B5EF4-FFF2-40B4-BE49-F238E27FC236}">
                    <a16:creationId xmlns:a16="http://schemas.microsoft.com/office/drawing/2014/main" id="{88EF8A80-D31F-435D-BD61-AACFD4029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997" name="Freeform 277">
                <a:extLst>
                  <a:ext uri="{FF2B5EF4-FFF2-40B4-BE49-F238E27FC236}">
                    <a16:creationId xmlns:a16="http://schemas.microsoft.com/office/drawing/2014/main" id="{15C12135-3A0A-4ABB-843F-C4D682888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998" name="Freeform 278">
                <a:extLst>
                  <a:ext uri="{FF2B5EF4-FFF2-40B4-BE49-F238E27FC236}">
                    <a16:creationId xmlns:a16="http://schemas.microsoft.com/office/drawing/2014/main" id="{C2CAAD55-373D-4804-996F-68ACA7E51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999" name="Freeform 279">
                <a:extLst>
                  <a:ext uri="{FF2B5EF4-FFF2-40B4-BE49-F238E27FC236}">
                    <a16:creationId xmlns:a16="http://schemas.microsoft.com/office/drawing/2014/main" id="{F6E57C4B-81A3-4912-9BC1-E5D848550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1988" name="Group 286">
              <a:extLst>
                <a:ext uri="{FF2B5EF4-FFF2-40B4-BE49-F238E27FC236}">
                  <a16:creationId xmlns:a16="http://schemas.microsoft.com/office/drawing/2014/main" id="{EC9D8789-BA1B-4B1A-BA16-74E848299CD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21990" name="Freeform 287">
                <a:extLst>
                  <a:ext uri="{FF2B5EF4-FFF2-40B4-BE49-F238E27FC236}">
                    <a16:creationId xmlns:a16="http://schemas.microsoft.com/office/drawing/2014/main" id="{52B0A80A-59A3-44E2-83B1-91F24D73A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991" name="Freeform 288">
                <a:extLst>
                  <a:ext uri="{FF2B5EF4-FFF2-40B4-BE49-F238E27FC236}">
                    <a16:creationId xmlns:a16="http://schemas.microsoft.com/office/drawing/2014/main" id="{D65608E0-2048-40D8-838C-1C05F23C6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992" name="Freeform 289">
                <a:extLst>
                  <a:ext uri="{FF2B5EF4-FFF2-40B4-BE49-F238E27FC236}">
                    <a16:creationId xmlns:a16="http://schemas.microsoft.com/office/drawing/2014/main" id="{1CC8F8C0-5C33-433D-876F-8A690B287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993" name="Freeform 290">
                <a:extLst>
                  <a:ext uri="{FF2B5EF4-FFF2-40B4-BE49-F238E27FC236}">
                    <a16:creationId xmlns:a16="http://schemas.microsoft.com/office/drawing/2014/main" id="{2A4B193F-B69F-4CF3-BB97-EB5056E2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1994" name="Freeform 291">
                <a:extLst>
                  <a:ext uri="{FF2B5EF4-FFF2-40B4-BE49-F238E27FC236}">
                    <a16:creationId xmlns:a16="http://schemas.microsoft.com/office/drawing/2014/main" id="{6FD22219-1B94-45B6-8112-C70F70D83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21989" name="AutoShape 185">
              <a:extLst>
                <a:ext uri="{FF2B5EF4-FFF2-40B4-BE49-F238E27FC236}">
                  <a16:creationId xmlns:a16="http://schemas.microsoft.com/office/drawing/2014/main" id="{150133DE-6DF3-4338-97C9-A94DE3F26A1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21858" name="TextBox 12">
            <a:extLst>
              <a:ext uri="{FF2B5EF4-FFF2-40B4-BE49-F238E27FC236}">
                <a16:creationId xmlns:a16="http://schemas.microsoft.com/office/drawing/2014/main" id="{67B5C713-A5FE-4C20-AC70-9E3D1A1E8D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375" y="5876925"/>
            <a:ext cx="3084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 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62" name="Rectangle 2">
            <a:extLst>
              <a:ext uri="{FF2B5EF4-FFF2-40B4-BE49-F238E27FC236}">
                <a16:creationId xmlns:a16="http://schemas.microsoft.com/office/drawing/2014/main" id="{0AEACF6D-CDF6-124E-84D7-14CEBED071E2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Carry for the second stage</a:t>
            </a:r>
          </a:p>
        </p:txBody>
      </p:sp>
      <p:sp>
        <p:nvSpPr>
          <p:cNvPr id="121860" name="Line 96">
            <a:extLst>
              <a:ext uri="{FF2B5EF4-FFF2-40B4-BE49-F238E27FC236}">
                <a16:creationId xmlns:a16="http://schemas.microsoft.com/office/drawing/2014/main" id="{47DFA359-31CD-43AF-904D-EB36B4060CA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78250" y="3668713"/>
            <a:ext cx="4763" cy="493712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1" name="Line 96">
            <a:extLst>
              <a:ext uri="{FF2B5EF4-FFF2-40B4-BE49-F238E27FC236}">
                <a16:creationId xmlns:a16="http://schemas.microsoft.com/office/drawing/2014/main" id="{84041556-3DC9-4980-9003-B36A0A845D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68725" y="3646488"/>
            <a:ext cx="3786188" cy="7937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2" name="Line 174">
            <a:extLst>
              <a:ext uri="{FF2B5EF4-FFF2-40B4-BE49-F238E27FC236}">
                <a16:creationId xmlns:a16="http://schemas.microsoft.com/office/drawing/2014/main" id="{74F06075-18E8-4CD4-A80B-F85DD79D5EE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344738" y="2428875"/>
            <a:ext cx="3175" cy="24542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3" name="Freeform 78">
            <a:extLst>
              <a:ext uri="{FF2B5EF4-FFF2-40B4-BE49-F238E27FC236}">
                <a16:creationId xmlns:a16="http://schemas.microsoft.com/office/drawing/2014/main" id="{717E8C66-6AA5-482A-AC74-6BB21D396254}"/>
              </a:ext>
            </a:extLst>
          </p:cNvPr>
          <p:cNvSpPr>
            <a:spLocks/>
          </p:cNvSpPr>
          <p:nvPr/>
        </p:nvSpPr>
        <p:spPr bwMode="auto">
          <a:xfrm flipV="1">
            <a:off x="2344738" y="4864100"/>
            <a:ext cx="481012" cy="227013"/>
          </a:xfrm>
          <a:custGeom>
            <a:avLst/>
            <a:gdLst>
              <a:gd name="T0" fmla="*/ 0 w 767"/>
              <a:gd name="T1" fmla="*/ 2147483646 h 149"/>
              <a:gd name="T2" fmla="*/ 2147483646 w 767"/>
              <a:gd name="T3" fmla="*/ 2147483646 h 149"/>
              <a:gd name="T4" fmla="*/ 2147483646 w 767"/>
              <a:gd name="T5" fmla="*/ 0 h 149"/>
              <a:gd name="T6" fmla="*/ 0 60000 65536"/>
              <a:gd name="T7" fmla="*/ 0 60000 65536"/>
              <a:gd name="T8" fmla="*/ 0 60000 65536"/>
              <a:gd name="T9" fmla="*/ 0 w 767"/>
              <a:gd name="T10" fmla="*/ 0 h 149"/>
              <a:gd name="T11" fmla="*/ 767 w 767"/>
              <a:gd name="T12" fmla="*/ 149 h 14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67" h="149">
                <a:moveTo>
                  <a:pt x="0" y="149"/>
                </a:moveTo>
                <a:lnTo>
                  <a:pt x="767" y="149"/>
                </a:lnTo>
                <a:lnTo>
                  <a:pt x="767" y="0"/>
                </a:lnTo>
              </a:path>
            </a:pathLst>
          </a:custGeom>
          <a:noFill/>
          <a:ln w="31750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4" name="Freeform 78">
            <a:extLst>
              <a:ext uri="{FF2B5EF4-FFF2-40B4-BE49-F238E27FC236}">
                <a16:creationId xmlns:a16="http://schemas.microsoft.com/office/drawing/2014/main" id="{6BFB4414-4951-49F0-98AC-7DF169FB457D}"/>
              </a:ext>
            </a:extLst>
          </p:cNvPr>
          <p:cNvSpPr>
            <a:spLocks/>
          </p:cNvSpPr>
          <p:nvPr/>
        </p:nvSpPr>
        <p:spPr bwMode="auto">
          <a:xfrm rot="-5400000">
            <a:off x="2709069" y="3301206"/>
            <a:ext cx="1206500" cy="484188"/>
          </a:xfrm>
          <a:custGeom>
            <a:avLst/>
            <a:gdLst>
              <a:gd name="T0" fmla="*/ 0 w 767"/>
              <a:gd name="T1" fmla="*/ 2147483646 h 149"/>
              <a:gd name="T2" fmla="*/ 2147483646 w 767"/>
              <a:gd name="T3" fmla="*/ 2147483646 h 149"/>
              <a:gd name="T4" fmla="*/ 2147483646 w 767"/>
              <a:gd name="T5" fmla="*/ 0 h 149"/>
              <a:gd name="T6" fmla="*/ 0 60000 65536"/>
              <a:gd name="T7" fmla="*/ 0 60000 65536"/>
              <a:gd name="T8" fmla="*/ 0 60000 65536"/>
              <a:gd name="T9" fmla="*/ 0 w 767"/>
              <a:gd name="T10" fmla="*/ 0 h 149"/>
              <a:gd name="T11" fmla="*/ 767 w 767"/>
              <a:gd name="T12" fmla="*/ 149 h 14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67" h="149">
                <a:moveTo>
                  <a:pt x="0" y="149"/>
                </a:moveTo>
                <a:lnTo>
                  <a:pt x="767" y="149"/>
                </a:lnTo>
                <a:lnTo>
                  <a:pt x="767" y="0"/>
                </a:lnTo>
              </a:path>
            </a:pathLst>
          </a:cu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5" name="Freeform 91">
            <a:extLst>
              <a:ext uri="{FF2B5EF4-FFF2-40B4-BE49-F238E27FC236}">
                <a16:creationId xmlns:a16="http://schemas.microsoft.com/office/drawing/2014/main" id="{3CBD2610-C39D-4C33-A04B-DEAD94A3EBD6}"/>
              </a:ext>
            </a:extLst>
          </p:cNvPr>
          <p:cNvSpPr>
            <a:spLocks/>
          </p:cNvSpPr>
          <p:nvPr/>
        </p:nvSpPr>
        <p:spPr bwMode="auto">
          <a:xfrm rot="5400000">
            <a:off x="3314700" y="1919288"/>
            <a:ext cx="1717675" cy="2736850"/>
          </a:xfrm>
          <a:custGeom>
            <a:avLst/>
            <a:gdLst>
              <a:gd name="T0" fmla="*/ 0 w 8463"/>
              <a:gd name="T1" fmla="*/ 0 h 10000"/>
              <a:gd name="T2" fmla="*/ 742300 w 8463"/>
              <a:gd name="T3" fmla="*/ 0 h 10000"/>
              <a:gd name="T4" fmla="*/ 742300 w 8463"/>
              <a:gd name="T5" fmla="*/ 2736704 h 10000"/>
              <a:gd name="T6" fmla="*/ 1716416 w 8463"/>
              <a:gd name="T7" fmla="*/ 2726305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63" h="10000">
                <a:moveTo>
                  <a:pt x="0" y="0"/>
                </a:moveTo>
                <a:lnTo>
                  <a:pt x="3660" y="0"/>
                </a:lnTo>
                <a:lnTo>
                  <a:pt x="3660" y="10000"/>
                </a:lnTo>
                <a:lnTo>
                  <a:pt x="8463" y="9962"/>
                </a:lnTo>
              </a:path>
            </a:pathLst>
          </a:custGeom>
          <a:noFill/>
          <a:ln w="31750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6" name="Line 96">
            <a:extLst>
              <a:ext uri="{FF2B5EF4-FFF2-40B4-BE49-F238E27FC236}">
                <a16:creationId xmlns:a16="http://schemas.microsoft.com/office/drawing/2014/main" id="{66196C1F-02AE-42EB-BD6F-9F62CC2870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51175" y="2514600"/>
            <a:ext cx="1588" cy="1646238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7" name="Freeform 148">
            <a:extLst>
              <a:ext uri="{FF2B5EF4-FFF2-40B4-BE49-F238E27FC236}">
                <a16:creationId xmlns:a16="http://schemas.microsoft.com/office/drawing/2014/main" id="{745BD12A-F9B8-4FDE-8287-0F2CFAF8C81B}"/>
              </a:ext>
            </a:extLst>
          </p:cNvPr>
          <p:cNvSpPr>
            <a:spLocks/>
          </p:cNvSpPr>
          <p:nvPr/>
        </p:nvSpPr>
        <p:spPr bwMode="auto">
          <a:xfrm flipH="1">
            <a:off x="6357938" y="1706563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8" name="Freeform 148">
            <a:extLst>
              <a:ext uri="{FF2B5EF4-FFF2-40B4-BE49-F238E27FC236}">
                <a16:creationId xmlns:a16="http://schemas.microsoft.com/office/drawing/2014/main" id="{F39AEF47-2C44-4964-99E6-1BD4173FBE9D}"/>
              </a:ext>
            </a:extLst>
          </p:cNvPr>
          <p:cNvSpPr>
            <a:spLocks/>
          </p:cNvSpPr>
          <p:nvPr/>
        </p:nvSpPr>
        <p:spPr bwMode="auto">
          <a:xfrm flipH="1">
            <a:off x="6842125" y="1744663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69" name="Freeform 149">
            <a:extLst>
              <a:ext uri="{FF2B5EF4-FFF2-40B4-BE49-F238E27FC236}">
                <a16:creationId xmlns:a16="http://schemas.microsoft.com/office/drawing/2014/main" id="{B4E3CB97-E421-4602-8D63-366DA19B89AF}"/>
              </a:ext>
            </a:extLst>
          </p:cNvPr>
          <p:cNvSpPr>
            <a:spLocks/>
          </p:cNvSpPr>
          <p:nvPr/>
        </p:nvSpPr>
        <p:spPr bwMode="auto">
          <a:xfrm>
            <a:off x="6392863" y="1019175"/>
            <a:ext cx="485775" cy="727075"/>
          </a:xfrm>
          <a:custGeom>
            <a:avLst/>
            <a:gdLst>
              <a:gd name="T0" fmla="*/ 2147483646 w 596"/>
              <a:gd name="T1" fmla="*/ 0 h 915"/>
              <a:gd name="T2" fmla="*/ 2147483646 w 596"/>
              <a:gd name="T3" fmla="*/ 2147483646 h 915"/>
              <a:gd name="T4" fmla="*/ 0 w 596"/>
              <a:gd name="T5" fmla="*/ 2147483646 h 915"/>
              <a:gd name="T6" fmla="*/ 0 60000 65536"/>
              <a:gd name="T7" fmla="*/ 0 60000 65536"/>
              <a:gd name="T8" fmla="*/ 0 60000 65536"/>
              <a:gd name="T9" fmla="*/ 0 w 596"/>
              <a:gd name="T10" fmla="*/ 0 h 915"/>
              <a:gd name="T11" fmla="*/ 596 w 596"/>
              <a:gd name="T12" fmla="*/ 915 h 91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96" h="915">
                <a:moveTo>
                  <a:pt x="596" y="0"/>
                </a:moveTo>
                <a:lnTo>
                  <a:pt x="596" y="915"/>
                </a:lnTo>
                <a:lnTo>
                  <a:pt x="0" y="915"/>
                </a:lnTo>
              </a:path>
            </a:pathLst>
          </a:cu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1870" name="Line 174">
            <a:extLst>
              <a:ext uri="{FF2B5EF4-FFF2-40B4-BE49-F238E27FC236}">
                <a16:creationId xmlns:a16="http://schemas.microsoft.com/office/drawing/2014/main" id="{30F74D15-BDC8-4C65-A34D-5FFD35CC05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40050" y="4629150"/>
            <a:ext cx="3175" cy="50323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BC41D3-0A65-8645-9445-AFBD06F0E0EF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Carry for the first two stages</a:t>
            </a:r>
          </a:p>
        </p:txBody>
      </p:sp>
      <p:sp>
        <p:nvSpPr>
          <p:cNvPr id="122882" name="TextBox 12">
            <a:extLst>
              <a:ext uri="{FF2B5EF4-FFF2-40B4-BE49-F238E27FC236}">
                <a16:creationId xmlns:a16="http://schemas.microsoft.com/office/drawing/2014/main" id="{92CCB4A7-827C-4FA7-88CD-E8CBC77DFC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286000"/>
            <a:ext cx="3103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2883" name="TextBox 12">
            <a:extLst>
              <a:ext uri="{FF2B5EF4-FFF2-40B4-BE49-F238E27FC236}">
                <a16:creationId xmlns:a16="http://schemas.microsoft.com/office/drawing/2014/main" id="{C63A1EC6-18BA-4F58-9E99-8726A6AD26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352800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BC41D3-0A65-8645-9445-AFBD06F0E0EF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Carry for the first two stages</a:t>
            </a:r>
          </a:p>
        </p:txBody>
      </p:sp>
      <p:sp>
        <p:nvSpPr>
          <p:cNvPr id="123906" name="TextBox 12">
            <a:extLst>
              <a:ext uri="{FF2B5EF4-FFF2-40B4-BE49-F238E27FC236}">
                <a16:creationId xmlns:a16="http://schemas.microsoft.com/office/drawing/2014/main" id="{0C61AB50-5097-498D-B1A4-E94D6ABF03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286000"/>
            <a:ext cx="3103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3907" name="TextBox 12">
            <a:extLst>
              <a:ext uri="{FF2B5EF4-FFF2-40B4-BE49-F238E27FC236}">
                <a16:creationId xmlns:a16="http://schemas.microsoft.com/office/drawing/2014/main" id="{E07CCC98-9994-4448-970E-421B35B7C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352800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cxnSp>
        <p:nvCxnSpPr>
          <p:cNvPr id="123908" name="Straight Connector 3">
            <a:extLst>
              <a:ext uri="{FF2B5EF4-FFF2-40B4-BE49-F238E27FC236}">
                <a16:creationId xmlns:a16="http://schemas.microsoft.com/office/drawing/2014/main" id="{B340C89C-1EEE-4DA4-99A7-6EBC6DE55AE2}"/>
              </a:ext>
            </a:extLst>
          </p:cNvPr>
          <p:cNvCxnSpPr>
            <a:cxnSpLocks/>
          </p:cNvCxnSpPr>
          <p:nvPr/>
        </p:nvCxnSpPr>
        <p:spPr bwMode="auto">
          <a:xfrm flipV="1">
            <a:off x="4291013" y="4032250"/>
            <a:ext cx="384175" cy="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23909" name="Straight Connector 11">
            <a:extLst>
              <a:ext uri="{FF2B5EF4-FFF2-40B4-BE49-F238E27FC236}">
                <a16:creationId xmlns:a16="http://schemas.microsoft.com/office/drawing/2014/main" id="{43978954-D4C6-4402-AA50-156C03A27701}"/>
              </a:ext>
            </a:extLst>
          </p:cNvPr>
          <p:cNvCxnSpPr>
            <a:cxnSpLocks/>
          </p:cNvCxnSpPr>
          <p:nvPr/>
        </p:nvCxnSpPr>
        <p:spPr bwMode="auto">
          <a:xfrm flipV="1">
            <a:off x="5472113" y="4017963"/>
            <a:ext cx="384175" cy="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</p:spPr>
      </p:cxn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BC41D3-0A65-8645-9445-AFBD06F0E0EF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Carry for the first two stages</a:t>
            </a:r>
          </a:p>
        </p:txBody>
      </p:sp>
      <p:sp>
        <p:nvSpPr>
          <p:cNvPr id="124930" name="TextBox 12">
            <a:extLst>
              <a:ext uri="{FF2B5EF4-FFF2-40B4-BE49-F238E27FC236}">
                <a16:creationId xmlns:a16="http://schemas.microsoft.com/office/drawing/2014/main" id="{EEE86714-1540-4CB5-A443-0C03E6FCB1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286000"/>
            <a:ext cx="3103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4931" name="TextBox 12">
            <a:extLst>
              <a:ext uri="{FF2B5EF4-FFF2-40B4-BE49-F238E27FC236}">
                <a16:creationId xmlns:a16="http://schemas.microsoft.com/office/drawing/2014/main" id="{27D5EE97-6FDD-4CCF-A07D-F2F5F67B8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352800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4932" name="TextBox 12">
            <a:extLst>
              <a:ext uri="{FF2B5EF4-FFF2-40B4-BE49-F238E27FC236}">
                <a16:creationId xmlns:a16="http://schemas.microsoft.com/office/drawing/2014/main" id="{A4637D21-3ADE-48FD-B54F-1FED26CFAF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2825" y="4346575"/>
            <a:ext cx="448627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(g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</a:t>
            </a:r>
          </a:p>
        </p:txBody>
      </p:sp>
      <p:sp>
        <p:nvSpPr>
          <p:cNvPr id="124933" name="Right Brace 3">
            <a:extLst>
              <a:ext uri="{FF2B5EF4-FFF2-40B4-BE49-F238E27FC236}">
                <a16:creationId xmlns:a16="http://schemas.microsoft.com/office/drawing/2014/main" id="{638A268E-F122-44A4-9539-88EF5E4CCAF3}"/>
              </a:ext>
            </a:extLst>
          </p:cNvPr>
          <p:cNvSpPr>
            <a:spLocks/>
          </p:cNvSpPr>
          <p:nvPr/>
        </p:nvSpPr>
        <p:spPr bwMode="auto">
          <a:xfrm rot="5400000">
            <a:off x="5623719" y="4293394"/>
            <a:ext cx="211138" cy="1530350"/>
          </a:xfrm>
          <a:prstGeom prst="rightBrace">
            <a:avLst>
              <a:gd name="adj1" fmla="val 835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4934" name="TextBox 11">
            <a:extLst>
              <a:ext uri="{FF2B5EF4-FFF2-40B4-BE49-F238E27FC236}">
                <a16:creationId xmlns:a16="http://schemas.microsoft.com/office/drawing/2014/main" id="{C689C47B-D0C7-4F54-BAD8-AFC3A2754E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1325" y="5076825"/>
            <a:ext cx="4635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cxnSp>
        <p:nvCxnSpPr>
          <p:cNvPr id="124935" name="Straight Connector 3">
            <a:extLst>
              <a:ext uri="{FF2B5EF4-FFF2-40B4-BE49-F238E27FC236}">
                <a16:creationId xmlns:a16="http://schemas.microsoft.com/office/drawing/2014/main" id="{32C5F83D-2978-488C-979E-B6508C33D407}"/>
              </a:ext>
            </a:extLst>
          </p:cNvPr>
          <p:cNvCxnSpPr>
            <a:cxnSpLocks/>
          </p:cNvCxnSpPr>
          <p:nvPr/>
        </p:nvCxnSpPr>
        <p:spPr bwMode="auto">
          <a:xfrm flipV="1">
            <a:off x="4291013" y="4032250"/>
            <a:ext cx="384175" cy="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24936" name="Straight Connector 11">
            <a:extLst>
              <a:ext uri="{FF2B5EF4-FFF2-40B4-BE49-F238E27FC236}">
                <a16:creationId xmlns:a16="http://schemas.microsoft.com/office/drawing/2014/main" id="{2269ED0E-D66C-4929-AF68-5F4D93FBB9E9}"/>
              </a:ext>
            </a:extLst>
          </p:cNvPr>
          <p:cNvCxnSpPr>
            <a:cxnSpLocks/>
          </p:cNvCxnSpPr>
          <p:nvPr/>
        </p:nvCxnSpPr>
        <p:spPr bwMode="auto">
          <a:xfrm flipV="1">
            <a:off x="5472113" y="4017963"/>
            <a:ext cx="384175" cy="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</p:spPr>
      </p:cxn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BC41D3-0A65-8645-9445-AFBD06F0E0EF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Carry for the first two stages</a:t>
            </a:r>
          </a:p>
        </p:txBody>
      </p:sp>
      <p:sp>
        <p:nvSpPr>
          <p:cNvPr id="125954" name="TextBox 12">
            <a:extLst>
              <a:ext uri="{FF2B5EF4-FFF2-40B4-BE49-F238E27FC236}">
                <a16:creationId xmlns:a16="http://schemas.microsoft.com/office/drawing/2014/main" id="{E96E77AB-6E95-4CBB-B90F-58C28EC3AD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286000"/>
            <a:ext cx="3103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5955" name="TextBox 12">
            <a:extLst>
              <a:ext uri="{FF2B5EF4-FFF2-40B4-BE49-F238E27FC236}">
                <a16:creationId xmlns:a16="http://schemas.microsoft.com/office/drawing/2014/main" id="{D69583B1-398D-4CF7-8F3F-308BCCED7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352800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25956" name="TextBox 12">
            <a:extLst>
              <a:ext uri="{FF2B5EF4-FFF2-40B4-BE49-F238E27FC236}">
                <a16:creationId xmlns:a16="http://schemas.microsoft.com/office/drawing/2014/main" id="{06C86EB9-CC7F-4126-8E72-2CBB9D4C72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2825" y="4346575"/>
            <a:ext cx="448627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(g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</a:t>
            </a:r>
          </a:p>
        </p:txBody>
      </p:sp>
      <p:sp>
        <p:nvSpPr>
          <p:cNvPr id="125957" name="TextBox 12">
            <a:extLst>
              <a:ext uri="{FF2B5EF4-FFF2-40B4-BE49-F238E27FC236}">
                <a16:creationId xmlns:a16="http://schemas.microsoft.com/office/drawing/2014/main" id="{894659F3-7788-431A-A1E9-487FED5BD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8538" y="5330825"/>
            <a:ext cx="2954337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3600" b="1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58" name="Right Brace 3">
            <a:extLst>
              <a:ext uri="{FF2B5EF4-FFF2-40B4-BE49-F238E27FC236}">
                <a16:creationId xmlns:a16="http://schemas.microsoft.com/office/drawing/2014/main" id="{87D59492-B62F-43AB-B226-959203173F3E}"/>
              </a:ext>
            </a:extLst>
          </p:cNvPr>
          <p:cNvSpPr>
            <a:spLocks/>
          </p:cNvSpPr>
          <p:nvPr/>
        </p:nvSpPr>
        <p:spPr bwMode="auto">
          <a:xfrm rot="5400000">
            <a:off x="5623719" y="4293394"/>
            <a:ext cx="211138" cy="1530350"/>
          </a:xfrm>
          <a:prstGeom prst="rightBrace">
            <a:avLst>
              <a:gd name="adj1" fmla="val 835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959" name="TextBox 11">
            <a:extLst>
              <a:ext uri="{FF2B5EF4-FFF2-40B4-BE49-F238E27FC236}">
                <a16:creationId xmlns:a16="http://schemas.microsoft.com/office/drawing/2014/main" id="{CD45A42E-6137-4327-9856-B5E4CE4BE1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1325" y="5076825"/>
            <a:ext cx="4635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977" name="Group 1">
            <a:extLst>
              <a:ext uri="{FF2B5EF4-FFF2-40B4-BE49-F238E27FC236}">
                <a16:creationId xmlns:a16="http://schemas.microsoft.com/office/drawing/2014/main" id="{C85F75F7-1084-48DA-AB1C-7F88FA94252C}"/>
              </a:ext>
            </a:extLst>
          </p:cNvPr>
          <p:cNvGrpSpPr>
            <a:grpSpLocks/>
          </p:cNvGrpSpPr>
          <p:nvPr/>
        </p:nvGrpSpPr>
        <p:grpSpPr bwMode="auto">
          <a:xfrm>
            <a:off x="1490663" y="769938"/>
            <a:ext cx="6423025" cy="5783262"/>
            <a:chOff x="1490663" y="334963"/>
            <a:chExt cx="6423025" cy="5783262"/>
          </a:xfrm>
        </p:grpSpPr>
        <p:sp>
          <p:nvSpPr>
            <p:cNvPr id="126981" name="Rectangle 4">
              <a:extLst>
                <a:ext uri="{FF2B5EF4-FFF2-40B4-BE49-F238E27FC236}">
                  <a16:creationId xmlns:a16="http://schemas.microsoft.com/office/drawing/2014/main" id="{52C5C2F6-1917-4124-8D9D-349012F2C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82" name="Line 6">
              <a:extLst>
                <a:ext uri="{FF2B5EF4-FFF2-40B4-BE49-F238E27FC236}">
                  <a16:creationId xmlns:a16="http://schemas.microsoft.com/office/drawing/2014/main" id="{4B2A1670-DCB9-4A71-926C-6B6DD22CAF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83" name="Line 8">
              <a:extLst>
                <a:ext uri="{FF2B5EF4-FFF2-40B4-BE49-F238E27FC236}">
                  <a16:creationId xmlns:a16="http://schemas.microsoft.com/office/drawing/2014/main" id="{366F72F5-C942-44DE-9928-A79D496A50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84" name="Freeform 9">
              <a:extLst>
                <a:ext uri="{FF2B5EF4-FFF2-40B4-BE49-F238E27FC236}">
                  <a16:creationId xmlns:a16="http://schemas.microsoft.com/office/drawing/2014/main" id="{93C03F02-8FF0-468A-A058-391FADE1A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85" name="Freeform 10">
              <a:extLst>
                <a:ext uri="{FF2B5EF4-FFF2-40B4-BE49-F238E27FC236}">
                  <a16:creationId xmlns:a16="http://schemas.microsoft.com/office/drawing/2014/main" id="{BC64F21F-2098-4133-B707-440804685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86" name="Line 12">
              <a:extLst>
                <a:ext uri="{FF2B5EF4-FFF2-40B4-BE49-F238E27FC236}">
                  <a16:creationId xmlns:a16="http://schemas.microsoft.com/office/drawing/2014/main" id="{DD9631BC-F16A-427F-AC11-B897FEFBF5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87" name="Line 13">
              <a:extLst>
                <a:ext uri="{FF2B5EF4-FFF2-40B4-BE49-F238E27FC236}">
                  <a16:creationId xmlns:a16="http://schemas.microsoft.com/office/drawing/2014/main" id="{4941C9C4-AEB7-44BB-AF80-A5ABA455E7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88" name="Line 14">
              <a:extLst>
                <a:ext uri="{FF2B5EF4-FFF2-40B4-BE49-F238E27FC236}">
                  <a16:creationId xmlns:a16="http://schemas.microsoft.com/office/drawing/2014/main" id="{FCAF8648-1528-4E7D-80B8-ECBFA2E930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89" name="Rectangle 19">
              <a:extLst>
                <a:ext uri="{FF2B5EF4-FFF2-40B4-BE49-F238E27FC236}">
                  <a16:creationId xmlns:a16="http://schemas.microsoft.com/office/drawing/2014/main" id="{A4F6756D-4CE2-44D4-BB71-4BCD90731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90" name="Rectangle 20">
              <a:extLst>
                <a:ext uri="{FF2B5EF4-FFF2-40B4-BE49-F238E27FC236}">
                  <a16:creationId xmlns:a16="http://schemas.microsoft.com/office/drawing/2014/main" id="{1511DBF2-9B3F-4116-A505-DB91A6A56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91" name="Rectangle 21">
              <a:extLst>
                <a:ext uri="{FF2B5EF4-FFF2-40B4-BE49-F238E27FC236}">
                  <a16:creationId xmlns:a16="http://schemas.microsoft.com/office/drawing/2014/main" id="{E61DFD58-CB11-49FF-BCA8-5E3600E9A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92" name="Rectangle 22">
              <a:extLst>
                <a:ext uri="{FF2B5EF4-FFF2-40B4-BE49-F238E27FC236}">
                  <a16:creationId xmlns:a16="http://schemas.microsoft.com/office/drawing/2014/main" id="{E6B203A9-F6FD-469B-945C-01F172227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93" name="Rectangle 23">
              <a:extLst>
                <a:ext uri="{FF2B5EF4-FFF2-40B4-BE49-F238E27FC236}">
                  <a16:creationId xmlns:a16="http://schemas.microsoft.com/office/drawing/2014/main" id="{751424D5-6FF5-4A93-84CC-94AB48D40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94" name="Rectangle 24">
              <a:extLst>
                <a:ext uri="{FF2B5EF4-FFF2-40B4-BE49-F238E27FC236}">
                  <a16:creationId xmlns:a16="http://schemas.microsoft.com/office/drawing/2014/main" id="{52497B69-20CF-4EE0-AE12-4ABBADE9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95" name="Rectangle 25">
              <a:extLst>
                <a:ext uri="{FF2B5EF4-FFF2-40B4-BE49-F238E27FC236}">
                  <a16:creationId xmlns:a16="http://schemas.microsoft.com/office/drawing/2014/main" id="{2809DB3C-071F-41EA-A367-DFFC1343D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96" name="Rectangle 26">
              <a:extLst>
                <a:ext uri="{FF2B5EF4-FFF2-40B4-BE49-F238E27FC236}">
                  <a16:creationId xmlns:a16="http://schemas.microsoft.com/office/drawing/2014/main" id="{AAB09E7B-50EE-43C8-A5ED-60EA25D01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97" name="Rectangle 27">
              <a:extLst>
                <a:ext uri="{FF2B5EF4-FFF2-40B4-BE49-F238E27FC236}">
                  <a16:creationId xmlns:a16="http://schemas.microsoft.com/office/drawing/2014/main" id="{FAF93071-6532-4E24-A2E2-98E9276F2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98" name="Line 28">
              <a:extLst>
                <a:ext uri="{FF2B5EF4-FFF2-40B4-BE49-F238E27FC236}">
                  <a16:creationId xmlns:a16="http://schemas.microsoft.com/office/drawing/2014/main" id="{F55AA2EA-DCA6-4B30-B975-FF30E13EBF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999" name="Rectangle 29">
              <a:extLst>
                <a:ext uri="{FF2B5EF4-FFF2-40B4-BE49-F238E27FC236}">
                  <a16:creationId xmlns:a16="http://schemas.microsoft.com/office/drawing/2014/main" id="{5EB3C88B-9C08-4FCC-B1F1-559D83D31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00" name="Rectangle 30">
              <a:extLst>
                <a:ext uri="{FF2B5EF4-FFF2-40B4-BE49-F238E27FC236}">
                  <a16:creationId xmlns:a16="http://schemas.microsoft.com/office/drawing/2014/main" id="{CE9AC828-5BF6-45CC-9F81-31ABFF8B9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01" name="Rectangle 31">
              <a:extLst>
                <a:ext uri="{FF2B5EF4-FFF2-40B4-BE49-F238E27FC236}">
                  <a16:creationId xmlns:a16="http://schemas.microsoft.com/office/drawing/2014/main" id="{102EB22B-1C85-4D9D-BEDA-07FABBF52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02" name="Rectangle 32">
              <a:extLst>
                <a:ext uri="{FF2B5EF4-FFF2-40B4-BE49-F238E27FC236}">
                  <a16:creationId xmlns:a16="http://schemas.microsoft.com/office/drawing/2014/main" id="{B32E16B2-20C2-4149-8CA4-A6E5635F0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03" name="Rectangle 33">
              <a:extLst>
                <a:ext uri="{FF2B5EF4-FFF2-40B4-BE49-F238E27FC236}">
                  <a16:creationId xmlns:a16="http://schemas.microsoft.com/office/drawing/2014/main" id="{86AF2692-4E82-4063-9CCF-3584DF239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04" name="Rectangle 34">
              <a:extLst>
                <a:ext uri="{FF2B5EF4-FFF2-40B4-BE49-F238E27FC236}">
                  <a16:creationId xmlns:a16="http://schemas.microsoft.com/office/drawing/2014/main" id="{10FDEA8C-07EE-439A-B209-BEB436FEC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05" name="Rectangle 35">
              <a:extLst>
                <a:ext uri="{FF2B5EF4-FFF2-40B4-BE49-F238E27FC236}">
                  <a16:creationId xmlns:a16="http://schemas.microsoft.com/office/drawing/2014/main" id="{0A5054E1-C719-4D99-91B7-AC8E1365E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06" name="Rectangle 36">
              <a:extLst>
                <a:ext uri="{FF2B5EF4-FFF2-40B4-BE49-F238E27FC236}">
                  <a16:creationId xmlns:a16="http://schemas.microsoft.com/office/drawing/2014/main" id="{AEC282A2-7A19-414A-884B-AAE141E83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07" name="Line 37">
              <a:extLst>
                <a:ext uri="{FF2B5EF4-FFF2-40B4-BE49-F238E27FC236}">
                  <a16:creationId xmlns:a16="http://schemas.microsoft.com/office/drawing/2014/main" id="{84DBA631-6BC7-43F5-A45F-4BC0D43BA7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08" name="Line 39">
              <a:extLst>
                <a:ext uri="{FF2B5EF4-FFF2-40B4-BE49-F238E27FC236}">
                  <a16:creationId xmlns:a16="http://schemas.microsoft.com/office/drawing/2014/main" id="{59830CC0-FFDE-4B00-AC77-519EBB841F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09" name="Line 40">
              <a:extLst>
                <a:ext uri="{FF2B5EF4-FFF2-40B4-BE49-F238E27FC236}">
                  <a16:creationId xmlns:a16="http://schemas.microsoft.com/office/drawing/2014/main" id="{3E31A0F9-5675-4476-B4B3-4485228269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10" name="Line 41">
              <a:extLst>
                <a:ext uri="{FF2B5EF4-FFF2-40B4-BE49-F238E27FC236}">
                  <a16:creationId xmlns:a16="http://schemas.microsoft.com/office/drawing/2014/main" id="{CC25BB87-23D6-44BA-B8BB-0B466996BD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11" name="Line 48">
              <a:extLst>
                <a:ext uri="{FF2B5EF4-FFF2-40B4-BE49-F238E27FC236}">
                  <a16:creationId xmlns:a16="http://schemas.microsoft.com/office/drawing/2014/main" id="{EE6D65B1-56C6-41DB-8D92-174193CE5A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12" name="Line 50">
              <a:extLst>
                <a:ext uri="{FF2B5EF4-FFF2-40B4-BE49-F238E27FC236}">
                  <a16:creationId xmlns:a16="http://schemas.microsoft.com/office/drawing/2014/main" id="{2E4ECFA6-39C7-4723-9665-7135262010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13" name="Line 51">
              <a:extLst>
                <a:ext uri="{FF2B5EF4-FFF2-40B4-BE49-F238E27FC236}">
                  <a16:creationId xmlns:a16="http://schemas.microsoft.com/office/drawing/2014/main" id="{B5624DE7-0EB5-40CF-8565-FD41F27DA1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14" name="Line 52">
              <a:extLst>
                <a:ext uri="{FF2B5EF4-FFF2-40B4-BE49-F238E27FC236}">
                  <a16:creationId xmlns:a16="http://schemas.microsoft.com/office/drawing/2014/main" id="{54053DC6-DEF8-4280-A2C1-3FED416728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15" name="Line 61">
              <a:extLst>
                <a:ext uri="{FF2B5EF4-FFF2-40B4-BE49-F238E27FC236}">
                  <a16:creationId xmlns:a16="http://schemas.microsoft.com/office/drawing/2014/main" id="{AAFDAC34-C48D-4132-B066-65AE078A81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16" name="Line 62">
              <a:extLst>
                <a:ext uri="{FF2B5EF4-FFF2-40B4-BE49-F238E27FC236}">
                  <a16:creationId xmlns:a16="http://schemas.microsoft.com/office/drawing/2014/main" id="{AD154B21-B1EC-4710-98E6-EBF0B58E27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17" name="Line 63">
              <a:extLst>
                <a:ext uri="{FF2B5EF4-FFF2-40B4-BE49-F238E27FC236}">
                  <a16:creationId xmlns:a16="http://schemas.microsoft.com/office/drawing/2014/main" id="{936F5200-813F-4769-B715-500852D9C4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18" name="Line 68">
              <a:extLst>
                <a:ext uri="{FF2B5EF4-FFF2-40B4-BE49-F238E27FC236}">
                  <a16:creationId xmlns:a16="http://schemas.microsoft.com/office/drawing/2014/main" id="{C4A8F6E0-59DD-403C-97AB-54C5AD204D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19" name="Line 69">
              <a:extLst>
                <a:ext uri="{FF2B5EF4-FFF2-40B4-BE49-F238E27FC236}">
                  <a16:creationId xmlns:a16="http://schemas.microsoft.com/office/drawing/2014/main" id="{138A9348-0486-42BB-8B5A-1F89A7CEAD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20" name="Line 73">
              <a:extLst>
                <a:ext uri="{FF2B5EF4-FFF2-40B4-BE49-F238E27FC236}">
                  <a16:creationId xmlns:a16="http://schemas.microsoft.com/office/drawing/2014/main" id="{62B41CB7-49C8-44EC-9E8A-D57099A6CD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21" name="Line 74">
              <a:extLst>
                <a:ext uri="{FF2B5EF4-FFF2-40B4-BE49-F238E27FC236}">
                  <a16:creationId xmlns:a16="http://schemas.microsoft.com/office/drawing/2014/main" id="{0FCD534A-BF6E-4DF1-8D65-34252781D2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22" name="Line 76">
              <a:extLst>
                <a:ext uri="{FF2B5EF4-FFF2-40B4-BE49-F238E27FC236}">
                  <a16:creationId xmlns:a16="http://schemas.microsoft.com/office/drawing/2014/main" id="{6ED6A0DD-AC2A-4418-AC80-0FF215A5CF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23" name="Freeform 77">
              <a:extLst>
                <a:ext uri="{FF2B5EF4-FFF2-40B4-BE49-F238E27FC236}">
                  <a16:creationId xmlns:a16="http://schemas.microsoft.com/office/drawing/2014/main" id="{CD29D897-8520-4CF1-9DA7-2F5DBB250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24" name="Freeform 78">
              <a:extLst>
                <a:ext uri="{FF2B5EF4-FFF2-40B4-BE49-F238E27FC236}">
                  <a16:creationId xmlns:a16="http://schemas.microsoft.com/office/drawing/2014/main" id="{4746CA09-6FEA-4844-B6DE-ABEA9F7F4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25" name="Freeform 79">
              <a:extLst>
                <a:ext uri="{FF2B5EF4-FFF2-40B4-BE49-F238E27FC236}">
                  <a16:creationId xmlns:a16="http://schemas.microsoft.com/office/drawing/2014/main" id="{8AFCDD6E-E39D-4032-8F68-86D8DE795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26" name="Line 80">
              <a:extLst>
                <a:ext uri="{FF2B5EF4-FFF2-40B4-BE49-F238E27FC236}">
                  <a16:creationId xmlns:a16="http://schemas.microsoft.com/office/drawing/2014/main" id="{0B06D50E-7956-41AC-A2E3-B27D041C3E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27" name="Line 81">
              <a:extLst>
                <a:ext uri="{FF2B5EF4-FFF2-40B4-BE49-F238E27FC236}">
                  <a16:creationId xmlns:a16="http://schemas.microsoft.com/office/drawing/2014/main" id="{1F740A25-FF50-411F-9EEC-7012F33030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28" name="Line 82">
              <a:extLst>
                <a:ext uri="{FF2B5EF4-FFF2-40B4-BE49-F238E27FC236}">
                  <a16:creationId xmlns:a16="http://schemas.microsoft.com/office/drawing/2014/main" id="{5FA13C5E-9200-4AC6-9095-428FEB91E7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29" name="Line 83">
              <a:extLst>
                <a:ext uri="{FF2B5EF4-FFF2-40B4-BE49-F238E27FC236}">
                  <a16:creationId xmlns:a16="http://schemas.microsoft.com/office/drawing/2014/main" id="{A1D2C40E-2AAE-4725-A719-A95126CD9A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30" name="Freeform 84">
              <a:extLst>
                <a:ext uri="{FF2B5EF4-FFF2-40B4-BE49-F238E27FC236}">
                  <a16:creationId xmlns:a16="http://schemas.microsoft.com/office/drawing/2014/main" id="{4A1E3BC7-78E2-4890-9C8E-7BE144C61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31" name="Freeform 85">
              <a:extLst>
                <a:ext uri="{FF2B5EF4-FFF2-40B4-BE49-F238E27FC236}">
                  <a16:creationId xmlns:a16="http://schemas.microsoft.com/office/drawing/2014/main" id="{F8F09766-459C-484B-A6B1-1C1AF1FE9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32" name="Freeform 86">
              <a:extLst>
                <a:ext uri="{FF2B5EF4-FFF2-40B4-BE49-F238E27FC236}">
                  <a16:creationId xmlns:a16="http://schemas.microsoft.com/office/drawing/2014/main" id="{3085E4BF-D46C-492D-802F-77043A1C8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33" name="Freeform 87">
              <a:extLst>
                <a:ext uri="{FF2B5EF4-FFF2-40B4-BE49-F238E27FC236}">
                  <a16:creationId xmlns:a16="http://schemas.microsoft.com/office/drawing/2014/main" id="{1A538504-33AC-45FF-A4FC-51D1B8E1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34" name="Line 89">
              <a:extLst>
                <a:ext uri="{FF2B5EF4-FFF2-40B4-BE49-F238E27FC236}">
                  <a16:creationId xmlns:a16="http://schemas.microsoft.com/office/drawing/2014/main" id="{F34EAE55-7EF1-42F7-88D2-FA3CF98A8D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35" name="Freeform 90">
              <a:extLst>
                <a:ext uri="{FF2B5EF4-FFF2-40B4-BE49-F238E27FC236}">
                  <a16:creationId xmlns:a16="http://schemas.microsoft.com/office/drawing/2014/main" id="{810E6A14-A414-421C-8213-EE8A50720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36" name="Freeform 91">
              <a:extLst>
                <a:ext uri="{FF2B5EF4-FFF2-40B4-BE49-F238E27FC236}">
                  <a16:creationId xmlns:a16="http://schemas.microsoft.com/office/drawing/2014/main" id="{E180E631-4919-44DC-85F4-8C4600A0F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37" name="Rectangle 92">
              <a:extLst>
                <a:ext uri="{FF2B5EF4-FFF2-40B4-BE49-F238E27FC236}">
                  <a16:creationId xmlns:a16="http://schemas.microsoft.com/office/drawing/2014/main" id="{9D3A08C7-BBCC-40AB-A663-E8C7A6AAD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38" name="Line 93">
              <a:extLst>
                <a:ext uri="{FF2B5EF4-FFF2-40B4-BE49-F238E27FC236}">
                  <a16:creationId xmlns:a16="http://schemas.microsoft.com/office/drawing/2014/main" id="{CC12EA96-1192-47CB-8421-52D8A54ED2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39" name="Freeform 94">
              <a:extLst>
                <a:ext uri="{FF2B5EF4-FFF2-40B4-BE49-F238E27FC236}">
                  <a16:creationId xmlns:a16="http://schemas.microsoft.com/office/drawing/2014/main" id="{1AD838DF-4BC6-4713-9892-712EF5F53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40" name="Freeform 95">
              <a:extLst>
                <a:ext uri="{FF2B5EF4-FFF2-40B4-BE49-F238E27FC236}">
                  <a16:creationId xmlns:a16="http://schemas.microsoft.com/office/drawing/2014/main" id="{EF2069E3-0D1B-4A31-A429-C1C81506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41" name="Line 96">
              <a:extLst>
                <a:ext uri="{FF2B5EF4-FFF2-40B4-BE49-F238E27FC236}">
                  <a16:creationId xmlns:a16="http://schemas.microsoft.com/office/drawing/2014/main" id="{51A8320D-11E2-4D0B-A31E-C8388A9FC4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42" name="Line 97">
              <a:extLst>
                <a:ext uri="{FF2B5EF4-FFF2-40B4-BE49-F238E27FC236}">
                  <a16:creationId xmlns:a16="http://schemas.microsoft.com/office/drawing/2014/main" id="{3B40EE10-D093-4B22-BCD6-E0484A892F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43" name="Line 98">
              <a:extLst>
                <a:ext uri="{FF2B5EF4-FFF2-40B4-BE49-F238E27FC236}">
                  <a16:creationId xmlns:a16="http://schemas.microsoft.com/office/drawing/2014/main" id="{0AF0D221-96A5-4460-870A-E9596E9D89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44" name="Rectangle 99">
              <a:extLst>
                <a:ext uri="{FF2B5EF4-FFF2-40B4-BE49-F238E27FC236}">
                  <a16:creationId xmlns:a16="http://schemas.microsoft.com/office/drawing/2014/main" id="{F8A165BF-E0F3-4F86-85E6-2A987B54F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45" name="Rectangle 100">
              <a:extLst>
                <a:ext uri="{FF2B5EF4-FFF2-40B4-BE49-F238E27FC236}">
                  <a16:creationId xmlns:a16="http://schemas.microsoft.com/office/drawing/2014/main" id="{5A69A336-8A89-4106-85C0-BFADF7758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46" name="Rectangle 101">
              <a:extLst>
                <a:ext uri="{FF2B5EF4-FFF2-40B4-BE49-F238E27FC236}">
                  <a16:creationId xmlns:a16="http://schemas.microsoft.com/office/drawing/2014/main" id="{DA88F432-A4D2-4783-AB22-0E95E8070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47" name="Rectangle 102">
              <a:extLst>
                <a:ext uri="{FF2B5EF4-FFF2-40B4-BE49-F238E27FC236}">
                  <a16:creationId xmlns:a16="http://schemas.microsoft.com/office/drawing/2014/main" id="{CF15EE31-6350-4827-91DF-0AC9455EB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48" name="Line 103">
              <a:extLst>
                <a:ext uri="{FF2B5EF4-FFF2-40B4-BE49-F238E27FC236}">
                  <a16:creationId xmlns:a16="http://schemas.microsoft.com/office/drawing/2014/main" id="{EC85A392-056B-475D-BEDA-7B00655ACE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49" name="Rectangle 104">
              <a:extLst>
                <a:ext uri="{FF2B5EF4-FFF2-40B4-BE49-F238E27FC236}">
                  <a16:creationId xmlns:a16="http://schemas.microsoft.com/office/drawing/2014/main" id="{6C721DE3-0163-4F88-8230-8F2C67561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50" name="Rectangle 105">
              <a:extLst>
                <a:ext uri="{FF2B5EF4-FFF2-40B4-BE49-F238E27FC236}">
                  <a16:creationId xmlns:a16="http://schemas.microsoft.com/office/drawing/2014/main" id="{599C7582-7BC7-43A6-846D-242883938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51" name="Rectangle 106">
              <a:extLst>
                <a:ext uri="{FF2B5EF4-FFF2-40B4-BE49-F238E27FC236}">
                  <a16:creationId xmlns:a16="http://schemas.microsoft.com/office/drawing/2014/main" id="{796894E7-E6BB-421E-A4CF-1A55FC942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52" name="Rectangle 107">
              <a:extLst>
                <a:ext uri="{FF2B5EF4-FFF2-40B4-BE49-F238E27FC236}">
                  <a16:creationId xmlns:a16="http://schemas.microsoft.com/office/drawing/2014/main" id="{FB95F775-507F-4EED-8C01-7DBDDD3E1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53" name="Line 110">
              <a:extLst>
                <a:ext uri="{FF2B5EF4-FFF2-40B4-BE49-F238E27FC236}">
                  <a16:creationId xmlns:a16="http://schemas.microsoft.com/office/drawing/2014/main" id="{9BB45992-D160-4B84-8842-147A47CA48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54" name="Line 111">
              <a:extLst>
                <a:ext uri="{FF2B5EF4-FFF2-40B4-BE49-F238E27FC236}">
                  <a16:creationId xmlns:a16="http://schemas.microsoft.com/office/drawing/2014/main" id="{F6DADBA4-D7EA-4927-87B0-DF37D98F70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55" name="Line 112">
              <a:extLst>
                <a:ext uri="{FF2B5EF4-FFF2-40B4-BE49-F238E27FC236}">
                  <a16:creationId xmlns:a16="http://schemas.microsoft.com/office/drawing/2014/main" id="{FFFB471B-9C9F-42FA-94DD-E6D50A0FF1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56" name="Line 117">
              <a:extLst>
                <a:ext uri="{FF2B5EF4-FFF2-40B4-BE49-F238E27FC236}">
                  <a16:creationId xmlns:a16="http://schemas.microsoft.com/office/drawing/2014/main" id="{665996D3-1393-41E4-9C76-D3EAD52020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57" name="Line 118">
              <a:extLst>
                <a:ext uri="{FF2B5EF4-FFF2-40B4-BE49-F238E27FC236}">
                  <a16:creationId xmlns:a16="http://schemas.microsoft.com/office/drawing/2014/main" id="{91C788E1-3B7B-4BCB-852B-620C113D33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58" name="Line 119">
              <a:extLst>
                <a:ext uri="{FF2B5EF4-FFF2-40B4-BE49-F238E27FC236}">
                  <a16:creationId xmlns:a16="http://schemas.microsoft.com/office/drawing/2014/main" id="{99E6A32B-688F-477B-A0BC-2AB70C9A3A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59" name="Line 126">
              <a:extLst>
                <a:ext uri="{FF2B5EF4-FFF2-40B4-BE49-F238E27FC236}">
                  <a16:creationId xmlns:a16="http://schemas.microsoft.com/office/drawing/2014/main" id="{217B0B20-DC21-40CC-A4FE-DED313BA61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60" name="Line 128">
              <a:extLst>
                <a:ext uri="{FF2B5EF4-FFF2-40B4-BE49-F238E27FC236}">
                  <a16:creationId xmlns:a16="http://schemas.microsoft.com/office/drawing/2014/main" id="{42184974-B534-4FE9-AD4C-13DA7E3D6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61" name="Line 129">
              <a:extLst>
                <a:ext uri="{FF2B5EF4-FFF2-40B4-BE49-F238E27FC236}">
                  <a16:creationId xmlns:a16="http://schemas.microsoft.com/office/drawing/2014/main" id="{E2D6F45B-4D94-4BB8-87B1-A280686CB3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62" name="Line 130">
              <a:extLst>
                <a:ext uri="{FF2B5EF4-FFF2-40B4-BE49-F238E27FC236}">
                  <a16:creationId xmlns:a16="http://schemas.microsoft.com/office/drawing/2014/main" id="{EBDA2596-9BC2-4496-BC4C-5760AD525D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63" name="Line 139">
              <a:extLst>
                <a:ext uri="{FF2B5EF4-FFF2-40B4-BE49-F238E27FC236}">
                  <a16:creationId xmlns:a16="http://schemas.microsoft.com/office/drawing/2014/main" id="{2837DAFA-A0E9-4515-8F3A-43F00782C4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64" name="Line 141">
              <a:extLst>
                <a:ext uri="{FF2B5EF4-FFF2-40B4-BE49-F238E27FC236}">
                  <a16:creationId xmlns:a16="http://schemas.microsoft.com/office/drawing/2014/main" id="{ED9F3917-5D33-4361-A3DD-F864287ED6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65" name="Line 142">
              <a:extLst>
                <a:ext uri="{FF2B5EF4-FFF2-40B4-BE49-F238E27FC236}">
                  <a16:creationId xmlns:a16="http://schemas.microsoft.com/office/drawing/2014/main" id="{F3181F42-DFE6-41A5-A58B-EF6E1DDCA9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66" name="Line 143">
              <a:extLst>
                <a:ext uri="{FF2B5EF4-FFF2-40B4-BE49-F238E27FC236}">
                  <a16:creationId xmlns:a16="http://schemas.microsoft.com/office/drawing/2014/main" id="{109F4688-F67E-4F2E-9100-9AB3C4AE1E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67" name="Freeform 148">
              <a:extLst>
                <a:ext uri="{FF2B5EF4-FFF2-40B4-BE49-F238E27FC236}">
                  <a16:creationId xmlns:a16="http://schemas.microsoft.com/office/drawing/2014/main" id="{07B73A69-E9C0-45AC-BD0F-9374248B0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68" name="Freeform 149">
              <a:extLst>
                <a:ext uri="{FF2B5EF4-FFF2-40B4-BE49-F238E27FC236}">
                  <a16:creationId xmlns:a16="http://schemas.microsoft.com/office/drawing/2014/main" id="{D0121A85-D6CE-4B5B-87B8-22BA73A4E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69" name="Line 152">
              <a:extLst>
                <a:ext uri="{FF2B5EF4-FFF2-40B4-BE49-F238E27FC236}">
                  <a16:creationId xmlns:a16="http://schemas.microsoft.com/office/drawing/2014/main" id="{89EA210D-36C5-412A-BF9D-EE0D9B8F66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70" name="Line 153">
              <a:extLst>
                <a:ext uri="{FF2B5EF4-FFF2-40B4-BE49-F238E27FC236}">
                  <a16:creationId xmlns:a16="http://schemas.microsoft.com/office/drawing/2014/main" id="{03CCA91B-CE8C-4363-8F43-6ACF94A00F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71" name="Line 154">
              <a:extLst>
                <a:ext uri="{FF2B5EF4-FFF2-40B4-BE49-F238E27FC236}">
                  <a16:creationId xmlns:a16="http://schemas.microsoft.com/office/drawing/2014/main" id="{F2A53875-6209-4DB0-B43C-522F33FBF4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72" name="Line 155">
              <a:extLst>
                <a:ext uri="{FF2B5EF4-FFF2-40B4-BE49-F238E27FC236}">
                  <a16:creationId xmlns:a16="http://schemas.microsoft.com/office/drawing/2014/main" id="{A1B2606B-FF3C-48BF-8946-86649DD238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73" name="Freeform 156">
              <a:extLst>
                <a:ext uri="{FF2B5EF4-FFF2-40B4-BE49-F238E27FC236}">
                  <a16:creationId xmlns:a16="http://schemas.microsoft.com/office/drawing/2014/main" id="{A286068D-F731-41B5-A7B5-8EC1D2393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74" name="Line 157">
              <a:extLst>
                <a:ext uri="{FF2B5EF4-FFF2-40B4-BE49-F238E27FC236}">
                  <a16:creationId xmlns:a16="http://schemas.microsoft.com/office/drawing/2014/main" id="{093E037C-D3F2-44C0-BD7E-AE6B0212FE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75" name="Freeform 158">
              <a:extLst>
                <a:ext uri="{FF2B5EF4-FFF2-40B4-BE49-F238E27FC236}">
                  <a16:creationId xmlns:a16="http://schemas.microsoft.com/office/drawing/2014/main" id="{0E212EE6-647B-4A50-8D2B-6C139558D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76" name="Line 159">
              <a:extLst>
                <a:ext uri="{FF2B5EF4-FFF2-40B4-BE49-F238E27FC236}">
                  <a16:creationId xmlns:a16="http://schemas.microsoft.com/office/drawing/2014/main" id="{612A6265-3D0C-43AD-9E42-5DBCC581D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77" name="Freeform 160">
              <a:extLst>
                <a:ext uri="{FF2B5EF4-FFF2-40B4-BE49-F238E27FC236}">
                  <a16:creationId xmlns:a16="http://schemas.microsoft.com/office/drawing/2014/main" id="{54120A34-83FA-4408-8E06-A3DA5B4A1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78" name="Rectangle 161">
              <a:extLst>
                <a:ext uri="{FF2B5EF4-FFF2-40B4-BE49-F238E27FC236}">
                  <a16:creationId xmlns:a16="http://schemas.microsoft.com/office/drawing/2014/main" id="{BA4BF6CD-3F48-4F8B-8C9D-32F33B911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79" name="Rectangle 162">
              <a:extLst>
                <a:ext uri="{FF2B5EF4-FFF2-40B4-BE49-F238E27FC236}">
                  <a16:creationId xmlns:a16="http://schemas.microsoft.com/office/drawing/2014/main" id="{014E21D2-642A-41D5-A139-FC3EC1002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0" name="Rectangle 163">
              <a:extLst>
                <a:ext uri="{FF2B5EF4-FFF2-40B4-BE49-F238E27FC236}">
                  <a16:creationId xmlns:a16="http://schemas.microsoft.com/office/drawing/2014/main" id="{646ECF50-C4F2-44AD-BDBA-A9227C888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1" name="Rectangle 164">
              <a:extLst>
                <a:ext uri="{FF2B5EF4-FFF2-40B4-BE49-F238E27FC236}">
                  <a16:creationId xmlns:a16="http://schemas.microsoft.com/office/drawing/2014/main" id="{90776432-78E0-406B-AB5B-4F47F0371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2" name="Freeform 165">
              <a:extLst>
                <a:ext uri="{FF2B5EF4-FFF2-40B4-BE49-F238E27FC236}">
                  <a16:creationId xmlns:a16="http://schemas.microsoft.com/office/drawing/2014/main" id="{5CEFA9C6-5A48-4ED7-9F73-9945C2456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3" name="Line 169">
              <a:extLst>
                <a:ext uri="{FF2B5EF4-FFF2-40B4-BE49-F238E27FC236}">
                  <a16:creationId xmlns:a16="http://schemas.microsoft.com/office/drawing/2014/main" id="{62C9D529-67AF-4D0E-B602-699E1863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4" name="Line 170">
              <a:extLst>
                <a:ext uri="{FF2B5EF4-FFF2-40B4-BE49-F238E27FC236}">
                  <a16:creationId xmlns:a16="http://schemas.microsoft.com/office/drawing/2014/main" id="{C286D686-1CE8-4C91-B407-CD85572F33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5" name="Freeform 171">
              <a:extLst>
                <a:ext uri="{FF2B5EF4-FFF2-40B4-BE49-F238E27FC236}">
                  <a16:creationId xmlns:a16="http://schemas.microsoft.com/office/drawing/2014/main" id="{51C9E5C5-27A6-462C-8209-F18DC3107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6" name="Freeform 172">
              <a:extLst>
                <a:ext uri="{FF2B5EF4-FFF2-40B4-BE49-F238E27FC236}">
                  <a16:creationId xmlns:a16="http://schemas.microsoft.com/office/drawing/2014/main" id="{38937183-3133-47DC-B015-0F2690C83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7" name="Freeform 173">
              <a:extLst>
                <a:ext uri="{FF2B5EF4-FFF2-40B4-BE49-F238E27FC236}">
                  <a16:creationId xmlns:a16="http://schemas.microsoft.com/office/drawing/2014/main" id="{6A1FD5B4-C3DE-459E-BAE1-55E53F8B9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8" name="Freeform 174">
              <a:extLst>
                <a:ext uri="{FF2B5EF4-FFF2-40B4-BE49-F238E27FC236}">
                  <a16:creationId xmlns:a16="http://schemas.microsoft.com/office/drawing/2014/main" id="{9C02592E-D90A-4467-A4EF-500AC4259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89" name="Rectangle 175">
              <a:extLst>
                <a:ext uri="{FF2B5EF4-FFF2-40B4-BE49-F238E27FC236}">
                  <a16:creationId xmlns:a16="http://schemas.microsoft.com/office/drawing/2014/main" id="{9789604F-9358-477F-B899-D0E1A3902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90" name="AutoShape 177">
              <a:extLst>
                <a:ext uri="{FF2B5EF4-FFF2-40B4-BE49-F238E27FC236}">
                  <a16:creationId xmlns:a16="http://schemas.microsoft.com/office/drawing/2014/main" id="{7901D4B6-392D-47E8-9790-21F1E0EC8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91" name="AutoShape 179">
              <a:extLst>
                <a:ext uri="{FF2B5EF4-FFF2-40B4-BE49-F238E27FC236}">
                  <a16:creationId xmlns:a16="http://schemas.microsoft.com/office/drawing/2014/main" id="{FEE8DF3C-C675-421D-A64C-EF726BAE72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92" name="AutoShape 181">
              <a:extLst>
                <a:ext uri="{FF2B5EF4-FFF2-40B4-BE49-F238E27FC236}">
                  <a16:creationId xmlns:a16="http://schemas.microsoft.com/office/drawing/2014/main" id="{7FBE3BDB-632B-454B-9367-EB70F4575A5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93" name="AutoShape 183">
              <a:extLst>
                <a:ext uri="{FF2B5EF4-FFF2-40B4-BE49-F238E27FC236}">
                  <a16:creationId xmlns:a16="http://schemas.microsoft.com/office/drawing/2014/main" id="{63D432E6-71A0-4237-8B60-0128E8329A0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094" name="AutoShape 185">
              <a:extLst>
                <a:ext uri="{FF2B5EF4-FFF2-40B4-BE49-F238E27FC236}">
                  <a16:creationId xmlns:a16="http://schemas.microsoft.com/office/drawing/2014/main" id="{37CBAE23-B1C7-4B1B-91A2-75A21CFECE9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27095" name="Group 202">
              <a:extLst>
                <a:ext uri="{FF2B5EF4-FFF2-40B4-BE49-F238E27FC236}">
                  <a16:creationId xmlns:a16="http://schemas.microsoft.com/office/drawing/2014/main" id="{37E058FA-D197-466C-B940-13C5156F7E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27129" name="Freeform 203">
                <a:extLst>
                  <a:ext uri="{FF2B5EF4-FFF2-40B4-BE49-F238E27FC236}">
                    <a16:creationId xmlns:a16="http://schemas.microsoft.com/office/drawing/2014/main" id="{A81B6F19-14EF-4CBA-B5F0-7E188330B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30" name="Freeform 204">
                <a:extLst>
                  <a:ext uri="{FF2B5EF4-FFF2-40B4-BE49-F238E27FC236}">
                    <a16:creationId xmlns:a16="http://schemas.microsoft.com/office/drawing/2014/main" id="{8DF93A64-0395-423A-B7F1-A28AE44BB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131" name="Group 205">
                <a:extLst>
                  <a:ext uri="{FF2B5EF4-FFF2-40B4-BE49-F238E27FC236}">
                    <a16:creationId xmlns:a16="http://schemas.microsoft.com/office/drawing/2014/main" id="{1D5A17E6-1DC3-4824-8F27-C665E3E8BB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27132" name="Freeform 206">
                  <a:extLst>
                    <a:ext uri="{FF2B5EF4-FFF2-40B4-BE49-F238E27FC236}">
                      <a16:creationId xmlns:a16="http://schemas.microsoft.com/office/drawing/2014/main" id="{A38D5A25-9C85-4883-8E38-DD3905C390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133" name="Freeform 207">
                  <a:extLst>
                    <a:ext uri="{FF2B5EF4-FFF2-40B4-BE49-F238E27FC236}">
                      <a16:creationId xmlns:a16="http://schemas.microsoft.com/office/drawing/2014/main" id="{75BCB930-24F8-44C1-8B26-00C9813A77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134" name="Freeform 208">
                  <a:extLst>
                    <a:ext uri="{FF2B5EF4-FFF2-40B4-BE49-F238E27FC236}">
                      <a16:creationId xmlns:a16="http://schemas.microsoft.com/office/drawing/2014/main" id="{5277E4C7-1AC3-48CD-8574-EDAA99102C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135" name="Freeform 209">
                  <a:extLst>
                    <a:ext uri="{FF2B5EF4-FFF2-40B4-BE49-F238E27FC236}">
                      <a16:creationId xmlns:a16="http://schemas.microsoft.com/office/drawing/2014/main" id="{05FBF8B5-074B-4F3D-8D81-3A03D1FA75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136" name="Freeform 210">
                  <a:extLst>
                    <a:ext uri="{FF2B5EF4-FFF2-40B4-BE49-F238E27FC236}">
                      <a16:creationId xmlns:a16="http://schemas.microsoft.com/office/drawing/2014/main" id="{FE0B5518-B083-4ED9-BB23-18C327E4E8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27096" name="Group 229">
              <a:extLst>
                <a:ext uri="{FF2B5EF4-FFF2-40B4-BE49-F238E27FC236}">
                  <a16:creationId xmlns:a16="http://schemas.microsoft.com/office/drawing/2014/main" id="{89CEFEA9-65C5-4C2A-8BFB-92732A963A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27121" name="Freeform 230">
                <a:extLst>
                  <a:ext uri="{FF2B5EF4-FFF2-40B4-BE49-F238E27FC236}">
                    <a16:creationId xmlns:a16="http://schemas.microsoft.com/office/drawing/2014/main" id="{C7AAE8F5-1FF7-49CA-AE67-F03C244EE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22" name="Freeform 231">
                <a:extLst>
                  <a:ext uri="{FF2B5EF4-FFF2-40B4-BE49-F238E27FC236}">
                    <a16:creationId xmlns:a16="http://schemas.microsoft.com/office/drawing/2014/main" id="{C7DE27F7-FEDD-4C57-BB9B-57D0C0A24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7123" name="Group 232">
                <a:extLst>
                  <a:ext uri="{FF2B5EF4-FFF2-40B4-BE49-F238E27FC236}">
                    <a16:creationId xmlns:a16="http://schemas.microsoft.com/office/drawing/2014/main" id="{504E8325-B6F2-40C0-9308-0CBA715C04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27124" name="Freeform 233">
                  <a:extLst>
                    <a:ext uri="{FF2B5EF4-FFF2-40B4-BE49-F238E27FC236}">
                      <a16:creationId xmlns:a16="http://schemas.microsoft.com/office/drawing/2014/main" id="{4364772D-E91F-4047-814C-096E0BD3C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125" name="Freeform 234">
                  <a:extLst>
                    <a:ext uri="{FF2B5EF4-FFF2-40B4-BE49-F238E27FC236}">
                      <a16:creationId xmlns:a16="http://schemas.microsoft.com/office/drawing/2014/main" id="{50BA44A3-5337-46E7-82CB-00D412B796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126" name="Freeform 235">
                  <a:extLst>
                    <a:ext uri="{FF2B5EF4-FFF2-40B4-BE49-F238E27FC236}">
                      <a16:creationId xmlns:a16="http://schemas.microsoft.com/office/drawing/2014/main" id="{AD852425-4A80-4B26-9D7D-038160267D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127" name="Freeform 236">
                  <a:extLst>
                    <a:ext uri="{FF2B5EF4-FFF2-40B4-BE49-F238E27FC236}">
                      <a16:creationId xmlns:a16="http://schemas.microsoft.com/office/drawing/2014/main" id="{6D4FAB29-8364-435D-82BF-1E48587317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128" name="Freeform 237">
                  <a:extLst>
                    <a:ext uri="{FF2B5EF4-FFF2-40B4-BE49-F238E27FC236}">
                      <a16:creationId xmlns:a16="http://schemas.microsoft.com/office/drawing/2014/main" id="{75869E59-40D5-445C-9379-7127372F51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27097" name="Group 244">
              <a:extLst>
                <a:ext uri="{FF2B5EF4-FFF2-40B4-BE49-F238E27FC236}">
                  <a16:creationId xmlns:a16="http://schemas.microsoft.com/office/drawing/2014/main" id="{9198E0DB-0653-480C-BA00-B3B3FD79B26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27116" name="Freeform 245">
                <a:extLst>
                  <a:ext uri="{FF2B5EF4-FFF2-40B4-BE49-F238E27FC236}">
                    <a16:creationId xmlns:a16="http://schemas.microsoft.com/office/drawing/2014/main" id="{C568FCA0-6888-4910-AB33-C32D3E886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17" name="Freeform 246">
                <a:extLst>
                  <a:ext uri="{FF2B5EF4-FFF2-40B4-BE49-F238E27FC236}">
                    <a16:creationId xmlns:a16="http://schemas.microsoft.com/office/drawing/2014/main" id="{D7473F46-1176-4059-8B86-C4F682902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18" name="Freeform 247">
                <a:extLst>
                  <a:ext uri="{FF2B5EF4-FFF2-40B4-BE49-F238E27FC236}">
                    <a16:creationId xmlns:a16="http://schemas.microsoft.com/office/drawing/2014/main" id="{16BFCCC3-E2D6-43BA-BDEB-F99B3E743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19" name="Freeform 248">
                <a:extLst>
                  <a:ext uri="{FF2B5EF4-FFF2-40B4-BE49-F238E27FC236}">
                    <a16:creationId xmlns:a16="http://schemas.microsoft.com/office/drawing/2014/main" id="{2CB14D51-392D-4F8D-A42A-D5D5F49C3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20" name="Freeform 249">
                <a:extLst>
                  <a:ext uri="{FF2B5EF4-FFF2-40B4-BE49-F238E27FC236}">
                    <a16:creationId xmlns:a16="http://schemas.microsoft.com/office/drawing/2014/main" id="{BC67AC7D-2906-4E35-9B8B-CC5D1C611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7098" name="Group 256">
              <a:extLst>
                <a:ext uri="{FF2B5EF4-FFF2-40B4-BE49-F238E27FC236}">
                  <a16:creationId xmlns:a16="http://schemas.microsoft.com/office/drawing/2014/main" id="{6961AA5D-E9EC-4498-A6B7-F0F23CABCF2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27111" name="Freeform 257">
                <a:extLst>
                  <a:ext uri="{FF2B5EF4-FFF2-40B4-BE49-F238E27FC236}">
                    <a16:creationId xmlns:a16="http://schemas.microsoft.com/office/drawing/2014/main" id="{C8B3E9BF-313D-4BAD-90FA-3A9B4BC39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12" name="Freeform 258">
                <a:extLst>
                  <a:ext uri="{FF2B5EF4-FFF2-40B4-BE49-F238E27FC236}">
                    <a16:creationId xmlns:a16="http://schemas.microsoft.com/office/drawing/2014/main" id="{0A40028F-E177-421E-ABC9-6B19307C1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13" name="Freeform 259">
                <a:extLst>
                  <a:ext uri="{FF2B5EF4-FFF2-40B4-BE49-F238E27FC236}">
                    <a16:creationId xmlns:a16="http://schemas.microsoft.com/office/drawing/2014/main" id="{60274113-6AD1-43C5-93DC-7C2AB917F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14" name="Freeform 260">
                <a:extLst>
                  <a:ext uri="{FF2B5EF4-FFF2-40B4-BE49-F238E27FC236}">
                    <a16:creationId xmlns:a16="http://schemas.microsoft.com/office/drawing/2014/main" id="{9313ADF8-6F51-4EF5-9685-E9718D959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15" name="Freeform 261">
                <a:extLst>
                  <a:ext uri="{FF2B5EF4-FFF2-40B4-BE49-F238E27FC236}">
                    <a16:creationId xmlns:a16="http://schemas.microsoft.com/office/drawing/2014/main" id="{6028FCBB-9B85-4D2F-831E-7B838A23D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7099" name="Group 274">
              <a:extLst>
                <a:ext uri="{FF2B5EF4-FFF2-40B4-BE49-F238E27FC236}">
                  <a16:creationId xmlns:a16="http://schemas.microsoft.com/office/drawing/2014/main" id="{DFAC3CC2-C72B-4235-BA79-816D25F5DD20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27106" name="Freeform 275">
                <a:extLst>
                  <a:ext uri="{FF2B5EF4-FFF2-40B4-BE49-F238E27FC236}">
                    <a16:creationId xmlns:a16="http://schemas.microsoft.com/office/drawing/2014/main" id="{97903C71-FA2F-4ED0-9B12-2B8EB9D04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07" name="Freeform 276">
                <a:extLst>
                  <a:ext uri="{FF2B5EF4-FFF2-40B4-BE49-F238E27FC236}">
                    <a16:creationId xmlns:a16="http://schemas.microsoft.com/office/drawing/2014/main" id="{59AD055A-2DD5-490F-929A-2547934FC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08" name="Freeform 277">
                <a:extLst>
                  <a:ext uri="{FF2B5EF4-FFF2-40B4-BE49-F238E27FC236}">
                    <a16:creationId xmlns:a16="http://schemas.microsoft.com/office/drawing/2014/main" id="{CBEC7FB7-23AB-4231-8AED-74C679500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09" name="Freeform 278">
                <a:extLst>
                  <a:ext uri="{FF2B5EF4-FFF2-40B4-BE49-F238E27FC236}">
                    <a16:creationId xmlns:a16="http://schemas.microsoft.com/office/drawing/2014/main" id="{6107050B-00B9-4409-A74C-4C1C010F2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10" name="Freeform 279">
                <a:extLst>
                  <a:ext uri="{FF2B5EF4-FFF2-40B4-BE49-F238E27FC236}">
                    <a16:creationId xmlns:a16="http://schemas.microsoft.com/office/drawing/2014/main" id="{139423DE-B6AD-4361-B66A-E6B8DFE43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7100" name="Group 286">
              <a:extLst>
                <a:ext uri="{FF2B5EF4-FFF2-40B4-BE49-F238E27FC236}">
                  <a16:creationId xmlns:a16="http://schemas.microsoft.com/office/drawing/2014/main" id="{32EA4768-E0CF-4217-9943-54FA892CD28E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27101" name="Freeform 287">
                <a:extLst>
                  <a:ext uri="{FF2B5EF4-FFF2-40B4-BE49-F238E27FC236}">
                    <a16:creationId xmlns:a16="http://schemas.microsoft.com/office/drawing/2014/main" id="{AC115A8D-D214-447E-8883-64C10A2A0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02" name="Freeform 288">
                <a:extLst>
                  <a:ext uri="{FF2B5EF4-FFF2-40B4-BE49-F238E27FC236}">
                    <a16:creationId xmlns:a16="http://schemas.microsoft.com/office/drawing/2014/main" id="{3A0B53A1-09D8-485C-AC9A-C2D408C3A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03" name="Freeform 289">
                <a:extLst>
                  <a:ext uri="{FF2B5EF4-FFF2-40B4-BE49-F238E27FC236}">
                    <a16:creationId xmlns:a16="http://schemas.microsoft.com/office/drawing/2014/main" id="{6208C96F-4F76-4CBE-8A27-704E6121A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04" name="Freeform 290">
                <a:extLst>
                  <a:ext uri="{FF2B5EF4-FFF2-40B4-BE49-F238E27FC236}">
                    <a16:creationId xmlns:a16="http://schemas.microsoft.com/office/drawing/2014/main" id="{D605A026-C19A-41BB-A22D-7AF932A3C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7105" name="Freeform 291">
                <a:extLst>
                  <a:ext uri="{FF2B5EF4-FFF2-40B4-BE49-F238E27FC236}">
                    <a16:creationId xmlns:a16="http://schemas.microsoft.com/office/drawing/2014/main" id="{01D5B064-1A62-495C-B9DD-2679E1431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26978" name="Rectangle 2">
            <a:extLst>
              <a:ext uri="{FF2B5EF4-FFF2-40B4-BE49-F238E27FC236}">
                <a16:creationId xmlns:a16="http://schemas.microsoft.com/office/drawing/2014/main" id="{1CC4EB17-8AE9-4C3C-A04A-912B1EF948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The first two stages of a carry-lookahead adder</a:t>
            </a:r>
          </a:p>
        </p:txBody>
      </p:sp>
      <p:sp>
        <p:nvSpPr>
          <p:cNvPr id="126979" name="Freeform 160">
            <a:extLst>
              <a:ext uri="{FF2B5EF4-FFF2-40B4-BE49-F238E27FC236}">
                <a16:creationId xmlns:a16="http://schemas.microsoft.com/office/drawing/2014/main" id="{806AA23D-42A3-4B12-9A22-2A3501A377A9}"/>
              </a:ext>
            </a:extLst>
          </p:cNvPr>
          <p:cNvSpPr>
            <a:spLocks noChangeAspect="1"/>
          </p:cNvSpPr>
          <p:nvPr/>
        </p:nvSpPr>
        <p:spPr bwMode="auto">
          <a:xfrm>
            <a:off x="6361113" y="1724025"/>
            <a:ext cx="69850" cy="44450"/>
          </a:xfrm>
          <a:custGeom>
            <a:avLst/>
            <a:gdLst>
              <a:gd name="T0" fmla="*/ 0 w 64"/>
              <a:gd name="T1" fmla="*/ 2147483646 h 43"/>
              <a:gd name="T2" fmla="*/ 0 w 64"/>
              <a:gd name="T3" fmla="*/ 2147483646 h 43"/>
              <a:gd name="T4" fmla="*/ 2147483646 w 64"/>
              <a:gd name="T5" fmla="*/ 2147483646 h 43"/>
              <a:gd name="T6" fmla="*/ 2147483646 w 64"/>
              <a:gd name="T7" fmla="*/ 2147483646 h 43"/>
              <a:gd name="T8" fmla="*/ 2147483646 w 64"/>
              <a:gd name="T9" fmla="*/ 2147483646 h 43"/>
              <a:gd name="T10" fmla="*/ 2147483646 w 64"/>
              <a:gd name="T11" fmla="*/ 2147483646 h 43"/>
              <a:gd name="T12" fmla="*/ 2147483646 w 64"/>
              <a:gd name="T13" fmla="*/ 2147483646 h 43"/>
              <a:gd name="T14" fmla="*/ 2147483646 w 64"/>
              <a:gd name="T15" fmla="*/ 2147483646 h 43"/>
              <a:gd name="T16" fmla="*/ 2147483646 w 64"/>
              <a:gd name="T17" fmla="*/ 2147483646 h 43"/>
              <a:gd name="T18" fmla="*/ 2147483646 w 64"/>
              <a:gd name="T19" fmla="*/ 0 h 43"/>
              <a:gd name="T20" fmla="*/ 2147483646 w 64"/>
              <a:gd name="T21" fmla="*/ 0 h 43"/>
              <a:gd name="T22" fmla="*/ 2147483646 w 64"/>
              <a:gd name="T23" fmla="*/ 0 h 43"/>
              <a:gd name="T24" fmla="*/ 2147483646 w 64"/>
              <a:gd name="T25" fmla="*/ 0 h 43"/>
              <a:gd name="T26" fmla="*/ 2147483646 w 64"/>
              <a:gd name="T27" fmla="*/ 2147483646 h 43"/>
              <a:gd name="T28" fmla="*/ 2147483646 w 64"/>
              <a:gd name="T29" fmla="*/ 2147483646 h 43"/>
              <a:gd name="T30" fmla="*/ 2147483646 w 64"/>
              <a:gd name="T31" fmla="*/ 2147483646 h 43"/>
              <a:gd name="T32" fmla="*/ 2147483646 w 64"/>
              <a:gd name="T33" fmla="*/ 2147483646 h 43"/>
              <a:gd name="T34" fmla="*/ 2147483646 w 64"/>
              <a:gd name="T35" fmla="*/ 2147483646 h 43"/>
              <a:gd name="T36" fmla="*/ 2147483646 w 64"/>
              <a:gd name="T37" fmla="*/ 2147483646 h 43"/>
              <a:gd name="T38" fmla="*/ 2147483646 w 64"/>
              <a:gd name="T39" fmla="*/ 2147483646 h 43"/>
              <a:gd name="T40" fmla="*/ 2147483646 w 64"/>
              <a:gd name="T41" fmla="*/ 2147483646 h 43"/>
              <a:gd name="T42" fmla="*/ 2147483646 w 64"/>
              <a:gd name="T43" fmla="*/ 2147483646 h 43"/>
              <a:gd name="T44" fmla="*/ 2147483646 w 64"/>
              <a:gd name="T45" fmla="*/ 2147483646 h 43"/>
              <a:gd name="T46" fmla="*/ 2147483646 w 64"/>
              <a:gd name="T47" fmla="*/ 2147483646 h 43"/>
              <a:gd name="T48" fmla="*/ 2147483646 w 64"/>
              <a:gd name="T49" fmla="*/ 2147483646 h 43"/>
              <a:gd name="T50" fmla="*/ 2147483646 w 64"/>
              <a:gd name="T51" fmla="*/ 2147483646 h 43"/>
              <a:gd name="T52" fmla="*/ 2147483646 w 64"/>
              <a:gd name="T53" fmla="*/ 2147483646 h 43"/>
              <a:gd name="T54" fmla="*/ 2147483646 w 64"/>
              <a:gd name="T55" fmla="*/ 2147483646 h 43"/>
              <a:gd name="T56" fmla="*/ 2147483646 w 64"/>
              <a:gd name="T57" fmla="*/ 2147483646 h 43"/>
              <a:gd name="T58" fmla="*/ 2147483646 w 64"/>
              <a:gd name="T59" fmla="*/ 2147483646 h 43"/>
              <a:gd name="T60" fmla="*/ 2147483646 w 64"/>
              <a:gd name="T61" fmla="*/ 2147483646 h 43"/>
              <a:gd name="T62" fmla="*/ 2147483646 w 64"/>
              <a:gd name="T63" fmla="*/ 2147483646 h 43"/>
              <a:gd name="T64" fmla="*/ 2147483646 w 64"/>
              <a:gd name="T65" fmla="*/ 2147483646 h 43"/>
              <a:gd name="T66" fmla="*/ 2147483646 w 64"/>
              <a:gd name="T67" fmla="*/ 2147483646 h 43"/>
              <a:gd name="T68" fmla="*/ 2147483646 w 64"/>
              <a:gd name="T69" fmla="*/ 2147483646 h 43"/>
              <a:gd name="T70" fmla="*/ 2147483646 w 64"/>
              <a:gd name="T71" fmla="*/ 2147483646 h 43"/>
              <a:gd name="T72" fmla="*/ 2147483646 w 64"/>
              <a:gd name="T73" fmla="*/ 2147483646 h 43"/>
              <a:gd name="T74" fmla="*/ 2147483646 w 64"/>
              <a:gd name="T75" fmla="*/ 2147483646 h 43"/>
              <a:gd name="T76" fmla="*/ 2147483646 w 64"/>
              <a:gd name="T77" fmla="*/ 2147483646 h 43"/>
              <a:gd name="T78" fmla="*/ 2147483646 w 64"/>
              <a:gd name="T79" fmla="*/ 2147483646 h 43"/>
              <a:gd name="T80" fmla="*/ 2147483646 w 64"/>
              <a:gd name="T81" fmla="*/ 2147483646 h 43"/>
              <a:gd name="T82" fmla="*/ 2147483646 w 64"/>
              <a:gd name="T83" fmla="*/ 2147483646 h 43"/>
              <a:gd name="T84" fmla="*/ 2147483646 w 64"/>
              <a:gd name="T85" fmla="*/ 2147483646 h 43"/>
              <a:gd name="T86" fmla="*/ 2147483646 w 64"/>
              <a:gd name="T87" fmla="*/ 2147483646 h 43"/>
              <a:gd name="T88" fmla="*/ 2147483646 w 64"/>
              <a:gd name="T89" fmla="*/ 2147483646 h 43"/>
              <a:gd name="T90" fmla="*/ 2147483646 w 64"/>
              <a:gd name="T91" fmla="*/ 2147483646 h 43"/>
              <a:gd name="T92" fmla="*/ 2147483646 w 64"/>
              <a:gd name="T93" fmla="*/ 2147483646 h 43"/>
              <a:gd name="T94" fmla="*/ 2147483646 w 64"/>
              <a:gd name="T95" fmla="*/ 2147483646 h 43"/>
              <a:gd name="T96" fmla="*/ 2147483646 w 64"/>
              <a:gd name="T97" fmla="*/ 2147483646 h 43"/>
              <a:gd name="T98" fmla="*/ 2147483646 w 64"/>
              <a:gd name="T99" fmla="*/ 2147483646 h 43"/>
              <a:gd name="T100" fmla="*/ 2147483646 w 64"/>
              <a:gd name="T101" fmla="*/ 2147483646 h 43"/>
              <a:gd name="T102" fmla="*/ 2147483646 w 64"/>
              <a:gd name="T103" fmla="*/ 2147483646 h 43"/>
              <a:gd name="T104" fmla="*/ 2147483646 w 64"/>
              <a:gd name="T105" fmla="*/ 2147483646 h 43"/>
              <a:gd name="T106" fmla="*/ 2147483646 w 64"/>
              <a:gd name="T107" fmla="*/ 2147483646 h 43"/>
              <a:gd name="T108" fmla="*/ 0 w 64"/>
              <a:gd name="T109" fmla="*/ 2147483646 h 43"/>
              <a:gd name="T110" fmla="*/ 0 w 64"/>
              <a:gd name="T111" fmla="*/ 2147483646 h 4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64"/>
              <a:gd name="T169" fmla="*/ 0 h 43"/>
              <a:gd name="T170" fmla="*/ 64 w 64"/>
              <a:gd name="T171" fmla="*/ 43 h 4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64" h="43">
                <a:moveTo>
                  <a:pt x="0" y="17"/>
                </a:move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4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4" y="1"/>
                </a:lnTo>
                <a:lnTo>
                  <a:pt x="46" y="1"/>
                </a:lnTo>
                <a:lnTo>
                  <a:pt x="47" y="1"/>
                </a:lnTo>
                <a:lnTo>
                  <a:pt x="48" y="2"/>
                </a:lnTo>
                <a:lnTo>
                  <a:pt x="49" y="2"/>
                </a:lnTo>
                <a:lnTo>
                  <a:pt x="50" y="3"/>
                </a:lnTo>
                <a:lnTo>
                  <a:pt x="51" y="3"/>
                </a:lnTo>
                <a:lnTo>
                  <a:pt x="52" y="4"/>
                </a:lnTo>
                <a:lnTo>
                  <a:pt x="53" y="5"/>
                </a:lnTo>
                <a:lnTo>
                  <a:pt x="54" y="5"/>
                </a:lnTo>
                <a:lnTo>
                  <a:pt x="55" y="6"/>
                </a:lnTo>
                <a:lnTo>
                  <a:pt x="56" y="8"/>
                </a:lnTo>
                <a:lnTo>
                  <a:pt x="57" y="9"/>
                </a:lnTo>
                <a:lnTo>
                  <a:pt x="57" y="10"/>
                </a:lnTo>
                <a:lnTo>
                  <a:pt x="58" y="11"/>
                </a:lnTo>
                <a:lnTo>
                  <a:pt x="59" y="12"/>
                </a:lnTo>
                <a:lnTo>
                  <a:pt x="60" y="14"/>
                </a:lnTo>
                <a:lnTo>
                  <a:pt x="60" y="15"/>
                </a:lnTo>
                <a:lnTo>
                  <a:pt x="62" y="16"/>
                </a:lnTo>
                <a:lnTo>
                  <a:pt x="62" y="17"/>
                </a:lnTo>
                <a:lnTo>
                  <a:pt x="63" y="18"/>
                </a:lnTo>
                <a:lnTo>
                  <a:pt x="63" y="19"/>
                </a:lnTo>
                <a:lnTo>
                  <a:pt x="63" y="20"/>
                </a:lnTo>
                <a:lnTo>
                  <a:pt x="64" y="21"/>
                </a:lnTo>
                <a:lnTo>
                  <a:pt x="64" y="24"/>
                </a:lnTo>
                <a:lnTo>
                  <a:pt x="64" y="25"/>
                </a:lnTo>
                <a:lnTo>
                  <a:pt x="64" y="26"/>
                </a:lnTo>
                <a:lnTo>
                  <a:pt x="64" y="17"/>
                </a:lnTo>
                <a:lnTo>
                  <a:pt x="64" y="18"/>
                </a:lnTo>
                <a:lnTo>
                  <a:pt x="64" y="19"/>
                </a:lnTo>
                <a:lnTo>
                  <a:pt x="64" y="20"/>
                </a:lnTo>
                <a:lnTo>
                  <a:pt x="63" y="22"/>
                </a:lnTo>
                <a:lnTo>
                  <a:pt x="63" y="24"/>
                </a:lnTo>
                <a:lnTo>
                  <a:pt x="63" y="25"/>
                </a:lnTo>
                <a:lnTo>
                  <a:pt x="62" y="26"/>
                </a:lnTo>
                <a:lnTo>
                  <a:pt x="62" y="27"/>
                </a:lnTo>
                <a:lnTo>
                  <a:pt x="60" y="28"/>
                </a:lnTo>
                <a:lnTo>
                  <a:pt x="60" y="29"/>
                </a:lnTo>
                <a:lnTo>
                  <a:pt x="59" y="30"/>
                </a:lnTo>
                <a:lnTo>
                  <a:pt x="59" y="31"/>
                </a:lnTo>
                <a:lnTo>
                  <a:pt x="58" y="32"/>
                </a:lnTo>
                <a:lnTo>
                  <a:pt x="57" y="33"/>
                </a:lnTo>
                <a:lnTo>
                  <a:pt x="57" y="34"/>
                </a:lnTo>
                <a:lnTo>
                  <a:pt x="56" y="35"/>
                </a:lnTo>
                <a:lnTo>
                  <a:pt x="55" y="36"/>
                </a:lnTo>
                <a:lnTo>
                  <a:pt x="54" y="36"/>
                </a:lnTo>
                <a:lnTo>
                  <a:pt x="53" y="37"/>
                </a:lnTo>
                <a:lnTo>
                  <a:pt x="52" y="38"/>
                </a:lnTo>
                <a:lnTo>
                  <a:pt x="51" y="38"/>
                </a:lnTo>
                <a:lnTo>
                  <a:pt x="50" y="39"/>
                </a:lnTo>
                <a:lnTo>
                  <a:pt x="49" y="39"/>
                </a:lnTo>
                <a:lnTo>
                  <a:pt x="48" y="41"/>
                </a:lnTo>
                <a:lnTo>
                  <a:pt x="47" y="41"/>
                </a:lnTo>
                <a:lnTo>
                  <a:pt x="46" y="42"/>
                </a:lnTo>
                <a:lnTo>
                  <a:pt x="44" y="42"/>
                </a:lnTo>
                <a:lnTo>
                  <a:pt x="43" y="42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8" y="43"/>
                </a:lnTo>
                <a:lnTo>
                  <a:pt x="25" y="43"/>
                </a:lnTo>
                <a:lnTo>
                  <a:pt x="24" y="43"/>
                </a:lnTo>
                <a:lnTo>
                  <a:pt x="23" y="43"/>
                </a:lnTo>
                <a:lnTo>
                  <a:pt x="21" y="43"/>
                </a:lnTo>
                <a:lnTo>
                  <a:pt x="20" y="42"/>
                </a:lnTo>
                <a:lnTo>
                  <a:pt x="19" y="42"/>
                </a:lnTo>
                <a:lnTo>
                  <a:pt x="18" y="42"/>
                </a:lnTo>
                <a:lnTo>
                  <a:pt x="17" y="41"/>
                </a:lnTo>
                <a:lnTo>
                  <a:pt x="16" y="41"/>
                </a:lnTo>
                <a:lnTo>
                  <a:pt x="15" y="39"/>
                </a:lnTo>
                <a:lnTo>
                  <a:pt x="14" y="39"/>
                </a:lnTo>
                <a:lnTo>
                  <a:pt x="13" y="38"/>
                </a:lnTo>
                <a:lnTo>
                  <a:pt x="11" y="38"/>
                </a:lnTo>
                <a:lnTo>
                  <a:pt x="10" y="37"/>
                </a:lnTo>
                <a:lnTo>
                  <a:pt x="9" y="36"/>
                </a:lnTo>
                <a:lnTo>
                  <a:pt x="8" y="36"/>
                </a:lnTo>
                <a:lnTo>
                  <a:pt x="7" y="35"/>
                </a:lnTo>
                <a:lnTo>
                  <a:pt x="6" y="34"/>
                </a:lnTo>
                <a:lnTo>
                  <a:pt x="5" y="33"/>
                </a:lnTo>
                <a:lnTo>
                  <a:pt x="5" y="32"/>
                </a:lnTo>
                <a:lnTo>
                  <a:pt x="4" y="31"/>
                </a:lnTo>
                <a:lnTo>
                  <a:pt x="3" y="30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0" y="22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6980" name="TextBox 125">
            <a:extLst>
              <a:ext uri="{FF2B5EF4-FFF2-40B4-BE49-F238E27FC236}">
                <a16:creationId xmlns:a16="http://schemas.microsoft.com/office/drawing/2014/main" id="{F31EBC4F-6529-4A8D-8658-18C5F5997E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3.15 from the textbook ]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001" name="Group 1">
            <a:extLst>
              <a:ext uri="{FF2B5EF4-FFF2-40B4-BE49-F238E27FC236}">
                <a16:creationId xmlns:a16="http://schemas.microsoft.com/office/drawing/2014/main" id="{005E35C3-65E9-4312-89E0-02C15297E70A}"/>
              </a:ext>
            </a:extLst>
          </p:cNvPr>
          <p:cNvGrpSpPr>
            <a:grpSpLocks/>
          </p:cNvGrpSpPr>
          <p:nvPr/>
        </p:nvGrpSpPr>
        <p:grpSpPr bwMode="auto">
          <a:xfrm>
            <a:off x="1490663" y="769938"/>
            <a:ext cx="6423025" cy="5783262"/>
            <a:chOff x="1490663" y="334963"/>
            <a:chExt cx="6423025" cy="5783262"/>
          </a:xfrm>
        </p:grpSpPr>
        <p:sp>
          <p:nvSpPr>
            <p:cNvPr id="128004" name="Rectangle 4">
              <a:extLst>
                <a:ext uri="{FF2B5EF4-FFF2-40B4-BE49-F238E27FC236}">
                  <a16:creationId xmlns:a16="http://schemas.microsoft.com/office/drawing/2014/main" id="{BC5E21A4-0C69-4E3E-A451-6CED615CF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5" name="Line 6">
              <a:extLst>
                <a:ext uri="{FF2B5EF4-FFF2-40B4-BE49-F238E27FC236}">
                  <a16:creationId xmlns:a16="http://schemas.microsoft.com/office/drawing/2014/main" id="{2C537253-F789-4524-9025-C62A14954B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8">
              <a:extLst>
                <a:ext uri="{FF2B5EF4-FFF2-40B4-BE49-F238E27FC236}">
                  <a16:creationId xmlns:a16="http://schemas.microsoft.com/office/drawing/2014/main" id="{484E7D24-B8B1-40BA-9664-AC78BE4554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Freeform 9">
              <a:extLst>
                <a:ext uri="{FF2B5EF4-FFF2-40B4-BE49-F238E27FC236}">
                  <a16:creationId xmlns:a16="http://schemas.microsoft.com/office/drawing/2014/main" id="{E43FF405-AD25-4466-B327-DB6A893ED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8" name="Freeform 10">
              <a:extLst>
                <a:ext uri="{FF2B5EF4-FFF2-40B4-BE49-F238E27FC236}">
                  <a16:creationId xmlns:a16="http://schemas.microsoft.com/office/drawing/2014/main" id="{FE5AF3A1-21D8-45D7-BD62-09C0EE744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9" name="Line 12">
              <a:extLst>
                <a:ext uri="{FF2B5EF4-FFF2-40B4-BE49-F238E27FC236}">
                  <a16:creationId xmlns:a16="http://schemas.microsoft.com/office/drawing/2014/main" id="{55DDCFA1-6759-4795-8F70-291297077E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0" name="Line 13">
              <a:extLst>
                <a:ext uri="{FF2B5EF4-FFF2-40B4-BE49-F238E27FC236}">
                  <a16:creationId xmlns:a16="http://schemas.microsoft.com/office/drawing/2014/main" id="{18138960-5CCB-4444-A8FF-6E1DCD9ACE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1" name="Line 14">
              <a:extLst>
                <a:ext uri="{FF2B5EF4-FFF2-40B4-BE49-F238E27FC236}">
                  <a16:creationId xmlns:a16="http://schemas.microsoft.com/office/drawing/2014/main" id="{52F3B721-E6D2-49A3-86E7-BF59311CB6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2" name="Rectangle 19">
              <a:extLst>
                <a:ext uri="{FF2B5EF4-FFF2-40B4-BE49-F238E27FC236}">
                  <a16:creationId xmlns:a16="http://schemas.microsoft.com/office/drawing/2014/main" id="{0011A1EC-CDB6-4E1B-ACE5-454BE6DD9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3" name="Rectangle 20">
              <a:extLst>
                <a:ext uri="{FF2B5EF4-FFF2-40B4-BE49-F238E27FC236}">
                  <a16:creationId xmlns:a16="http://schemas.microsoft.com/office/drawing/2014/main" id="{9104011F-EFC0-4F22-A7BD-8A6370241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21">
              <a:extLst>
                <a:ext uri="{FF2B5EF4-FFF2-40B4-BE49-F238E27FC236}">
                  <a16:creationId xmlns:a16="http://schemas.microsoft.com/office/drawing/2014/main" id="{517130B6-44A9-4C9D-83B5-76DC157CF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5" name="Rectangle 22">
              <a:extLst>
                <a:ext uri="{FF2B5EF4-FFF2-40B4-BE49-F238E27FC236}">
                  <a16:creationId xmlns:a16="http://schemas.microsoft.com/office/drawing/2014/main" id="{2EE0CBFF-9EDD-4A79-B753-31B7781DE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6" name="Rectangle 23">
              <a:extLst>
                <a:ext uri="{FF2B5EF4-FFF2-40B4-BE49-F238E27FC236}">
                  <a16:creationId xmlns:a16="http://schemas.microsoft.com/office/drawing/2014/main" id="{4E328A98-C8F4-4610-BF34-1E93F708C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7" name="Rectangle 24">
              <a:extLst>
                <a:ext uri="{FF2B5EF4-FFF2-40B4-BE49-F238E27FC236}">
                  <a16:creationId xmlns:a16="http://schemas.microsoft.com/office/drawing/2014/main" id="{90CDE73F-DFCB-482E-A25F-D1845A3CB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8" name="Rectangle 25">
              <a:extLst>
                <a:ext uri="{FF2B5EF4-FFF2-40B4-BE49-F238E27FC236}">
                  <a16:creationId xmlns:a16="http://schemas.microsoft.com/office/drawing/2014/main" id="{1E7684FD-9AD0-4F6E-AF2F-423743370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Rectangle 26">
              <a:extLst>
                <a:ext uri="{FF2B5EF4-FFF2-40B4-BE49-F238E27FC236}">
                  <a16:creationId xmlns:a16="http://schemas.microsoft.com/office/drawing/2014/main" id="{848DF134-3C2A-48FF-A7A3-A9A8B6652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7">
              <a:extLst>
                <a:ext uri="{FF2B5EF4-FFF2-40B4-BE49-F238E27FC236}">
                  <a16:creationId xmlns:a16="http://schemas.microsoft.com/office/drawing/2014/main" id="{BF63A986-B227-469D-9465-472945F4D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1" name="Line 28">
              <a:extLst>
                <a:ext uri="{FF2B5EF4-FFF2-40B4-BE49-F238E27FC236}">
                  <a16:creationId xmlns:a16="http://schemas.microsoft.com/office/drawing/2014/main" id="{6D4B8D32-709D-4514-B996-5F313930BE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2" name="Rectangle 29">
              <a:extLst>
                <a:ext uri="{FF2B5EF4-FFF2-40B4-BE49-F238E27FC236}">
                  <a16:creationId xmlns:a16="http://schemas.microsoft.com/office/drawing/2014/main" id="{3332C654-8BBD-4A29-B641-837676062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3" name="Rectangle 30">
              <a:extLst>
                <a:ext uri="{FF2B5EF4-FFF2-40B4-BE49-F238E27FC236}">
                  <a16:creationId xmlns:a16="http://schemas.microsoft.com/office/drawing/2014/main" id="{0659A29C-9D7D-4E10-B6B4-AF85FFD6D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4" name="Rectangle 31">
              <a:extLst>
                <a:ext uri="{FF2B5EF4-FFF2-40B4-BE49-F238E27FC236}">
                  <a16:creationId xmlns:a16="http://schemas.microsoft.com/office/drawing/2014/main" id="{61758C64-A946-4D0A-8D19-D4EFAE9C0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5" name="Rectangle 32">
              <a:extLst>
                <a:ext uri="{FF2B5EF4-FFF2-40B4-BE49-F238E27FC236}">
                  <a16:creationId xmlns:a16="http://schemas.microsoft.com/office/drawing/2014/main" id="{DB0777BE-C62B-4947-BC91-F58AE906B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6" name="Rectangle 33">
              <a:extLst>
                <a:ext uri="{FF2B5EF4-FFF2-40B4-BE49-F238E27FC236}">
                  <a16:creationId xmlns:a16="http://schemas.microsoft.com/office/drawing/2014/main" id="{7A559EAC-BD1B-4C88-A4F4-DA119F1C8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7" name="Rectangle 34">
              <a:extLst>
                <a:ext uri="{FF2B5EF4-FFF2-40B4-BE49-F238E27FC236}">
                  <a16:creationId xmlns:a16="http://schemas.microsoft.com/office/drawing/2014/main" id="{E17DF9D5-D8BB-44B1-9305-81C2F6509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8" name="Rectangle 35">
              <a:extLst>
                <a:ext uri="{FF2B5EF4-FFF2-40B4-BE49-F238E27FC236}">
                  <a16:creationId xmlns:a16="http://schemas.microsoft.com/office/drawing/2014/main" id="{510CE487-AFDB-4893-8ADC-1216D2EA2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9" name="Rectangle 36">
              <a:extLst>
                <a:ext uri="{FF2B5EF4-FFF2-40B4-BE49-F238E27FC236}">
                  <a16:creationId xmlns:a16="http://schemas.microsoft.com/office/drawing/2014/main" id="{2FDD9E11-0902-42B9-8CF2-388B8EB63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0" name="Line 37">
              <a:extLst>
                <a:ext uri="{FF2B5EF4-FFF2-40B4-BE49-F238E27FC236}">
                  <a16:creationId xmlns:a16="http://schemas.microsoft.com/office/drawing/2014/main" id="{85FE776E-D632-4B6F-A13F-D810EEBBE3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9">
              <a:extLst>
                <a:ext uri="{FF2B5EF4-FFF2-40B4-BE49-F238E27FC236}">
                  <a16:creationId xmlns:a16="http://schemas.microsoft.com/office/drawing/2014/main" id="{6D83E1EC-4174-45B3-AF9D-AF61018032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2" name="Line 40">
              <a:extLst>
                <a:ext uri="{FF2B5EF4-FFF2-40B4-BE49-F238E27FC236}">
                  <a16:creationId xmlns:a16="http://schemas.microsoft.com/office/drawing/2014/main" id="{24DFCE8B-B85A-464C-91F2-FEC11C8CF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3" name="Line 41">
              <a:extLst>
                <a:ext uri="{FF2B5EF4-FFF2-40B4-BE49-F238E27FC236}">
                  <a16:creationId xmlns:a16="http://schemas.microsoft.com/office/drawing/2014/main" id="{574B0766-B5A7-41D9-972A-6884A525B0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Line 48">
              <a:extLst>
                <a:ext uri="{FF2B5EF4-FFF2-40B4-BE49-F238E27FC236}">
                  <a16:creationId xmlns:a16="http://schemas.microsoft.com/office/drawing/2014/main" id="{67FDD1B3-67DD-4E21-B7F6-0D8AE7B2E3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5" name="Line 50">
              <a:extLst>
                <a:ext uri="{FF2B5EF4-FFF2-40B4-BE49-F238E27FC236}">
                  <a16:creationId xmlns:a16="http://schemas.microsoft.com/office/drawing/2014/main" id="{F65149D9-8F2B-4C6B-8921-67CB828AD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6" name="Line 51">
              <a:extLst>
                <a:ext uri="{FF2B5EF4-FFF2-40B4-BE49-F238E27FC236}">
                  <a16:creationId xmlns:a16="http://schemas.microsoft.com/office/drawing/2014/main" id="{045BEF9C-40E2-40D9-8537-F7629991CC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7" name="Line 52">
              <a:extLst>
                <a:ext uri="{FF2B5EF4-FFF2-40B4-BE49-F238E27FC236}">
                  <a16:creationId xmlns:a16="http://schemas.microsoft.com/office/drawing/2014/main" id="{D1551465-3746-4835-AFE5-F878B809BA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8" name="Line 61">
              <a:extLst>
                <a:ext uri="{FF2B5EF4-FFF2-40B4-BE49-F238E27FC236}">
                  <a16:creationId xmlns:a16="http://schemas.microsoft.com/office/drawing/2014/main" id="{19174FF0-9832-4E35-BA24-45471D4363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9" name="Line 62">
              <a:extLst>
                <a:ext uri="{FF2B5EF4-FFF2-40B4-BE49-F238E27FC236}">
                  <a16:creationId xmlns:a16="http://schemas.microsoft.com/office/drawing/2014/main" id="{373955A3-9B4B-4C5D-95D8-5BB4523F6A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40" name="Line 63">
              <a:extLst>
                <a:ext uri="{FF2B5EF4-FFF2-40B4-BE49-F238E27FC236}">
                  <a16:creationId xmlns:a16="http://schemas.microsoft.com/office/drawing/2014/main" id="{F33173CA-F65B-4E07-8811-D3D3A33BC3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41" name="Line 68">
              <a:extLst>
                <a:ext uri="{FF2B5EF4-FFF2-40B4-BE49-F238E27FC236}">
                  <a16:creationId xmlns:a16="http://schemas.microsoft.com/office/drawing/2014/main" id="{9487BEA6-D905-4D9F-98B4-C825521A6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42" name="Line 69">
              <a:extLst>
                <a:ext uri="{FF2B5EF4-FFF2-40B4-BE49-F238E27FC236}">
                  <a16:creationId xmlns:a16="http://schemas.microsoft.com/office/drawing/2014/main" id="{ABA7F3A7-9529-4CC7-96D8-6669067A3F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43" name="Line 73">
              <a:extLst>
                <a:ext uri="{FF2B5EF4-FFF2-40B4-BE49-F238E27FC236}">
                  <a16:creationId xmlns:a16="http://schemas.microsoft.com/office/drawing/2014/main" id="{B46BD50B-9F75-4C34-B3C2-D6A49805D1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44" name="Line 74">
              <a:extLst>
                <a:ext uri="{FF2B5EF4-FFF2-40B4-BE49-F238E27FC236}">
                  <a16:creationId xmlns:a16="http://schemas.microsoft.com/office/drawing/2014/main" id="{D9E77179-7229-458B-BB0A-3028C201B2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45" name="Line 76">
              <a:extLst>
                <a:ext uri="{FF2B5EF4-FFF2-40B4-BE49-F238E27FC236}">
                  <a16:creationId xmlns:a16="http://schemas.microsoft.com/office/drawing/2014/main" id="{B9BEF31B-DE7D-4FA1-BBD9-3E7561EA21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46" name="Freeform 77">
              <a:extLst>
                <a:ext uri="{FF2B5EF4-FFF2-40B4-BE49-F238E27FC236}">
                  <a16:creationId xmlns:a16="http://schemas.microsoft.com/office/drawing/2014/main" id="{07EB1EC4-3F5A-4094-8CAC-1FA204F21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47" name="Freeform 78">
              <a:extLst>
                <a:ext uri="{FF2B5EF4-FFF2-40B4-BE49-F238E27FC236}">
                  <a16:creationId xmlns:a16="http://schemas.microsoft.com/office/drawing/2014/main" id="{E8B29C48-99EA-4831-9964-AAE2C25BF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48" name="Freeform 79">
              <a:extLst>
                <a:ext uri="{FF2B5EF4-FFF2-40B4-BE49-F238E27FC236}">
                  <a16:creationId xmlns:a16="http://schemas.microsoft.com/office/drawing/2014/main" id="{1505CF3A-1AA9-44F1-B4AE-D5530C4C0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49" name="Line 80">
              <a:extLst>
                <a:ext uri="{FF2B5EF4-FFF2-40B4-BE49-F238E27FC236}">
                  <a16:creationId xmlns:a16="http://schemas.microsoft.com/office/drawing/2014/main" id="{761A99D9-7449-4DCA-B540-2CFC6E416D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50" name="Line 81">
              <a:extLst>
                <a:ext uri="{FF2B5EF4-FFF2-40B4-BE49-F238E27FC236}">
                  <a16:creationId xmlns:a16="http://schemas.microsoft.com/office/drawing/2014/main" id="{A154503C-2782-410B-9D16-AD0320783E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51" name="Line 82">
              <a:extLst>
                <a:ext uri="{FF2B5EF4-FFF2-40B4-BE49-F238E27FC236}">
                  <a16:creationId xmlns:a16="http://schemas.microsoft.com/office/drawing/2014/main" id="{D11F1986-CE50-4D19-8AC3-70DAD771CF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52" name="Line 83">
              <a:extLst>
                <a:ext uri="{FF2B5EF4-FFF2-40B4-BE49-F238E27FC236}">
                  <a16:creationId xmlns:a16="http://schemas.microsoft.com/office/drawing/2014/main" id="{0B6C6F0A-567E-4D7E-9646-126D2F3DB5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53" name="Freeform 84">
              <a:extLst>
                <a:ext uri="{FF2B5EF4-FFF2-40B4-BE49-F238E27FC236}">
                  <a16:creationId xmlns:a16="http://schemas.microsoft.com/office/drawing/2014/main" id="{6D3DF4CB-E7BD-4F94-81AA-36EE477D7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54" name="Freeform 85">
              <a:extLst>
                <a:ext uri="{FF2B5EF4-FFF2-40B4-BE49-F238E27FC236}">
                  <a16:creationId xmlns:a16="http://schemas.microsoft.com/office/drawing/2014/main" id="{5BA85021-CD07-432B-8CDC-97145BE06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55" name="Freeform 86">
              <a:extLst>
                <a:ext uri="{FF2B5EF4-FFF2-40B4-BE49-F238E27FC236}">
                  <a16:creationId xmlns:a16="http://schemas.microsoft.com/office/drawing/2014/main" id="{FB1E6169-FA60-4D1B-BA64-54A1148DF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56" name="Freeform 87">
              <a:extLst>
                <a:ext uri="{FF2B5EF4-FFF2-40B4-BE49-F238E27FC236}">
                  <a16:creationId xmlns:a16="http://schemas.microsoft.com/office/drawing/2014/main" id="{B4948623-3BAD-45E0-99E4-63AE2F756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57" name="Line 89">
              <a:extLst>
                <a:ext uri="{FF2B5EF4-FFF2-40B4-BE49-F238E27FC236}">
                  <a16:creationId xmlns:a16="http://schemas.microsoft.com/office/drawing/2014/main" id="{4698B279-C5DE-4DA7-9BDE-B480A4E1D1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58" name="Freeform 90">
              <a:extLst>
                <a:ext uri="{FF2B5EF4-FFF2-40B4-BE49-F238E27FC236}">
                  <a16:creationId xmlns:a16="http://schemas.microsoft.com/office/drawing/2014/main" id="{8894CA1C-5528-4C8F-AFC5-D7F46E13D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59" name="Freeform 91">
              <a:extLst>
                <a:ext uri="{FF2B5EF4-FFF2-40B4-BE49-F238E27FC236}">
                  <a16:creationId xmlns:a16="http://schemas.microsoft.com/office/drawing/2014/main" id="{FF24C448-6F9C-41B1-A2DC-0854EC91E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60" name="Rectangle 92">
              <a:extLst>
                <a:ext uri="{FF2B5EF4-FFF2-40B4-BE49-F238E27FC236}">
                  <a16:creationId xmlns:a16="http://schemas.microsoft.com/office/drawing/2014/main" id="{A4E1A555-5905-4E4B-AC39-1B73478FF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61" name="Line 93">
              <a:extLst>
                <a:ext uri="{FF2B5EF4-FFF2-40B4-BE49-F238E27FC236}">
                  <a16:creationId xmlns:a16="http://schemas.microsoft.com/office/drawing/2014/main" id="{8145500B-67A6-4EE6-BF27-C2501914F0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62" name="Freeform 94">
              <a:extLst>
                <a:ext uri="{FF2B5EF4-FFF2-40B4-BE49-F238E27FC236}">
                  <a16:creationId xmlns:a16="http://schemas.microsoft.com/office/drawing/2014/main" id="{3098A66F-B295-490A-9663-ACA0FF73C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63" name="Freeform 95">
              <a:extLst>
                <a:ext uri="{FF2B5EF4-FFF2-40B4-BE49-F238E27FC236}">
                  <a16:creationId xmlns:a16="http://schemas.microsoft.com/office/drawing/2014/main" id="{EBD72CE9-F01B-4A68-A877-CBA4F9BF6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64" name="Line 96">
              <a:extLst>
                <a:ext uri="{FF2B5EF4-FFF2-40B4-BE49-F238E27FC236}">
                  <a16:creationId xmlns:a16="http://schemas.microsoft.com/office/drawing/2014/main" id="{3320347E-0C5F-4295-B10B-67C76CA0E4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65" name="Line 97">
              <a:extLst>
                <a:ext uri="{FF2B5EF4-FFF2-40B4-BE49-F238E27FC236}">
                  <a16:creationId xmlns:a16="http://schemas.microsoft.com/office/drawing/2014/main" id="{B18729F9-8677-4934-8F2A-3B305DD96D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66" name="Line 98">
              <a:extLst>
                <a:ext uri="{FF2B5EF4-FFF2-40B4-BE49-F238E27FC236}">
                  <a16:creationId xmlns:a16="http://schemas.microsoft.com/office/drawing/2014/main" id="{7A19D6D2-5A16-448C-A57B-EE749D4D2C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67" name="Rectangle 99">
              <a:extLst>
                <a:ext uri="{FF2B5EF4-FFF2-40B4-BE49-F238E27FC236}">
                  <a16:creationId xmlns:a16="http://schemas.microsoft.com/office/drawing/2014/main" id="{86A44E83-50AF-40A7-B982-8CE80FAE0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68" name="Rectangle 100">
              <a:extLst>
                <a:ext uri="{FF2B5EF4-FFF2-40B4-BE49-F238E27FC236}">
                  <a16:creationId xmlns:a16="http://schemas.microsoft.com/office/drawing/2014/main" id="{C846D4E5-AB23-4D56-AECF-50B70F7DA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69" name="Rectangle 101">
              <a:extLst>
                <a:ext uri="{FF2B5EF4-FFF2-40B4-BE49-F238E27FC236}">
                  <a16:creationId xmlns:a16="http://schemas.microsoft.com/office/drawing/2014/main" id="{127C6A4C-97A5-464D-87B0-40CB66677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70" name="Rectangle 102">
              <a:extLst>
                <a:ext uri="{FF2B5EF4-FFF2-40B4-BE49-F238E27FC236}">
                  <a16:creationId xmlns:a16="http://schemas.microsoft.com/office/drawing/2014/main" id="{C516E2C2-F66E-41AD-9C60-D18107A40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71" name="Line 103">
              <a:extLst>
                <a:ext uri="{FF2B5EF4-FFF2-40B4-BE49-F238E27FC236}">
                  <a16:creationId xmlns:a16="http://schemas.microsoft.com/office/drawing/2014/main" id="{12359F47-9484-495E-B24C-15C7AC77C3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72" name="Rectangle 104">
              <a:extLst>
                <a:ext uri="{FF2B5EF4-FFF2-40B4-BE49-F238E27FC236}">
                  <a16:creationId xmlns:a16="http://schemas.microsoft.com/office/drawing/2014/main" id="{A5E63488-B0D7-47A6-ABDD-53A228D8D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73" name="Rectangle 105">
              <a:extLst>
                <a:ext uri="{FF2B5EF4-FFF2-40B4-BE49-F238E27FC236}">
                  <a16:creationId xmlns:a16="http://schemas.microsoft.com/office/drawing/2014/main" id="{85712610-6209-4159-BBF3-66AD8849F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74" name="Rectangle 106">
              <a:extLst>
                <a:ext uri="{FF2B5EF4-FFF2-40B4-BE49-F238E27FC236}">
                  <a16:creationId xmlns:a16="http://schemas.microsoft.com/office/drawing/2014/main" id="{D7684D18-937C-4CD6-8071-14F4E4783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75" name="Rectangle 107">
              <a:extLst>
                <a:ext uri="{FF2B5EF4-FFF2-40B4-BE49-F238E27FC236}">
                  <a16:creationId xmlns:a16="http://schemas.microsoft.com/office/drawing/2014/main" id="{7355D82A-37DA-4FB2-B760-9B5C43A88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76" name="Line 110">
              <a:extLst>
                <a:ext uri="{FF2B5EF4-FFF2-40B4-BE49-F238E27FC236}">
                  <a16:creationId xmlns:a16="http://schemas.microsoft.com/office/drawing/2014/main" id="{1A728F7F-3454-42FF-B4BC-75A06F843F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77" name="Line 111">
              <a:extLst>
                <a:ext uri="{FF2B5EF4-FFF2-40B4-BE49-F238E27FC236}">
                  <a16:creationId xmlns:a16="http://schemas.microsoft.com/office/drawing/2014/main" id="{22375C4A-AC27-4929-8228-53384BD76D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78" name="Line 112">
              <a:extLst>
                <a:ext uri="{FF2B5EF4-FFF2-40B4-BE49-F238E27FC236}">
                  <a16:creationId xmlns:a16="http://schemas.microsoft.com/office/drawing/2014/main" id="{F101CCDF-F363-4180-A255-8D14BC0549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79" name="Line 117">
              <a:extLst>
                <a:ext uri="{FF2B5EF4-FFF2-40B4-BE49-F238E27FC236}">
                  <a16:creationId xmlns:a16="http://schemas.microsoft.com/office/drawing/2014/main" id="{36244C0D-5918-41AF-A742-5A683B2473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80" name="Line 118">
              <a:extLst>
                <a:ext uri="{FF2B5EF4-FFF2-40B4-BE49-F238E27FC236}">
                  <a16:creationId xmlns:a16="http://schemas.microsoft.com/office/drawing/2014/main" id="{E1BD49E2-D024-4328-B2EA-90E3B446C1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81" name="Line 119">
              <a:extLst>
                <a:ext uri="{FF2B5EF4-FFF2-40B4-BE49-F238E27FC236}">
                  <a16:creationId xmlns:a16="http://schemas.microsoft.com/office/drawing/2014/main" id="{DE140017-CE2B-494A-8F00-3722480857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82" name="Line 126">
              <a:extLst>
                <a:ext uri="{FF2B5EF4-FFF2-40B4-BE49-F238E27FC236}">
                  <a16:creationId xmlns:a16="http://schemas.microsoft.com/office/drawing/2014/main" id="{D88922CE-5F34-4F3B-8CD6-29E4179150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83" name="Line 128">
              <a:extLst>
                <a:ext uri="{FF2B5EF4-FFF2-40B4-BE49-F238E27FC236}">
                  <a16:creationId xmlns:a16="http://schemas.microsoft.com/office/drawing/2014/main" id="{21EBB6C3-5AC6-4A55-9324-2652022078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84" name="Line 129">
              <a:extLst>
                <a:ext uri="{FF2B5EF4-FFF2-40B4-BE49-F238E27FC236}">
                  <a16:creationId xmlns:a16="http://schemas.microsoft.com/office/drawing/2014/main" id="{F64744A6-64A0-4B9E-B53D-C8BE7BC0DC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85" name="Line 130">
              <a:extLst>
                <a:ext uri="{FF2B5EF4-FFF2-40B4-BE49-F238E27FC236}">
                  <a16:creationId xmlns:a16="http://schemas.microsoft.com/office/drawing/2014/main" id="{38255FE7-B3BB-4637-8FFA-EB2C694824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86" name="Line 139">
              <a:extLst>
                <a:ext uri="{FF2B5EF4-FFF2-40B4-BE49-F238E27FC236}">
                  <a16:creationId xmlns:a16="http://schemas.microsoft.com/office/drawing/2014/main" id="{2C667A9A-1B7B-4C1B-B46A-E83FE1AEF6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87" name="Line 141">
              <a:extLst>
                <a:ext uri="{FF2B5EF4-FFF2-40B4-BE49-F238E27FC236}">
                  <a16:creationId xmlns:a16="http://schemas.microsoft.com/office/drawing/2014/main" id="{0E435138-D398-4643-914C-EFA2F8E374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88" name="Line 142">
              <a:extLst>
                <a:ext uri="{FF2B5EF4-FFF2-40B4-BE49-F238E27FC236}">
                  <a16:creationId xmlns:a16="http://schemas.microsoft.com/office/drawing/2014/main" id="{19F8E715-ACD8-45AB-9E76-FC49AC7286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89" name="Line 143">
              <a:extLst>
                <a:ext uri="{FF2B5EF4-FFF2-40B4-BE49-F238E27FC236}">
                  <a16:creationId xmlns:a16="http://schemas.microsoft.com/office/drawing/2014/main" id="{E4D5AEDD-4897-40A9-82F8-D2DBC98A60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90" name="Freeform 148">
              <a:extLst>
                <a:ext uri="{FF2B5EF4-FFF2-40B4-BE49-F238E27FC236}">
                  <a16:creationId xmlns:a16="http://schemas.microsoft.com/office/drawing/2014/main" id="{0FA56EEB-C6F6-498B-B95B-E904F5F5B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91" name="Freeform 149">
              <a:extLst>
                <a:ext uri="{FF2B5EF4-FFF2-40B4-BE49-F238E27FC236}">
                  <a16:creationId xmlns:a16="http://schemas.microsoft.com/office/drawing/2014/main" id="{B9823985-A1C6-4371-96CB-8148A966A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92" name="Line 152">
              <a:extLst>
                <a:ext uri="{FF2B5EF4-FFF2-40B4-BE49-F238E27FC236}">
                  <a16:creationId xmlns:a16="http://schemas.microsoft.com/office/drawing/2014/main" id="{DED10DC1-D31D-466F-BA87-6B10D90CE8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93" name="Line 153">
              <a:extLst>
                <a:ext uri="{FF2B5EF4-FFF2-40B4-BE49-F238E27FC236}">
                  <a16:creationId xmlns:a16="http://schemas.microsoft.com/office/drawing/2014/main" id="{3FE9276C-D7C1-4AC7-8BBA-B89C99207B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94" name="Line 154">
              <a:extLst>
                <a:ext uri="{FF2B5EF4-FFF2-40B4-BE49-F238E27FC236}">
                  <a16:creationId xmlns:a16="http://schemas.microsoft.com/office/drawing/2014/main" id="{F751EA58-1580-4EEA-9BD2-971B7C0DD1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95" name="Line 155">
              <a:extLst>
                <a:ext uri="{FF2B5EF4-FFF2-40B4-BE49-F238E27FC236}">
                  <a16:creationId xmlns:a16="http://schemas.microsoft.com/office/drawing/2014/main" id="{C27249EB-D677-475B-A3EE-4D0B0FAFC6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96" name="Freeform 156">
              <a:extLst>
                <a:ext uri="{FF2B5EF4-FFF2-40B4-BE49-F238E27FC236}">
                  <a16:creationId xmlns:a16="http://schemas.microsoft.com/office/drawing/2014/main" id="{FE09B4DC-A499-48C5-BEAC-A596E5600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97" name="Line 157">
              <a:extLst>
                <a:ext uri="{FF2B5EF4-FFF2-40B4-BE49-F238E27FC236}">
                  <a16:creationId xmlns:a16="http://schemas.microsoft.com/office/drawing/2014/main" id="{3C87962B-8D93-411D-BA50-AE53E2306D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98" name="Freeform 158">
              <a:extLst>
                <a:ext uri="{FF2B5EF4-FFF2-40B4-BE49-F238E27FC236}">
                  <a16:creationId xmlns:a16="http://schemas.microsoft.com/office/drawing/2014/main" id="{2EC7C19F-8921-487F-ACF4-692E149C9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99" name="Line 159">
              <a:extLst>
                <a:ext uri="{FF2B5EF4-FFF2-40B4-BE49-F238E27FC236}">
                  <a16:creationId xmlns:a16="http://schemas.microsoft.com/office/drawing/2014/main" id="{FD99A927-6F55-4AB8-B035-FDE2F99BA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00" name="Freeform 160">
              <a:extLst>
                <a:ext uri="{FF2B5EF4-FFF2-40B4-BE49-F238E27FC236}">
                  <a16:creationId xmlns:a16="http://schemas.microsoft.com/office/drawing/2014/main" id="{B3214665-CDC9-4D91-A822-CCD59F2A8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01" name="Rectangle 161">
              <a:extLst>
                <a:ext uri="{FF2B5EF4-FFF2-40B4-BE49-F238E27FC236}">
                  <a16:creationId xmlns:a16="http://schemas.microsoft.com/office/drawing/2014/main" id="{6DBCC3DB-367C-4D6E-85D0-E7C52B1A4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02" name="Rectangle 162">
              <a:extLst>
                <a:ext uri="{FF2B5EF4-FFF2-40B4-BE49-F238E27FC236}">
                  <a16:creationId xmlns:a16="http://schemas.microsoft.com/office/drawing/2014/main" id="{C346C7E4-38CA-4FFC-96BC-39F41DAB9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03" name="Rectangle 163">
              <a:extLst>
                <a:ext uri="{FF2B5EF4-FFF2-40B4-BE49-F238E27FC236}">
                  <a16:creationId xmlns:a16="http://schemas.microsoft.com/office/drawing/2014/main" id="{72E94503-11E8-4A26-AB2C-D2F7F0544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04" name="Rectangle 164">
              <a:extLst>
                <a:ext uri="{FF2B5EF4-FFF2-40B4-BE49-F238E27FC236}">
                  <a16:creationId xmlns:a16="http://schemas.microsoft.com/office/drawing/2014/main" id="{50E17DE9-6C54-49E4-B6F7-B7229F9A0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05" name="Freeform 165">
              <a:extLst>
                <a:ext uri="{FF2B5EF4-FFF2-40B4-BE49-F238E27FC236}">
                  <a16:creationId xmlns:a16="http://schemas.microsoft.com/office/drawing/2014/main" id="{FB0AEDB9-667E-48FB-B7A5-1F7790129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06" name="Line 169">
              <a:extLst>
                <a:ext uri="{FF2B5EF4-FFF2-40B4-BE49-F238E27FC236}">
                  <a16:creationId xmlns:a16="http://schemas.microsoft.com/office/drawing/2014/main" id="{D1F64CDE-1557-4FBD-BE99-A0D32EFA46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07" name="Line 170">
              <a:extLst>
                <a:ext uri="{FF2B5EF4-FFF2-40B4-BE49-F238E27FC236}">
                  <a16:creationId xmlns:a16="http://schemas.microsoft.com/office/drawing/2014/main" id="{BBA9D35D-961E-48FE-9E5F-C28550580F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08" name="Freeform 171">
              <a:extLst>
                <a:ext uri="{FF2B5EF4-FFF2-40B4-BE49-F238E27FC236}">
                  <a16:creationId xmlns:a16="http://schemas.microsoft.com/office/drawing/2014/main" id="{5FA25920-3507-484F-86B1-03D4D2017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09" name="Freeform 172">
              <a:extLst>
                <a:ext uri="{FF2B5EF4-FFF2-40B4-BE49-F238E27FC236}">
                  <a16:creationId xmlns:a16="http://schemas.microsoft.com/office/drawing/2014/main" id="{AB67FBE8-4CDA-44B1-BD68-13DB2FCD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10" name="Freeform 173">
              <a:extLst>
                <a:ext uri="{FF2B5EF4-FFF2-40B4-BE49-F238E27FC236}">
                  <a16:creationId xmlns:a16="http://schemas.microsoft.com/office/drawing/2014/main" id="{E54D72FB-7435-4C85-881F-FDAD3E3B9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11" name="Freeform 174">
              <a:extLst>
                <a:ext uri="{FF2B5EF4-FFF2-40B4-BE49-F238E27FC236}">
                  <a16:creationId xmlns:a16="http://schemas.microsoft.com/office/drawing/2014/main" id="{ECDE5DEB-2276-4366-92E6-1281A2656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12" name="Rectangle 175">
              <a:extLst>
                <a:ext uri="{FF2B5EF4-FFF2-40B4-BE49-F238E27FC236}">
                  <a16:creationId xmlns:a16="http://schemas.microsoft.com/office/drawing/2014/main" id="{B3250469-D7C8-47F2-80EE-9069288EE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13" name="AutoShape 177">
              <a:extLst>
                <a:ext uri="{FF2B5EF4-FFF2-40B4-BE49-F238E27FC236}">
                  <a16:creationId xmlns:a16="http://schemas.microsoft.com/office/drawing/2014/main" id="{9AA70EBB-75FD-4115-83EE-90656351E9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14" name="AutoShape 179">
              <a:extLst>
                <a:ext uri="{FF2B5EF4-FFF2-40B4-BE49-F238E27FC236}">
                  <a16:creationId xmlns:a16="http://schemas.microsoft.com/office/drawing/2014/main" id="{BCDE9C72-F01A-415B-9B43-2AE5DCE80F0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15" name="AutoShape 181">
              <a:extLst>
                <a:ext uri="{FF2B5EF4-FFF2-40B4-BE49-F238E27FC236}">
                  <a16:creationId xmlns:a16="http://schemas.microsoft.com/office/drawing/2014/main" id="{47A20E56-122E-4C6B-9ACE-AE03D3B3A8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16" name="AutoShape 183">
              <a:extLst>
                <a:ext uri="{FF2B5EF4-FFF2-40B4-BE49-F238E27FC236}">
                  <a16:creationId xmlns:a16="http://schemas.microsoft.com/office/drawing/2014/main" id="{90C6EA29-A4AD-4EFC-820B-0CC4579B755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117" name="AutoShape 185">
              <a:extLst>
                <a:ext uri="{FF2B5EF4-FFF2-40B4-BE49-F238E27FC236}">
                  <a16:creationId xmlns:a16="http://schemas.microsoft.com/office/drawing/2014/main" id="{9ADE05E9-6D16-4A80-BC7A-450A90D635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28118" name="Group 202">
              <a:extLst>
                <a:ext uri="{FF2B5EF4-FFF2-40B4-BE49-F238E27FC236}">
                  <a16:creationId xmlns:a16="http://schemas.microsoft.com/office/drawing/2014/main" id="{1390D039-A35D-49D4-9663-96A3943069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28152" name="Freeform 203">
                <a:extLst>
                  <a:ext uri="{FF2B5EF4-FFF2-40B4-BE49-F238E27FC236}">
                    <a16:creationId xmlns:a16="http://schemas.microsoft.com/office/drawing/2014/main" id="{D377434C-4B62-49A6-88B0-67C1ABCB1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53" name="Freeform 204">
                <a:extLst>
                  <a:ext uri="{FF2B5EF4-FFF2-40B4-BE49-F238E27FC236}">
                    <a16:creationId xmlns:a16="http://schemas.microsoft.com/office/drawing/2014/main" id="{80546096-60AE-435C-8928-645568487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8154" name="Group 205">
                <a:extLst>
                  <a:ext uri="{FF2B5EF4-FFF2-40B4-BE49-F238E27FC236}">
                    <a16:creationId xmlns:a16="http://schemas.microsoft.com/office/drawing/2014/main" id="{0333138B-3B50-4EE0-A8AA-E820088A6D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28155" name="Freeform 206">
                  <a:extLst>
                    <a:ext uri="{FF2B5EF4-FFF2-40B4-BE49-F238E27FC236}">
                      <a16:creationId xmlns:a16="http://schemas.microsoft.com/office/drawing/2014/main" id="{AEC91895-4957-44C2-90FE-6285449A9D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8156" name="Freeform 207">
                  <a:extLst>
                    <a:ext uri="{FF2B5EF4-FFF2-40B4-BE49-F238E27FC236}">
                      <a16:creationId xmlns:a16="http://schemas.microsoft.com/office/drawing/2014/main" id="{9B4321A3-311F-430F-A6C6-3A65BFE812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8157" name="Freeform 208">
                  <a:extLst>
                    <a:ext uri="{FF2B5EF4-FFF2-40B4-BE49-F238E27FC236}">
                      <a16:creationId xmlns:a16="http://schemas.microsoft.com/office/drawing/2014/main" id="{73E24F75-D637-4E19-BDCB-898E952C6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8158" name="Freeform 209">
                  <a:extLst>
                    <a:ext uri="{FF2B5EF4-FFF2-40B4-BE49-F238E27FC236}">
                      <a16:creationId xmlns:a16="http://schemas.microsoft.com/office/drawing/2014/main" id="{636931B7-DD85-40FC-A7F6-A7CF5DC2E0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8159" name="Freeform 210">
                  <a:extLst>
                    <a:ext uri="{FF2B5EF4-FFF2-40B4-BE49-F238E27FC236}">
                      <a16:creationId xmlns:a16="http://schemas.microsoft.com/office/drawing/2014/main" id="{BFF3DAE0-915D-4B7A-BF13-7E5A478984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28119" name="Group 229">
              <a:extLst>
                <a:ext uri="{FF2B5EF4-FFF2-40B4-BE49-F238E27FC236}">
                  <a16:creationId xmlns:a16="http://schemas.microsoft.com/office/drawing/2014/main" id="{7A87FD19-A85A-418A-8748-78001FED11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28144" name="Freeform 230">
                <a:extLst>
                  <a:ext uri="{FF2B5EF4-FFF2-40B4-BE49-F238E27FC236}">
                    <a16:creationId xmlns:a16="http://schemas.microsoft.com/office/drawing/2014/main" id="{63552682-A543-47C5-8F7C-F3F7D3D63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45" name="Freeform 231">
                <a:extLst>
                  <a:ext uri="{FF2B5EF4-FFF2-40B4-BE49-F238E27FC236}">
                    <a16:creationId xmlns:a16="http://schemas.microsoft.com/office/drawing/2014/main" id="{30A4EF45-E052-44FD-8771-8D19127B5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8146" name="Group 232">
                <a:extLst>
                  <a:ext uri="{FF2B5EF4-FFF2-40B4-BE49-F238E27FC236}">
                    <a16:creationId xmlns:a16="http://schemas.microsoft.com/office/drawing/2014/main" id="{5AE9065F-957B-4FAE-B211-7B15110672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28147" name="Freeform 233">
                  <a:extLst>
                    <a:ext uri="{FF2B5EF4-FFF2-40B4-BE49-F238E27FC236}">
                      <a16:creationId xmlns:a16="http://schemas.microsoft.com/office/drawing/2014/main" id="{74609028-6DA2-4395-BF89-404CAC9DC6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8148" name="Freeform 234">
                  <a:extLst>
                    <a:ext uri="{FF2B5EF4-FFF2-40B4-BE49-F238E27FC236}">
                      <a16:creationId xmlns:a16="http://schemas.microsoft.com/office/drawing/2014/main" id="{AE365396-8AB2-441F-A689-2906033423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8149" name="Freeform 235">
                  <a:extLst>
                    <a:ext uri="{FF2B5EF4-FFF2-40B4-BE49-F238E27FC236}">
                      <a16:creationId xmlns:a16="http://schemas.microsoft.com/office/drawing/2014/main" id="{3FCD6498-C505-4B1A-96E2-D1E1762F2E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8150" name="Freeform 236">
                  <a:extLst>
                    <a:ext uri="{FF2B5EF4-FFF2-40B4-BE49-F238E27FC236}">
                      <a16:creationId xmlns:a16="http://schemas.microsoft.com/office/drawing/2014/main" id="{B8589C75-069D-48AD-BBC0-EBDC517A10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8151" name="Freeform 237">
                  <a:extLst>
                    <a:ext uri="{FF2B5EF4-FFF2-40B4-BE49-F238E27FC236}">
                      <a16:creationId xmlns:a16="http://schemas.microsoft.com/office/drawing/2014/main" id="{E13C3DCB-AC63-4E3D-8410-7A91479B3B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28120" name="Group 244">
              <a:extLst>
                <a:ext uri="{FF2B5EF4-FFF2-40B4-BE49-F238E27FC236}">
                  <a16:creationId xmlns:a16="http://schemas.microsoft.com/office/drawing/2014/main" id="{CAD4236C-9BE7-4EAD-A34A-8C63A98B1EC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28139" name="Freeform 245">
                <a:extLst>
                  <a:ext uri="{FF2B5EF4-FFF2-40B4-BE49-F238E27FC236}">
                    <a16:creationId xmlns:a16="http://schemas.microsoft.com/office/drawing/2014/main" id="{A91E738B-4C31-47DF-BBE5-2ED178467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40" name="Freeform 246">
                <a:extLst>
                  <a:ext uri="{FF2B5EF4-FFF2-40B4-BE49-F238E27FC236}">
                    <a16:creationId xmlns:a16="http://schemas.microsoft.com/office/drawing/2014/main" id="{116FCBDF-5E4D-482B-843A-938DBBFDF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41" name="Freeform 247">
                <a:extLst>
                  <a:ext uri="{FF2B5EF4-FFF2-40B4-BE49-F238E27FC236}">
                    <a16:creationId xmlns:a16="http://schemas.microsoft.com/office/drawing/2014/main" id="{68033971-6298-454D-B47E-26B4EECD6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42" name="Freeform 248">
                <a:extLst>
                  <a:ext uri="{FF2B5EF4-FFF2-40B4-BE49-F238E27FC236}">
                    <a16:creationId xmlns:a16="http://schemas.microsoft.com/office/drawing/2014/main" id="{E31BA2F8-6261-4BA5-9D56-9E8E47C85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43" name="Freeform 249">
                <a:extLst>
                  <a:ext uri="{FF2B5EF4-FFF2-40B4-BE49-F238E27FC236}">
                    <a16:creationId xmlns:a16="http://schemas.microsoft.com/office/drawing/2014/main" id="{986B0064-A363-40C9-8861-0322B4135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8121" name="Group 256">
              <a:extLst>
                <a:ext uri="{FF2B5EF4-FFF2-40B4-BE49-F238E27FC236}">
                  <a16:creationId xmlns:a16="http://schemas.microsoft.com/office/drawing/2014/main" id="{9E813E22-7258-4CC7-A357-9DB530DAE04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28134" name="Freeform 257">
                <a:extLst>
                  <a:ext uri="{FF2B5EF4-FFF2-40B4-BE49-F238E27FC236}">
                    <a16:creationId xmlns:a16="http://schemas.microsoft.com/office/drawing/2014/main" id="{6DF08311-52BA-443E-96F1-1833CFAE2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35" name="Freeform 258">
                <a:extLst>
                  <a:ext uri="{FF2B5EF4-FFF2-40B4-BE49-F238E27FC236}">
                    <a16:creationId xmlns:a16="http://schemas.microsoft.com/office/drawing/2014/main" id="{83B4F269-FE17-4F1C-815C-0F797B254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36" name="Freeform 259">
                <a:extLst>
                  <a:ext uri="{FF2B5EF4-FFF2-40B4-BE49-F238E27FC236}">
                    <a16:creationId xmlns:a16="http://schemas.microsoft.com/office/drawing/2014/main" id="{BB2E4B21-DFAC-42CA-97A0-B6EF3A13B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37" name="Freeform 260">
                <a:extLst>
                  <a:ext uri="{FF2B5EF4-FFF2-40B4-BE49-F238E27FC236}">
                    <a16:creationId xmlns:a16="http://schemas.microsoft.com/office/drawing/2014/main" id="{E765B6FB-1D1D-44DA-9B21-31EBD1AD5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38" name="Freeform 261">
                <a:extLst>
                  <a:ext uri="{FF2B5EF4-FFF2-40B4-BE49-F238E27FC236}">
                    <a16:creationId xmlns:a16="http://schemas.microsoft.com/office/drawing/2014/main" id="{04E05EED-22F3-4C06-BC2F-C4EB05952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8122" name="Group 274">
              <a:extLst>
                <a:ext uri="{FF2B5EF4-FFF2-40B4-BE49-F238E27FC236}">
                  <a16:creationId xmlns:a16="http://schemas.microsoft.com/office/drawing/2014/main" id="{627D2F58-61C6-450F-B1A7-1A75645C144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28129" name="Freeform 275">
                <a:extLst>
                  <a:ext uri="{FF2B5EF4-FFF2-40B4-BE49-F238E27FC236}">
                    <a16:creationId xmlns:a16="http://schemas.microsoft.com/office/drawing/2014/main" id="{9DC16825-7BA8-4F46-9592-B8F5A9A58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30" name="Freeform 276">
                <a:extLst>
                  <a:ext uri="{FF2B5EF4-FFF2-40B4-BE49-F238E27FC236}">
                    <a16:creationId xmlns:a16="http://schemas.microsoft.com/office/drawing/2014/main" id="{D20213F3-A742-4C36-B3A2-E1288599B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31" name="Freeform 277">
                <a:extLst>
                  <a:ext uri="{FF2B5EF4-FFF2-40B4-BE49-F238E27FC236}">
                    <a16:creationId xmlns:a16="http://schemas.microsoft.com/office/drawing/2014/main" id="{5030F54C-199C-41B7-BE27-7CCAE935B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32" name="Freeform 278">
                <a:extLst>
                  <a:ext uri="{FF2B5EF4-FFF2-40B4-BE49-F238E27FC236}">
                    <a16:creationId xmlns:a16="http://schemas.microsoft.com/office/drawing/2014/main" id="{F900BA2F-F40B-466B-8385-6D1AE647F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33" name="Freeform 279">
                <a:extLst>
                  <a:ext uri="{FF2B5EF4-FFF2-40B4-BE49-F238E27FC236}">
                    <a16:creationId xmlns:a16="http://schemas.microsoft.com/office/drawing/2014/main" id="{FEE847E6-EE86-4F68-8C5A-A7193DC0D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8123" name="Group 286">
              <a:extLst>
                <a:ext uri="{FF2B5EF4-FFF2-40B4-BE49-F238E27FC236}">
                  <a16:creationId xmlns:a16="http://schemas.microsoft.com/office/drawing/2014/main" id="{5E906111-4EAE-48BA-8FFE-D0527723CC57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28124" name="Freeform 287">
                <a:extLst>
                  <a:ext uri="{FF2B5EF4-FFF2-40B4-BE49-F238E27FC236}">
                    <a16:creationId xmlns:a16="http://schemas.microsoft.com/office/drawing/2014/main" id="{92F85F94-55B0-48DD-A40B-150C325D1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25" name="Freeform 288">
                <a:extLst>
                  <a:ext uri="{FF2B5EF4-FFF2-40B4-BE49-F238E27FC236}">
                    <a16:creationId xmlns:a16="http://schemas.microsoft.com/office/drawing/2014/main" id="{6753C27C-BADF-4724-810B-ED99002C4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26" name="Freeform 289">
                <a:extLst>
                  <a:ext uri="{FF2B5EF4-FFF2-40B4-BE49-F238E27FC236}">
                    <a16:creationId xmlns:a16="http://schemas.microsoft.com/office/drawing/2014/main" id="{8903E7E5-858E-4E44-B64E-5FA443807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27" name="Freeform 290">
                <a:extLst>
                  <a:ext uri="{FF2B5EF4-FFF2-40B4-BE49-F238E27FC236}">
                    <a16:creationId xmlns:a16="http://schemas.microsoft.com/office/drawing/2014/main" id="{9C683614-4F0A-4A35-816F-F78DB6329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8128" name="Freeform 291">
                <a:extLst>
                  <a:ext uri="{FF2B5EF4-FFF2-40B4-BE49-F238E27FC236}">
                    <a16:creationId xmlns:a16="http://schemas.microsoft.com/office/drawing/2014/main" id="{ECB01BEE-F210-43B2-BBAC-3B4FB5994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28002" name="Rectangle 2">
            <a:extLst>
              <a:ext uri="{FF2B5EF4-FFF2-40B4-BE49-F238E27FC236}">
                <a16:creationId xmlns:a16="http://schemas.microsoft.com/office/drawing/2014/main" id="{51601833-8E30-4ABB-9FB4-B42732C1C3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It takes 3 gate delays to generate c</a:t>
            </a:r>
            <a:r>
              <a:rPr kumimoji="0" lang="en-US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28003" name="TextBox 12">
            <a:extLst>
              <a:ext uri="{FF2B5EF4-FFF2-40B4-BE49-F238E27FC236}">
                <a16:creationId xmlns:a16="http://schemas.microsoft.com/office/drawing/2014/main" id="{680BA209-B2A1-4565-9FC1-F32C80D6B2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0" y="5922963"/>
            <a:ext cx="2063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025" name="Group 1">
            <a:extLst>
              <a:ext uri="{FF2B5EF4-FFF2-40B4-BE49-F238E27FC236}">
                <a16:creationId xmlns:a16="http://schemas.microsoft.com/office/drawing/2014/main" id="{2C99751F-F748-4FF8-B80C-F2591E3A4972}"/>
              </a:ext>
            </a:extLst>
          </p:cNvPr>
          <p:cNvGrpSpPr>
            <a:grpSpLocks/>
          </p:cNvGrpSpPr>
          <p:nvPr/>
        </p:nvGrpSpPr>
        <p:grpSpPr bwMode="auto">
          <a:xfrm>
            <a:off x="1490663" y="769938"/>
            <a:ext cx="6423025" cy="5783262"/>
            <a:chOff x="1490663" y="334963"/>
            <a:chExt cx="6423025" cy="5783262"/>
          </a:xfrm>
        </p:grpSpPr>
        <p:sp>
          <p:nvSpPr>
            <p:cNvPr id="129028" name="Rectangle 4">
              <a:extLst>
                <a:ext uri="{FF2B5EF4-FFF2-40B4-BE49-F238E27FC236}">
                  <a16:creationId xmlns:a16="http://schemas.microsoft.com/office/drawing/2014/main" id="{C3670821-9710-45D2-8210-25612897D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29" name="Line 6">
              <a:extLst>
                <a:ext uri="{FF2B5EF4-FFF2-40B4-BE49-F238E27FC236}">
                  <a16:creationId xmlns:a16="http://schemas.microsoft.com/office/drawing/2014/main" id="{6817A6B1-71FE-4DC4-925B-35704C8DD9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30" name="Line 8">
              <a:extLst>
                <a:ext uri="{FF2B5EF4-FFF2-40B4-BE49-F238E27FC236}">
                  <a16:creationId xmlns:a16="http://schemas.microsoft.com/office/drawing/2014/main" id="{EA325B3B-B64C-48B4-9E43-93C9938459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31" name="Freeform 9">
              <a:extLst>
                <a:ext uri="{FF2B5EF4-FFF2-40B4-BE49-F238E27FC236}">
                  <a16:creationId xmlns:a16="http://schemas.microsoft.com/office/drawing/2014/main" id="{7673D7DD-9FDE-487E-8EB5-BDBF326DF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32" name="Freeform 10">
              <a:extLst>
                <a:ext uri="{FF2B5EF4-FFF2-40B4-BE49-F238E27FC236}">
                  <a16:creationId xmlns:a16="http://schemas.microsoft.com/office/drawing/2014/main" id="{756BBAC1-1928-43CA-8643-A52D2BE48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33" name="Line 12">
              <a:extLst>
                <a:ext uri="{FF2B5EF4-FFF2-40B4-BE49-F238E27FC236}">
                  <a16:creationId xmlns:a16="http://schemas.microsoft.com/office/drawing/2014/main" id="{838C9D6A-2A4D-41BC-A16D-4F5293E63E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34" name="Line 13">
              <a:extLst>
                <a:ext uri="{FF2B5EF4-FFF2-40B4-BE49-F238E27FC236}">
                  <a16:creationId xmlns:a16="http://schemas.microsoft.com/office/drawing/2014/main" id="{3770D191-9493-4B11-85F1-580EB7584A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35" name="Line 14">
              <a:extLst>
                <a:ext uri="{FF2B5EF4-FFF2-40B4-BE49-F238E27FC236}">
                  <a16:creationId xmlns:a16="http://schemas.microsoft.com/office/drawing/2014/main" id="{B9422ED7-3CE8-4DAC-BE43-674054E2D1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36" name="Rectangle 19">
              <a:extLst>
                <a:ext uri="{FF2B5EF4-FFF2-40B4-BE49-F238E27FC236}">
                  <a16:creationId xmlns:a16="http://schemas.microsoft.com/office/drawing/2014/main" id="{50EE4DED-2DCD-4E08-AF33-4EF93915B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37" name="Rectangle 20">
              <a:extLst>
                <a:ext uri="{FF2B5EF4-FFF2-40B4-BE49-F238E27FC236}">
                  <a16:creationId xmlns:a16="http://schemas.microsoft.com/office/drawing/2014/main" id="{45E40F7A-DC34-4493-9BEE-D88A3EF5F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38" name="Rectangle 21">
              <a:extLst>
                <a:ext uri="{FF2B5EF4-FFF2-40B4-BE49-F238E27FC236}">
                  <a16:creationId xmlns:a16="http://schemas.microsoft.com/office/drawing/2014/main" id="{74ED4FF0-FB45-44EB-A0C1-37346A2C6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39" name="Rectangle 22">
              <a:extLst>
                <a:ext uri="{FF2B5EF4-FFF2-40B4-BE49-F238E27FC236}">
                  <a16:creationId xmlns:a16="http://schemas.microsoft.com/office/drawing/2014/main" id="{79092F11-8018-4ABD-AE23-7BA9EEEB6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40" name="Rectangle 23">
              <a:extLst>
                <a:ext uri="{FF2B5EF4-FFF2-40B4-BE49-F238E27FC236}">
                  <a16:creationId xmlns:a16="http://schemas.microsoft.com/office/drawing/2014/main" id="{B5E2741B-46D1-4048-9F30-EBE5D3B7A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41" name="Rectangle 24">
              <a:extLst>
                <a:ext uri="{FF2B5EF4-FFF2-40B4-BE49-F238E27FC236}">
                  <a16:creationId xmlns:a16="http://schemas.microsoft.com/office/drawing/2014/main" id="{8FAD68EC-82E7-4A86-8E73-897F16728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42" name="Rectangle 25">
              <a:extLst>
                <a:ext uri="{FF2B5EF4-FFF2-40B4-BE49-F238E27FC236}">
                  <a16:creationId xmlns:a16="http://schemas.microsoft.com/office/drawing/2014/main" id="{FB418ADA-775B-442D-92DC-083442C39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43" name="Rectangle 26">
              <a:extLst>
                <a:ext uri="{FF2B5EF4-FFF2-40B4-BE49-F238E27FC236}">
                  <a16:creationId xmlns:a16="http://schemas.microsoft.com/office/drawing/2014/main" id="{408C57A5-5AB3-40AA-937B-D6B9A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44" name="Rectangle 27">
              <a:extLst>
                <a:ext uri="{FF2B5EF4-FFF2-40B4-BE49-F238E27FC236}">
                  <a16:creationId xmlns:a16="http://schemas.microsoft.com/office/drawing/2014/main" id="{F3478AB3-F3BE-4CD2-8C55-79FB141CB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45" name="Line 28">
              <a:extLst>
                <a:ext uri="{FF2B5EF4-FFF2-40B4-BE49-F238E27FC236}">
                  <a16:creationId xmlns:a16="http://schemas.microsoft.com/office/drawing/2014/main" id="{130442F8-D5E8-49FD-94BA-351EF3C901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46" name="Rectangle 29">
              <a:extLst>
                <a:ext uri="{FF2B5EF4-FFF2-40B4-BE49-F238E27FC236}">
                  <a16:creationId xmlns:a16="http://schemas.microsoft.com/office/drawing/2014/main" id="{56EE021D-9F0C-41CE-A802-A75BFC938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47" name="Rectangle 30">
              <a:extLst>
                <a:ext uri="{FF2B5EF4-FFF2-40B4-BE49-F238E27FC236}">
                  <a16:creationId xmlns:a16="http://schemas.microsoft.com/office/drawing/2014/main" id="{C706B2DF-EEFB-4D53-ABED-AC0D03DE5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48" name="Rectangle 31">
              <a:extLst>
                <a:ext uri="{FF2B5EF4-FFF2-40B4-BE49-F238E27FC236}">
                  <a16:creationId xmlns:a16="http://schemas.microsoft.com/office/drawing/2014/main" id="{6E8854D1-C75B-4BBD-B287-AD6C26CDE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49" name="Rectangle 32">
              <a:extLst>
                <a:ext uri="{FF2B5EF4-FFF2-40B4-BE49-F238E27FC236}">
                  <a16:creationId xmlns:a16="http://schemas.microsoft.com/office/drawing/2014/main" id="{6B865F77-37C1-4C03-9392-2736ABA3A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50" name="Rectangle 33">
              <a:extLst>
                <a:ext uri="{FF2B5EF4-FFF2-40B4-BE49-F238E27FC236}">
                  <a16:creationId xmlns:a16="http://schemas.microsoft.com/office/drawing/2014/main" id="{5F700A75-4422-4243-8DC9-E3AFF20D9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51" name="Rectangle 34">
              <a:extLst>
                <a:ext uri="{FF2B5EF4-FFF2-40B4-BE49-F238E27FC236}">
                  <a16:creationId xmlns:a16="http://schemas.microsoft.com/office/drawing/2014/main" id="{7B1E716D-E8B9-49B5-A267-755F56491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52" name="Rectangle 35">
              <a:extLst>
                <a:ext uri="{FF2B5EF4-FFF2-40B4-BE49-F238E27FC236}">
                  <a16:creationId xmlns:a16="http://schemas.microsoft.com/office/drawing/2014/main" id="{A89B7ED6-1D4E-415B-BF3C-92EF41C3A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53" name="Rectangle 36">
              <a:extLst>
                <a:ext uri="{FF2B5EF4-FFF2-40B4-BE49-F238E27FC236}">
                  <a16:creationId xmlns:a16="http://schemas.microsoft.com/office/drawing/2014/main" id="{683DAFF0-C2B1-4985-B728-5217B6CB0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54" name="Line 37">
              <a:extLst>
                <a:ext uri="{FF2B5EF4-FFF2-40B4-BE49-F238E27FC236}">
                  <a16:creationId xmlns:a16="http://schemas.microsoft.com/office/drawing/2014/main" id="{9B4BBC24-0EF9-4FF8-9A69-DEAF35001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55" name="Line 39">
              <a:extLst>
                <a:ext uri="{FF2B5EF4-FFF2-40B4-BE49-F238E27FC236}">
                  <a16:creationId xmlns:a16="http://schemas.microsoft.com/office/drawing/2014/main" id="{3A50094C-ED2A-4527-BCD7-B174C6784C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56" name="Line 40">
              <a:extLst>
                <a:ext uri="{FF2B5EF4-FFF2-40B4-BE49-F238E27FC236}">
                  <a16:creationId xmlns:a16="http://schemas.microsoft.com/office/drawing/2014/main" id="{F6492052-F7E7-4167-AD23-2D4132459C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57" name="Line 41">
              <a:extLst>
                <a:ext uri="{FF2B5EF4-FFF2-40B4-BE49-F238E27FC236}">
                  <a16:creationId xmlns:a16="http://schemas.microsoft.com/office/drawing/2014/main" id="{86BD9329-4656-43E5-B2BC-B8F44B281E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58" name="Line 48">
              <a:extLst>
                <a:ext uri="{FF2B5EF4-FFF2-40B4-BE49-F238E27FC236}">
                  <a16:creationId xmlns:a16="http://schemas.microsoft.com/office/drawing/2014/main" id="{218214A4-8C30-4D87-A801-2A0C5CC9A5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59" name="Line 50">
              <a:extLst>
                <a:ext uri="{FF2B5EF4-FFF2-40B4-BE49-F238E27FC236}">
                  <a16:creationId xmlns:a16="http://schemas.microsoft.com/office/drawing/2014/main" id="{B49E77B6-857A-48D5-8A17-47E935E160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60" name="Line 51">
              <a:extLst>
                <a:ext uri="{FF2B5EF4-FFF2-40B4-BE49-F238E27FC236}">
                  <a16:creationId xmlns:a16="http://schemas.microsoft.com/office/drawing/2014/main" id="{06658316-32F0-43E4-9B1C-696B51287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61" name="Line 52">
              <a:extLst>
                <a:ext uri="{FF2B5EF4-FFF2-40B4-BE49-F238E27FC236}">
                  <a16:creationId xmlns:a16="http://schemas.microsoft.com/office/drawing/2014/main" id="{257FF4E7-366F-48C5-8965-810870CDA7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62" name="Line 61">
              <a:extLst>
                <a:ext uri="{FF2B5EF4-FFF2-40B4-BE49-F238E27FC236}">
                  <a16:creationId xmlns:a16="http://schemas.microsoft.com/office/drawing/2014/main" id="{DAC76979-EB20-458A-A855-3D8A48B2D2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63" name="Line 62">
              <a:extLst>
                <a:ext uri="{FF2B5EF4-FFF2-40B4-BE49-F238E27FC236}">
                  <a16:creationId xmlns:a16="http://schemas.microsoft.com/office/drawing/2014/main" id="{98EBB483-57B1-488A-8B9A-9C9D3781D2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64" name="Line 63">
              <a:extLst>
                <a:ext uri="{FF2B5EF4-FFF2-40B4-BE49-F238E27FC236}">
                  <a16:creationId xmlns:a16="http://schemas.microsoft.com/office/drawing/2014/main" id="{30C2C757-819C-4E0C-9B43-908A58AABC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65" name="Line 68">
              <a:extLst>
                <a:ext uri="{FF2B5EF4-FFF2-40B4-BE49-F238E27FC236}">
                  <a16:creationId xmlns:a16="http://schemas.microsoft.com/office/drawing/2014/main" id="{5550CECD-5AA0-4E61-8BCA-4A5F7CD9F7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66" name="Line 69">
              <a:extLst>
                <a:ext uri="{FF2B5EF4-FFF2-40B4-BE49-F238E27FC236}">
                  <a16:creationId xmlns:a16="http://schemas.microsoft.com/office/drawing/2014/main" id="{BD46F970-32C1-4AC2-894A-B6FB044CB3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67" name="Line 73">
              <a:extLst>
                <a:ext uri="{FF2B5EF4-FFF2-40B4-BE49-F238E27FC236}">
                  <a16:creationId xmlns:a16="http://schemas.microsoft.com/office/drawing/2014/main" id="{DD7196F6-7D1C-413D-9E45-B2CBC752E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68" name="Line 74">
              <a:extLst>
                <a:ext uri="{FF2B5EF4-FFF2-40B4-BE49-F238E27FC236}">
                  <a16:creationId xmlns:a16="http://schemas.microsoft.com/office/drawing/2014/main" id="{5134520D-9612-4D9E-AB5F-6114C116B8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69" name="Line 76">
              <a:extLst>
                <a:ext uri="{FF2B5EF4-FFF2-40B4-BE49-F238E27FC236}">
                  <a16:creationId xmlns:a16="http://schemas.microsoft.com/office/drawing/2014/main" id="{4F6D8A25-6374-482B-9EF7-A8A57663A5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70" name="Freeform 77">
              <a:extLst>
                <a:ext uri="{FF2B5EF4-FFF2-40B4-BE49-F238E27FC236}">
                  <a16:creationId xmlns:a16="http://schemas.microsoft.com/office/drawing/2014/main" id="{9E3FF706-8468-4BC9-B898-789861496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71" name="Freeform 78">
              <a:extLst>
                <a:ext uri="{FF2B5EF4-FFF2-40B4-BE49-F238E27FC236}">
                  <a16:creationId xmlns:a16="http://schemas.microsoft.com/office/drawing/2014/main" id="{8AB164AB-7710-4DD3-BB7A-6BE3442A8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72" name="Freeform 79">
              <a:extLst>
                <a:ext uri="{FF2B5EF4-FFF2-40B4-BE49-F238E27FC236}">
                  <a16:creationId xmlns:a16="http://schemas.microsoft.com/office/drawing/2014/main" id="{448508A2-AC54-478F-A0E1-1C3FDCFD9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73" name="Line 80">
              <a:extLst>
                <a:ext uri="{FF2B5EF4-FFF2-40B4-BE49-F238E27FC236}">
                  <a16:creationId xmlns:a16="http://schemas.microsoft.com/office/drawing/2014/main" id="{AAF78F42-9219-47DE-8FFB-B452138D42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74" name="Line 81">
              <a:extLst>
                <a:ext uri="{FF2B5EF4-FFF2-40B4-BE49-F238E27FC236}">
                  <a16:creationId xmlns:a16="http://schemas.microsoft.com/office/drawing/2014/main" id="{D0EB2191-2455-4AEA-ADFD-D411E16E45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75" name="Line 82">
              <a:extLst>
                <a:ext uri="{FF2B5EF4-FFF2-40B4-BE49-F238E27FC236}">
                  <a16:creationId xmlns:a16="http://schemas.microsoft.com/office/drawing/2014/main" id="{31FDFDCE-8810-4999-B670-CCDE159C66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76" name="Line 83">
              <a:extLst>
                <a:ext uri="{FF2B5EF4-FFF2-40B4-BE49-F238E27FC236}">
                  <a16:creationId xmlns:a16="http://schemas.microsoft.com/office/drawing/2014/main" id="{D4D42EC9-20C8-499C-93BA-627604B84E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77" name="Freeform 84">
              <a:extLst>
                <a:ext uri="{FF2B5EF4-FFF2-40B4-BE49-F238E27FC236}">
                  <a16:creationId xmlns:a16="http://schemas.microsoft.com/office/drawing/2014/main" id="{54A297F3-B2A2-4CFF-BC35-914214C17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78" name="Freeform 85">
              <a:extLst>
                <a:ext uri="{FF2B5EF4-FFF2-40B4-BE49-F238E27FC236}">
                  <a16:creationId xmlns:a16="http://schemas.microsoft.com/office/drawing/2014/main" id="{78AF8037-8A3A-4C3C-8AAE-21F701217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79" name="Freeform 86">
              <a:extLst>
                <a:ext uri="{FF2B5EF4-FFF2-40B4-BE49-F238E27FC236}">
                  <a16:creationId xmlns:a16="http://schemas.microsoft.com/office/drawing/2014/main" id="{9EBEFB55-F931-43F3-9434-7164F34CF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80" name="Freeform 87">
              <a:extLst>
                <a:ext uri="{FF2B5EF4-FFF2-40B4-BE49-F238E27FC236}">
                  <a16:creationId xmlns:a16="http://schemas.microsoft.com/office/drawing/2014/main" id="{4B71DBD4-A389-40CF-AAC6-078205D6A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81" name="Line 89">
              <a:extLst>
                <a:ext uri="{FF2B5EF4-FFF2-40B4-BE49-F238E27FC236}">
                  <a16:creationId xmlns:a16="http://schemas.microsoft.com/office/drawing/2014/main" id="{99F99AA1-8D8E-4867-B3DF-DA48B5B1D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82" name="Freeform 90">
              <a:extLst>
                <a:ext uri="{FF2B5EF4-FFF2-40B4-BE49-F238E27FC236}">
                  <a16:creationId xmlns:a16="http://schemas.microsoft.com/office/drawing/2014/main" id="{9A55195E-EEA6-4142-83A9-3308AE3C9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83" name="Freeform 91">
              <a:extLst>
                <a:ext uri="{FF2B5EF4-FFF2-40B4-BE49-F238E27FC236}">
                  <a16:creationId xmlns:a16="http://schemas.microsoft.com/office/drawing/2014/main" id="{FB02BE60-79A9-4177-A934-D344D1A5D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84" name="Rectangle 92">
              <a:extLst>
                <a:ext uri="{FF2B5EF4-FFF2-40B4-BE49-F238E27FC236}">
                  <a16:creationId xmlns:a16="http://schemas.microsoft.com/office/drawing/2014/main" id="{BFF61EFF-EC83-4599-8BA7-07838C713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85" name="Line 93">
              <a:extLst>
                <a:ext uri="{FF2B5EF4-FFF2-40B4-BE49-F238E27FC236}">
                  <a16:creationId xmlns:a16="http://schemas.microsoft.com/office/drawing/2014/main" id="{32475AB5-8F19-45D0-B374-FC4E8FB25E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86" name="Freeform 94">
              <a:extLst>
                <a:ext uri="{FF2B5EF4-FFF2-40B4-BE49-F238E27FC236}">
                  <a16:creationId xmlns:a16="http://schemas.microsoft.com/office/drawing/2014/main" id="{FADF5D8A-A677-4BBD-AA12-05A190476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87" name="Freeform 95">
              <a:extLst>
                <a:ext uri="{FF2B5EF4-FFF2-40B4-BE49-F238E27FC236}">
                  <a16:creationId xmlns:a16="http://schemas.microsoft.com/office/drawing/2014/main" id="{DE6C0704-0170-458D-9577-F76E96365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88" name="Line 96">
              <a:extLst>
                <a:ext uri="{FF2B5EF4-FFF2-40B4-BE49-F238E27FC236}">
                  <a16:creationId xmlns:a16="http://schemas.microsoft.com/office/drawing/2014/main" id="{42228C93-8998-4017-BF49-31F258BEE7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89" name="Line 97">
              <a:extLst>
                <a:ext uri="{FF2B5EF4-FFF2-40B4-BE49-F238E27FC236}">
                  <a16:creationId xmlns:a16="http://schemas.microsoft.com/office/drawing/2014/main" id="{75A4C8FC-812B-4B0D-830E-9708B00603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90" name="Line 98">
              <a:extLst>
                <a:ext uri="{FF2B5EF4-FFF2-40B4-BE49-F238E27FC236}">
                  <a16:creationId xmlns:a16="http://schemas.microsoft.com/office/drawing/2014/main" id="{7C7B1876-7783-47FE-99F3-EE779D247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91" name="Rectangle 99">
              <a:extLst>
                <a:ext uri="{FF2B5EF4-FFF2-40B4-BE49-F238E27FC236}">
                  <a16:creationId xmlns:a16="http://schemas.microsoft.com/office/drawing/2014/main" id="{A49A9CBD-EAF9-44D0-A49D-02A0F9F1A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92" name="Rectangle 100">
              <a:extLst>
                <a:ext uri="{FF2B5EF4-FFF2-40B4-BE49-F238E27FC236}">
                  <a16:creationId xmlns:a16="http://schemas.microsoft.com/office/drawing/2014/main" id="{F021854A-1A48-452E-B860-12259CDCB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93" name="Rectangle 101">
              <a:extLst>
                <a:ext uri="{FF2B5EF4-FFF2-40B4-BE49-F238E27FC236}">
                  <a16:creationId xmlns:a16="http://schemas.microsoft.com/office/drawing/2014/main" id="{B0A514DF-FEE5-4FD3-80EB-0FEADB3EB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94" name="Rectangle 102">
              <a:extLst>
                <a:ext uri="{FF2B5EF4-FFF2-40B4-BE49-F238E27FC236}">
                  <a16:creationId xmlns:a16="http://schemas.microsoft.com/office/drawing/2014/main" id="{56E8A788-9B79-4A2E-8B36-12DDCE619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95" name="Line 103">
              <a:extLst>
                <a:ext uri="{FF2B5EF4-FFF2-40B4-BE49-F238E27FC236}">
                  <a16:creationId xmlns:a16="http://schemas.microsoft.com/office/drawing/2014/main" id="{2345D786-6DF0-44C9-974D-7008204907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96" name="Rectangle 104">
              <a:extLst>
                <a:ext uri="{FF2B5EF4-FFF2-40B4-BE49-F238E27FC236}">
                  <a16:creationId xmlns:a16="http://schemas.microsoft.com/office/drawing/2014/main" id="{DE2C19FC-DB0F-4C54-BAC7-0AAE0251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97" name="Rectangle 105">
              <a:extLst>
                <a:ext uri="{FF2B5EF4-FFF2-40B4-BE49-F238E27FC236}">
                  <a16:creationId xmlns:a16="http://schemas.microsoft.com/office/drawing/2014/main" id="{A2146C02-DEDD-41CD-9F46-F84B48A26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98" name="Rectangle 106">
              <a:extLst>
                <a:ext uri="{FF2B5EF4-FFF2-40B4-BE49-F238E27FC236}">
                  <a16:creationId xmlns:a16="http://schemas.microsoft.com/office/drawing/2014/main" id="{CA588B1D-52A1-440D-8D00-1D3EBACDA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099" name="Rectangle 107">
              <a:extLst>
                <a:ext uri="{FF2B5EF4-FFF2-40B4-BE49-F238E27FC236}">
                  <a16:creationId xmlns:a16="http://schemas.microsoft.com/office/drawing/2014/main" id="{39607DAD-AD44-4944-B511-BB0775B74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00" name="Line 110">
              <a:extLst>
                <a:ext uri="{FF2B5EF4-FFF2-40B4-BE49-F238E27FC236}">
                  <a16:creationId xmlns:a16="http://schemas.microsoft.com/office/drawing/2014/main" id="{75545BA5-E1E8-42AA-9677-CB969E72FE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01" name="Line 111">
              <a:extLst>
                <a:ext uri="{FF2B5EF4-FFF2-40B4-BE49-F238E27FC236}">
                  <a16:creationId xmlns:a16="http://schemas.microsoft.com/office/drawing/2014/main" id="{2B577151-1F20-47FE-B146-622048B258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02" name="Line 112">
              <a:extLst>
                <a:ext uri="{FF2B5EF4-FFF2-40B4-BE49-F238E27FC236}">
                  <a16:creationId xmlns:a16="http://schemas.microsoft.com/office/drawing/2014/main" id="{F8C3B5DE-C885-427B-A0C0-70601DDDD5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03" name="Line 117">
              <a:extLst>
                <a:ext uri="{FF2B5EF4-FFF2-40B4-BE49-F238E27FC236}">
                  <a16:creationId xmlns:a16="http://schemas.microsoft.com/office/drawing/2014/main" id="{BA35AD29-362A-4D68-A9A8-F17C2BBE09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04" name="Line 118">
              <a:extLst>
                <a:ext uri="{FF2B5EF4-FFF2-40B4-BE49-F238E27FC236}">
                  <a16:creationId xmlns:a16="http://schemas.microsoft.com/office/drawing/2014/main" id="{2E9D6C91-6F6D-4FD4-AAD9-7FFAA7AF43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05" name="Line 119">
              <a:extLst>
                <a:ext uri="{FF2B5EF4-FFF2-40B4-BE49-F238E27FC236}">
                  <a16:creationId xmlns:a16="http://schemas.microsoft.com/office/drawing/2014/main" id="{A1F999D7-EA33-4CB8-BA44-B6FDACFF5A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06" name="Line 126">
              <a:extLst>
                <a:ext uri="{FF2B5EF4-FFF2-40B4-BE49-F238E27FC236}">
                  <a16:creationId xmlns:a16="http://schemas.microsoft.com/office/drawing/2014/main" id="{8FCCC029-5AB0-48A8-85FE-3CE2C35F0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07" name="Line 128">
              <a:extLst>
                <a:ext uri="{FF2B5EF4-FFF2-40B4-BE49-F238E27FC236}">
                  <a16:creationId xmlns:a16="http://schemas.microsoft.com/office/drawing/2014/main" id="{257D344E-3652-4C4C-99DF-882E5E718C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08" name="Line 129">
              <a:extLst>
                <a:ext uri="{FF2B5EF4-FFF2-40B4-BE49-F238E27FC236}">
                  <a16:creationId xmlns:a16="http://schemas.microsoft.com/office/drawing/2014/main" id="{831C7C5E-416D-495F-B73F-C89B329E67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09" name="Line 130">
              <a:extLst>
                <a:ext uri="{FF2B5EF4-FFF2-40B4-BE49-F238E27FC236}">
                  <a16:creationId xmlns:a16="http://schemas.microsoft.com/office/drawing/2014/main" id="{16FE810E-6D66-485D-A2C2-24524382A7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10" name="Line 139">
              <a:extLst>
                <a:ext uri="{FF2B5EF4-FFF2-40B4-BE49-F238E27FC236}">
                  <a16:creationId xmlns:a16="http://schemas.microsoft.com/office/drawing/2014/main" id="{27E781ED-AE92-4783-A2D6-E77FE18C1B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11" name="Line 141">
              <a:extLst>
                <a:ext uri="{FF2B5EF4-FFF2-40B4-BE49-F238E27FC236}">
                  <a16:creationId xmlns:a16="http://schemas.microsoft.com/office/drawing/2014/main" id="{71F0215A-AEDF-405D-B3C0-2F3C851EF2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12" name="Line 142">
              <a:extLst>
                <a:ext uri="{FF2B5EF4-FFF2-40B4-BE49-F238E27FC236}">
                  <a16:creationId xmlns:a16="http://schemas.microsoft.com/office/drawing/2014/main" id="{253FC4FA-BD86-4430-AB5D-B4B8299E55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13" name="Line 143">
              <a:extLst>
                <a:ext uri="{FF2B5EF4-FFF2-40B4-BE49-F238E27FC236}">
                  <a16:creationId xmlns:a16="http://schemas.microsoft.com/office/drawing/2014/main" id="{757EE999-60C8-4FFB-98C9-902C24DD56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14" name="Freeform 148">
              <a:extLst>
                <a:ext uri="{FF2B5EF4-FFF2-40B4-BE49-F238E27FC236}">
                  <a16:creationId xmlns:a16="http://schemas.microsoft.com/office/drawing/2014/main" id="{762075AE-9838-4704-ABDE-841BA53A0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15" name="Freeform 149">
              <a:extLst>
                <a:ext uri="{FF2B5EF4-FFF2-40B4-BE49-F238E27FC236}">
                  <a16:creationId xmlns:a16="http://schemas.microsoft.com/office/drawing/2014/main" id="{3101A560-D823-4F5C-A8F1-1FE664C4E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16" name="Line 152">
              <a:extLst>
                <a:ext uri="{FF2B5EF4-FFF2-40B4-BE49-F238E27FC236}">
                  <a16:creationId xmlns:a16="http://schemas.microsoft.com/office/drawing/2014/main" id="{C7590E43-CD83-41E4-9085-710688252D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17" name="Line 153">
              <a:extLst>
                <a:ext uri="{FF2B5EF4-FFF2-40B4-BE49-F238E27FC236}">
                  <a16:creationId xmlns:a16="http://schemas.microsoft.com/office/drawing/2014/main" id="{F85134DF-4EE0-4182-98B8-834838693E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18" name="Line 154">
              <a:extLst>
                <a:ext uri="{FF2B5EF4-FFF2-40B4-BE49-F238E27FC236}">
                  <a16:creationId xmlns:a16="http://schemas.microsoft.com/office/drawing/2014/main" id="{E5C8EF6A-F262-4D93-836C-2A7B021718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19" name="Line 155">
              <a:extLst>
                <a:ext uri="{FF2B5EF4-FFF2-40B4-BE49-F238E27FC236}">
                  <a16:creationId xmlns:a16="http://schemas.microsoft.com/office/drawing/2014/main" id="{BB18D199-6F7F-43E3-AFF5-83A2BDE843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20" name="Freeform 156">
              <a:extLst>
                <a:ext uri="{FF2B5EF4-FFF2-40B4-BE49-F238E27FC236}">
                  <a16:creationId xmlns:a16="http://schemas.microsoft.com/office/drawing/2014/main" id="{262C290F-0247-4FF8-A694-172E058B9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21" name="Line 157">
              <a:extLst>
                <a:ext uri="{FF2B5EF4-FFF2-40B4-BE49-F238E27FC236}">
                  <a16:creationId xmlns:a16="http://schemas.microsoft.com/office/drawing/2014/main" id="{F314463B-5BE2-40E8-9A9C-AC20D395D0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22" name="Freeform 158">
              <a:extLst>
                <a:ext uri="{FF2B5EF4-FFF2-40B4-BE49-F238E27FC236}">
                  <a16:creationId xmlns:a16="http://schemas.microsoft.com/office/drawing/2014/main" id="{00277EB2-E95B-40E1-A5E2-ED0300B4A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23" name="Line 159">
              <a:extLst>
                <a:ext uri="{FF2B5EF4-FFF2-40B4-BE49-F238E27FC236}">
                  <a16:creationId xmlns:a16="http://schemas.microsoft.com/office/drawing/2014/main" id="{57E4D97F-43CE-417E-B5B4-F694A6A679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24" name="Freeform 160">
              <a:extLst>
                <a:ext uri="{FF2B5EF4-FFF2-40B4-BE49-F238E27FC236}">
                  <a16:creationId xmlns:a16="http://schemas.microsoft.com/office/drawing/2014/main" id="{5B0CF974-9694-40BD-A42B-C157ADB66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25" name="Rectangle 161">
              <a:extLst>
                <a:ext uri="{FF2B5EF4-FFF2-40B4-BE49-F238E27FC236}">
                  <a16:creationId xmlns:a16="http://schemas.microsoft.com/office/drawing/2014/main" id="{12490E64-358E-4AB3-B406-B317C1A29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26" name="Rectangle 162">
              <a:extLst>
                <a:ext uri="{FF2B5EF4-FFF2-40B4-BE49-F238E27FC236}">
                  <a16:creationId xmlns:a16="http://schemas.microsoft.com/office/drawing/2014/main" id="{8D9D7F65-4154-47AB-9D03-702EDB978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27" name="Rectangle 163">
              <a:extLst>
                <a:ext uri="{FF2B5EF4-FFF2-40B4-BE49-F238E27FC236}">
                  <a16:creationId xmlns:a16="http://schemas.microsoft.com/office/drawing/2014/main" id="{078909CD-93EB-4C3E-87D2-0A8DFC95E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28" name="Rectangle 164">
              <a:extLst>
                <a:ext uri="{FF2B5EF4-FFF2-40B4-BE49-F238E27FC236}">
                  <a16:creationId xmlns:a16="http://schemas.microsoft.com/office/drawing/2014/main" id="{7C5D4BAB-13B3-4D4C-99E7-B17FEE5F5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29" name="Freeform 165">
              <a:extLst>
                <a:ext uri="{FF2B5EF4-FFF2-40B4-BE49-F238E27FC236}">
                  <a16:creationId xmlns:a16="http://schemas.microsoft.com/office/drawing/2014/main" id="{CD52EF10-FA69-4CB6-932D-6CBABC46D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30" name="Line 169">
              <a:extLst>
                <a:ext uri="{FF2B5EF4-FFF2-40B4-BE49-F238E27FC236}">
                  <a16:creationId xmlns:a16="http://schemas.microsoft.com/office/drawing/2014/main" id="{43300D19-92C2-4546-BDFD-E7DBE369FF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31" name="Line 170">
              <a:extLst>
                <a:ext uri="{FF2B5EF4-FFF2-40B4-BE49-F238E27FC236}">
                  <a16:creationId xmlns:a16="http://schemas.microsoft.com/office/drawing/2014/main" id="{DB119328-D446-4407-A8DB-F0B25D3923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32" name="Freeform 171">
              <a:extLst>
                <a:ext uri="{FF2B5EF4-FFF2-40B4-BE49-F238E27FC236}">
                  <a16:creationId xmlns:a16="http://schemas.microsoft.com/office/drawing/2014/main" id="{25FC7C3E-D4C0-429A-938E-3BDE34284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33" name="Freeform 172">
              <a:extLst>
                <a:ext uri="{FF2B5EF4-FFF2-40B4-BE49-F238E27FC236}">
                  <a16:creationId xmlns:a16="http://schemas.microsoft.com/office/drawing/2014/main" id="{DB7BF4E2-B6A9-4C7E-AB08-1A88E1694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34" name="Freeform 173">
              <a:extLst>
                <a:ext uri="{FF2B5EF4-FFF2-40B4-BE49-F238E27FC236}">
                  <a16:creationId xmlns:a16="http://schemas.microsoft.com/office/drawing/2014/main" id="{725A3B0B-C827-43BE-B276-F555C0C85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35" name="Freeform 174">
              <a:extLst>
                <a:ext uri="{FF2B5EF4-FFF2-40B4-BE49-F238E27FC236}">
                  <a16:creationId xmlns:a16="http://schemas.microsoft.com/office/drawing/2014/main" id="{40342584-BC5D-440D-98CF-A5167AD54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36" name="Rectangle 175">
              <a:extLst>
                <a:ext uri="{FF2B5EF4-FFF2-40B4-BE49-F238E27FC236}">
                  <a16:creationId xmlns:a16="http://schemas.microsoft.com/office/drawing/2014/main" id="{C3A5A803-BFE5-4E5A-9B6D-D9F952BDA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37" name="AutoShape 177">
              <a:extLst>
                <a:ext uri="{FF2B5EF4-FFF2-40B4-BE49-F238E27FC236}">
                  <a16:creationId xmlns:a16="http://schemas.microsoft.com/office/drawing/2014/main" id="{ABDC86F9-B1D1-4BBC-9B22-18C67DDF1C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38" name="AutoShape 179">
              <a:extLst>
                <a:ext uri="{FF2B5EF4-FFF2-40B4-BE49-F238E27FC236}">
                  <a16:creationId xmlns:a16="http://schemas.microsoft.com/office/drawing/2014/main" id="{A5449616-4BBA-4A29-A3BB-032406F19C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39" name="AutoShape 181">
              <a:extLst>
                <a:ext uri="{FF2B5EF4-FFF2-40B4-BE49-F238E27FC236}">
                  <a16:creationId xmlns:a16="http://schemas.microsoft.com/office/drawing/2014/main" id="{DB9D93D5-8B64-408D-B232-D1A29151EF6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40" name="AutoShape 183">
              <a:extLst>
                <a:ext uri="{FF2B5EF4-FFF2-40B4-BE49-F238E27FC236}">
                  <a16:creationId xmlns:a16="http://schemas.microsoft.com/office/drawing/2014/main" id="{31D11549-0371-4D46-98E3-3A38B7F6151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141" name="AutoShape 185">
              <a:extLst>
                <a:ext uri="{FF2B5EF4-FFF2-40B4-BE49-F238E27FC236}">
                  <a16:creationId xmlns:a16="http://schemas.microsoft.com/office/drawing/2014/main" id="{08E1E7FE-5670-4896-A745-E58128CF28B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29142" name="Group 202">
              <a:extLst>
                <a:ext uri="{FF2B5EF4-FFF2-40B4-BE49-F238E27FC236}">
                  <a16:creationId xmlns:a16="http://schemas.microsoft.com/office/drawing/2014/main" id="{5A57F3E3-6151-4EA2-8B14-7FF352FAD0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29176" name="Freeform 203">
                <a:extLst>
                  <a:ext uri="{FF2B5EF4-FFF2-40B4-BE49-F238E27FC236}">
                    <a16:creationId xmlns:a16="http://schemas.microsoft.com/office/drawing/2014/main" id="{07EFF9A3-76FA-41CB-90B8-1BF8A6CD7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77" name="Freeform 204">
                <a:extLst>
                  <a:ext uri="{FF2B5EF4-FFF2-40B4-BE49-F238E27FC236}">
                    <a16:creationId xmlns:a16="http://schemas.microsoft.com/office/drawing/2014/main" id="{4E612B7B-4B1A-4E91-9531-C6D0E7CA2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9178" name="Group 205">
                <a:extLst>
                  <a:ext uri="{FF2B5EF4-FFF2-40B4-BE49-F238E27FC236}">
                    <a16:creationId xmlns:a16="http://schemas.microsoft.com/office/drawing/2014/main" id="{896D137B-9723-400E-AF8A-C8A4C1C8EC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29179" name="Freeform 206">
                  <a:extLst>
                    <a:ext uri="{FF2B5EF4-FFF2-40B4-BE49-F238E27FC236}">
                      <a16:creationId xmlns:a16="http://schemas.microsoft.com/office/drawing/2014/main" id="{38361A8D-E9CF-4E39-BD90-6ED26C802E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9180" name="Freeform 207">
                  <a:extLst>
                    <a:ext uri="{FF2B5EF4-FFF2-40B4-BE49-F238E27FC236}">
                      <a16:creationId xmlns:a16="http://schemas.microsoft.com/office/drawing/2014/main" id="{80D490DA-68DF-4E0E-8927-C96C574175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9181" name="Freeform 208">
                  <a:extLst>
                    <a:ext uri="{FF2B5EF4-FFF2-40B4-BE49-F238E27FC236}">
                      <a16:creationId xmlns:a16="http://schemas.microsoft.com/office/drawing/2014/main" id="{D9F9940E-32ED-465D-9985-8492B3175A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9182" name="Freeform 209">
                  <a:extLst>
                    <a:ext uri="{FF2B5EF4-FFF2-40B4-BE49-F238E27FC236}">
                      <a16:creationId xmlns:a16="http://schemas.microsoft.com/office/drawing/2014/main" id="{1C0913CC-A163-4AE3-A699-27600508B7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9183" name="Freeform 210">
                  <a:extLst>
                    <a:ext uri="{FF2B5EF4-FFF2-40B4-BE49-F238E27FC236}">
                      <a16:creationId xmlns:a16="http://schemas.microsoft.com/office/drawing/2014/main" id="{7D0C3173-1064-48F7-B85D-6B9A8C7C2B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29143" name="Group 229">
              <a:extLst>
                <a:ext uri="{FF2B5EF4-FFF2-40B4-BE49-F238E27FC236}">
                  <a16:creationId xmlns:a16="http://schemas.microsoft.com/office/drawing/2014/main" id="{D78B89ED-4261-4521-B062-F21E38C1B9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29168" name="Freeform 230">
                <a:extLst>
                  <a:ext uri="{FF2B5EF4-FFF2-40B4-BE49-F238E27FC236}">
                    <a16:creationId xmlns:a16="http://schemas.microsoft.com/office/drawing/2014/main" id="{9938B01A-57A1-4767-80A5-1767CB9FF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69" name="Freeform 231">
                <a:extLst>
                  <a:ext uri="{FF2B5EF4-FFF2-40B4-BE49-F238E27FC236}">
                    <a16:creationId xmlns:a16="http://schemas.microsoft.com/office/drawing/2014/main" id="{1BACB097-FB1A-4B7A-B852-D5AF9B88A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9170" name="Group 232">
                <a:extLst>
                  <a:ext uri="{FF2B5EF4-FFF2-40B4-BE49-F238E27FC236}">
                    <a16:creationId xmlns:a16="http://schemas.microsoft.com/office/drawing/2014/main" id="{0F38DBA8-0558-49AD-A5A7-CC6C6E8A89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29171" name="Freeform 233">
                  <a:extLst>
                    <a:ext uri="{FF2B5EF4-FFF2-40B4-BE49-F238E27FC236}">
                      <a16:creationId xmlns:a16="http://schemas.microsoft.com/office/drawing/2014/main" id="{49138B1A-A67E-42C4-A6F6-B36079C09F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9172" name="Freeform 234">
                  <a:extLst>
                    <a:ext uri="{FF2B5EF4-FFF2-40B4-BE49-F238E27FC236}">
                      <a16:creationId xmlns:a16="http://schemas.microsoft.com/office/drawing/2014/main" id="{C9CA675A-1042-4A16-BF04-665920503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9173" name="Freeform 235">
                  <a:extLst>
                    <a:ext uri="{FF2B5EF4-FFF2-40B4-BE49-F238E27FC236}">
                      <a16:creationId xmlns:a16="http://schemas.microsoft.com/office/drawing/2014/main" id="{FB0F7874-C0D2-4376-B082-8EA46BD021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9174" name="Freeform 236">
                  <a:extLst>
                    <a:ext uri="{FF2B5EF4-FFF2-40B4-BE49-F238E27FC236}">
                      <a16:creationId xmlns:a16="http://schemas.microsoft.com/office/drawing/2014/main" id="{91F33FE2-C762-419F-921C-75F7B5674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9175" name="Freeform 237">
                  <a:extLst>
                    <a:ext uri="{FF2B5EF4-FFF2-40B4-BE49-F238E27FC236}">
                      <a16:creationId xmlns:a16="http://schemas.microsoft.com/office/drawing/2014/main" id="{039267B6-E1B8-418D-8F37-7741D8D6E8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29144" name="Group 244">
              <a:extLst>
                <a:ext uri="{FF2B5EF4-FFF2-40B4-BE49-F238E27FC236}">
                  <a16:creationId xmlns:a16="http://schemas.microsoft.com/office/drawing/2014/main" id="{41E375FF-535B-4AF7-B311-D34EFDB811D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29163" name="Freeform 245">
                <a:extLst>
                  <a:ext uri="{FF2B5EF4-FFF2-40B4-BE49-F238E27FC236}">
                    <a16:creationId xmlns:a16="http://schemas.microsoft.com/office/drawing/2014/main" id="{113E2FB5-ECB0-443B-BC1B-D3D3E82FF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64" name="Freeform 246">
                <a:extLst>
                  <a:ext uri="{FF2B5EF4-FFF2-40B4-BE49-F238E27FC236}">
                    <a16:creationId xmlns:a16="http://schemas.microsoft.com/office/drawing/2014/main" id="{3C2FFA6B-97EE-45CD-A1BC-2D58D1F5C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65" name="Freeform 247">
                <a:extLst>
                  <a:ext uri="{FF2B5EF4-FFF2-40B4-BE49-F238E27FC236}">
                    <a16:creationId xmlns:a16="http://schemas.microsoft.com/office/drawing/2014/main" id="{8C82BE4F-BE52-40EA-90BD-6D1C0495F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66" name="Freeform 248">
                <a:extLst>
                  <a:ext uri="{FF2B5EF4-FFF2-40B4-BE49-F238E27FC236}">
                    <a16:creationId xmlns:a16="http://schemas.microsoft.com/office/drawing/2014/main" id="{23C85BA8-FD14-47CB-9291-A22427AF0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67" name="Freeform 249">
                <a:extLst>
                  <a:ext uri="{FF2B5EF4-FFF2-40B4-BE49-F238E27FC236}">
                    <a16:creationId xmlns:a16="http://schemas.microsoft.com/office/drawing/2014/main" id="{3A3572E9-FAAD-4081-A8E8-148FB0696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9145" name="Group 256">
              <a:extLst>
                <a:ext uri="{FF2B5EF4-FFF2-40B4-BE49-F238E27FC236}">
                  <a16:creationId xmlns:a16="http://schemas.microsoft.com/office/drawing/2014/main" id="{1C195AD8-4C45-459C-8E86-ED4B055683C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29158" name="Freeform 257">
                <a:extLst>
                  <a:ext uri="{FF2B5EF4-FFF2-40B4-BE49-F238E27FC236}">
                    <a16:creationId xmlns:a16="http://schemas.microsoft.com/office/drawing/2014/main" id="{BFD13789-CB05-4368-B452-044E16BE8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59" name="Freeform 258">
                <a:extLst>
                  <a:ext uri="{FF2B5EF4-FFF2-40B4-BE49-F238E27FC236}">
                    <a16:creationId xmlns:a16="http://schemas.microsoft.com/office/drawing/2014/main" id="{DFCA0C61-FD85-4670-AC35-B180D0E1D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60" name="Freeform 259">
                <a:extLst>
                  <a:ext uri="{FF2B5EF4-FFF2-40B4-BE49-F238E27FC236}">
                    <a16:creationId xmlns:a16="http://schemas.microsoft.com/office/drawing/2014/main" id="{B802D3D6-5263-4369-89AC-B82171BF5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61" name="Freeform 260">
                <a:extLst>
                  <a:ext uri="{FF2B5EF4-FFF2-40B4-BE49-F238E27FC236}">
                    <a16:creationId xmlns:a16="http://schemas.microsoft.com/office/drawing/2014/main" id="{B3D89C2F-B631-403F-A6DF-345C84EE6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62" name="Freeform 261">
                <a:extLst>
                  <a:ext uri="{FF2B5EF4-FFF2-40B4-BE49-F238E27FC236}">
                    <a16:creationId xmlns:a16="http://schemas.microsoft.com/office/drawing/2014/main" id="{301F355D-2CCC-4E7F-A1B5-36B806A85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9146" name="Group 274">
              <a:extLst>
                <a:ext uri="{FF2B5EF4-FFF2-40B4-BE49-F238E27FC236}">
                  <a16:creationId xmlns:a16="http://schemas.microsoft.com/office/drawing/2014/main" id="{6D9EE661-F878-420E-8833-19905AD7D23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29153" name="Freeform 275">
                <a:extLst>
                  <a:ext uri="{FF2B5EF4-FFF2-40B4-BE49-F238E27FC236}">
                    <a16:creationId xmlns:a16="http://schemas.microsoft.com/office/drawing/2014/main" id="{D63DFEFA-C1F3-4571-BCC0-3274C0758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54" name="Freeform 276">
                <a:extLst>
                  <a:ext uri="{FF2B5EF4-FFF2-40B4-BE49-F238E27FC236}">
                    <a16:creationId xmlns:a16="http://schemas.microsoft.com/office/drawing/2014/main" id="{B2834F88-8E23-4FF1-AE00-B4619413B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55" name="Freeform 277">
                <a:extLst>
                  <a:ext uri="{FF2B5EF4-FFF2-40B4-BE49-F238E27FC236}">
                    <a16:creationId xmlns:a16="http://schemas.microsoft.com/office/drawing/2014/main" id="{FE648C73-5F8C-4337-A036-D95FF0F5A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56" name="Freeform 278">
                <a:extLst>
                  <a:ext uri="{FF2B5EF4-FFF2-40B4-BE49-F238E27FC236}">
                    <a16:creationId xmlns:a16="http://schemas.microsoft.com/office/drawing/2014/main" id="{1DA26846-6D42-4561-A0A8-2B9F37EDF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57" name="Freeform 279">
                <a:extLst>
                  <a:ext uri="{FF2B5EF4-FFF2-40B4-BE49-F238E27FC236}">
                    <a16:creationId xmlns:a16="http://schemas.microsoft.com/office/drawing/2014/main" id="{DE0E25D9-6F2B-4BE8-B733-0B002CCAB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9147" name="Group 286">
              <a:extLst>
                <a:ext uri="{FF2B5EF4-FFF2-40B4-BE49-F238E27FC236}">
                  <a16:creationId xmlns:a16="http://schemas.microsoft.com/office/drawing/2014/main" id="{D0646B8C-29CF-4347-83E5-2B153CBED01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29148" name="Freeform 287">
                <a:extLst>
                  <a:ext uri="{FF2B5EF4-FFF2-40B4-BE49-F238E27FC236}">
                    <a16:creationId xmlns:a16="http://schemas.microsoft.com/office/drawing/2014/main" id="{D3FDA59F-A316-4FEA-99AD-44185481D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49" name="Freeform 288">
                <a:extLst>
                  <a:ext uri="{FF2B5EF4-FFF2-40B4-BE49-F238E27FC236}">
                    <a16:creationId xmlns:a16="http://schemas.microsoft.com/office/drawing/2014/main" id="{D12212AA-CE30-4920-9E59-3B99FBBC1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50" name="Freeform 289">
                <a:extLst>
                  <a:ext uri="{FF2B5EF4-FFF2-40B4-BE49-F238E27FC236}">
                    <a16:creationId xmlns:a16="http://schemas.microsoft.com/office/drawing/2014/main" id="{750136E4-8EB3-4752-B753-7822920D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51" name="Freeform 290">
                <a:extLst>
                  <a:ext uri="{FF2B5EF4-FFF2-40B4-BE49-F238E27FC236}">
                    <a16:creationId xmlns:a16="http://schemas.microsoft.com/office/drawing/2014/main" id="{6072A6EC-F2F3-4A3F-A675-32C7C9D3C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29152" name="Freeform 291">
                <a:extLst>
                  <a:ext uri="{FF2B5EF4-FFF2-40B4-BE49-F238E27FC236}">
                    <a16:creationId xmlns:a16="http://schemas.microsoft.com/office/drawing/2014/main" id="{FECB412A-1A52-4335-A558-DD2BCDA04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29026" name="Rectangle 2">
            <a:extLst>
              <a:ext uri="{FF2B5EF4-FFF2-40B4-BE49-F238E27FC236}">
                <a16:creationId xmlns:a16="http://schemas.microsoft.com/office/drawing/2014/main" id="{0EC1F6D4-7745-4374-A6B1-78C9EBEEDA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It takes 3 gate delays to generate c</a:t>
            </a:r>
            <a:r>
              <a:rPr kumimoji="0" lang="en-US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129027" name="TextBox 12">
            <a:extLst>
              <a:ext uri="{FF2B5EF4-FFF2-40B4-BE49-F238E27FC236}">
                <a16:creationId xmlns:a16="http://schemas.microsoft.com/office/drawing/2014/main" id="{EE20C84F-F39C-421E-8962-84A793FD8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375" y="5876925"/>
            <a:ext cx="3084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 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400" b="1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049" name="Group 1">
            <a:extLst>
              <a:ext uri="{FF2B5EF4-FFF2-40B4-BE49-F238E27FC236}">
                <a16:creationId xmlns:a16="http://schemas.microsoft.com/office/drawing/2014/main" id="{FD38CE1C-0CF8-40C6-8D8F-2F1D4A7B744C}"/>
              </a:ext>
            </a:extLst>
          </p:cNvPr>
          <p:cNvGrpSpPr>
            <a:grpSpLocks/>
          </p:cNvGrpSpPr>
          <p:nvPr/>
        </p:nvGrpSpPr>
        <p:grpSpPr bwMode="auto">
          <a:xfrm>
            <a:off x="1746250" y="769938"/>
            <a:ext cx="6167438" cy="5783262"/>
            <a:chOff x="1746250" y="334963"/>
            <a:chExt cx="6167438" cy="5783262"/>
          </a:xfrm>
        </p:grpSpPr>
        <p:sp>
          <p:nvSpPr>
            <p:cNvPr id="130054" name="Rectangle 4">
              <a:extLst>
                <a:ext uri="{FF2B5EF4-FFF2-40B4-BE49-F238E27FC236}">
                  <a16:creationId xmlns:a16="http://schemas.microsoft.com/office/drawing/2014/main" id="{80BF23E0-4791-4868-9A47-73A50DDF9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55" name="Line 6">
              <a:extLst>
                <a:ext uri="{FF2B5EF4-FFF2-40B4-BE49-F238E27FC236}">
                  <a16:creationId xmlns:a16="http://schemas.microsoft.com/office/drawing/2014/main" id="{106CAABD-51DF-4035-84ED-718B59BDC8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56" name="Line 8">
              <a:extLst>
                <a:ext uri="{FF2B5EF4-FFF2-40B4-BE49-F238E27FC236}">
                  <a16:creationId xmlns:a16="http://schemas.microsoft.com/office/drawing/2014/main" id="{D27CA354-F55F-427A-9126-323B99B36B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57" name="Freeform 9">
              <a:extLst>
                <a:ext uri="{FF2B5EF4-FFF2-40B4-BE49-F238E27FC236}">
                  <a16:creationId xmlns:a16="http://schemas.microsoft.com/office/drawing/2014/main" id="{7AF4C435-F8A2-4498-8A72-918794888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58" name="Freeform 10">
              <a:extLst>
                <a:ext uri="{FF2B5EF4-FFF2-40B4-BE49-F238E27FC236}">
                  <a16:creationId xmlns:a16="http://schemas.microsoft.com/office/drawing/2014/main" id="{02772C1D-85DF-4673-B5E7-DFBD496A6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59" name="Line 12">
              <a:extLst>
                <a:ext uri="{FF2B5EF4-FFF2-40B4-BE49-F238E27FC236}">
                  <a16:creationId xmlns:a16="http://schemas.microsoft.com/office/drawing/2014/main" id="{89C63CC8-2E04-43B5-91B3-B95178DA10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60" name="Line 13">
              <a:extLst>
                <a:ext uri="{FF2B5EF4-FFF2-40B4-BE49-F238E27FC236}">
                  <a16:creationId xmlns:a16="http://schemas.microsoft.com/office/drawing/2014/main" id="{54EE2BBA-3F09-4C63-A4E0-A2CA546C5E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61" name="Line 14">
              <a:extLst>
                <a:ext uri="{FF2B5EF4-FFF2-40B4-BE49-F238E27FC236}">
                  <a16:creationId xmlns:a16="http://schemas.microsoft.com/office/drawing/2014/main" id="{A016720A-AD34-4142-A7A8-DB910C948B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62" name="Rectangle 19">
              <a:extLst>
                <a:ext uri="{FF2B5EF4-FFF2-40B4-BE49-F238E27FC236}">
                  <a16:creationId xmlns:a16="http://schemas.microsoft.com/office/drawing/2014/main" id="{C54CC63A-2DBB-4EFD-9EB0-21B172A16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63" name="Rectangle 20">
              <a:extLst>
                <a:ext uri="{FF2B5EF4-FFF2-40B4-BE49-F238E27FC236}">
                  <a16:creationId xmlns:a16="http://schemas.microsoft.com/office/drawing/2014/main" id="{E8C31F88-FB8D-41A0-89D8-918FA59B2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64" name="Rectangle 21">
              <a:extLst>
                <a:ext uri="{FF2B5EF4-FFF2-40B4-BE49-F238E27FC236}">
                  <a16:creationId xmlns:a16="http://schemas.microsoft.com/office/drawing/2014/main" id="{42056D1E-5266-415E-85F4-34B97F484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65" name="Rectangle 22">
              <a:extLst>
                <a:ext uri="{FF2B5EF4-FFF2-40B4-BE49-F238E27FC236}">
                  <a16:creationId xmlns:a16="http://schemas.microsoft.com/office/drawing/2014/main" id="{6BAEC9CF-DC42-4693-896A-553F0378D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66" name="Rectangle 23">
              <a:extLst>
                <a:ext uri="{FF2B5EF4-FFF2-40B4-BE49-F238E27FC236}">
                  <a16:creationId xmlns:a16="http://schemas.microsoft.com/office/drawing/2014/main" id="{2950FBB3-05E9-49A5-9396-D82B9BD62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67" name="Rectangle 24">
              <a:extLst>
                <a:ext uri="{FF2B5EF4-FFF2-40B4-BE49-F238E27FC236}">
                  <a16:creationId xmlns:a16="http://schemas.microsoft.com/office/drawing/2014/main" id="{4B503B3D-3BB9-4A22-94DD-35DF0C662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68" name="Rectangle 25">
              <a:extLst>
                <a:ext uri="{FF2B5EF4-FFF2-40B4-BE49-F238E27FC236}">
                  <a16:creationId xmlns:a16="http://schemas.microsoft.com/office/drawing/2014/main" id="{382133B9-C170-4D5E-B67D-A3E94A568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69" name="Rectangle 26">
              <a:extLst>
                <a:ext uri="{FF2B5EF4-FFF2-40B4-BE49-F238E27FC236}">
                  <a16:creationId xmlns:a16="http://schemas.microsoft.com/office/drawing/2014/main" id="{BCD1623E-8B14-4569-A270-FDB23B8D9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70" name="Rectangle 27">
              <a:extLst>
                <a:ext uri="{FF2B5EF4-FFF2-40B4-BE49-F238E27FC236}">
                  <a16:creationId xmlns:a16="http://schemas.microsoft.com/office/drawing/2014/main" id="{56EC3912-BE38-42B4-94B9-1E250B0BA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71" name="Line 28">
              <a:extLst>
                <a:ext uri="{FF2B5EF4-FFF2-40B4-BE49-F238E27FC236}">
                  <a16:creationId xmlns:a16="http://schemas.microsoft.com/office/drawing/2014/main" id="{1EFA20D6-C2E8-40FE-8DCD-BAE1D05FE2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72" name="Rectangle 29">
              <a:extLst>
                <a:ext uri="{FF2B5EF4-FFF2-40B4-BE49-F238E27FC236}">
                  <a16:creationId xmlns:a16="http://schemas.microsoft.com/office/drawing/2014/main" id="{172796A6-1364-4CB0-9690-FA7BE601F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73" name="Rectangle 30">
              <a:extLst>
                <a:ext uri="{FF2B5EF4-FFF2-40B4-BE49-F238E27FC236}">
                  <a16:creationId xmlns:a16="http://schemas.microsoft.com/office/drawing/2014/main" id="{105B1F44-0592-4B08-B770-C207BE9E4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74" name="Rectangle 31">
              <a:extLst>
                <a:ext uri="{FF2B5EF4-FFF2-40B4-BE49-F238E27FC236}">
                  <a16:creationId xmlns:a16="http://schemas.microsoft.com/office/drawing/2014/main" id="{D5D9B169-A295-4935-89D4-B8885572E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75" name="Rectangle 32">
              <a:extLst>
                <a:ext uri="{FF2B5EF4-FFF2-40B4-BE49-F238E27FC236}">
                  <a16:creationId xmlns:a16="http://schemas.microsoft.com/office/drawing/2014/main" id="{2B2C1E9C-82FA-4C5A-A625-843891705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76" name="Rectangle 33">
              <a:extLst>
                <a:ext uri="{FF2B5EF4-FFF2-40B4-BE49-F238E27FC236}">
                  <a16:creationId xmlns:a16="http://schemas.microsoft.com/office/drawing/2014/main" id="{BD7722C0-4E12-451C-B9EE-F2782F3F7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77" name="Rectangle 34">
              <a:extLst>
                <a:ext uri="{FF2B5EF4-FFF2-40B4-BE49-F238E27FC236}">
                  <a16:creationId xmlns:a16="http://schemas.microsoft.com/office/drawing/2014/main" id="{76B25349-49B1-414F-A00D-8C73E0C00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78" name="Rectangle 35">
              <a:extLst>
                <a:ext uri="{FF2B5EF4-FFF2-40B4-BE49-F238E27FC236}">
                  <a16:creationId xmlns:a16="http://schemas.microsoft.com/office/drawing/2014/main" id="{F9AF5C6B-D4F9-413A-AF6F-55A4CC955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79" name="Line 37">
              <a:extLst>
                <a:ext uri="{FF2B5EF4-FFF2-40B4-BE49-F238E27FC236}">
                  <a16:creationId xmlns:a16="http://schemas.microsoft.com/office/drawing/2014/main" id="{6B63711C-21A9-4339-90B6-AE621A05F9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80" name="Line 39">
              <a:extLst>
                <a:ext uri="{FF2B5EF4-FFF2-40B4-BE49-F238E27FC236}">
                  <a16:creationId xmlns:a16="http://schemas.microsoft.com/office/drawing/2014/main" id="{AF3C0319-A94A-43AD-83EE-A99954AA47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81" name="Line 40">
              <a:extLst>
                <a:ext uri="{FF2B5EF4-FFF2-40B4-BE49-F238E27FC236}">
                  <a16:creationId xmlns:a16="http://schemas.microsoft.com/office/drawing/2014/main" id="{FBF7EE8E-6858-44E4-BE75-1146B368A2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82" name="Line 41">
              <a:extLst>
                <a:ext uri="{FF2B5EF4-FFF2-40B4-BE49-F238E27FC236}">
                  <a16:creationId xmlns:a16="http://schemas.microsoft.com/office/drawing/2014/main" id="{D1DB9ACD-3645-484A-AD24-8E9130FE2B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83" name="Line 48">
              <a:extLst>
                <a:ext uri="{FF2B5EF4-FFF2-40B4-BE49-F238E27FC236}">
                  <a16:creationId xmlns:a16="http://schemas.microsoft.com/office/drawing/2014/main" id="{EDDFA5D5-9DE5-4F2E-9C80-CD1FB84799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84" name="Line 50">
              <a:extLst>
                <a:ext uri="{FF2B5EF4-FFF2-40B4-BE49-F238E27FC236}">
                  <a16:creationId xmlns:a16="http://schemas.microsoft.com/office/drawing/2014/main" id="{9D28BDB9-6863-4AA5-8515-AA3BE2C4A0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85" name="Line 51">
              <a:extLst>
                <a:ext uri="{FF2B5EF4-FFF2-40B4-BE49-F238E27FC236}">
                  <a16:creationId xmlns:a16="http://schemas.microsoft.com/office/drawing/2014/main" id="{9AC5BB12-DCF3-47B1-8BE6-BDC57A4FEC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86" name="Line 52">
              <a:extLst>
                <a:ext uri="{FF2B5EF4-FFF2-40B4-BE49-F238E27FC236}">
                  <a16:creationId xmlns:a16="http://schemas.microsoft.com/office/drawing/2014/main" id="{1B8544BB-8E56-4598-9819-6619A1D155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87" name="Line 61">
              <a:extLst>
                <a:ext uri="{FF2B5EF4-FFF2-40B4-BE49-F238E27FC236}">
                  <a16:creationId xmlns:a16="http://schemas.microsoft.com/office/drawing/2014/main" id="{098E1872-FAD7-406F-AE68-2BB29490BD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88" name="Line 62">
              <a:extLst>
                <a:ext uri="{FF2B5EF4-FFF2-40B4-BE49-F238E27FC236}">
                  <a16:creationId xmlns:a16="http://schemas.microsoft.com/office/drawing/2014/main" id="{E3AEE653-2BF9-40B5-BE68-F51A904BD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89" name="Line 63">
              <a:extLst>
                <a:ext uri="{FF2B5EF4-FFF2-40B4-BE49-F238E27FC236}">
                  <a16:creationId xmlns:a16="http://schemas.microsoft.com/office/drawing/2014/main" id="{0020C12A-CF84-4CD4-A30C-C1A956A3C0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90" name="Line 68">
              <a:extLst>
                <a:ext uri="{FF2B5EF4-FFF2-40B4-BE49-F238E27FC236}">
                  <a16:creationId xmlns:a16="http://schemas.microsoft.com/office/drawing/2014/main" id="{52AC705F-D68A-4C07-A9BD-5C3D90DA45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91" name="Line 69">
              <a:extLst>
                <a:ext uri="{FF2B5EF4-FFF2-40B4-BE49-F238E27FC236}">
                  <a16:creationId xmlns:a16="http://schemas.microsoft.com/office/drawing/2014/main" id="{ECF92469-A95E-4C11-A4DC-8BD516F3EC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92" name="Line 73">
              <a:extLst>
                <a:ext uri="{FF2B5EF4-FFF2-40B4-BE49-F238E27FC236}">
                  <a16:creationId xmlns:a16="http://schemas.microsoft.com/office/drawing/2014/main" id="{7F531A99-315A-4F89-BD6C-35FB4D68B0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93" name="Line 74">
              <a:extLst>
                <a:ext uri="{FF2B5EF4-FFF2-40B4-BE49-F238E27FC236}">
                  <a16:creationId xmlns:a16="http://schemas.microsoft.com/office/drawing/2014/main" id="{AC445714-5A0B-4782-8C1F-74B50F2A89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94" name="Line 76">
              <a:extLst>
                <a:ext uri="{FF2B5EF4-FFF2-40B4-BE49-F238E27FC236}">
                  <a16:creationId xmlns:a16="http://schemas.microsoft.com/office/drawing/2014/main" id="{458DA126-F85C-46FE-A7C5-C0487695A1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95" name="Freeform 77">
              <a:extLst>
                <a:ext uri="{FF2B5EF4-FFF2-40B4-BE49-F238E27FC236}">
                  <a16:creationId xmlns:a16="http://schemas.microsoft.com/office/drawing/2014/main" id="{D13F3CBE-F83B-4964-A822-8BB888BCB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96" name="Freeform 78">
              <a:extLst>
                <a:ext uri="{FF2B5EF4-FFF2-40B4-BE49-F238E27FC236}">
                  <a16:creationId xmlns:a16="http://schemas.microsoft.com/office/drawing/2014/main" id="{EE76F29B-A496-4B27-8DBD-2B55F4F00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97" name="Freeform 79">
              <a:extLst>
                <a:ext uri="{FF2B5EF4-FFF2-40B4-BE49-F238E27FC236}">
                  <a16:creationId xmlns:a16="http://schemas.microsoft.com/office/drawing/2014/main" id="{C7344AF2-A3E2-4B94-AE24-28433AD25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98" name="Line 80">
              <a:extLst>
                <a:ext uri="{FF2B5EF4-FFF2-40B4-BE49-F238E27FC236}">
                  <a16:creationId xmlns:a16="http://schemas.microsoft.com/office/drawing/2014/main" id="{6AC949E3-44BA-41C7-B8FA-FA92A1445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099" name="Line 81">
              <a:extLst>
                <a:ext uri="{FF2B5EF4-FFF2-40B4-BE49-F238E27FC236}">
                  <a16:creationId xmlns:a16="http://schemas.microsoft.com/office/drawing/2014/main" id="{7CF274F0-98D6-4409-8147-5311EB32B0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00" name="Line 82">
              <a:extLst>
                <a:ext uri="{FF2B5EF4-FFF2-40B4-BE49-F238E27FC236}">
                  <a16:creationId xmlns:a16="http://schemas.microsoft.com/office/drawing/2014/main" id="{033C09B7-7521-41CD-9684-5D4880D370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01" name="Line 83">
              <a:extLst>
                <a:ext uri="{FF2B5EF4-FFF2-40B4-BE49-F238E27FC236}">
                  <a16:creationId xmlns:a16="http://schemas.microsoft.com/office/drawing/2014/main" id="{47283D51-C0AE-4F5F-9F79-9EE2A6A8DE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02" name="Freeform 84">
              <a:extLst>
                <a:ext uri="{FF2B5EF4-FFF2-40B4-BE49-F238E27FC236}">
                  <a16:creationId xmlns:a16="http://schemas.microsoft.com/office/drawing/2014/main" id="{86A0AD49-C212-46A2-BD25-E3AFF5FCC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03" name="Freeform 85">
              <a:extLst>
                <a:ext uri="{FF2B5EF4-FFF2-40B4-BE49-F238E27FC236}">
                  <a16:creationId xmlns:a16="http://schemas.microsoft.com/office/drawing/2014/main" id="{5476884C-B320-4FE6-B39D-48466C1F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04" name="Freeform 86">
              <a:extLst>
                <a:ext uri="{FF2B5EF4-FFF2-40B4-BE49-F238E27FC236}">
                  <a16:creationId xmlns:a16="http://schemas.microsoft.com/office/drawing/2014/main" id="{D5BE4363-9FCA-4849-9698-084AF20C9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05" name="Freeform 87">
              <a:extLst>
                <a:ext uri="{FF2B5EF4-FFF2-40B4-BE49-F238E27FC236}">
                  <a16:creationId xmlns:a16="http://schemas.microsoft.com/office/drawing/2014/main" id="{221E48DE-DA49-468F-8925-2435C9DC5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06" name="Line 89">
              <a:extLst>
                <a:ext uri="{FF2B5EF4-FFF2-40B4-BE49-F238E27FC236}">
                  <a16:creationId xmlns:a16="http://schemas.microsoft.com/office/drawing/2014/main" id="{9405B720-5B6F-4B8A-A600-AF0B5F02D7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07" name="Freeform 90">
              <a:extLst>
                <a:ext uri="{FF2B5EF4-FFF2-40B4-BE49-F238E27FC236}">
                  <a16:creationId xmlns:a16="http://schemas.microsoft.com/office/drawing/2014/main" id="{7317E45A-4E21-47FE-A627-F9C36332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08" name="Freeform 91">
              <a:extLst>
                <a:ext uri="{FF2B5EF4-FFF2-40B4-BE49-F238E27FC236}">
                  <a16:creationId xmlns:a16="http://schemas.microsoft.com/office/drawing/2014/main" id="{807B8EFE-B759-473C-9CEC-D7083E1D3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09" name="Rectangle 92">
              <a:extLst>
                <a:ext uri="{FF2B5EF4-FFF2-40B4-BE49-F238E27FC236}">
                  <a16:creationId xmlns:a16="http://schemas.microsoft.com/office/drawing/2014/main" id="{EF2C87B5-81A3-425B-B89A-6590F77CD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10" name="Line 93">
              <a:extLst>
                <a:ext uri="{FF2B5EF4-FFF2-40B4-BE49-F238E27FC236}">
                  <a16:creationId xmlns:a16="http://schemas.microsoft.com/office/drawing/2014/main" id="{352E606E-6C55-4490-A02A-2D6B100525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11" name="Freeform 94">
              <a:extLst>
                <a:ext uri="{FF2B5EF4-FFF2-40B4-BE49-F238E27FC236}">
                  <a16:creationId xmlns:a16="http://schemas.microsoft.com/office/drawing/2014/main" id="{F4B25CAE-0D5B-4329-AC6F-FF634499E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12" name="Freeform 95">
              <a:extLst>
                <a:ext uri="{FF2B5EF4-FFF2-40B4-BE49-F238E27FC236}">
                  <a16:creationId xmlns:a16="http://schemas.microsoft.com/office/drawing/2014/main" id="{93F12F27-40A8-4BAE-AFE2-02187492C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13" name="Line 96">
              <a:extLst>
                <a:ext uri="{FF2B5EF4-FFF2-40B4-BE49-F238E27FC236}">
                  <a16:creationId xmlns:a16="http://schemas.microsoft.com/office/drawing/2014/main" id="{2C93DBDD-6749-4EBC-B5B1-D94729F034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14" name="Line 97">
              <a:extLst>
                <a:ext uri="{FF2B5EF4-FFF2-40B4-BE49-F238E27FC236}">
                  <a16:creationId xmlns:a16="http://schemas.microsoft.com/office/drawing/2014/main" id="{E5A3D965-A627-42BD-A588-FC10B3489B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15" name="Line 98">
              <a:extLst>
                <a:ext uri="{FF2B5EF4-FFF2-40B4-BE49-F238E27FC236}">
                  <a16:creationId xmlns:a16="http://schemas.microsoft.com/office/drawing/2014/main" id="{6CA0550C-2923-4131-BE6A-C46CB6FEB0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16" name="Rectangle 100">
              <a:extLst>
                <a:ext uri="{FF2B5EF4-FFF2-40B4-BE49-F238E27FC236}">
                  <a16:creationId xmlns:a16="http://schemas.microsoft.com/office/drawing/2014/main" id="{9052EB9E-BD3B-4263-BDBF-F40D0CD93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17" name="Rectangle 101">
              <a:extLst>
                <a:ext uri="{FF2B5EF4-FFF2-40B4-BE49-F238E27FC236}">
                  <a16:creationId xmlns:a16="http://schemas.microsoft.com/office/drawing/2014/main" id="{53BBE725-EC62-4A2B-ABD8-7A78CA686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18" name="Rectangle 102">
              <a:extLst>
                <a:ext uri="{FF2B5EF4-FFF2-40B4-BE49-F238E27FC236}">
                  <a16:creationId xmlns:a16="http://schemas.microsoft.com/office/drawing/2014/main" id="{8921D878-70ED-40AA-8C09-F36B2D7A0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19" name="Line 103">
              <a:extLst>
                <a:ext uri="{FF2B5EF4-FFF2-40B4-BE49-F238E27FC236}">
                  <a16:creationId xmlns:a16="http://schemas.microsoft.com/office/drawing/2014/main" id="{AA7B53CC-A8EE-4F10-87F5-45059A5C6F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20" name="Rectangle 104">
              <a:extLst>
                <a:ext uri="{FF2B5EF4-FFF2-40B4-BE49-F238E27FC236}">
                  <a16:creationId xmlns:a16="http://schemas.microsoft.com/office/drawing/2014/main" id="{80C88BEA-ABE7-46BD-B7DC-E419F325C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21" name="Rectangle 105">
              <a:extLst>
                <a:ext uri="{FF2B5EF4-FFF2-40B4-BE49-F238E27FC236}">
                  <a16:creationId xmlns:a16="http://schemas.microsoft.com/office/drawing/2014/main" id="{D9EB4E51-592F-4A3F-9C06-B2248A17D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22" name="Rectangle 106">
              <a:extLst>
                <a:ext uri="{FF2B5EF4-FFF2-40B4-BE49-F238E27FC236}">
                  <a16:creationId xmlns:a16="http://schemas.microsoft.com/office/drawing/2014/main" id="{3FBDB10D-C346-4936-BD8F-C4C56F634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23" name="Rectangle 107">
              <a:extLst>
                <a:ext uri="{FF2B5EF4-FFF2-40B4-BE49-F238E27FC236}">
                  <a16:creationId xmlns:a16="http://schemas.microsoft.com/office/drawing/2014/main" id="{44370739-47F4-418F-B3B3-4B21A3C7F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24" name="Line 110">
              <a:extLst>
                <a:ext uri="{FF2B5EF4-FFF2-40B4-BE49-F238E27FC236}">
                  <a16:creationId xmlns:a16="http://schemas.microsoft.com/office/drawing/2014/main" id="{5B44DC3A-2117-4A50-814E-2D8F431727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25" name="Line 111">
              <a:extLst>
                <a:ext uri="{FF2B5EF4-FFF2-40B4-BE49-F238E27FC236}">
                  <a16:creationId xmlns:a16="http://schemas.microsoft.com/office/drawing/2014/main" id="{E45EA47B-2498-4119-9881-FD6C0A6CBE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26" name="Line 112">
              <a:extLst>
                <a:ext uri="{FF2B5EF4-FFF2-40B4-BE49-F238E27FC236}">
                  <a16:creationId xmlns:a16="http://schemas.microsoft.com/office/drawing/2014/main" id="{91E9A29B-2385-4217-8D2C-85415A01DC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27" name="Line 117">
              <a:extLst>
                <a:ext uri="{FF2B5EF4-FFF2-40B4-BE49-F238E27FC236}">
                  <a16:creationId xmlns:a16="http://schemas.microsoft.com/office/drawing/2014/main" id="{9E176E71-6F92-4574-8AD2-F4F86DD1FE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28" name="Line 118">
              <a:extLst>
                <a:ext uri="{FF2B5EF4-FFF2-40B4-BE49-F238E27FC236}">
                  <a16:creationId xmlns:a16="http://schemas.microsoft.com/office/drawing/2014/main" id="{5708D58F-B293-4A74-86D8-B20629FDA9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29" name="Line 119">
              <a:extLst>
                <a:ext uri="{FF2B5EF4-FFF2-40B4-BE49-F238E27FC236}">
                  <a16:creationId xmlns:a16="http://schemas.microsoft.com/office/drawing/2014/main" id="{36B29CFF-91ED-4774-A338-B941CA4DB7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30" name="Line 126">
              <a:extLst>
                <a:ext uri="{FF2B5EF4-FFF2-40B4-BE49-F238E27FC236}">
                  <a16:creationId xmlns:a16="http://schemas.microsoft.com/office/drawing/2014/main" id="{E1E455A3-CC5A-4397-9F51-B81C01D7B4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31" name="Line 128">
              <a:extLst>
                <a:ext uri="{FF2B5EF4-FFF2-40B4-BE49-F238E27FC236}">
                  <a16:creationId xmlns:a16="http://schemas.microsoft.com/office/drawing/2014/main" id="{A45DA1BA-C7BC-4719-A570-3A03922B8D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32" name="Line 129">
              <a:extLst>
                <a:ext uri="{FF2B5EF4-FFF2-40B4-BE49-F238E27FC236}">
                  <a16:creationId xmlns:a16="http://schemas.microsoft.com/office/drawing/2014/main" id="{5301B096-5597-4166-B314-2197A3F993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33" name="Line 130">
              <a:extLst>
                <a:ext uri="{FF2B5EF4-FFF2-40B4-BE49-F238E27FC236}">
                  <a16:creationId xmlns:a16="http://schemas.microsoft.com/office/drawing/2014/main" id="{FE550B42-7DF7-46DC-B584-FA64D750A4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34" name="Line 139">
              <a:extLst>
                <a:ext uri="{FF2B5EF4-FFF2-40B4-BE49-F238E27FC236}">
                  <a16:creationId xmlns:a16="http://schemas.microsoft.com/office/drawing/2014/main" id="{B9D2B8CA-9743-4E9F-AD9E-AB0A660274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35" name="Line 141">
              <a:extLst>
                <a:ext uri="{FF2B5EF4-FFF2-40B4-BE49-F238E27FC236}">
                  <a16:creationId xmlns:a16="http://schemas.microsoft.com/office/drawing/2014/main" id="{6B3CB6DC-0A99-4F93-8A14-E6153C2104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36" name="Line 142">
              <a:extLst>
                <a:ext uri="{FF2B5EF4-FFF2-40B4-BE49-F238E27FC236}">
                  <a16:creationId xmlns:a16="http://schemas.microsoft.com/office/drawing/2014/main" id="{A7EDC483-30F3-4A3B-BA3F-E82110B1A6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37" name="Line 143">
              <a:extLst>
                <a:ext uri="{FF2B5EF4-FFF2-40B4-BE49-F238E27FC236}">
                  <a16:creationId xmlns:a16="http://schemas.microsoft.com/office/drawing/2014/main" id="{1A1FE73F-871B-45B9-A225-52CF59435E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38" name="Freeform 148">
              <a:extLst>
                <a:ext uri="{FF2B5EF4-FFF2-40B4-BE49-F238E27FC236}">
                  <a16:creationId xmlns:a16="http://schemas.microsoft.com/office/drawing/2014/main" id="{4959CBE8-FA36-4451-B0EB-FA0D5106C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39" name="Freeform 149">
              <a:extLst>
                <a:ext uri="{FF2B5EF4-FFF2-40B4-BE49-F238E27FC236}">
                  <a16:creationId xmlns:a16="http://schemas.microsoft.com/office/drawing/2014/main" id="{05FE83C7-AF9D-4ABC-B8E2-271E4594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40" name="Line 152">
              <a:extLst>
                <a:ext uri="{FF2B5EF4-FFF2-40B4-BE49-F238E27FC236}">
                  <a16:creationId xmlns:a16="http://schemas.microsoft.com/office/drawing/2014/main" id="{3F49FAC0-9F98-4CE5-855F-B7CE18D184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41" name="Line 153">
              <a:extLst>
                <a:ext uri="{FF2B5EF4-FFF2-40B4-BE49-F238E27FC236}">
                  <a16:creationId xmlns:a16="http://schemas.microsoft.com/office/drawing/2014/main" id="{5991DFF4-89DF-4B2F-BD6D-B2EEF9FE1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42" name="Line 154">
              <a:extLst>
                <a:ext uri="{FF2B5EF4-FFF2-40B4-BE49-F238E27FC236}">
                  <a16:creationId xmlns:a16="http://schemas.microsoft.com/office/drawing/2014/main" id="{3327DEA4-41BA-4FA6-8D06-A327854487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43" name="Line 155">
              <a:extLst>
                <a:ext uri="{FF2B5EF4-FFF2-40B4-BE49-F238E27FC236}">
                  <a16:creationId xmlns:a16="http://schemas.microsoft.com/office/drawing/2014/main" id="{DC3AA6F3-FAC2-43E8-A79A-A2D0B8F8B7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44" name="Freeform 156">
              <a:extLst>
                <a:ext uri="{FF2B5EF4-FFF2-40B4-BE49-F238E27FC236}">
                  <a16:creationId xmlns:a16="http://schemas.microsoft.com/office/drawing/2014/main" id="{D0EBCFAC-E345-4D33-9426-CD9224411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45" name="Line 157">
              <a:extLst>
                <a:ext uri="{FF2B5EF4-FFF2-40B4-BE49-F238E27FC236}">
                  <a16:creationId xmlns:a16="http://schemas.microsoft.com/office/drawing/2014/main" id="{8675DA91-8D96-4CBD-86E4-FD9CE778B5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46" name="Freeform 158">
              <a:extLst>
                <a:ext uri="{FF2B5EF4-FFF2-40B4-BE49-F238E27FC236}">
                  <a16:creationId xmlns:a16="http://schemas.microsoft.com/office/drawing/2014/main" id="{EB9E594C-1AAE-4941-8E05-2880E0EEF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47" name="Line 159">
              <a:extLst>
                <a:ext uri="{FF2B5EF4-FFF2-40B4-BE49-F238E27FC236}">
                  <a16:creationId xmlns:a16="http://schemas.microsoft.com/office/drawing/2014/main" id="{B8389D14-ED4D-4C9C-BF00-C7570321D1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48" name="Freeform 160">
              <a:extLst>
                <a:ext uri="{FF2B5EF4-FFF2-40B4-BE49-F238E27FC236}">
                  <a16:creationId xmlns:a16="http://schemas.microsoft.com/office/drawing/2014/main" id="{A614D498-0F28-4CE8-B36A-E571AF38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49" name="Rectangle 161">
              <a:extLst>
                <a:ext uri="{FF2B5EF4-FFF2-40B4-BE49-F238E27FC236}">
                  <a16:creationId xmlns:a16="http://schemas.microsoft.com/office/drawing/2014/main" id="{303DAE84-C2A2-4578-A28A-54292ED98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50" name="Rectangle 162">
              <a:extLst>
                <a:ext uri="{FF2B5EF4-FFF2-40B4-BE49-F238E27FC236}">
                  <a16:creationId xmlns:a16="http://schemas.microsoft.com/office/drawing/2014/main" id="{FA3E8662-A857-4312-BC1D-38AC05CE4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51" name="Rectangle 163">
              <a:extLst>
                <a:ext uri="{FF2B5EF4-FFF2-40B4-BE49-F238E27FC236}">
                  <a16:creationId xmlns:a16="http://schemas.microsoft.com/office/drawing/2014/main" id="{BD8AD6A0-18E9-4514-8F03-C4D632908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52" name="Rectangle 164">
              <a:extLst>
                <a:ext uri="{FF2B5EF4-FFF2-40B4-BE49-F238E27FC236}">
                  <a16:creationId xmlns:a16="http://schemas.microsoft.com/office/drawing/2014/main" id="{371F06E6-B416-4749-B618-99CACBF86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53" name="Freeform 165">
              <a:extLst>
                <a:ext uri="{FF2B5EF4-FFF2-40B4-BE49-F238E27FC236}">
                  <a16:creationId xmlns:a16="http://schemas.microsoft.com/office/drawing/2014/main" id="{3D7E2708-4211-4A80-82A5-7C8E72401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54" name="Line 169">
              <a:extLst>
                <a:ext uri="{FF2B5EF4-FFF2-40B4-BE49-F238E27FC236}">
                  <a16:creationId xmlns:a16="http://schemas.microsoft.com/office/drawing/2014/main" id="{30C0C7DE-A537-4F6C-9177-0CB515AF07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55" name="Line 170">
              <a:extLst>
                <a:ext uri="{FF2B5EF4-FFF2-40B4-BE49-F238E27FC236}">
                  <a16:creationId xmlns:a16="http://schemas.microsoft.com/office/drawing/2014/main" id="{CE99F9F5-5C9B-4AD2-9955-31DE2BB770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56" name="Freeform 171">
              <a:extLst>
                <a:ext uri="{FF2B5EF4-FFF2-40B4-BE49-F238E27FC236}">
                  <a16:creationId xmlns:a16="http://schemas.microsoft.com/office/drawing/2014/main" id="{F84039C2-0401-42AA-9610-20A30301C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57" name="Freeform 172">
              <a:extLst>
                <a:ext uri="{FF2B5EF4-FFF2-40B4-BE49-F238E27FC236}">
                  <a16:creationId xmlns:a16="http://schemas.microsoft.com/office/drawing/2014/main" id="{F07BACBB-FC17-4DCD-957D-3C4AD5176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58" name="Freeform 173">
              <a:extLst>
                <a:ext uri="{FF2B5EF4-FFF2-40B4-BE49-F238E27FC236}">
                  <a16:creationId xmlns:a16="http://schemas.microsoft.com/office/drawing/2014/main" id="{7D9DF29E-57D3-43F3-88BC-FCB33A67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59" name="Freeform 174">
              <a:extLst>
                <a:ext uri="{FF2B5EF4-FFF2-40B4-BE49-F238E27FC236}">
                  <a16:creationId xmlns:a16="http://schemas.microsoft.com/office/drawing/2014/main" id="{06D6851E-5155-48AA-98CE-5A890752B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60" name="Rectangle 175">
              <a:extLst>
                <a:ext uri="{FF2B5EF4-FFF2-40B4-BE49-F238E27FC236}">
                  <a16:creationId xmlns:a16="http://schemas.microsoft.com/office/drawing/2014/main" id="{7A9128A5-33FF-4A21-B659-F13908D85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61" name="AutoShape 177">
              <a:extLst>
                <a:ext uri="{FF2B5EF4-FFF2-40B4-BE49-F238E27FC236}">
                  <a16:creationId xmlns:a16="http://schemas.microsoft.com/office/drawing/2014/main" id="{36A273D7-9034-4FC1-B47C-96FE7B49168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62" name="AutoShape 179">
              <a:extLst>
                <a:ext uri="{FF2B5EF4-FFF2-40B4-BE49-F238E27FC236}">
                  <a16:creationId xmlns:a16="http://schemas.microsoft.com/office/drawing/2014/main" id="{507ED128-199E-476C-BC64-92975DFACDB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63" name="AutoShape 181">
              <a:extLst>
                <a:ext uri="{FF2B5EF4-FFF2-40B4-BE49-F238E27FC236}">
                  <a16:creationId xmlns:a16="http://schemas.microsoft.com/office/drawing/2014/main" id="{7CA0A2F4-744B-48C6-9D74-98872A1EAA8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64" name="AutoShape 183">
              <a:extLst>
                <a:ext uri="{FF2B5EF4-FFF2-40B4-BE49-F238E27FC236}">
                  <a16:creationId xmlns:a16="http://schemas.microsoft.com/office/drawing/2014/main" id="{A030B0DB-AB05-416A-8D8F-4C26D816A79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165" name="AutoShape 185">
              <a:extLst>
                <a:ext uri="{FF2B5EF4-FFF2-40B4-BE49-F238E27FC236}">
                  <a16:creationId xmlns:a16="http://schemas.microsoft.com/office/drawing/2014/main" id="{6DB73C61-F0D5-41A8-BD34-C242BCDDF17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30166" name="Group 202">
              <a:extLst>
                <a:ext uri="{FF2B5EF4-FFF2-40B4-BE49-F238E27FC236}">
                  <a16:creationId xmlns:a16="http://schemas.microsoft.com/office/drawing/2014/main" id="{EA9C38F2-7B12-4F2E-A7A3-A5EA2005BA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30200" name="Freeform 203">
                <a:extLst>
                  <a:ext uri="{FF2B5EF4-FFF2-40B4-BE49-F238E27FC236}">
                    <a16:creationId xmlns:a16="http://schemas.microsoft.com/office/drawing/2014/main" id="{FC51C96F-112F-40D2-B841-6D2F51152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201" name="Freeform 204">
                <a:extLst>
                  <a:ext uri="{FF2B5EF4-FFF2-40B4-BE49-F238E27FC236}">
                    <a16:creationId xmlns:a16="http://schemas.microsoft.com/office/drawing/2014/main" id="{A525ECC0-588D-4667-8EA2-74FC21B02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30202" name="Group 205">
                <a:extLst>
                  <a:ext uri="{FF2B5EF4-FFF2-40B4-BE49-F238E27FC236}">
                    <a16:creationId xmlns:a16="http://schemas.microsoft.com/office/drawing/2014/main" id="{ED28C9BA-A6EA-4575-BE9B-C256C2BC5A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30203" name="Freeform 206">
                  <a:extLst>
                    <a:ext uri="{FF2B5EF4-FFF2-40B4-BE49-F238E27FC236}">
                      <a16:creationId xmlns:a16="http://schemas.microsoft.com/office/drawing/2014/main" id="{2F3421F0-202D-4D62-A43B-E663C6ADA9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0204" name="Freeform 207">
                  <a:extLst>
                    <a:ext uri="{FF2B5EF4-FFF2-40B4-BE49-F238E27FC236}">
                      <a16:creationId xmlns:a16="http://schemas.microsoft.com/office/drawing/2014/main" id="{0C0EF850-5CFD-46D4-B4EC-66B4C7A783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0205" name="Freeform 208">
                  <a:extLst>
                    <a:ext uri="{FF2B5EF4-FFF2-40B4-BE49-F238E27FC236}">
                      <a16:creationId xmlns:a16="http://schemas.microsoft.com/office/drawing/2014/main" id="{8394EF07-E8D6-4FB9-86D7-B55726927A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0206" name="Freeform 209">
                  <a:extLst>
                    <a:ext uri="{FF2B5EF4-FFF2-40B4-BE49-F238E27FC236}">
                      <a16:creationId xmlns:a16="http://schemas.microsoft.com/office/drawing/2014/main" id="{DCFB4576-EA51-4182-80F4-FE320A6284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0207" name="Freeform 210">
                  <a:extLst>
                    <a:ext uri="{FF2B5EF4-FFF2-40B4-BE49-F238E27FC236}">
                      <a16:creationId xmlns:a16="http://schemas.microsoft.com/office/drawing/2014/main" id="{7BE4E6DA-754D-448F-92C0-80637BBBB5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30167" name="Group 229">
              <a:extLst>
                <a:ext uri="{FF2B5EF4-FFF2-40B4-BE49-F238E27FC236}">
                  <a16:creationId xmlns:a16="http://schemas.microsoft.com/office/drawing/2014/main" id="{31CAD162-2FED-40D6-8655-0443FFDA55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30192" name="Freeform 230">
                <a:extLst>
                  <a:ext uri="{FF2B5EF4-FFF2-40B4-BE49-F238E27FC236}">
                    <a16:creationId xmlns:a16="http://schemas.microsoft.com/office/drawing/2014/main" id="{1F902DBD-15C2-4991-B923-99891FBC6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93" name="Freeform 231">
                <a:extLst>
                  <a:ext uri="{FF2B5EF4-FFF2-40B4-BE49-F238E27FC236}">
                    <a16:creationId xmlns:a16="http://schemas.microsoft.com/office/drawing/2014/main" id="{3064E677-B5FF-4A8F-AB8B-A3436A0B6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30194" name="Group 232">
                <a:extLst>
                  <a:ext uri="{FF2B5EF4-FFF2-40B4-BE49-F238E27FC236}">
                    <a16:creationId xmlns:a16="http://schemas.microsoft.com/office/drawing/2014/main" id="{E6114B82-E539-4888-B7EC-CC00980426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30195" name="Freeform 233">
                  <a:extLst>
                    <a:ext uri="{FF2B5EF4-FFF2-40B4-BE49-F238E27FC236}">
                      <a16:creationId xmlns:a16="http://schemas.microsoft.com/office/drawing/2014/main" id="{64B8326B-7A81-489F-8037-1D8B550CA1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0196" name="Freeform 234">
                  <a:extLst>
                    <a:ext uri="{FF2B5EF4-FFF2-40B4-BE49-F238E27FC236}">
                      <a16:creationId xmlns:a16="http://schemas.microsoft.com/office/drawing/2014/main" id="{357B2EC7-C8FE-4CCD-B87B-CDCFDF3229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0197" name="Freeform 235">
                  <a:extLst>
                    <a:ext uri="{FF2B5EF4-FFF2-40B4-BE49-F238E27FC236}">
                      <a16:creationId xmlns:a16="http://schemas.microsoft.com/office/drawing/2014/main" id="{1BDFDAEA-127C-4C97-939C-0CF42A3C7B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0198" name="Freeform 236">
                  <a:extLst>
                    <a:ext uri="{FF2B5EF4-FFF2-40B4-BE49-F238E27FC236}">
                      <a16:creationId xmlns:a16="http://schemas.microsoft.com/office/drawing/2014/main" id="{862F1A8E-FF3E-43E7-9244-C5ECE87637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0199" name="Freeform 237">
                  <a:extLst>
                    <a:ext uri="{FF2B5EF4-FFF2-40B4-BE49-F238E27FC236}">
                      <a16:creationId xmlns:a16="http://schemas.microsoft.com/office/drawing/2014/main" id="{317658FF-0292-454C-9B6D-F09CC8A7D9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30168" name="Group 244">
              <a:extLst>
                <a:ext uri="{FF2B5EF4-FFF2-40B4-BE49-F238E27FC236}">
                  <a16:creationId xmlns:a16="http://schemas.microsoft.com/office/drawing/2014/main" id="{51045C36-5ABB-4453-8B5B-A45C790D6EA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30187" name="Freeform 245">
                <a:extLst>
                  <a:ext uri="{FF2B5EF4-FFF2-40B4-BE49-F238E27FC236}">
                    <a16:creationId xmlns:a16="http://schemas.microsoft.com/office/drawing/2014/main" id="{1DAB156A-6796-4A5E-AE0F-E352F12C5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88" name="Freeform 246">
                <a:extLst>
                  <a:ext uri="{FF2B5EF4-FFF2-40B4-BE49-F238E27FC236}">
                    <a16:creationId xmlns:a16="http://schemas.microsoft.com/office/drawing/2014/main" id="{B3B1E3DD-503B-4296-8CEA-74383CDBA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89" name="Freeform 247">
                <a:extLst>
                  <a:ext uri="{FF2B5EF4-FFF2-40B4-BE49-F238E27FC236}">
                    <a16:creationId xmlns:a16="http://schemas.microsoft.com/office/drawing/2014/main" id="{EAD3EA33-3F03-4DDA-BA8D-B915D9C7F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90" name="Freeform 248">
                <a:extLst>
                  <a:ext uri="{FF2B5EF4-FFF2-40B4-BE49-F238E27FC236}">
                    <a16:creationId xmlns:a16="http://schemas.microsoft.com/office/drawing/2014/main" id="{2B662A81-E11D-4163-9D8B-B65EAD71A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91" name="Freeform 249">
                <a:extLst>
                  <a:ext uri="{FF2B5EF4-FFF2-40B4-BE49-F238E27FC236}">
                    <a16:creationId xmlns:a16="http://schemas.microsoft.com/office/drawing/2014/main" id="{CDE82D24-DBB5-4D5D-9B3F-9243566B9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0169" name="Group 256">
              <a:extLst>
                <a:ext uri="{FF2B5EF4-FFF2-40B4-BE49-F238E27FC236}">
                  <a16:creationId xmlns:a16="http://schemas.microsoft.com/office/drawing/2014/main" id="{72DEDA3C-9F29-476C-98D5-4CA562D44A68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30182" name="Freeform 257">
                <a:extLst>
                  <a:ext uri="{FF2B5EF4-FFF2-40B4-BE49-F238E27FC236}">
                    <a16:creationId xmlns:a16="http://schemas.microsoft.com/office/drawing/2014/main" id="{1B6CAD27-C715-4D3D-9535-1F62EC829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83" name="Freeform 258">
                <a:extLst>
                  <a:ext uri="{FF2B5EF4-FFF2-40B4-BE49-F238E27FC236}">
                    <a16:creationId xmlns:a16="http://schemas.microsoft.com/office/drawing/2014/main" id="{A77DB7A0-6799-4B0D-849F-E227EAC76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84" name="Freeform 259">
                <a:extLst>
                  <a:ext uri="{FF2B5EF4-FFF2-40B4-BE49-F238E27FC236}">
                    <a16:creationId xmlns:a16="http://schemas.microsoft.com/office/drawing/2014/main" id="{A4F15565-D772-4067-8D42-03900B367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85" name="Freeform 260">
                <a:extLst>
                  <a:ext uri="{FF2B5EF4-FFF2-40B4-BE49-F238E27FC236}">
                    <a16:creationId xmlns:a16="http://schemas.microsoft.com/office/drawing/2014/main" id="{CEDA0337-41A4-4A98-8749-1AA5C9FCA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86" name="Freeform 261">
                <a:extLst>
                  <a:ext uri="{FF2B5EF4-FFF2-40B4-BE49-F238E27FC236}">
                    <a16:creationId xmlns:a16="http://schemas.microsoft.com/office/drawing/2014/main" id="{CF8F5117-AE8B-4E29-82A0-C1A1F5B46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0170" name="Group 274">
              <a:extLst>
                <a:ext uri="{FF2B5EF4-FFF2-40B4-BE49-F238E27FC236}">
                  <a16:creationId xmlns:a16="http://schemas.microsoft.com/office/drawing/2014/main" id="{A5820BDC-C198-4434-BB76-A0E426F031D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30177" name="Freeform 275">
                <a:extLst>
                  <a:ext uri="{FF2B5EF4-FFF2-40B4-BE49-F238E27FC236}">
                    <a16:creationId xmlns:a16="http://schemas.microsoft.com/office/drawing/2014/main" id="{0E62C03A-990F-4D7B-9A99-B3C63A42D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78" name="Freeform 276">
                <a:extLst>
                  <a:ext uri="{FF2B5EF4-FFF2-40B4-BE49-F238E27FC236}">
                    <a16:creationId xmlns:a16="http://schemas.microsoft.com/office/drawing/2014/main" id="{8F086FEA-FB6A-401B-B339-E27E06F4D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79" name="Freeform 277">
                <a:extLst>
                  <a:ext uri="{FF2B5EF4-FFF2-40B4-BE49-F238E27FC236}">
                    <a16:creationId xmlns:a16="http://schemas.microsoft.com/office/drawing/2014/main" id="{01B34A64-9020-427E-A4FD-18B4B49E8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80" name="Freeform 278">
                <a:extLst>
                  <a:ext uri="{FF2B5EF4-FFF2-40B4-BE49-F238E27FC236}">
                    <a16:creationId xmlns:a16="http://schemas.microsoft.com/office/drawing/2014/main" id="{EA095287-6868-4D29-BDC4-AD814AAF6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81" name="Freeform 279">
                <a:extLst>
                  <a:ext uri="{FF2B5EF4-FFF2-40B4-BE49-F238E27FC236}">
                    <a16:creationId xmlns:a16="http://schemas.microsoft.com/office/drawing/2014/main" id="{05337F05-7FBD-4069-8B59-FDBB273B0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0171" name="Group 286">
              <a:extLst>
                <a:ext uri="{FF2B5EF4-FFF2-40B4-BE49-F238E27FC236}">
                  <a16:creationId xmlns:a16="http://schemas.microsoft.com/office/drawing/2014/main" id="{AAB18EEA-98D6-4292-BF3E-A8A3A9FC3AD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30172" name="Freeform 287">
                <a:extLst>
                  <a:ext uri="{FF2B5EF4-FFF2-40B4-BE49-F238E27FC236}">
                    <a16:creationId xmlns:a16="http://schemas.microsoft.com/office/drawing/2014/main" id="{D1FDFB09-B620-47C7-9CED-4E88B02C2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73" name="Freeform 288">
                <a:extLst>
                  <a:ext uri="{FF2B5EF4-FFF2-40B4-BE49-F238E27FC236}">
                    <a16:creationId xmlns:a16="http://schemas.microsoft.com/office/drawing/2014/main" id="{F358E8F0-8B7B-42A6-AE0A-071775AC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74" name="Freeform 289">
                <a:extLst>
                  <a:ext uri="{FF2B5EF4-FFF2-40B4-BE49-F238E27FC236}">
                    <a16:creationId xmlns:a16="http://schemas.microsoft.com/office/drawing/2014/main" id="{1318F6B0-9DA3-46F5-9370-69EEC37D9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75" name="Freeform 290">
                <a:extLst>
                  <a:ext uri="{FF2B5EF4-FFF2-40B4-BE49-F238E27FC236}">
                    <a16:creationId xmlns:a16="http://schemas.microsoft.com/office/drawing/2014/main" id="{9528FE64-5AE5-4B09-B368-803ED5A96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0176" name="Freeform 291">
                <a:extLst>
                  <a:ext uri="{FF2B5EF4-FFF2-40B4-BE49-F238E27FC236}">
                    <a16:creationId xmlns:a16="http://schemas.microsoft.com/office/drawing/2014/main" id="{99E1DF5D-5C27-4ADA-A201-AB53D54E9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30050" name="Rectangle 2">
            <a:extLst>
              <a:ext uri="{FF2B5EF4-FFF2-40B4-BE49-F238E27FC236}">
                <a16:creationId xmlns:a16="http://schemas.microsoft.com/office/drawing/2014/main" id="{333F32DB-9F7B-4935-83D4-A4476CC0FB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The first two stages of a carry-lookahead adder</a:t>
            </a:r>
          </a:p>
        </p:txBody>
      </p:sp>
      <p:sp>
        <p:nvSpPr>
          <p:cNvPr id="130051" name="Freeform 160">
            <a:extLst>
              <a:ext uri="{FF2B5EF4-FFF2-40B4-BE49-F238E27FC236}">
                <a16:creationId xmlns:a16="http://schemas.microsoft.com/office/drawing/2014/main" id="{CE8672A7-11AA-486A-89BC-B889E6285F82}"/>
              </a:ext>
            </a:extLst>
          </p:cNvPr>
          <p:cNvSpPr>
            <a:spLocks noChangeAspect="1"/>
          </p:cNvSpPr>
          <p:nvPr/>
        </p:nvSpPr>
        <p:spPr bwMode="auto">
          <a:xfrm>
            <a:off x="6361113" y="1724025"/>
            <a:ext cx="69850" cy="44450"/>
          </a:xfrm>
          <a:custGeom>
            <a:avLst/>
            <a:gdLst>
              <a:gd name="T0" fmla="*/ 0 w 64"/>
              <a:gd name="T1" fmla="*/ 2147483646 h 43"/>
              <a:gd name="T2" fmla="*/ 0 w 64"/>
              <a:gd name="T3" fmla="*/ 2147483646 h 43"/>
              <a:gd name="T4" fmla="*/ 2147483646 w 64"/>
              <a:gd name="T5" fmla="*/ 2147483646 h 43"/>
              <a:gd name="T6" fmla="*/ 2147483646 w 64"/>
              <a:gd name="T7" fmla="*/ 2147483646 h 43"/>
              <a:gd name="T8" fmla="*/ 2147483646 w 64"/>
              <a:gd name="T9" fmla="*/ 2147483646 h 43"/>
              <a:gd name="T10" fmla="*/ 2147483646 w 64"/>
              <a:gd name="T11" fmla="*/ 2147483646 h 43"/>
              <a:gd name="T12" fmla="*/ 2147483646 w 64"/>
              <a:gd name="T13" fmla="*/ 2147483646 h 43"/>
              <a:gd name="T14" fmla="*/ 2147483646 w 64"/>
              <a:gd name="T15" fmla="*/ 2147483646 h 43"/>
              <a:gd name="T16" fmla="*/ 2147483646 w 64"/>
              <a:gd name="T17" fmla="*/ 2147483646 h 43"/>
              <a:gd name="T18" fmla="*/ 2147483646 w 64"/>
              <a:gd name="T19" fmla="*/ 0 h 43"/>
              <a:gd name="T20" fmla="*/ 2147483646 w 64"/>
              <a:gd name="T21" fmla="*/ 0 h 43"/>
              <a:gd name="T22" fmla="*/ 2147483646 w 64"/>
              <a:gd name="T23" fmla="*/ 0 h 43"/>
              <a:gd name="T24" fmla="*/ 2147483646 w 64"/>
              <a:gd name="T25" fmla="*/ 0 h 43"/>
              <a:gd name="T26" fmla="*/ 2147483646 w 64"/>
              <a:gd name="T27" fmla="*/ 2147483646 h 43"/>
              <a:gd name="T28" fmla="*/ 2147483646 w 64"/>
              <a:gd name="T29" fmla="*/ 2147483646 h 43"/>
              <a:gd name="T30" fmla="*/ 2147483646 w 64"/>
              <a:gd name="T31" fmla="*/ 2147483646 h 43"/>
              <a:gd name="T32" fmla="*/ 2147483646 w 64"/>
              <a:gd name="T33" fmla="*/ 2147483646 h 43"/>
              <a:gd name="T34" fmla="*/ 2147483646 w 64"/>
              <a:gd name="T35" fmla="*/ 2147483646 h 43"/>
              <a:gd name="T36" fmla="*/ 2147483646 w 64"/>
              <a:gd name="T37" fmla="*/ 2147483646 h 43"/>
              <a:gd name="T38" fmla="*/ 2147483646 w 64"/>
              <a:gd name="T39" fmla="*/ 2147483646 h 43"/>
              <a:gd name="T40" fmla="*/ 2147483646 w 64"/>
              <a:gd name="T41" fmla="*/ 2147483646 h 43"/>
              <a:gd name="T42" fmla="*/ 2147483646 w 64"/>
              <a:gd name="T43" fmla="*/ 2147483646 h 43"/>
              <a:gd name="T44" fmla="*/ 2147483646 w 64"/>
              <a:gd name="T45" fmla="*/ 2147483646 h 43"/>
              <a:gd name="T46" fmla="*/ 2147483646 w 64"/>
              <a:gd name="T47" fmla="*/ 2147483646 h 43"/>
              <a:gd name="T48" fmla="*/ 2147483646 w 64"/>
              <a:gd name="T49" fmla="*/ 2147483646 h 43"/>
              <a:gd name="T50" fmla="*/ 2147483646 w 64"/>
              <a:gd name="T51" fmla="*/ 2147483646 h 43"/>
              <a:gd name="T52" fmla="*/ 2147483646 w 64"/>
              <a:gd name="T53" fmla="*/ 2147483646 h 43"/>
              <a:gd name="T54" fmla="*/ 2147483646 w 64"/>
              <a:gd name="T55" fmla="*/ 2147483646 h 43"/>
              <a:gd name="T56" fmla="*/ 2147483646 w 64"/>
              <a:gd name="T57" fmla="*/ 2147483646 h 43"/>
              <a:gd name="T58" fmla="*/ 2147483646 w 64"/>
              <a:gd name="T59" fmla="*/ 2147483646 h 43"/>
              <a:gd name="T60" fmla="*/ 2147483646 w 64"/>
              <a:gd name="T61" fmla="*/ 2147483646 h 43"/>
              <a:gd name="T62" fmla="*/ 2147483646 w 64"/>
              <a:gd name="T63" fmla="*/ 2147483646 h 43"/>
              <a:gd name="T64" fmla="*/ 2147483646 w 64"/>
              <a:gd name="T65" fmla="*/ 2147483646 h 43"/>
              <a:gd name="T66" fmla="*/ 2147483646 w 64"/>
              <a:gd name="T67" fmla="*/ 2147483646 h 43"/>
              <a:gd name="T68" fmla="*/ 2147483646 w 64"/>
              <a:gd name="T69" fmla="*/ 2147483646 h 43"/>
              <a:gd name="T70" fmla="*/ 2147483646 w 64"/>
              <a:gd name="T71" fmla="*/ 2147483646 h 43"/>
              <a:gd name="T72" fmla="*/ 2147483646 w 64"/>
              <a:gd name="T73" fmla="*/ 2147483646 h 43"/>
              <a:gd name="T74" fmla="*/ 2147483646 w 64"/>
              <a:gd name="T75" fmla="*/ 2147483646 h 43"/>
              <a:gd name="T76" fmla="*/ 2147483646 w 64"/>
              <a:gd name="T77" fmla="*/ 2147483646 h 43"/>
              <a:gd name="T78" fmla="*/ 2147483646 w 64"/>
              <a:gd name="T79" fmla="*/ 2147483646 h 43"/>
              <a:gd name="T80" fmla="*/ 2147483646 w 64"/>
              <a:gd name="T81" fmla="*/ 2147483646 h 43"/>
              <a:gd name="T82" fmla="*/ 2147483646 w 64"/>
              <a:gd name="T83" fmla="*/ 2147483646 h 43"/>
              <a:gd name="T84" fmla="*/ 2147483646 w 64"/>
              <a:gd name="T85" fmla="*/ 2147483646 h 43"/>
              <a:gd name="T86" fmla="*/ 2147483646 w 64"/>
              <a:gd name="T87" fmla="*/ 2147483646 h 43"/>
              <a:gd name="T88" fmla="*/ 2147483646 w 64"/>
              <a:gd name="T89" fmla="*/ 2147483646 h 43"/>
              <a:gd name="T90" fmla="*/ 2147483646 w 64"/>
              <a:gd name="T91" fmla="*/ 2147483646 h 43"/>
              <a:gd name="T92" fmla="*/ 2147483646 w 64"/>
              <a:gd name="T93" fmla="*/ 2147483646 h 43"/>
              <a:gd name="T94" fmla="*/ 2147483646 w 64"/>
              <a:gd name="T95" fmla="*/ 2147483646 h 43"/>
              <a:gd name="T96" fmla="*/ 2147483646 w 64"/>
              <a:gd name="T97" fmla="*/ 2147483646 h 43"/>
              <a:gd name="T98" fmla="*/ 2147483646 w 64"/>
              <a:gd name="T99" fmla="*/ 2147483646 h 43"/>
              <a:gd name="T100" fmla="*/ 2147483646 w 64"/>
              <a:gd name="T101" fmla="*/ 2147483646 h 43"/>
              <a:gd name="T102" fmla="*/ 2147483646 w 64"/>
              <a:gd name="T103" fmla="*/ 2147483646 h 43"/>
              <a:gd name="T104" fmla="*/ 2147483646 w 64"/>
              <a:gd name="T105" fmla="*/ 2147483646 h 43"/>
              <a:gd name="T106" fmla="*/ 2147483646 w 64"/>
              <a:gd name="T107" fmla="*/ 2147483646 h 43"/>
              <a:gd name="T108" fmla="*/ 0 w 64"/>
              <a:gd name="T109" fmla="*/ 2147483646 h 43"/>
              <a:gd name="T110" fmla="*/ 0 w 64"/>
              <a:gd name="T111" fmla="*/ 2147483646 h 4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64"/>
              <a:gd name="T169" fmla="*/ 0 h 43"/>
              <a:gd name="T170" fmla="*/ 64 w 64"/>
              <a:gd name="T171" fmla="*/ 43 h 4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64" h="43">
                <a:moveTo>
                  <a:pt x="0" y="17"/>
                </a:move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4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4" y="1"/>
                </a:lnTo>
                <a:lnTo>
                  <a:pt x="46" y="1"/>
                </a:lnTo>
                <a:lnTo>
                  <a:pt x="47" y="1"/>
                </a:lnTo>
                <a:lnTo>
                  <a:pt x="48" y="2"/>
                </a:lnTo>
                <a:lnTo>
                  <a:pt x="49" y="2"/>
                </a:lnTo>
                <a:lnTo>
                  <a:pt x="50" y="3"/>
                </a:lnTo>
                <a:lnTo>
                  <a:pt x="51" y="3"/>
                </a:lnTo>
                <a:lnTo>
                  <a:pt x="52" y="4"/>
                </a:lnTo>
                <a:lnTo>
                  <a:pt x="53" y="5"/>
                </a:lnTo>
                <a:lnTo>
                  <a:pt x="54" y="5"/>
                </a:lnTo>
                <a:lnTo>
                  <a:pt x="55" y="6"/>
                </a:lnTo>
                <a:lnTo>
                  <a:pt x="56" y="8"/>
                </a:lnTo>
                <a:lnTo>
                  <a:pt x="57" y="9"/>
                </a:lnTo>
                <a:lnTo>
                  <a:pt x="57" y="10"/>
                </a:lnTo>
                <a:lnTo>
                  <a:pt x="58" y="11"/>
                </a:lnTo>
                <a:lnTo>
                  <a:pt x="59" y="12"/>
                </a:lnTo>
                <a:lnTo>
                  <a:pt x="60" y="14"/>
                </a:lnTo>
                <a:lnTo>
                  <a:pt x="60" y="15"/>
                </a:lnTo>
                <a:lnTo>
                  <a:pt x="62" y="16"/>
                </a:lnTo>
                <a:lnTo>
                  <a:pt x="62" y="17"/>
                </a:lnTo>
                <a:lnTo>
                  <a:pt x="63" y="18"/>
                </a:lnTo>
                <a:lnTo>
                  <a:pt x="63" y="19"/>
                </a:lnTo>
                <a:lnTo>
                  <a:pt x="63" y="20"/>
                </a:lnTo>
                <a:lnTo>
                  <a:pt x="64" y="21"/>
                </a:lnTo>
                <a:lnTo>
                  <a:pt x="64" y="24"/>
                </a:lnTo>
                <a:lnTo>
                  <a:pt x="64" y="25"/>
                </a:lnTo>
                <a:lnTo>
                  <a:pt x="64" y="26"/>
                </a:lnTo>
                <a:lnTo>
                  <a:pt x="64" y="17"/>
                </a:lnTo>
                <a:lnTo>
                  <a:pt x="64" y="18"/>
                </a:lnTo>
                <a:lnTo>
                  <a:pt x="64" y="19"/>
                </a:lnTo>
                <a:lnTo>
                  <a:pt x="64" y="20"/>
                </a:lnTo>
                <a:lnTo>
                  <a:pt x="63" y="22"/>
                </a:lnTo>
                <a:lnTo>
                  <a:pt x="63" y="24"/>
                </a:lnTo>
                <a:lnTo>
                  <a:pt x="63" y="25"/>
                </a:lnTo>
                <a:lnTo>
                  <a:pt x="62" y="26"/>
                </a:lnTo>
                <a:lnTo>
                  <a:pt x="62" y="27"/>
                </a:lnTo>
                <a:lnTo>
                  <a:pt x="60" y="28"/>
                </a:lnTo>
                <a:lnTo>
                  <a:pt x="60" y="29"/>
                </a:lnTo>
                <a:lnTo>
                  <a:pt x="59" y="30"/>
                </a:lnTo>
                <a:lnTo>
                  <a:pt x="59" y="31"/>
                </a:lnTo>
                <a:lnTo>
                  <a:pt x="58" y="32"/>
                </a:lnTo>
                <a:lnTo>
                  <a:pt x="57" y="33"/>
                </a:lnTo>
                <a:lnTo>
                  <a:pt x="57" y="34"/>
                </a:lnTo>
                <a:lnTo>
                  <a:pt x="56" y="35"/>
                </a:lnTo>
                <a:lnTo>
                  <a:pt x="55" y="36"/>
                </a:lnTo>
                <a:lnTo>
                  <a:pt x="54" y="36"/>
                </a:lnTo>
                <a:lnTo>
                  <a:pt x="53" y="37"/>
                </a:lnTo>
                <a:lnTo>
                  <a:pt x="52" y="38"/>
                </a:lnTo>
                <a:lnTo>
                  <a:pt x="51" y="38"/>
                </a:lnTo>
                <a:lnTo>
                  <a:pt x="50" y="39"/>
                </a:lnTo>
                <a:lnTo>
                  <a:pt x="49" y="39"/>
                </a:lnTo>
                <a:lnTo>
                  <a:pt x="48" y="41"/>
                </a:lnTo>
                <a:lnTo>
                  <a:pt x="47" y="41"/>
                </a:lnTo>
                <a:lnTo>
                  <a:pt x="46" y="42"/>
                </a:lnTo>
                <a:lnTo>
                  <a:pt x="44" y="42"/>
                </a:lnTo>
                <a:lnTo>
                  <a:pt x="43" y="42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8" y="43"/>
                </a:lnTo>
                <a:lnTo>
                  <a:pt x="25" y="43"/>
                </a:lnTo>
                <a:lnTo>
                  <a:pt x="24" y="43"/>
                </a:lnTo>
                <a:lnTo>
                  <a:pt x="23" y="43"/>
                </a:lnTo>
                <a:lnTo>
                  <a:pt x="21" y="43"/>
                </a:lnTo>
                <a:lnTo>
                  <a:pt x="20" y="42"/>
                </a:lnTo>
                <a:lnTo>
                  <a:pt x="19" y="42"/>
                </a:lnTo>
                <a:lnTo>
                  <a:pt x="18" y="42"/>
                </a:lnTo>
                <a:lnTo>
                  <a:pt x="17" y="41"/>
                </a:lnTo>
                <a:lnTo>
                  <a:pt x="16" y="41"/>
                </a:lnTo>
                <a:lnTo>
                  <a:pt x="15" y="39"/>
                </a:lnTo>
                <a:lnTo>
                  <a:pt x="14" y="39"/>
                </a:lnTo>
                <a:lnTo>
                  <a:pt x="13" y="38"/>
                </a:lnTo>
                <a:lnTo>
                  <a:pt x="11" y="38"/>
                </a:lnTo>
                <a:lnTo>
                  <a:pt x="10" y="37"/>
                </a:lnTo>
                <a:lnTo>
                  <a:pt x="9" y="36"/>
                </a:lnTo>
                <a:lnTo>
                  <a:pt x="8" y="36"/>
                </a:lnTo>
                <a:lnTo>
                  <a:pt x="7" y="35"/>
                </a:lnTo>
                <a:lnTo>
                  <a:pt x="6" y="34"/>
                </a:lnTo>
                <a:lnTo>
                  <a:pt x="5" y="33"/>
                </a:lnTo>
                <a:lnTo>
                  <a:pt x="5" y="32"/>
                </a:lnTo>
                <a:lnTo>
                  <a:pt x="4" y="31"/>
                </a:lnTo>
                <a:lnTo>
                  <a:pt x="3" y="30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0" y="22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52" name="Rectangle 99">
            <a:extLst>
              <a:ext uri="{FF2B5EF4-FFF2-40B4-BE49-F238E27FC236}">
                <a16:creationId xmlns:a16="http://schemas.microsoft.com/office/drawing/2014/main" id="{DB31028E-1C5B-414E-9C8B-CE62522B9A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1200" y="3962400"/>
            <a:ext cx="146050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053" name="Rectangle 36">
            <a:extLst>
              <a:ext uri="{FF2B5EF4-FFF2-40B4-BE49-F238E27FC236}">
                <a16:creationId xmlns:a16="http://schemas.microsoft.com/office/drawing/2014/main" id="{4375A357-16AC-40FB-A2BC-6719E7F60D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113" y="3876675"/>
            <a:ext cx="180975" cy="217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073" name="Group 1">
            <a:extLst>
              <a:ext uri="{FF2B5EF4-FFF2-40B4-BE49-F238E27FC236}">
                <a16:creationId xmlns:a16="http://schemas.microsoft.com/office/drawing/2014/main" id="{F08F0DFA-5328-44DD-AE40-9994468BCF43}"/>
              </a:ext>
            </a:extLst>
          </p:cNvPr>
          <p:cNvGrpSpPr>
            <a:grpSpLocks/>
          </p:cNvGrpSpPr>
          <p:nvPr/>
        </p:nvGrpSpPr>
        <p:grpSpPr bwMode="auto">
          <a:xfrm>
            <a:off x="1746250" y="769938"/>
            <a:ext cx="6167438" cy="5783262"/>
            <a:chOff x="1746250" y="334963"/>
            <a:chExt cx="6167438" cy="5783262"/>
          </a:xfrm>
        </p:grpSpPr>
        <p:sp>
          <p:nvSpPr>
            <p:cNvPr id="131077" name="Rectangle 4">
              <a:extLst>
                <a:ext uri="{FF2B5EF4-FFF2-40B4-BE49-F238E27FC236}">
                  <a16:creationId xmlns:a16="http://schemas.microsoft.com/office/drawing/2014/main" id="{C50CACE2-6AFC-4508-8E4E-8611FAD33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78" name="Line 6">
              <a:extLst>
                <a:ext uri="{FF2B5EF4-FFF2-40B4-BE49-F238E27FC236}">
                  <a16:creationId xmlns:a16="http://schemas.microsoft.com/office/drawing/2014/main" id="{4944DA07-B0A6-4534-844F-7F3A829D60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79" name="Line 8">
              <a:extLst>
                <a:ext uri="{FF2B5EF4-FFF2-40B4-BE49-F238E27FC236}">
                  <a16:creationId xmlns:a16="http://schemas.microsoft.com/office/drawing/2014/main" id="{25588A7E-1958-4644-B087-AC19A0B3FA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80" name="Freeform 9">
              <a:extLst>
                <a:ext uri="{FF2B5EF4-FFF2-40B4-BE49-F238E27FC236}">
                  <a16:creationId xmlns:a16="http://schemas.microsoft.com/office/drawing/2014/main" id="{17D0405B-B7FB-4D0F-8C10-05AAB7804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81" name="Freeform 10">
              <a:extLst>
                <a:ext uri="{FF2B5EF4-FFF2-40B4-BE49-F238E27FC236}">
                  <a16:creationId xmlns:a16="http://schemas.microsoft.com/office/drawing/2014/main" id="{7DF44E95-774C-464C-BC43-0D8E1C49E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82" name="Line 12">
              <a:extLst>
                <a:ext uri="{FF2B5EF4-FFF2-40B4-BE49-F238E27FC236}">
                  <a16:creationId xmlns:a16="http://schemas.microsoft.com/office/drawing/2014/main" id="{209F1DCA-32FE-4932-9CD8-BA1946248A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83" name="Line 13">
              <a:extLst>
                <a:ext uri="{FF2B5EF4-FFF2-40B4-BE49-F238E27FC236}">
                  <a16:creationId xmlns:a16="http://schemas.microsoft.com/office/drawing/2014/main" id="{8DADF1D4-E674-4625-B754-A9707DDC46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84" name="Line 14">
              <a:extLst>
                <a:ext uri="{FF2B5EF4-FFF2-40B4-BE49-F238E27FC236}">
                  <a16:creationId xmlns:a16="http://schemas.microsoft.com/office/drawing/2014/main" id="{6BFB973E-B3E9-4E3D-92B5-D2C8510895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85" name="Rectangle 19">
              <a:extLst>
                <a:ext uri="{FF2B5EF4-FFF2-40B4-BE49-F238E27FC236}">
                  <a16:creationId xmlns:a16="http://schemas.microsoft.com/office/drawing/2014/main" id="{DAECFB2F-96B0-42E5-96E3-BFB429BEE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86" name="Rectangle 20">
              <a:extLst>
                <a:ext uri="{FF2B5EF4-FFF2-40B4-BE49-F238E27FC236}">
                  <a16:creationId xmlns:a16="http://schemas.microsoft.com/office/drawing/2014/main" id="{D7FFAB4A-C043-414E-9D16-3044AE5C4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87" name="Rectangle 21">
              <a:extLst>
                <a:ext uri="{FF2B5EF4-FFF2-40B4-BE49-F238E27FC236}">
                  <a16:creationId xmlns:a16="http://schemas.microsoft.com/office/drawing/2014/main" id="{A65BA381-B633-4046-8E07-5D1C37A9A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88" name="Rectangle 22">
              <a:extLst>
                <a:ext uri="{FF2B5EF4-FFF2-40B4-BE49-F238E27FC236}">
                  <a16:creationId xmlns:a16="http://schemas.microsoft.com/office/drawing/2014/main" id="{6D80B9B0-4F0F-4C89-9AF2-A883DC233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89" name="Rectangle 23">
              <a:extLst>
                <a:ext uri="{FF2B5EF4-FFF2-40B4-BE49-F238E27FC236}">
                  <a16:creationId xmlns:a16="http://schemas.microsoft.com/office/drawing/2014/main" id="{199F60F4-8BD3-404D-9424-B9D8055C7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90" name="Rectangle 24">
              <a:extLst>
                <a:ext uri="{FF2B5EF4-FFF2-40B4-BE49-F238E27FC236}">
                  <a16:creationId xmlns:a16="http://schemas.microsoft.com/office/drawing/2014/main" id="{69515ECE-83BF-4AE8-8FE5-59784781F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91" name="Rectangle 25">
              <a:extLst>
                <a:ext uri="{FF2B5EF4-FFF2-40B4-BE49-F238E27FC236}">
                  <a16:creationId xmlns:a16="http://schemas.microsoft.com/office/drawing/2014/main" id="{FB86A4C5-0708-44AB-BC75-7D66EB0ED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92" name="Rectangle 26">
              <a:extLst>
                <a:ext uri="{FF2B5EF4-FFF2-40B4-BE49-F238E27FC236}">
                  <a16:creationId xmlns:a16="http://schemas.microsoft.com/office/drawing/2014/main" id="{74F758E5-0652-467A-8E55-6563F3748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93" name="Rectangle 27">
              <a:extLst>
                <a:ext uri="{FF2B5EF4-FFF2-40B4-BE49-F238E27FC236}">
                  <a16:creationId xmlns:a16="http://schemas.microsoft.com/office/drawing/2014/main" id="{4CF3A200-B209-4205-A811-5DCDDDF6E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94" name="Line 28">
              <a:extLst>
                <a:ext uri="{FF2B5EF4-FFF2-40B4-BE49-F238E27FC236}">
                  <a16:creationId xmlns:a16="http://schemas.microsoft.com/office/drawing/2014/main" id="{9779444C-63E6-4E82-8D3A-FE30995938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95" name="Rectangle 29">
              <a:extLst>
                <a:ext uri="{FF2B5EF4-FFF2-40B4-BE49-F238E27FC236}">
                  <a16:creationId xmlns:a16="http://schemas.microsoft.com/office/drawing/2014/main" id="{248A59AD-1BD3-42C7-81E2-1CCDF2AE9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96" name="Rectangle 30">
              <a:extLst>
                <a:ext uri="{FF2B5EF4-FFF2-40B4-BE49-F238E27FC236}">
                  <a16:creationId xmlns:a16="http://schemas.microsoft.com/office/drawing/2014/main" id="{D48CDAC9-BDD9-4F82-AD05-FE558425B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97" name="Rectangle 31">
              <a:extLst>
                <a:ext uri="{FF2B5EF4-FFF2-40B4-BE49-F238E27FC236}">
                  <a16:creationId xmlns:a16="http://schemas.microsoft.com/office/drawing/2014/main" id="{0831E1E2-AF93-43F2-838F-BC2BA3EE5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98" name="Rectangle 32">
              <a:extLst>
                <a:ext uri="{FF2B5EF4-FFF2-40B4-BE49-F238E27FC236}">
                  <a16:creationId xmlns:a16="http://schemas.microsoft.com/office/drawing/2014/main" id="{473F81AC-56CD-414A-8C87-C487F78E9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099" name="Rectangle 33">
              <a:extLst>
                <a:ext uri="{FF2B5EF4-FFF2-40B4-BE49-F238E27FC236}">
                  <a16:creationId xmlns:a16="http://schemas.microsoft.com/office/drawing/2014/main" id="{DEA7B7ED-5E95-42AB-A28E-198867070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00" name="Rectangle 34">
              <a:extLst>
                <a:ext uri="{FF2B5EF4-FFF2-40B4-BE49-F238E27FC236}">
                  <a16:creationId xmlns:a16="http://schemas.microsoft.com/office/drawing/2014/main" id="{17EE17CA-0493-4EA2-B349-A30D54A72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01" name="Rectangle 35">
              <a:extLst>
                <a:ext uri="{FF2B5EF4-FFF2-40B4-BE49-F238E27FC236}">
                  <a16:creationId xmlns:a16="http://schemas.microsoft.com/office/drawing/2014/main" id="{83B2D9F0-9EEC-496C-9063-AF0E3793E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02" name="Line 37">
              <a:extLst>
                <a:ext uri="{FF2B5EF4-FFF2-40B4-BE49-F238E27FC236}">
                  <a16:creationId xmlns:a16="http://schemas.microsoft.com/office/drawing/2014/main" id="{066C8278-75C0-4033-AD62-C82CDC16C2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03" name="Line 39">
              <a:extLst>
                <a:ext uri="{FF2B5EF4-FFF2-40B4-BE49-F238E27FC236}">
                  <a16:creationId xmlns:a16="http://schemas.microsoft.com/office/drawing/2014/main" id="{D0DBBE46-1DA3-4197-BD83-9AE1AE24C4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04" name="Line 40">
              <a:extLst>
                <a:ext uri="{FF2B5EF4-FFF2-40B4-BE49-F238E27FC236}">
                  <a16:creationId xmlns:a16="http://schemas.microsoft.com/office/drawing/2014/main" id="{7AFFD5E6-2B92-47FD-BADA-98FF1EAC96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05" name="Line 41">
              <a:extLst>
                <a:ext uri="{FF2B5EF4-FFF2-40B4-BE49-F238E27FC236}">
                  <a16:creationId xmlns:a16="http://schemas.microsoft.com/office/drawing/2014/main" id="{74C198F2-57FC-43F7-AC6E-44F3C18F3C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06" name="Line 48">
              <a:extLst>
                <a:ext uri="{FF2B5EF4-FFF2-40B4-BE49-F238E27FC236}">
                  <a16:creationId xmlns:a16="http://schemas.microsoft.com/office/drawing/2014/main" id="{0713FECD-786A-47A2-8DD5-6B5569C731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07" name="Line 50">
              <a:extLst>
                <a:ext uri="{FF2B5EF4-FFF2-40B4-BE49-F238E27FC236}">
                  <a16:creationId xmlns:a16="http://schemas.microsoft.com/office/drawing/2014/main" id="{47EEFEDF-43DE-4C26-8AE3-401325EB97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08" name="Line 51">
              <a:extLst>
                <a:ext uri="{FF2B5EF4-FFF2-40B4-BE49-F238E27FC236}">
                  <a16:creationId xmlns:a16="http://schemas.microsoft.com/office/drawing/2014/main" id="{58EDCC5C-27E0-46B3-A17B-0BAC034F93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09" name="Line 52">
              <a:extLst>
                <a:ext uri="{FF2B5EF4-FFF2-40B4-BE49-F238E27FC236}">
                  <a16:creationId xmlns:a16="http://schemas.microsoft.com/office/drawing/2014/main" id="{FBFD43A9-9749-44A6-8C78-B7263B5E35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10" name="Line 61">
              <a:extLst>
                <a:ext uri="{FF2B5EF4-FFF2-40B4-BE49-F238E27FC236}">
                  <a16:creationId xmlns:a16="http://schemas.microsoft.com/office/drawing/2014/main" id="{C2253551-067B-4AB9-AD3B-7608820A90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11" name="Line 62">
              <a:extLst>
                <a:ext uri="{FF2B5EF4-FFF2-40B4-BE49-F238E27FC236}">
                  <a16:creationId xmlns:a16="http://schemas.microsoft.com/office/drawing/2014/main" id="{1E92AC76-90F1-49D1-8277-2CB2B13F4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12" name="Line 63">
              <a:extLst>
                <a:ext uri="{FF2B5EF4-FFF2-40B4-BE49-F238E27FC236}">
                  <a16:creationId xmlns:a16="http://schemas.microsoft.com/office/drawing/2014/main" id="{BCD93156-EB30-41E3-B1D7-13FA3DF43E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13" name="Line 68">
              <a:extLst>
                <a:ext uri="{FF2B5EF4-FFF2-40B4-BE49-F238E27FC236}">
                  <a16:creationId xmlns:a16="http://schemas.microsoft.com/office/drawing/2014/main" id="{79F4A3F3-4266-4FC8-ABD3-9BE16BA5E5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14" name="Line 69">
              <a:extLst>
                <a:ext uri="{FF2B5EF4-FFF2-40B4-BE49-F238E27FC236}">
                  <a16:creationId xmlns:a16="http://schemas.microsoft.com/office/drawing/2014/main" id="{BF4C4754-2C29-4EA6-BC4F-E42C49B570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15" name="Line 73">
              <a:extLst>
                <a:ext uri="{FF2B5EF4-FFF2-40B4-BE49-F238E27FC236}">
                  <a16:creationId xmlns:a16="http://schemas.microsoft.com/office/drawing/2014/main" id="{78502A63-CE6D-4F96-B024-14987D4CF6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16" name="Line 74">
              <a:extLst>
                <a:ext uri="{FF2B5EF4-FFF2-40B4-BE49-F238E27FC236}">
                  <a16:creationId xmlns:a16="http://schemas.microsoft.com/office/drawing/2014/main" id="{0200D7D6-96A9-4323-BA0F-DF3BE8A688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17" name="Line 76">
              <a:extLst>
                <a:ext uri="{FF2B5EF4-FFF2-40B4-BE49-F238E27FC236}">
                  <a16:creationId xmlns:a16="http://schemas.microsoft.com/office/drawing/2014/main" id="{FA904C90-CA1B-4484-BA5C-A0EE52DDF4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18" name="Freeform 77">
              <a:extLst>
                <a:ext uri="{FF2B5EF4-FFF2-40B4-BE49-F238E27FC236}">
                  <a16:creationId xmlns:a16="http://schemas.microsoft.com/office/drawing/2014/main" id="{C5072919-F005-4D0B-8C74-7ACB47AC6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19" name="Freeform 78">
              <a:extLst>
                <a:ext uri="{FF2B5EF4-FFF2-40B4-BE49-F238E27FC236}">
                  <a16:creationId xmlns:a16="http://schemas.microsoft.com/office/drawing/2014/main" id="{29E4CD0C-3B84-4438-887F-90DDBB9C3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20" name="Freeform 79">
              <a:extLst>
                <a:ext uri="{FF2B5EF4-FFF2-40B4-BE49-F238E27FC236}">
                  <a16:creationId xmlns:a16="http://schemas.microsoft.com/office/drawing/2014/main" id="{FCB4DC7C-6083-45EF-AC28-1C72DEAF3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21" name="Line 80">
              <a:extLst>
                <a:ext uri="{FF2B5EF4-FFF2-40B4-BE49-F238E27FC236}">
                  <a16:creationId xmlns:a16="http://schemas.microsoft.com/office/drawing/2014/main" id="{102FFCE4-D7F3-472D-8014-CDF471602B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22" name="Line 81">
              <a:extLst>
                <a:ext uri="{FF2B5EF4-FFF2-40B4-BE49-F238E27FC236}">
                  <a16:creationId xmlns:a16="http://schemas.microsoft.com/office/drawing/2014/main" id="{0639319C-1FF1-4A3A-93FA-5452551AA6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23" name="Line 82">
              <a:extLst>
                <a:ext uri="{FF2B5EF4-FFF2-40B4-BE49-F238E27FC236}">
                  <a16:creationId xmlns:a16="http://schemas.microsoft.com/office/drawing/2014/main" id="{0A15F08E-0516-4AD3-AA3B-C3A40BA457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24" name="Line 83">
              <a:extLst>
                <a:ext uri="{FF2B5EF4-FFF2-40B4-BE49-F238E27FC236}">
                  <a16:creationId xmlns:a16="http://schemas.microsoft.com/office/drawing/2014/main" id="{F8DF87E2-89D4-46F0-A289-45DE29A2DF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25" name="Freeform 84">
              <a:extLst>
                <a:ext uri="{FF2B5EF4-FFF2-40B4-BE49-F238E27FC236}">
                  <a16:creationId xmlns:a16="http://schemas.microsoft.com/office/drawing/2014/main" id="{FB5CF57B-7E8D-47E9-91AB-55CA5B4D1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26" name="Freeform 85">
              <a:extLst>
                <a:ext uri="{FF2B5EF4-FFF2-40B4-BE49-F238E27FC236}">
                  <a16:creationId xmlns:a16="http://schemas.microsoft.com/office/drawing/2014/main" id="{9B66D50A-AD6C-4A77-9BB4-377E236E3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27" name="Freeform 86">
              <a:extLst>
                <a:ext uri="{FF2B5EF4-FFF2-40B4-BE49-F238E27FC236}">
                  <a16:creationId xmlns:a16="http://schemas.microsoft.com/office/drawing/2014/main" id="{99A9C0AB-5D85-45E4-9CF8-C9B1C22DF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28" name="Freeform 87">
              <a:extLst>
                <a:ext uri="{FF2B5EF4-FFF2-40B4-BE49-F238E27FC236}">
                  <a16:creationId xmlns:a16="http://schemas.microsoft.com/office/drawing/2014/main" id="{9474AB46-5AC2-4B56-911D-53E31BAB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29" name="Line 89">
              <a:extLst>
                <a:ext uri="{FF2B5EF4-FFF2-40B4-BE49-F238E27FC236}">
                  <a16:creationId xmlns:a16="http://schemas.microsoft.com/office/drawing/2014/main" id="{81A1FAE5-8983-4DAA-9700-5C0120AEE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30" name="Freeform 90">
              <a:extLst>
                <a:ext uri="{FF2B5EF4-FFF2-40B4-BE49-F238E27FC236}">
                  <a16:creationId xmlns:a16="http://schemas.microsoft.com/office/drawing/2014/main" id="{E40458D6-4CDF-4D33-A4DE-7BD48A4E1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31" name="Freeform 91">
              <a:extLst>
                <a:ext uri="{FF2B5EF4-FFF2-40B4-BE49-F238E27FC236}">
                  <a16:creationId xmlns:a16="http://schemas.microsoft.com/office/drawing/2014/main" id="{07E9023C-A939-4DB4-802D-64BCAA081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32" name="Rectangle 92">
              <a:extLst>
                <a:ext uri="{FF2B5EF4-FFF2-40B4-BE49-F238E27FC236}">
                  <a16:creationId xmlns:a16="http://schemas.microsoft.com/office/drawing/2014/main" id="{E4820255-C696-4A25-AD58-69D517D79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33" name="Line 93">
              <a:extLst>
                <a:ext uri="{FF2B5EF4-FFF2-40B4-BE49-F238E27FC236}">
                  <a16:creationId xmlns:a16="http://schemas.microsoft.com/office/drawing/2014/main" id="{D2F274BC-6514-4565-8270-DE97C4FD1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34" name="Freeform 94">
              <a:extLst>
                <a:ext uri="{FF2B5EF4-FFF2-40B4-BE49-F238E27FC236}">
                  <a16:creationId xmlns:a16="http://schemas.microsoft.com/office/drawing/2014/main" id="{F526D6B0-7E11-4311-8B25-F07E9AB2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35" name="Freeform 95">
              <a:extLst>
                <a:ext uri="{FF2B5EF4-FFF2-40B4-BE49-F238E27FC236}">
                  <a16:creationId xmlns:a16="http://schemas.microsoft.com/office/drawing/2014/main" id="{95B57E42-8AC0-4905-8ADC-D9979E83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36" name="Line 96">
              <a:extLst>
                <a:ext uri="{FF2B5EF4-FFF2-40B4-BE49-F238E27FC236}">
                  <a16:creationId xmlns:a16="http://schemas.microsoft.com/office/drawing/2014/main" id="{58843784-C717-4BF6-84B1-D9CF5E7E23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37" name="Line 97">
              <a:extLst>
                <a:ext uri="{FF2B5EF4-FFF2-40B4-BE49-F238E27FC236}">
                  <a16:creationId xmlns:a16="http://schemas.microsoft.com/office/drawing/2014/main" id="{440E66D3-9BA6-4EC6-89DF-E06E526DCC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38" name="Line 98">
              <a:extLst>
                <a:ext uri="{FF2B5EF4-FFF2-40B4-BE49-F238E27FC236}">
                  <a16:creationId xmlns:a16="http://schemas.microsoft.com/office/drawing/2014/main" id="{7815BE44-B850-43AA-8A05-329DA16190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39" name="Rectangle 100">
              <a:extLst>
                <a:ext uri="{FF2B5EF4-FFF2-40B4-BE49-F238E27FC236}">
                  <a16:creationId xmlns:a16="http://schemas.microsoft.com/office/drawing/2014/main" id="{C9546C3A-B79E-4FA6-B84F-D12230CFE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40" name="Rectangle 101">
              <a:extLst>
                <a:ext uri="{FF2B5EF4-FFF2-40B4-BE49-F238E27FC236}">
                  <a16:creationId xmlns:a16="http://schemas.microsoft.com/office/drawing/2014/main" id="{180E018A-CF02-45C0-9BB2-422B1DE70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41" name="Rectangle 102">
              <a:extLst>
                <a:ext uri="{FF2B5EF4-FFF2-40B4-BE49-F238E27FC236}">
                  <a16:creationId xmlns:a16="http://schemas.microsoft.com/office/drawing/2014/main" id="{503D8B59-492E-4AFF-9231-6E6673B18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42" name="Line 103">
              <a:extLst>
                <a:ext uri="{FF2B5EF4-FFF2-40B4-BE49-F238E27FC236}">
                  <a16:creationId xmlns:a16="http://schemas.microsoft.com/office/drawing/2014/main" id="{7552D822-69B9-4856-84BF-9C88B3DF48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43" name="Rectangle 104">
              <a:extLst>
                <a:ext uri="{FF2B5EF4-FFF2-40B4-BE49-F238E27FC236}">
                  <a16:creationId xmlns:a16="http://schemas.microsoft.com/office/drawing/2014/main" id="{2E0269B9-6406-445A-8D74-AC531FED5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44" name="Rectangle 105">
              <a:extLst>
                <a:ext uri="{FF2B5EF4-FFF2-40B4-BE49-F238E27FC236}">
                  <a16:creationId xmlns:a16="http://schemas.microsoft.com/office/drawing/2014/main" id="{013DD502-23E1-488D-B73C-B27C4794D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45" name="Rectangle 106">
              <a:extLst>
                <a:ext uri="{FF2B5EF4-FFF2-40B4-BE49-F238E27FC236}">
                  <a16:creationId xmlns:a16="http://schemas.microsoft.com/office/drawing/2014/main" id="{2ABFBDD0-59C3-481E-B127-75979E4C6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46" name="Rectangle 107">
              <a:extLst>
                <a:ext uri="{FF2B5EF4-FFF2-40B4-BE49-F238E27FC236}">
                  <a16:creationId xmlns:a16="http://schemas.microsoft.com/office/drawing/2014/main" id="{9A8FD629-1A52-442C-B697-ED02EFAF4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47" name="Line 110">
              <a:extLst>
                <a:ext uri="{FF2B5EF4-FFF2-40B4-BE49-F238E27FC236}">
                  <a16:creationId xmlns:a16="http://schemas.microsoft.com/office/drawing/2014/main" id="{37964A59-F9B2-45A3-904E-F21572A7D6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48" name="Line 111">
              <a:extLst>
                <a:ext uri="{FF2B5EF4-FFF2-40B4-BE49-F238E27FC236}">
                  <a16:creationId xmlns:a16="http://schemas.microsoft.com/office/drawing/2014/main" id="{DDD9B2A7-8B76-4C94-9BDE-1E627EB58C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49" name="Line 112">
              <a:extLst>
                <a:ext uri="{FF2B5EF4-FFF2-40B4-BE49-F238E27FC236}">
                  <a16:creationId xmlns:a16="http://schemas.microsoft.com/office/drawing/2014/main" id="{478A756E-F10C-4245-84FC-EE9C1BFDAE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50" name="Line 117">
              <a:extLst>
                <a:ext uri="{FF2B5EF4-FFF2-40B4-BE49-F238E27FC236}">
                  <a16:creationId xmlns:a16="http://schemas.microsoft.com/office/drawing/2014/main" id="{3204F8C8-4B05-4011-BDD8-CB138156DE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51" name="Line 118">
              <a:extLst>
                <a:ext uri="{FF2B5EF4-FFF2-40B4-BE49-F238E27FC236}">
                  <a16:creationId xmlns:a16="http://schemas.microsoft.com/office/drawing/2014/main" id="{7DB6D91D-1A35-4C62-9EE3-0C4057BDEE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52" name="Line 119">
              <a:extLst>
                <a:ext uri="{FF2B5EF4-FFF2-40B4-BE49-F238E27FC236}">
                  <a16:creationId xmlns:a16="http://schemas.microsoft.com/office/drawing/2014/main" id="{7DF99652-D3E1-4B67-88A0-7CC57CC041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53" name="Line 126">
              <a:extLst>
                <a:ext uri="{FF2B5EF4-FFF2-40B4-BE49-F238E27FC236}">
                  <a16:creationId xmlns:a16="http://schemas.microsoft.com/office/drawing/2014/main" id="{44E11EE1-3F68-4082-BFF1-CC12E103B4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54" name="Line 128">
              <a:extLst>
                <a:ext uri="{FF2B5EF4-FFF2-40B4-BE49-F238E27FC236}">
                  <a16:creationId xmlns:a16="http://schemas.microsoft.com/office/drawing/2014/main" id="{E0B568AF-FB52-402F-AEBE-E7BAA9E1A1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55" name="Line 129">
              <a:extLst>
                <a:ext uri="{FF2B5EF4-FFF2-40B4-BE49-F238E27FC236}">
                  <a16:creationId xmlns:a16="http://schemas.microsoft.com/office/drawing/2014/main" id="{5F150186-5974-4C8E-B552-5FA5CE5992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56" name="Line 130">
              <a:extLst>
                <a:ext uri="{FF2B5EF4-FFF2-40B4-BE49-F238E27FC236}">
                  <a16:creationId xmlns:a16="http://schemas.microsoft.com/office/drawing/2014/main" id="{0273C96C-B588-47F5-A495-BDC76576DB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57" name="Line 139">
              <a:extLst>
                <a:ext uri="{FF2B5EF4-FFF2-40B4-BE49-F238E27FC236}">
                  <a16:creationId xmlns:a16="http://schemas.microsoft.com/office/drawing/2014/main" id="{57FFCBA0-55CB-46B1-9229-764D3BF319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58" name="Line 141">
              <a:extLst>
                <a:ext uri="{FF2B5EF4-FFF2-40B4-BE49-F238E27FC236}">
                  <a16:creationId xmlns:a16="http://schemas.microsoft.com/office/drawing/2014/main" id="{4D6943EC-4AA8-4526-BA87-182941437E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59" name="Line 142">
              <a:extLst>
                <a:ext uri="{FF2B5EF4-FFF2-40B4-BE49-F238E27FC236}">
                  <a16:creationId xmlns:a16="http://schemas.microsoft.com/office/drawing/2014/main" id="{1E905B7E-3B31-4FDF-B207-BC42A9838B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60" name="Line 143">
              <a:extLst>
                <a:ext uri="{FF2B5EF4-FFF2-40B4-BE49-F238E27FC236}">
                  <a16:creationId xmlns:a16="http://schemas.microsoft.com/office/drawing/2014/main" id="{EE9BCD21-1B8F-4442-933D-F9131F7796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61" name="Freeform 148">
              <a:extLst>
                <a:ext uri="{FF2B5EF4-FFF2-40B4-BE49-F238E27FC236}">
                  <a16:creationId xmlns:a16="http://schemas.microsoft.com/office/drawing/2014/main" id="{18B03EA4-3D3D-4796-8D06-347073E7C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62" name="Freeform 149">
              <a:extLst>
                <a:ext uri="{FF2B5EF4-FFF2-40B4-BE49-F238E27FC236}">
                  <a16:creationId xmlns:a16="http://schemas.microsoft.com/office/drawing/2014/main" id="{225D0B22-1DB1-4C86-942C-36B4024A3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63" name="Line 152">
              <a:extLst>
                <a:ext uri="{FF2B5EF4-FFF2-40B4-BE49-F238E27FC236}">
                  <a16:creationId xmlns:a16="http://schemas.microsoft.com/office/drawing/2014/main" id="{2C2F5398-1F63-44E3-B21E-0B9D2FB538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64" name="Line 153">
              <a:extLst>
                <a:ext uri="{FF2B5EF4-FFF2-40B4-BE49-F238E27FC236}">
                  <a16:creationId xmlns:a16="http://schemas.microsoft.com/office/drawing/2014/main" id="{B1418FDA-8D32-43D9-A53E-B2CFF80519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65" name="Line 154">
              <a:extLst>
                <a:ext uri="{FF2B5EF4-FFF2-40B4-BE49-F238E27FC236}">
                  <a16:creationId xmlns:a16="http://schemas.microsoft.com/office/drawing/2014/main" id="{3E6C36DA-0BCE-469F-A7E1-F9AB2AF9EF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66" name="Line 155">
              <a:extLst>
                <a:ext uri="{FF2B5EF4-FFF2-40B4-BE49-F238E27FC236}">
                  <a16:creationId xmlns:a16="http://schemas.microsoft.com/office/drawing/2014/main" id="{D6CB9997-BBD2-4634-A9BE-DB643C7BFE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67" name="Freeform 156">
              <a:extLst>
                <a:ext uri="{FF2B5EF4-FFF2-40B4-BE49-F238E27FC236}">
                  <a16:creationId xmlns:a16="http://schemas.microsoft.com/office/drawing/2014/main" id="{DA1DB660-9568-439F-8FBD-A87A3BEF3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68" name="Line 157">
              <a:extLst>
                <a:ext uri="{FF2B5EF4-FFF2-40B4-BE49-F238E27FC236}">
                  <a16:creationId xmlns:a16="http://schemas.microsoft.com/office/drawing/2014/main" id="{06FBFE92-C244-4F00-9A91-6AB23A4F8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69" name="Freeform 158">
              <a:extLst>
                <a:ext uri="{FF2B5EF4-FFF2-40B4-BE49-F238E27FC236}">
                  <a16:creationId xmlns:a16="http://schemas.microsoft.com/office/drawing/2014/main" id="{3AE80E3A-789F-4BEC-BA3C-F379D6BE6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70" name="Line 159">
              <a:extLst>
                <a:ext uri="{FF2B5EF4-FFF2-40B4-BE49-F238E27FC236}">
                  <a16:creationId xmlns:a16="http://schemas.microsoft.com/office/drawing/2014/main" id="{36256199-EE2C-43B9-AACD-D5E6EA430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71" name="Freeform 160">
              <a:extLst>
                <a:ext uri="{FF2B5EF4-FFF2-40B4-BE49-F238E27FC236}">
                  <a16:creationId xmlns:a16="http://schemas.microsoft.com/office/drawing/2014/main" id="{F4FADD18-7C43-414F-8B61-F93605B8C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72" name="Rectangle 161">
              <a:extLst>
                <a:ext uri="{FF2B5EF4-FFF2-40B4-BE49-F238E27FC236}">
                  <a16:creationId xmlns:a16="http://schemas.microsoft.com/office/drawing/2014/main" id="{628DFE32-1333-4BC5-B9E2-EDD5AF13E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73" name="Rectangle 162">
              <a:extLst>
                <a:ext uri="{FF2B5EF4-FFF2-40B4-BE49-F238E27FC236}">
                  <a16:creationId xmlns:a16="http://schemas.microsoft.com/office/drawing/2014/main" id="{B25637AC-0992-49AE-9D1D-55F6F81A0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74" name="Rectangle 163">
              <a:extLst>
                <a:ext uri="{FF2B5EF4-FFF2-40B4-BE49-F238E27FC236}">
                  <a16:creationId xmlns:a16="http://schemas.microsoft.com/office/drawing/2014/main" id="{09EA6D97-4B08-42C2-BCDC-27DB427C6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75" name="Rectangle 164">
              <a:extLst>
                <a:ext uri="{FF2B5EF4-FFF2-40B4-BE49-F238E27FC236}">
                  <a16:creationId xmlns:a16="http://schemas.microsoft.com/office/drawing/2014/main" id="{4473DF80-21C2-4E70-8993-47AC7F531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76" name="Freeform 165">
              <a:extLst>
                <a:ext uri="{FF2B5EF4-FFF2-40B4-BE49-F238E27FC236}">
                  <a16:creationId xmlns:a16="http://schemas.microsoft.com/office/drawing/2014/main" id="{F924450C-E9AD-451F-8391-BC88BEA32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77" name="Line 169">
              <a:extLst>
                <a:ext uri="{FF2B5EF4-FFF2-40B4-BE49-F238E27FC236}">
                  <a16:creationId xmlns:a16="http://schemas.microsoft.com/office/drawing/2014/main" id="{691F0BDC-A6AD-48F9-A1A6-6A9801043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78" name="Line 170">
              <a:extLst>
                <a:ext uri="{FF2B5EF4-FFF2-40B4-BE49-F238E27FC236}">
                  <a16:creationId xmlns:a16="http://schemas.microsoft.com/office/drawing/2014/main" id="{A51F46D7-D069-4B14-B35C-1975AEB7C7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79" name="Freeform 171">
              <a:extLst>
                <a:ext uri="{FF2B5EF4-FFF2-40B4-BE49-F238E27FC236}">
                  <a16:creationId xmlns:a16="http://schemas.microsoft.com/office/drawing/2014/main" id="{B080C841-69DD-428C-B3C4-3CA8026B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80" name="Freeform 172">
              <a:extLst>
                <a:ext uri="{FF2B5EF4-FFF2-40B4-BE49-F238E27FC236}">
                  <a16:creationId xmlns:a16="http://schemas.microsoft.com/office/drawing/2014/main" id="{947DA72F-F42A-4D6F-A8F8-720361F8D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81" name="Freeform 173">
              <a:extLst>
                <a:ext uri="{FF2B5EF4-FFF2-40B4-BE49-F238E27FC236}">
                  <a16:creationId xmlns:a16="http://schemas.microsoft.com/office/drawing/2014/main" id="{E0794A90-EBA7-4E63-93CD-A52462E8A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82" name="Freeform 174">
              <a:extLst>
                <a:ext uri="{FF2B5EF4-FFF2-40B4-BE49-F238E27FC236}">
                  <a16:creationId xmlns:a16="http://schemas.microsoft.com/office/drawing/2014/main" id="{A42CDC58-F765-47E1-9D17-551A0C438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83" name="Rectangle 175">
              <a:extLst>
                <a:ext uri="{FF2B5EF4-FFF2-40B4-BE49-F238E27FC236}">
                  <a16:creationId xmlns:a16="http://schemas.microsoft.com/office/drawing/2014/main" id="{4FBE2376-C134-4DD7-91E7-1DECFCA15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84" name="AutoShape 177">
              <a:extLst>
                <a:ext uri="{FF2B5EF4-FFF2-40B4-BE49-F238E27FC236}">
                  <a16:creationId xmlns:a16="http://schemas.microsoft.com/office/drawing/2014/main" id="{2EE55F18-C83E-4E74-BEC6-4C72E85B59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85" name="AutoShape 179">
              <a:extLst>
                <a:ext uri="{FF2B5EF4-FFF2-40B4-BE49-F238E27FC236}">
                  <a16:creationId xmlns:a16="http://schemas.microsoft.com/office/drawing/2014/main" id="{5D394F39-C895-445E-977D-4FC3CB775B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86" name="AutoShape 181">
              <a:extLst>
                <a:ext uri="{FF2B5EF4-FFF2-40B4-BE49-F238E27FC236}">
                  <a16:creationId xmlns:a16="http://schemas.microsoft.com/office/drawing/2014/main" id="{B771E54A-30EE-4A77-8E8D-BA63263AB8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87" name="AutoShape 183">
              <a:extLst>
                <a:ext uri="{FF2B5EF4-FFF2-40B4-BE49-F238E27FC236}">
                  <a16:creationId xmlns:a16="http://schemas.microsoft.com/office/drawing/2014/main" id="{9079BDB2-7FD7-4B94-A542-4CF3FBA65C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188" name="AutoShape 185">
              <a:extLst>
                <a:ext uri="{FF2B5EF4-FFF2-40B4-BE49-F238E27FC236}">
                  <a16:creationId xmlns:a16="http://schemas.microsoft.com/office/drawing/2014/main" id="{BACBFF04-0F83-4D62-B8CA-722B068FD79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31189" name="Group 202">
              <a:extLst>
                <a:ext uri="{FF2B5EF4-FFF2-40B4-BE49-F238E27FC236}">
                  <a16:creationId xmlns:a16="http://schemas.microsoft.com/office/drawing/2014/main" id="{DF52DA35-9F3D-4CBF-AEBF-3AB043B744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31223" name="Freeform 203">
                <a:extLst>
                  <a:ext uri="{FF2B5EF4-FFF2-40B4-BE49-F238E27FC236}">
                    <a16:creationId xmlns:a16="http://schemas.microsoft.com/office/drawing/2014/main" id="{03B794B3-078F-48A5-94FB-462D1686F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24" name="Freeform 204">
                <a:extLst>
                  <a:ext uri="{FF2B5EF4-FFF2-40B4-BE49-F238E27FC236}">
                    <a16:creationId xmlns:a16="http://schemas.microsoft.com/office/drawing/2014/main" id="{A6A9041D-CB38-4B7C-8FEA-3511D6048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31225" name="Group 205">
                <a:extLst>
                  <a:ext uri="{FF2B5EF4-FFF2-40B4-BE49-F238E27FC236}">
                    <a16:creationId xmlns:a16="http://schemas.microsoft.com/office/drawing/2014/main" id="{D774268E-0EA1-4C30-9309-81960F3FDA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31226" name="Freeform 206">
                  <a:extLst>
                    <a:ext uri="{FF2B5EF4-FFF2-40B4-BE49-F238E27FC236}">
                      <a16:creationId xmlns:a16="http://schemas.microsoft.com/office/drawing/2014/main" id="{37141037-348C-436C-8527-E38A5BECAF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1227" name="Freeform 207">
                  <a:extLst>
                    <a:ext uri="{FF2B5EF4-FFF2-40B4-BE49-F238E27FC236}">
                      <a16:creationId xmlns:a16="http://schemas.microsoft.com/office/drawing/2014/main" id="{6D65CE5C-D54D-4E09-9BC5-E9F7F16405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1228" name="Freeform 208">
                  <a:extLst>
                    <a:ext uri="{FF2B5EF4-FFF2-40B4-BE49-F238E27FC236}">
                      <a16:creationId xmlns:a16="http://schemas.microsoft.com/office/drawing/2014/main" id="{E6F07950-0FF0-456F-99DA-AC0F0DB596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1229" name="Freeform 209">
                  <a:extLst>
                    <a:ext uri="{FF2B5EF4-FFF2-40B4-BE49-F238E27FC236}">
                      <a16:creationId xmlns:a16="http://schemas.microsoft.com/office/drawing/2014/main" id="{9EAE2FB7-D18B-4750-ACC1-6E17A84698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1230" name="Freeform 210">
                  <a:extLst>
                    <a:ext uri="{FF2B5EF4-FFF2-40B4-BE49-F238E27FC236}">
                      <a16:creationId xmlns:a16="http://schemas.microsoft.com/office/drawing/2014/main" id="{5A2FFC87-AE37-46E4-A64D-64BA12277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31190" name="Group 229">
              <a:extLst>
                <a:ext uri="{FF2B5EF4-FFF2-40B4-BE49-F238E27FC236}">
                  <a16:creationId xmlns:a16="http://schemas.microsoft.com/office/drawing/2014/main" id="{E830372C-EA0B-463F-8C0D-EC13F01F0E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31215" name="Freeform 230">
                <a:extLst>
                  <a:ext uri="{FF2B5EF4-FFF2-40B4-BE49-F238E27FC236}">
                    <a16:creationId xmlns:a16="http://schemas.microsoft.com/office/drawing/2014/main" id="{4EA92AE1-97C6-4976-B0C6-17A99A732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16" name="Freeform 231">
                <a:extLst>
                  <a:ext uri="{FF2B5EF4-FFF2-40B4-BE49-F238E27FC236}">
                    <a16:creationId xmlns:a16="http://schemas.microsoft.com/office/drawing/2014/main" id="{E0EE5CE7-A250-4FFF-BABF-8726C2A04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31217" name="Group 232">
                <a:extLst>
                  <a:ext uri="{FF2B5EF4-FFF2-40B4-BE49-F238E27FC236}">
                    <a16:creationId xmlns:a16="http://schemas.microsoft.com/office/drawing/2014/main" id="{7FFD5BD6-C2E3-4C4F-AC98-FDC5F95AB7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31218" name="Freeform 233">
                  <a:extLst>
                    <a:ext uri="{FF2B5EF4-FFF2-40B4-BE49-F238E27FC236}">
                      <a16:creationId xmlns:a16="http://schemas.microsoft.com/office/drawing/2014/main" id="{F03DF144-B106-4C2F-9C08-2C3A2B76D0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1219" name="Freeform 234">
                  <a:extLst>
                    <a:ext uri="{FF2B5EF4-FFF2-40B4-BE49-F238E27FC236}">
                      <a16:creationId xmlns:a16="http://schemas.microsoft.com/office/drawing/2014/main" id="{D432A636-E7CE-4226-87F8-4E774771A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1220" name="Freeform 235">
                  <a:extLst>
                    <a:ext uri="{FF2B5EF4-FFF2-40B4-BE49-F238E27FC236}">
                      <a16:creationId xmlns:a16="http://schemas.microsoft.com/office/drawing/2014/main" id="{C118E493-C9E7-4FBF-A733-F431C1B1C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1221" name="Freeform 236">
                  <a:extLst>
                    <a:ext uri="{FF2B5EF4-FFF2-40B4-BE49-F238E27FC236}">
                      <a16:creationId xmlns:a16="http://schemas.microsoft.com/office/drawing/2014/main" id="{C5E44C51-E747-4616-8958-6C8F9C0298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1222" name="Freeform 237">
                  <a:extLst>
                    <a:ext uri="{FF2B5EF4-FFF2-40B4-BE49-F238E27FC236}">
                      <a16:creationId xmlns:a16="http://schemas.microsoft.com/office/drawing/2014/main" id="{1A907D3C-F913-4460-88F0-9F025576AC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31191" name="Group 244">
              <a:extLst>
                <a:ext uri="{FF2B5EF4-FFF2-40B4-BE49-F238E27FC236}">
                  <a16:creationId xmlns:a16="http://schemas.microsoft.com/office/drawing/2014/main" id="{86094404-D08B-4CD8-8B76-7D3FC6C61D75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31210" name="Freeform 245">
                <a:extLst>
                  <a:ext uri="{FF2B5EF4-FFF2-40B4-BE49-F238E27FC236}">
                    <a16:creationId xmlns:a16="http://schemas.microsoft.com/office/drawing/2014/main" id="{1D112C3D-804E-4D91-81C1-80866CFE9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11" name="Freeform 246">
                <a:extLst>
                  <a:ext uri="{FF2B5EF4-FFF2-40B4-BE49-F238E27FC236}">
                    <a16:creationId xmlns:a16="http://schemas.microsoft.com/office/drawing/2014/main" id="{8C37936B-75EE-4808-A9B5-C2CFE9906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12" name="Freeform 247">
                <a:extLst>
                  <a:ext uri="{FF2B5EF4-FFF2-40B4-BE49-F238E27FC236}">
                    <a16:creationId xmlns:a16="http://schemas.microsoft.com/office/drawing/2014/main" id="{865AD6C3-D154-4054-8D1D-0D92B00EA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13" name="Freeform 248">
                <a:extLst>
                  <a:ext uri="{FF2B5EF4-FFF2-40B4-BE49-F238E27FC236}">
                    <a16:creationId xmlns:a16="http://schemas.microsoft.com/office/drawing/2014/main" id="{09925CDC-4ADC-43E7-A662-1FA086BA7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14" name="Freeform 249">
                <a:extLst>
                  <a:ext uri="{FF2B5EF4-FFF2-40B4-BE49-F238E27FC236}">
                    <a16:creationId xmlns:a16="http://schemas.microsoft.com/office/drawing/2014/main" id="{F0F484D3-98DF-4406-B435-5B111BC31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1192" name="Group 256">
              <a:extLst>
                <a:ext uri="{FF2B5EF4-FFF2-40B4-BE49-F238E27FC236}">
                  <a16:creationId xmlns:a16="http://schemas.microsoft.com/office/drawing/2014/main" id="{D6A0F689-82B5-483D-A95F-E7795B4248B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31205" name="Freeform 257">
                <a:extLst>
                  <a:ext uri="{FF2B5EF4-FFF2-40B4-BE49-F238E27FC236}">
                    <a16:creationId xmlns:a16="http://schemas.microsoft.com/office/drawing/2014/main" id="{C73B9F2C-A61A-44DC-BDF3-A61D0DA93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06" name="Freeform 258">
                <a:extLst>
                  <a:ext uri="{FF2B5EF4-FFF2-40B4-BE49-F238E27FC236}">
                    <a16:creationId xmlns:a16="http://schemas.microsoft.com/office/drawing/2014/main" id="{A2D004FB-FC8D-4DC5-B25B-AB75138E6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07" name="Freeform 259">
                <a:extLst>
                  <a:ext uri="{FF2B5EF4-FFF2-40B4-BE49-F238E27FC236}">
                    <a16:creationId xmlns:a16="http://schemas.microsoft.com/office/drawing/2014/main" id="{9278DA9C-F4A1-4598-8B2D-A976789A2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08" name="Freeform 260">
                <a:extLst>
                  <a:ext uri="{FF2B5EF4-FFF2-40B4-BE49-F238E27FC236}">
                    <a16:creationId xmlns:a16="http://schemas.microsoft.com/office/drawing/2014/main" id="{C5CCED2D-95C0-4C3C-86DE-40DC25A78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09" name="Freeform 261">
                <a:extLst>
                  <a:ext uri="{FF2B5EF4-FFF2-40B4-BE49-F238E27FC236}">
                    <a16:creationId xmlns:a16="http://schemas.microsoft.com/office/drawing/2014/main" id="{0F6A23E6-48B1-4132-A6D4-65A14B4E5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1193" name="Group 274">
              <a:extLst>
                <a:ext uri="{FF2B5EF4-FFF2-40B4-BE49-F238E27FC236}">
                  <a16:creationId xmlns:a16="http://schemas.microsoft.com/office/drawing/2014/main" id="{39242928-82ED-4AA0-880A-34B18384FA8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31200" name="Freeform 275">
                <a:extLst>
                  <a:ext uri="{FF2B5EF4-FFF2-40B4-BE49-F238E27FC236}">
                    <a16:creationId xmlns:a16="http://schemas.microsoft.com/office/drawing/2014/main" id="{846A7510-178F-4BDC-BF98-CC4438377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01" name="Freeform 276">
                <a:extLst>
                  <a:ext uri="{FF2B5EF4-FFF2-40B4-BE49-F238E27FC236}">
                    <a16:creationId xmlns:a16="http://schemas.microsoft.com/office/drawing/2014/main" id="{FA3F6738-CC23-4EC7-A91D-480CC158A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02" name="Freeform 277">
                <a:extLst>
                  <a:ext uri="{FF2B5EF4-FFF2-40B4-BE49-F238E27FC236}">
                    <a16:creationId xmlns:a16="http://schemas.microsoft.com/office/drawing/2014/main" id="{D084B02C-BDBB-4444-BDF1-A726379D8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03" name="Freeform 278">
                <a:extLst>
                  <a:ext uri="{FF2B5EF4-FFF2-40B4-BE49-F238E27FC236}">
                    <a16:creationId xmlns:a16="http://schemas.microsoft.com/office/drawing/2014/main" id="{DA49184A-EC5C-4443-8D58-244F5442E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204" name="Freeform 279">
                <a:extLst>
                  <a:ext uri="{FF2B5EF4-FFF2-40B4-BE49-F238E27FC236}">
                    <a16:creationId xmlns:a16="http://schemas.microsoft.com/office/drawing/2014/main" id="{C74B1D76-DDF5-42A4-82F0-25751BBE1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1194" name="Group 286">
              <a:extLst>
                <a:ext uri="{FF2B5EF4-FFF2-40B4-BE49-F238E27FC236}">
                  <a16:creationId xmlns:a16="http://schemas.microsoft.com/office/drawing/2014/main" id="{78A04CEC-02E9-4DAB-9DF5-B2DF07E130D0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31195" name="Freeform 287">
                <a:extLst>
                  <a:ext uri="{FF2B5EF4-FFF2-40B4-BE49-F238E27FC236}">
                    <a16:creationId xmlns:a16="http://schemas.microsoft.com/office/drawing/2014/main" id="{EDBCA945-EF3D-49A6-963A-FE943CADC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196" name="Freeform 288">
                <a:extLst>
                  <a:ext uri="{FF2B5EF4-FFF2-40B4-BE49-F238E27FC236}">
                    <a16:creationId xmlns:a16="http://schemas.microsoft.com/office/drawing/2014/main" id="{68BA877A-93EB-444A-9654-7A053E38B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197" name="Freeform 289">
                <a:extLst>
                  <a:ext uri="{FF2B5EF4-FFF2-40B4-BE49-F238E27FC236}">
                    <a16:creationId xmlns:a16="http://schemas.microsoft.com/office/drawing/2014/main" id="{CBC427F7-C4DC-45C8-BF36-A54EE0A69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198" name="Freeform 290">
                <a:extLst>
                  <a:ext uri="{FF2B5EF4-FFF2-40B4-BE49-F238E27FC236}">
                    <a16:creationId xmlns:a16="http://schemas.microsoft.com/office/drawing/2014/main" id="{426DC36D-F07A-4ED7-ABC2-CAE4D031B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1199" name="Freeform 291">
                <a:extLst>
                  <a:ext uri="{FF2B5EF4-FFF2-40B4-BE49-F238E27FC236}">
                    <a16:creationId xmlns:a16="http://schemas.microsoft.com/office/drawing/2014/main" id="{8634CC73-02B5-42B3-9143-23DF63A42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31074" name="Rectangle 2">
            <a:extLst>
              <a:ext uri="{FF2B5EF4-FFF2-40B4-BE49-F238E27FC236}">
                <a16:creationId xmlns:a16="http://schemas.microsoft.com/office/drawing/2014/main" id="{4D698A64-D9A1-4FF9-8DF8-4E05CD8776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It takes 4 gate delays to generate s</a:t>
            </a:r>
            <a:r>
              <a:rPr kumimoji="0" lang="en-US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1075" name="Rectangle 99">
            <a:extLst>
              <a:ext uri="{FF2B5EF4-FFF2-40B4-BE49-F238E27FC236}">
                <a16:creationId xmlns:a16="http://schemas.microsoft.com/office/drawing/2014/main" id="{0ACCFDA4-126D-421A-8B47-9933EA06E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1200" y="3962400"/>
            <a:ext cx="146050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1076" name="Rectangle 36">
            <a:extLst>
              <a:ext uri="{FF2B5EF4-FFF2-40B4-BE49-F238E27FC236}">
                <a16:creationId xmlns:a16="http://schemas.microsoft.com/office/drawing/2014/main" id="{4138F775-DE69-4AB4-8EF5-009F6372D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113" y="3876675"/>
            <a:ext cx="180975" cy="217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Rectangle 2">
            <a:extLst>
              <a:ext uri="{FF2B5EF4-FFF2-40B4-BE49-F238E27FC236}">
                <a16:creationId xmlns:a16="http://schemas.microsoft.com/office/drawing/2014/main" id="{4AA86A0C-FBBF-40EC-BD64-1371FCA9E5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It takes 4 gate delays to generate s</a:t>
            </a:r>
            <a:r>
              <a:rPr kumimoji="0" lang="en-US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132098" name="Group 1">
            <a:extLst>
              <a:ext uri="{FF2B5EF4-FFF2-40B4-BE49-F238E27FC236}">
                <a16:creationId xmlns:a16="http://schemas.microsoft.com/office/drawing/2014/main" id="{AAD790AB-D496-4A96-81D0-213E85E6F400}"/>
              </a:ext>
            </a:extLst>
          </p:cNvPr>
          <p:cNvGrpSpPr>
            <a:grpSpLocks/>
          </p:cNvGrpSpPr>
          <p:nvPr/>
        </p:nvGrpSpPr>
        <p:grpSpPr bwMode="auto">
          <a:xfrm>
            <a:off x="1427163" y="769938"/>
            <a:ext cx="6486525" cy="5783262"/>
            <a:chOff x="1426544" y="769938"/>
            <a:chExt cx="6487144" cy="5783262"/>
          </a:xfrm>
        </p:grpSpPr>
        <p:sp>
          <p:nvSpPr>
            <p:cNvPr id="132099" name="Rectangle 4">
              <a:extLst>
                <a:ext uri="{FF2B5EF4-FFF2-40B4-BE49-F238E27FC236}">
                  <a16:creationId xmlns:a16="http://schemas.microsoft.com/office/drawing/2014/main" id="{2DB8E44B-A587-4FE7-A5B4-2728A9AB5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1255713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0" name="Line 6">
              <a:extLst>
                <a:ext uri="{FF2B5EF4-FFF2-40B4-BE49-F238E27FC236}">
                  <a16:creationId xmlns:a16="http://schemas.microsoft.com/office/drawing/2014/main" id="{C3C107C5-B5B6-47CD-91A7-AFEEF46272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417888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1" name="Line 8">
              <a:extLst>
                <a:ext uri="{FF2B5EF4-FFF2-40B4-BE49-F238E27FC236}">
                  <a16:creationId xmlns:a16="http://schemas.microsoft.com/office/drawing/2014/main" id="{0CD8B9CB-76D8-4838-B074-4675719555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336800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2" name="Freeform 9">
              <a:extLst>
                <a:ext uri="{FF2B5EF4-FFF2-40B4-BE49-F238E27FC236}">
                  <a16:creationId xmlns:a16="http://schemas.microsoft.com/office/drawing/2014/main" id="{D4CD5281-9637-461B-96A2-BBBC3B8DB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3165475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3" name="Freeform 10">
              <a:extLst>
                <a:ext uri="{FF2B5EF4-FFF2-40B4-BE49-F238E27FC236}">
                  <a16:creationId xmlns:a16="http://schemas.microsoft.com/office/drawing/2014/main" id="{355FAA43-AFB0-4378-B203-9E51F8628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728788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4" name="Line 12">
              <a:extLst>
                <a:ext uri="{FF2B5EF4-FFF2-40B4-BE49-F238E27FC236}">
                  <a16:creationId xmlns:a16="http://schemas.microsoft.com/office/drawing/2014/main" id="{99133149-814F-40CB-8334-80DDAA653B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854575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5" name="Line 13">
              <a:extLst>
                <a:ext uri="{FF2B5EF4-FFF2-40B4-BE49-F238E27FC236}">
                  <a16:creationId xmlns:a16="http://schemas.microsoft.com/office/drawing/2014/main" id="{6214FE0E-7A02-4058-87FD-67431231CE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854575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6" name="Line 14">
              <a:extLst>
                <a:ext uri="{FF2B5EF4-FFF2-40B4-BE49-F238E27FC236}">
                  <a16:creationId xmlns:a16="http://schemas.microsoft.com/office/drawing/2014/main" id="{4A556D63-5AED-4B33-AB85-EAFDA87C01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564188"/>
              <a:ext cx="1588" cy="13493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7" name="Rectangle 19">
              <a:extLst>
                <a:ext uri="{FF2B5EF4-FFF2-40B4-BE49-F238E27FC236}">
                  <a16:creationId xmlns:a16="http://schemas.microsoft.com/office/drawing/2014/main" id="{9E9BC770-4218-4245-A95B-D236C67DE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769938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8" name="Rectangle 20">
              <a:extLst>
                <a:ext uri="{FF2B5EF4-FFF2-40B4-BE49-F238E27FC236}">
                  <a16:creationId xmlns:a16="http://schemas.microsoft.com/office/drawing/2014/main" id="{CE836784-B5DA-4FCF-9B5F-FE7AD6066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847725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09" name="Rectangle 21">
              <a:extLst>
                <a:ext uri="{FF2B5EF4-FFF2-40B4-BE49-F238E27FC236}">
                  <a16:creationId xmlns:a16="http://schemas.microsoft.com/office/drawing/2014/main" id="{D8389BBA-D402-46EF-B111-5BC7F1222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769938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0" name="Rectangle 22">
              <a:extLst>
                <a:ext uri="{FF2B5EF4-FFF2-40B4-BE49-F238E27FC236}">
                  <a16:creationId xmlns:a16="http://schemas.microsoft.com/office/drawing/2014/main" id="{45F05FD4-8F63-4F70-98A5-4C395C03E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847725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1" name="Rectangle 23">
              <a:extLst>
                <a:ext uri="{FF2B5EF4-FFF2-40B4-BE49-F238E27FC236}">
                  <a16:creationId xmlns:a16="http://schemas.microsoft.com/office/drawing/2014/main" id="{DBC42A85-CEEF-4348-9475-EFE4846F6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470150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2" name="Rectangle 24">
              <a:extLst>
                <a:ext uri="{FF2B5EF4-FFF2-40B4-BE49-F238E27FC236}">
                  <a16:creationId xmlns:a16="http://schemas.microsoft.com/office/drawing/2014/main" id="{1E987E86-373E-49D5-95FE-D61F04707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547938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3" name="Rectangle 25">
              <a:extLst>
                <a:ext uri="{FF2B5EF4-FFF2-40B4-BE49-F238E27FC236}">
                  <a16:creationId xmlns:a16="http://schemas.microsoft.com/office/drawing/2014/main" id="{10E9540C-B8DC-4DC6-A5D6-2C0F90316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470150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4" name="Rectangle 26">
              <a:extLst>
                <a:ext uri="{FF2B5EF4-FFF2-40B4-BE49-F238E27FC236}">
                  <a16:creationId xmlns:a16="http://schemas.microsoft.com/office/drawing/2014/main" id="{FB27CB09-4FB3-49AD-B83C-62DE3E8E0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547938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5" name="Rectangle 27">
              <a:extLst>
                <a:ext uri="{FF2B5EF4-FFF2-40B4-BE49-F238E27FC236}">
                  <a16:creationId xmlns:a16="http://schemas.microsoft.com/office/drawing/2014/main" id="{58237C30-D8D2-42AA-BCBA-6F6A08E3C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6300788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6" name="Line 28">
              <a:extLst>
                <a:ext uri="{FF2B5EF4-FFF2-40B4-BE49-F238E27FC236}">
                  <a16:creationId xmlns:a16="http://schemas.microsoft.com/office/drawing/2014/main" id="{93A6CD4F-0F27-42A2-9D96-71C4C869DB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735513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7" name="Rectangle 29">
              <a:extLst>
                <a:ext uri="{FF2B5EF4-FFF2-40B4-BE49-F238E27FC236}">
                  <a16:creationId xmlns:a16="http://schemas.microsoft.com/office/drawing/2014/main" id="{B05FEEBF-AA08-407F-805E-E84245211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6378575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8" name="Rectangle 30">
              <a:extLst>
                <a:ext uri="{FF2B5EF4-FFF2-40B4-BE49-F238E27FC236}">
                  <a16:creationId xmlns:a16="http://schemas.microsoft.com/office/drawing/2014/main" id="{A6E89D21-C917-41A5-9B0D-68024E76C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1370013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19" name="Rectangle 31">
              <a:extLst>
                <a:ext uri="{FF2B5EF4-FFF2-40B4-BE49-F238E27FC236}">
                  <a16:creationId xmlns:a16="http://schemas.microsoft.com/office/drawing/2014/main" id="{44832CD6-F2B7-4819-B454-04A094488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447800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0" name="Rectangle 32">
              <a:extLst>
                <a:ext uri="{FF2B5EF4-FFF2-40B4-BE49-F238E27FC236}">
                  <a16:creationId xmlns:a16="http://schemas.microsoft.com/office/drawing/2014/main" id="{B988B2DB-3E7F-47A1-858E-E1080CF6C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1370013"/>
              <a:ext cx="125412" cy="201612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1" name="Rectangle 33">
              <a:extLst>
                <a:ext uri="{FF2B5EF4-FFF2-40B4-BE49-F238E27FC236}">
                  <a16:creationId xmlns:a16="http://schemas.microsoft.com/office/drawing/2014/main" id="{CD0F0E70-E00E-442A-B652-E78162588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447800"/>
              <a:ext cx="114300" cy="1714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2" name="Rectangle 34">
              <a:extLst>
                <a:ext uri="{FF2B5EF4-FFF2-40B4-BE49-F238E27FC236}">
                  <a16:creationId xmlns:a16="http://schemas.microsoft.com/office/drawing/2014/main" id="{8D2E8662-15E5-4219-B442-82C3C421A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6300788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3" name="Rectangle 35">
              <a:extLst>
                <a:ext uri="{FF2B5EF4-FFF2-40B4-BE49-F238E27FC236}">
                  <a16:creationId xmlns:a16="http://schemas.microsoft.com/office/drawing/2014/main" id="{EA4B3DB1-6C32-46D3-B361-39735F44A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6378575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4" name="Rectangle 36">
              <a:extLst>
                <a:ext uri="{FF2B5EF4-FFF2-40B4-BE49-F238E27FC236}">
                  <a16:creationId xmlns:a16="http://schemas.microsoft.com/office/drawing/2014/main" id="{C1570166-8928-42CD-9DF2-DEEC50801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721" y="3876431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5" name="Line 37">
              <a:extLst>
                <a:ext uri="{FF2B5EF4-FFF2-40B4-BE49-F238E27FC236}">
                  <a16:creationId xmlns:a16="http://schemas.microsoft.com/office/drawing/2014/main" id="{7C8CBA47-CCE0-472F-8EDE-13E92D4C43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610100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6" name="Line 39">
              <a:extLst>
                <a:ext uri="{FF2B5EF4-FFF2-40B4-BE49-F238E27FC236}">
                  <a16:creationId xmlns:a16="http://schemas.microsoft.com/office/drawing/2014/main" id="{961069C0-ABA5-4FBF-AB7A-B167CBFE9E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890963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7" name="Line 40">
              <a:extLst>
                <a:ext uri="{FF2B5EF4-FFF2-40B4-BE49-F238E27FC236}">
                  <a16:creationId xmlns:a16="http://schemas.microsoft.com/office/drawing/2014/main" id="{B3BB0D6A-CE7F-4361-90C4-67AF06782A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890963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8" name="Line 41">
              <a:extLst>
                <a:ext uri="{FF2B5EF4-FFF2-40B4-BE49-F238E27FC236}">
                  <a16:creationId xmlns:a16="http://schemas.microsoft.com/office/drawing/2014/main" id="{BF1F7397-BFDE-43CE-870F-91AD25CDFF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61803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29" name="Line 48">
              <a:extLst>
                <a:ext uri="{FF2B5EF4-FFF2-40B4-BE49-F238E27FC236}">
                  <a16:creationId xmlns:a16="http://schemas.microsoft.com/office/drawing/2014/main" id="{4B41D6A1-93A2-4CA7-80A1-D044505B6E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890963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0" name="Line 50">
              <a:extLst>
                <a:ext uri="{FF2B5EF4-FFF2-40B4-BE49-F238E27FC236}">
                  <a16:creationId xmlns:a16="http://schemas.microsoft.com/office/drawing/2014/main" id="{BEE9168E-BF03-48DB-BF07-94B3D3A4D8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746250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1" name="Line 51">
              <a:extLst>
                <a:ext uri="{FF2B5EF4-FFF2-40B4-BE49-F238E27FC236}">
                  <a16:creationId xmlns:a16="http://schemas.microsoft.com/office/drawing/2014/main" id="{0152B370-1E74-424B-B9EA-6EE67C349E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746250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2" name="Line 52">
              <a:extLst>
                <a:ext uri="{FF2B5EF4-FFF2-40B4-BE49-F238E27FC236}">
                  <a16:creationId xmlns:a16="http://schemas.microsoft.com/office/drawing/2014/main" id="{8802A548-77C5-449A-B01F-AD60A1573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4558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3" name="Line 61">
              <a:extLst>
                <a:ext uri="{FF2B5EF4-FFF2-40B4-BE49-F238E27FC236}">
                  <a16:creationId xmlns:a16="http://schemas.microsoft.com/office/drawing/2014/main" id="{57B29146-D65A-4775-8BF0-36FB7791E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746250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4" name="Line 62">
              <a:extLst>
                <a:ext uri="{FF2B5EF4-FFF2-40B4-BE49-F238E27FC236}">
                  <a16:creationId xmlns:a16="http://schemas.microsoft.com/office/drawing/2014/main" id="{A83DE524-0D91-4B05-8B47-AF22B1495E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74625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5" name="Line 63">
              <a:extLst>
                <a:ext uri="{FF2B5EF4-FFF2-40B4-BE49-F238E27FC236}">
                  <a16:creationId xmlns:a16="http://schemas.microsoft.com/office/drawing/2014/main" id="{E710FD0D-7874-4FD4-A8F2-EA1F3B524D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2433638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6" name="Line 68">
              <a:extLst>
                <a:ext uri="{FF2B5EF4-FFF2-40B4-BE49-F238E27FC236}">
                  <a16:creationId xmlns:a16="http://schemas.microsoft.com/office/drawing/2014/main" id="{2C619284-44C8-4981-BC2C-852B7170E5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890963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7" name="Line 69">
              <a:extLst>
                <a:ext uri="{FF2B5EF4-FFF2-40B4-BE49-F238E27FC236}">
                  <a16:creationId xmlns:a16="http://schemas.microsoft.com/office/drawing/2014/main" id="{217E9ECD-50AC-43CA-8BB6-0C726AF2A0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890963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8" name="Line 73">
              <a:extLst>
                <a:ext uri="{FF2B5EF4-FFF2-40B4-BE49-F238E27FC236}">
                  <a16:creationId xmlns:a16="http://schemas.microsoft.com/office/drawing/2014/main" id="{8236B4CC-EF89-4CBE-9068-F78155C8A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890963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39" name="Line 74">
              <a:extLst>
                <a:ext uri="{FF2B5EF4-FFF2-40B4-BE49-F238E27FC236}">
                  <a16:creationId xmlns:a16="http://schemas.microsoft.com/office/drawing/2014/main" id="{74B91193-77DF-4EC3-ADD2-8F2A64C077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890963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0" name="Line 76">
              <a:extLst>
                <a:ext uri="{FF2B5EF4-FFF2-40B4-BE49-F238E27FC236}">
                  <a16:creationId xmlns:a16="http://schemas.microsoft.com/office/drawing/2014/main" id="{A7970048-7772-4F2E-957A-47EC6252CF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3417888"/>
              <a:ext cx="1588" cy="727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1" name="Freeform 77">
              <a:extLst>
                <a:ext uri="{FF2B5EF4-FFF2-40B4-BE49-F238E27FC236}">
                  <a16:creationId xmlns:a16="http://schemas.microsoft.com/office/drawing/2014/main" id="{F4591343-CB20-491E-8ECB-A8BFE797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573338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2" name="Freeform 78">
              <a:extLst>
                <a:ext uri="{FF2B5EF4-FFF2-40B4-BE49-F238E27FC236}">
                  <a16:creationId xmlns:a16="http://schemas.microsoft.com/office/drawing/2014/main" id="{554F9A11-80EC-4211-8C69-C91DF517D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618038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3" name="Freeform 79">
              <a:extLst>
                <a:ext uri="{FF2B5EF4-FFF2-40B4-BE49-F238E27FC236}">
                  <a16:creationId xmlns:a16="http://schemas.microsoft.com/office/drawing/2014/main" id="{A4B88CBC-8AAB-4605-874C-9C5D1C31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944813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4" name="Line 80">
              <a:extLst>
                <a:ext uri="{FF2B5EF4-FFF2-40B4-BE49-F238E27FC236}">
                  <a16:creationId xmlns:a16="http://schemas.microsoft.com/office/drawing/2014/main" id="{052E1757-8364-4173-AFB6-8EF6DA8D3C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3181350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5" name="Line 81">
              <a:extLst>
                <a:ext uri="{FF2B5EF4-FFF2-40B4-BE49-F238E27FC236}">
                  <a16:creationId xmlns:a16="http://schemas.microsoft.com/office/drawing/2014/main" id="{85762767-B43B-4B68-8637-13380C2054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708275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6" name="Line 82">
              <a:extLst>
                <a:ext uri="{FF2B5EF4-FFF2-40B4-BE49-F238E27FC236}">
                  <a16:creationId xmlns:a16="http://schemas.microsoft.com/office/drawing/2014/main" id="{811EE80A-BA89-4BD0-8C20-F06E1CF43D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65442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7" name="Line 83">
              <a:extLst>
                <a:ext uri="{FF2B5EF4-FFF2-40B4-BE49-F238E27FC236}">
                  <a16:creationId xmlns:a16="http://schemas.microsoft.com/office/drawing/2014/main" id="{402D1103-8B9B-4BC1-A48B-DEF09BF69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1019175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8" name="Freeform 84">
              <a:extLst>
                <a:ext uri="{FF2B5EF4-FFF2-40B4-BE49-F238E27FC236}">
                  <a16:creationId xmlns:a16="http://schemas.microsoft.com/office/drawing/2014/main" id="{FBB76ACC-365F-4829-BE91-5D123A933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474788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49" name="Freeform 85">
              <a:extLst>
                <a:ext uri="{FF2B5EF4-FFF2-40B4-BE49-F238E27FC236}">
                  <a16:creationId xmlns:a16="http://schemas.microsoft.com/office/drawing/2014/main" id="{C1E2C02A-F1B6-41A0-9AFB-09DBB8FE3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911475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0" name="Freeform 86">
              <a:extLst>
                <a:ext uri="{FF2B5EF4-FFF2-40B4-BE49-F238E27FC236}">
                  <a16:creationId xmlns:a16="http://schemas.microsoft.com/office/drawing/2014/main" id="{25A883CD-7051-4853-BFF4-F8AD28160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674938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1" name="Freeform 87">
              <a:extLst>
                <a:ext uri="{FF2B5EF4-FFF2-40B4-BE49-F238E27FC236}">
                  <a16:creationId xmlns:a16="http://schemas.microsoft.com/office/drawing/2014/main" id="{5AF980EA-59EF-49D3-A346-5DDB24B32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638550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2" name="Line 89">
              <a:extLst>
                <a:ext uri="{FF2B5EF4-FFF2-40B4-BE49-F238E27FC236}">
                  <a16:creationId xmlns:a16="http://schemas.microsoft.com/office/drawing/2014/main" id="{30FEAEDE-CE7D-4603-8402-9B0D38E751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1019175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3" name="Freeform 90">
              <a:extLst>
                <a:ext uri="{FF2B5EF4-FFF2-40B4-BE49-F238E27FC236}">
                  <a16:creationId xmlns:a16="http://schemas.microsoft.com/office/drawing/2014/main" id="{4B7E7B1B-984D-479C-8F23-27EC14AA8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728788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4" name="Freeform 91">
              <a:extLst>
                <a:ext uri="{FF2B5EF4-FFF2-40B4-BE49-F238E27FC236}">
                  <a16:creationId xmlns:a16="http://schemas.microsoft.com/office/drawing/2014/main" id="{A0C34844-EFAC-43E8-A01C-C1C683D39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890963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5" name="Rectangle 92">
              <a:extLst>
                <a:ext uri="{FF2B5EF4-FFF2-40B4-BE49-F238E27FC236}">
                  <a16:creationId xmlns:a16="http://schemas.microsoft.com/office/drawing/2014/main" id="{060C3B2A-1180-4322-B459-7A0375637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1255713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6" name="Line 93">
              <a:extLst>
                <a:ext uri="{FF2B5EF4-FFF2-40B4-BE49-F238E27FC236}">
                  <a16:creationId xmlns:a16="http://schemas.microsoft.com/office/drawing/2014/main" id="{D9649F62-D906-4B33-8739-30EFB7C631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890963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7" name="Freeform 94">
              <a:extLst>
                <a:ext uri="{FF2B5EF4-FFF2-40B4-BE49-F238E27FC236}">
                  <a16:creationId xmlns:a16="http://schemas.microsoft.com/office/drawing/2014/main" id="{745A1B72-58A9-4963-A437-65E274C2B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735513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8" name="Freeform 95">
              <a:extLst>
                <a:ext uri="{FF2B5EF4-FFF2-40B4-BE49-F238E27FC236}">
                  <a16:creationId xmlns:a16="http://schemas.microsoft.com/office/drawing/2014/main" id="{6CBC8849-A787-4A3D-8F1A-75C55E028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746250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59" name="Line 96">
              <a:extLst>
                <a:ext uri="{FF2B5EF4-FFF2-40B4-BE49-F238E27FC236}">
                  <a16:creationId xmlns:a16="http://schemas.microsoft.com/office/drawing/2014/main" id="{B3E6F819-C141-48FE-9447-8A7BB5094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573338"/>
              <a:ext cx="1587" cy="8445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0" name="Line 97">
              <a:extLst>
                <a:ext uri="{FF2B5EF4-FFF2-40B4-BE49-F238E27FC236}">
                  <a16:creationId xmlns:a16="http://schemas.microsoft.com/office/drawing/2014/main" id="{0FC6B9E1-ED3E-460E-A0C1-7A83F0AF1B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627188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1" name="Line 98">
              <a:extLst>
                <a:ext uri="{FF2B5EF4-FFF2-40B4-BE49-F238E27FC236}">
                  <a16:creationId xmlns:a16="http://schemas.microsoft.com/office/drawing/2014/main" id="{65417884-52DA-41AB-A7D3-14B01AC1E3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019175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2" name="Rectangle 99">
              <a:extLst>
                <a:ext uri="{FF2B5EF4-FFF2-40B4-BE49-F238E27FC236}">
                  <a16:creationId xmlns:a16="http://schemas.microsoft.com/office/drawing/2014/main" id="{7FCE2C57-16CF-46DC-8483-8BEA5F72B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200" y="3962400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3" name="Rectangle 100">
              <a:extLst>
                <a:ext uri="{FF2B5EF4-FFF2-40B4-BE49-F238E27FC236}">
                  <a16:creationId xmlns:a16="http://schemas.microsoft.com/office/drawing/2014/main" id="{8DC4653C-BC2F-4D89-86B3-136E443B5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769938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4" name="Rectangle 101">
              <a:extLst>
                <a:ext uri="{FF2B5EF4-FFF2-40B4-BE49-F238E27FC236}">
                  <a16:creationId xmlns:a16="http://schemas.microsoft.com/office/drawing/2014/main" id="{EDC391B9-01EE-415E-8BBE-3BA41A755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847725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5" name="Rectangle 102">
              <a:extLst>
                <a:ext uri="{FF2B5EF4-FFF2-40B4-BE49-F238E27FC236}">
                  <a16:creationId xmlns:a16="http://schemas.microsoft.com/office/drawing/2014/main" id="{CEF13767-19D2-4D1A-A915-49873414D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769938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6" name="Line 103">
              <a:extLst>
                <a:ext uri="{FF2B5EF4-FFF2-40B4-BE49-F238E27FC236}">
                  <a16:creationId xmlns:a16="http://schemas.microsoft.com/office/drawing/2014/main" id="{B5C363CB-ACFC-4FCC-9DD4-A411BAD009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735513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7" name="Rectangle 104">
              <a:extLst>
                <a:ext uri="{FF2B5EF4-FFF2-40B4-BE49-F238E27FC236}">
                  <a16:creationId xmlns:a16="http://schemas.microsoft.com/office/drawing/2014/main" id="{C4781CC5-3B37-4C37-A468-66706446C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847725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8" name="Rectangle 105">
              <a:extLst>
                <a:ext uri="{FF2B5EF4-FFF2-40B4-BE49-F238E27FC236}">
                  <a16:creationId xmlns:a16="http://schemas.microsoft.com/office/drawing/2014/main" id="{289F6A79-ABF1-4101-BD9B-721B305B9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538538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69" name="Rectangle 106">
              <a:extLst>
                <a:ext uri="{FF2B5EF4-FFF2-40B4-BE49-F238E27FC236}">
                  <a16:creationId xmlns:a16="http://schemas.microsoft.com/office/drawing/2014/main" id="{FEAF61BC-8157-4791-8402-3ECDA657C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616325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0" name="Rectangle 107">
              <a:extLst>
                <a:ext uri="{FF2B5EF4-FFF2-40B4-BE49-F238E27FC236}">
                  <a16:creationId xmlns:a16="http://schemas.microsoft.com/office/drawing/2014/main" id="{342C494D-901B-49B7-8943-B1BF9ABD4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906838"/>
              <a:ext cx="180975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1" name="Line 110">
              <a:extLst>
                <a:ext uri="{FF2B5EF4-FFF2-40B4-BE49-F238E27FC236}">
                  <a16:creationId xmlns:a16="http://schemas.microsoft.com/office/drawing/2014/main" id="{FFAE0566-B526-4153-8131-BF4025832B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746250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2" name="Line 111">
              <a:extLst>
                <a:ext uri="{FF2B5EF4-FFF2-40B4-BE49-F238E27FC236}">
                  <a16:creationId xmlns:a16="http://schemas.microsoft.com/office/drawing/2014/main" id="{99A60ADA-808F-4E22-B2BD-037B2B01AB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7462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3" name="Line 112">
              <a:extLst>
                <a:ext uri="{FF2B5EF4-FFF2-40B4-BE49-F238E27FC236}">
                  <a16:creationId xmlns:a16="http://schemas.microsoft.com/office/drawing/2014/main" id="{C767BAFD-8FAE-445E-ACD1-BF118125AC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455863"/>
              <a:ext cx="1587" cy="1174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4" name="Line 117">
              <a:extLst>
                <a:ext uri="{FF2B5EF4-FFF2-40B4-BE49-F238E27FC236}">
                  <a16:creationId xmlns:a16="http://schemas.microsoft.com/office/drawing/2014/main" id="{E8983455-2118-4F53-8D08-FB4315A2BB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890963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5" name="Line 118">
              <a:extLst>
                <a:ext uri="{FF2B5EF4-FFF2-40B4-BE49-F238E27FC236}">
                  <a16:creationId xmlns:a16="http://schemas.microsoft.com/office/drawing/2014/main" id="{FBA1CBA8-5B09-4490-A363-F4A42539C3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890963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6" name="Line 119">
              <a:extLst>
                <a:ext uri="{FF2B5EF4-FFF2-40B4-BE49-F238E27FC236}">
                  <a16:creationId xmlns:a16="http://schemas.microsoft.com/office/drawing/2014/main" id="{F2BABC45-1C48-445A-8AD4-EC90EC91FE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618038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7" name="Line 126">
              <a:extLst>
                <a:ext uri="{FF2B5EF4-FFF2-40B4-BE49-F238E27FC236}">
                  <a16:creationId xmlns:a16="http://schemas.microsoft.com/office/drawing/2014/main" id="{F253E1BF-B76D-47CD-92DB-78442BED9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890963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8" name="Line 128">
              <a:extLst>
                <a:ext uri="{FF2B5EF4-FFF2-40B4-BE49-F238E27FC236}">
                  <a16:creationId xmlns:a16="http://schemas.microsoft.com/office/drawing/2014/main" id="{477D799F-98D3-415E-9D1D-FC101F45BE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8545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79" name="Line 129">
              <a:extLst>
                <a:ext uri="{FF2B5EF4-FFF2-40B4-BE49-F238E27FC236}">
                  <a16:creationId xmlns:a16="http://schemas.microsoft.com/office/drawing/2014/main" id="{87ABCD08-0C06-429A-9430-AE6D5DD065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854575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80" name="Line 130">
              <a:extLst>
                <a:ext uri="{FF2B5EF4-FFF2-40B4-BE49-F238E27FC236}">
                  <a16:creationId xmlns:a16="http://schemas.microsoft.com/office/drawing/2014/main" id="{2081EB1B-F811-4E9F-B5AF-CA45816C0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564188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81" name="Line 139">
              <a:extLst>
                <a:ext uri="{FF2B5EF4-FFF2-40B4-BE49-F238E27FC236}">
                  <a16:creationId xmlns:a16="http://schemas.microsoft.com/office/drawing/2014/main" id="{5FC18C06-78CC-4611-A5C3-E3FC5EB061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7462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82" name="Line 141">
              <a:extLst>
                <a:ext uri="{FF2B5EF4-FFF2-40B4-BE49-F238E27FC236}">
                  <a16:creationId xmlns:a16="http://schemas.microsoft.com/office/drawing/2014/main" id="{92C4D314-7484-496D-A6D5-D8E18ED201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433638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83" name="Line 142">
              <a:extLst>
                <a:ext uri="{FF2B5EF4-FFF2-40B4-BE49-F238E27FC236}">
                  <a16:creationId xmlns:a16="http://schemas.microsoft.com/office/drawing/2014/main" id="{DC02CC20-CAA6-4AAC-877F-D0EFE96AC0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890963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84" name="Line 143">
              <a:extLst>
                <a:ext uri="{FF2B5EF4-FFF2-40B4-BE49-F238E27FC236}">
                  <a16:creationId xmlns:a16="http://schemas.microsoft.com/office/drawing/2014/main" id="{ADEAC4B0-DAC3-4CCA-8328-EE1A195ED9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618038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85" name="Freeform 148">
              <a:extLst>
                <a:ext uri="{FF2B5EF4-FFF2-40B4-BE49-F238E27FC236}">
                  <a16:creationId xmlns:a16="http://schemas.microsoft.com/office/drawing/2014/main" id="{644298F3-7A78-42D9-9035-A8263E0D8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474788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86" name="Freeform 149">
              <a:extLst>
                <a:ext uri="{FF2B5EF4-FFF2-40B4-BE49-F238E27FC236}">
                  <a16:creationId xmlns:a16="http://schemas.microsoft.com/office/drawing/2014/main" id="{3A292D41-924E-4C15-A237-68FD4A50F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1019175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87" name="Line 152">
              <a:extLst>
                <a:ext uri="{FF2B5EF4-FFF2-40B4-BE49-F238E27FC236}">
                  <a16:creationId xmlns:a16="http://schemas.microsoft.com/office/drawing/2014/main" id="{B4EFD03E-A424-4904-81C0-7732146E05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181350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88" name="Line 153">
              <a:extLst>
                <a:ext uri="{FF2B5EF4-FFF2-40B4-BE49-F238E27FC236}">
                  <a16:creationId xmlns:a16="http://schemas.microsoft.com/office/drawing/2014/main" id="{144981FF-0ECD-4DC8-ACB4-C7E6AD5FE1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654425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89" name="Line 154">
              <a:extLst>
                <a:ext uri="{FF2B5EF4-FFF2-40B4-BE49-F238E27FC236}">
                  <a16:creationId xmlns:a16="http://schemas.microsoft.com/office/drawing/2014/main" id="{1B2A533D-6A49-4A33-9AF7-030B6A1720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3417888"/>
              <a:ext cx="2601913" cy="158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90" name="Line 155">
              <a:extLst>
                <a:ext uri="{FF2B5EF4-FFF2-40B4-BE49-F238E27FC236}">
                  <a16:creationId xmlns:a16="http://schemas.microsoft.com/office/drawing/2014/main" id="{F59BA21B-40D6-4B66-B8D2-58C4A2BB0F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17888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91" name="Freeform 156">
              <a:extLst>
                <a:ext uri="{FF2B5EF4-FFF2-40B4-BE49-F238E27FC236}">
                  <a16:creationId xmlns:a16="http://schemas.microsoft.com/office/drawing/2014/main" id="{89022DE4-305D-47B3-8858-C9CD1E774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3402013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92" name="Line 157">
              <a:extLst>
                <a:ext uri="{FF2B5EF4-FFF2-40B4-BE49-F238E27FC236}">
                  <a16:creationId xmlns:a16="http://schemas.microsoft.com/office/drawing/2014/main" id="{E6E34443-67DE-44BE-990D-1E1058781A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65442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93" name="Freeform 158">
              <a:extLst>
                <a:ext uri="{FF2B5EF4-FFF2-40B4-BE49-F238E27FC236}">
                  <a16:creationId xmlns:a16="http://schemas.microsoft.com/office/drawing/2014/main" id="{294EA405-9BE0-4FF8-B4D9-AC4C6AE69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638550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94" name="Line 159">
              <a:extLst>
                <a:ext uri="{FF2B5EF4-FFF2-40B4-BE49-F238E27FC236}">
                  <a16:creationId xmlns:a16="http://schemas.microsoft.com/office/drawing/2014/main" id="{16B8405C-FE7F-475D-BA9C-6593D47CD4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65442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95" name="Freeform 160">
              <a:extLst>
                <a:ext uri="{FF2B5EF4-FFF2-40B4-BE49-F238E27FC236}">
                  <a16:creationId xmlns:a16="http://schemas.microsoft.com/office/drawing/2014/main" id="{5656A736-9140-4D7C-894B-B1E0E564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63855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96" name="Rectangle 161">
              <a:extLst>
                <a:ext uri="{FF2B5EF4-FFF2-40B4-BE49-F238E27FC236}">
                  <a16:creationId xmlns:a16="http://schemas.microsoft.com/office/drawing/2014/main" id="{E0EB013C-B514-425E-AB94-1DCBEB71C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983038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97" name="Rectangle 162">
              <a:extLst>
                <a:ext uri="{FF2B5EF4-FFF2-40B4-BE49-F238E27FC236}">
                  <a16:creationId xmlns:a16="http://schemas.microsoft.com/office/drawing/2014/main" id="{C8665B36-F1C8-4508-B64E-99E7DA0DC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470150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98" name="Rectangle 163">
              <a:extLst>
                <a:ext uri="{FF2B5EF4-FFF2-40B4-BE49-F238E27FC236}">
                  <a16:creationId xmlns:a16="http://schemas.microsoft.com/office/drawing/2014/main" id="{9C4BED62-B40D-4F8F-95BB-8B4CC8DDA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547938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199" name="Rectangle 164">
              <a:extLst>
                <a:ext uri="{FF2B5EF4-FFF2-40B4-BE49-F238E27FC236}">
                  <a16:creationId xmlns:a16="http://schemas.microsoft.com/office/drawing/2014/main" id="{C32D0EF3-BCBC-4FEE-98BF-A8F9EFD72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470150"/>
              <a:ext cx="19050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00" name="Freeform 165">
              <a:extLst>
                <a:ext uri="{FF2B5EF4-FFF2-40B4-BE49-F238E27FC236}">
                  <a16:creationId xmlns:a16="http://schemas.microsoft.com/office/drawing/2014/main" id="{9EBDDF46-0DAF-4E08-BECC-3DC3D1CDA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31654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01" name="Line 169">
              <a:extLst>
                <a:ext uri="{FF2B5EF4-FFF2-40B4-BE49-F238E27FC236}">
                  <a16:creationId xmlns:a16="http://schemas.microsoft.com/office/drawing/2014/main" id="{1A1AE219-D779-4E56-8570-2EB000D35F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573338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02" name="Line 170">
              <a:extLst>
                <a:ext uri="{FF2B5EF4-FFF2-40B4-BE49-F238E27FC236}">
                  <a16:creationId xmlns:a16="http://schemas.microsoft.com/office/drawing/2014/main" id="{0EB70572-ECF0-4B21-9698-5B46207381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890963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03" name="Freeform 171">
              <a:extLst>
                <a:ext uri="{FF2B5EF4-FFF2-40B4-BE49-F238E27FC236}">
                  <a16:creationId xmlns:a16="http://schemas.microsoft.com/office/drawing/2014/main" id="{85019D5A-3E49-47E6-B0D7-3BB79D3E9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890963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04" name="Freeform 172">
              <a:extLst>
                <a:ext uri="{FF2B5EF4-FFF2-40B4-BE49-F238E27FC236}">
                  <a16:creationId xmlns:a16="http://schemas.microsoft.com/office/drawing/2014/main" id="{B7255CAC-8D39-45BA-BD87-C5B717A44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509713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05" name="Freeform 173">
              <a:extLst>
                <a:ext uri="{FF2B5EF4-FFF2-40B4-BE49-F238E27FC236}">
                  <a16:creationId xmlns:a16="http://schemas.microsoft.com/office/drawing/2014/main" id="{3AC81A70-6E0E-4446-B0DE-3F3026FB7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746250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06" name="Freeform 174">
              <a:extLst>
                <a:ext uri="{FF2B5EF4-FFF2-40B4-BE49-F238E27FC236}">
                  <a16:creationId xmlns:a16="http://schemas.microsoft.com/office/drawing/2014/main" id="{6CD8A46B-5DE1-4958-BE5D-B7844DBAA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509713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07" name="Rectangle 175">
              <a:extLst>
                <a:ext uri="{FF2B5EF4-FFF2-40B4-BE49-F238E27FC236}">
                  <a16:creationId xmlns:a16="http://schemas.microsoft.com/office/drawing/2014/main" id="{D612668C-1724-468D-8009-E1A88F96B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547938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08" name="AutoShape 177">
              <a:extLst>
                <a:ext uri="{FF2B5EF4-FFF2-40B4-BE49-F238E27FC236}">
                  <a16:creationId xmlns:a16="http://schemas.microsoft.com/office/drawing/2014/main" id="{4FC34531-C321-4F41-A3A7-FE1447F3051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2013744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09" name="AutoShape 179">
              <a:extLst>
                <a:ext uri="{FF2B5EF4-FFF2-40B4-BE49-F238E27FC236}">
                  <a16:creationId xmlns:a16="http://schemas.microsoft.com/office/drawing/2014/main" id="{681112DB-5D7F-4C17-B4AE-C66332C63DF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2013744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10" name="AutoShape 181">
              <a:extLst>
                <a:ext uri="{FF2B5EF4-FFF2-40B4-BE49-F238E27FC236}">
                  <a16:creationId xmlns:a16="http://schemas.microsoft.com/office/drawing/2014/main" id="{4657D121-412E-4B03-A75E-68110BF5D78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4179888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11" name="AutoShape 183">
              <a:extLst>
                <a:ext uri="{FF2B5EF4-FFF2-40B4-BE49-F238E27FC236}">
                  <a16:creationId xmlns:a16="http://schemas.microsoft.com/office/drawing/2014/main" id="{FACEEA11-3DEA-4A97-ACC3-3F97DFA16CB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4189413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12" name="AutoShape 185">
              <a:extLst>
                <a:ext uri="{FF2B5EF4-FFF2-40B4-BE49-F238E27FC236}">
                  <a16:creationId xmlns:a16="http://schemas.microsoft.com/office/drawing/2014/main" id="{7DC66871-A4B1-4AA6-958D-2D6244B0147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4189413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32213" name="Group 202">
              <a:extLst>
                <a:ext uri="{FF2B5EF4-FFF2-40B4-BE49-F238E27FC236}">
                  <a16:creationId xmlns:a16="http://schemas.microsoft.com/office/drawing/2014/main" id="{5157C207-B18F-457A-8F6D-50F0005B8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4040188"/>
              <a:ext cx="404813" cy="569912"/>
              <a:chOff x="4229" y="1985"/>
              <a:chExt cx="308" cy="430"/>
            </a:xfrm>
          </p:grpSpPr>
          <p:sp>
            <p:nvSpPr>
              <p:cNvPr id="132257" name="Freeform 203">
                <a:extLst>
                  <a:ext uri="{FF2B5EF4-FFF2-40B4-BE49-F238E27FC236}">
                    <a16:creationId xmlns:a16="http://schemas.microsoft.com/office/drawing/2014/main" id="{FB2AC3C8-3302-4564-B834-E253CEBAB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58" name="Freeform 204">
                <a:extLst>
                  <a:ext uri="{FF2B5EF4-FFF2-40B4-BE49-F238E27FC236}">
                    <a16:creationId xmlns:a16="http://schemas.microsoft.com/office/drawing/2014/main" id="{9225BFEB-5227-4739-9CBA-123E20A4D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32259" name="Group 205">
                <a:extLst>
                  <a:ext uri="{FF2B5EF4-FFF2-40B4-BE49-F238E27FC236}">
                    <a16:creationId xmlns:a16="http://schemas.microsoft.com/office/drawing/2014/main" id="{71BACB9C-5998-42AF-AFC5-C8A8E30A6E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32260" name="Freeform 206">
                  <a:extLst>
                    <a:ext uri="{FF2B5EF4-FFF2-40B4-BE49-F238E27FC236}">
                      <a16:creationId xmlns:a16="http://schemas.microsoft.com/office/drawing/2014/main" id="{991375FB-B10B-46A8-9A28-78A5CB8E15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261" name="Freeform 207">
                  <a:extLst>
                    <a:ext uri="{FF2B5EF4-FFF2-40B4-BE49-F238E27FC236}">
                      <a16:creationId xmlns:a16="http://schemas.microsoft.com/office/drawing/2014/main" id="{F09CA8DE-5247-494A-86AB-B038ECEF4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262" name="Freeform 208">
                  <a:extLst>
                    <a:ext uri="{FF2B5EF4-FFF2-40B4-BE49-F238E27FC236}">
                      <a16:creationId xmlns:a16="http://schemas.microsoft.com/office/drawing/2014/main" id="{2FC5FF92-2ACB-4FA4-BACB-5F4D3F8C6F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263" name="Freeform 209">
                  <a:extLst>
                    <a:ext uri="{FF2B5EF4-FFF2-40B4-BE49-F238E27FC236}">
                      <a16:creationId xmlns:a16="http://schemas.microsoft.com/office/drawing/2014/main" id="{FE58497F-77CB-459F-83A8-13855295F2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264" name="Freeform 210">
                  <a:extLst>
                    <a:ext uri="{FF2B5EF4-FFF2-40B4-BE49-F238E27FC236}">
                      <a16:creationId xmlns:a16="http://schemas.microsoft.com/office/drawing/2014/main" id="{866C5C93-F9BB-4749-B2D3-BB2657BEF8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32214" name="Group 229">
              <a:extLst>
                <a:ext uri="{FF2B5EF4-FFF2-40B4-BE49-F238E27FC236}">
                  <a16:creationId xmlns:a16="http://schemas.microsoft.com/office/drawing/2014/main" id="{6B2DF8AE-4188-4CF2-AC46-BC4119C61C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4049713"/>
              <a:ext cx="404812" cy="569912"/>
              <a:chOff x="4229" y="1985"/>
              <a:chExt cx="308" cy="430"/>
            </a:xfrm>
          </p:grpSpPr>
          <p:sp>
            <p:nvSpPr>
              <p:cNvPr id="132249" name="Freeform 230">
                <a:extLst>
                  <a:ext uri="{FF2B5EF4-FFF2-40B4-BE49-F238E27FC236}">
                    <a16:creationId xmlns:a16="http://schemas.microsoft.com/office/drawing/2014/main" id="{80714064-0E8F-4211-B6FF-07D77E082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50" name="Freeform 231">
                <a:extLst>
                  <a:ext uri="{FF2B5EF4-FFF2-40B4-BE49-F238E27FC236}">
                    <a16:creationId xmlns:a16="http://schemas.microsoft.com/office/drawing/2014/main" id="{1C57ECB7-2DE7-4652-8B83-573B21A42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32251" name="Group 232">
                <a:extLst>
                  <a:ext uri="{FF2B5EF4-FFF2-40B4-BE49-F238E27FC236}">
                    <a16:creationId xmlns:a16="http://schemas.microsoft.com/office/drawing/2014/main" id="{F574E5BD-259E-49F8-8CE9-76A86299FB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32252" name="Freeform 233">
                  <a:extLst>
                    <a:ext uri="{FF2B5EF4-FFF2-40B4-BE49-F238E27FC236}">
                      <a16:creationId xmlns:a16="http://schemas.microsoft.com/office/drawing/2014/main" id="{55A28209-2945-413F-B228-55682F18F6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253" name="Freeform 234">
                  <a:extLst>
                    <a:ext uri="{FF2B5EF4-FFF2-40B4-BE49-F238E27FC236}">
                      <a16:creationId xmlns:a16="http://schemas.microsoft.com/office/drawing/2014/main" id="{C1AA6529-E264-439A-BCFE-5824CB9471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254" name="Freeform 235">
                  <a:extLst>
                    <a:ext uri="{FF2B5EF4-FFF2-40B4-BE49-F238E27FC236}">
                      <a16:creationId xmlns:a16="http://schemas.microsoft.com/office/drawing/2014/main" id="{94DFE9D5-6616-4E8C-A64A-85ED3DB1C0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255" name="Freeform 236">
                  <a:extLst>
                    <a:ext uri="{FF2B5EF4-FFF2-40B4-BE49-F238E27FC236}">
                      <a16:creationId xmlns:a16="http://schemas.microsoft.com/office/drawing/2014/main" id="{EF674B7C-83F8-4EB4-B8FB-BC37596BE5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256" name="Freeform 237">
                  <a:extLst>
                    <a:ext uri="{FF2B5EF4-FFF2-40B4-BE49-F238E27FC236}">
                      <a16:creationId xmlns:a16="http://schemas.microsoft.com/office/drawing/2014/main" id="{36A7E16F-C0C2-4A9C-91EA-C8F1F1D921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32215" name="Group 244">
              <a:extLst>
                <a:ext uri="{FF2B5EF4-FFF2-40B4-BE49-F238E27FC236}">
                  <a16:creationId xmlns:a16="http://schemas.microsoft.com/office/drawing/2014/main" id="{1E06E6ED-F2A8-4B76-B5C9-3E214B717C0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998662"/>
              <a:ext cx="514350" cy="403225"/>
              <a:chOff x="3450" y="1331"/>
              <a:chExt cx="321" cy="252"/>
            </a:xfrm>
          </p:grpSpPr>
          <p:sp>
            <p:nvSpPr>
              <p:cNvPr id="132244" name="Freeform 245">
                <a:extLst>
                  <a:ext uri="{FF2B5EF4-FFF2-40B4-BE49-F238E27FC236}">
                    <a16:creationId xmlns:a16="http://schemas.microsoft.com/office/drawing/2014/main" id="{AAAB7565-AEC1-4AAA-AEBD-3D46248DC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45" name="Freeform 246">
                <a:extLst>
                  <a:ext uri="{FF2B5EF4-FFF2-40B4-BE49-F238E27FC236}">
                    <a16:creationId xmlns:a16="http://schemas.microsoft.com/office/drawing/2014/main" id="{385A0B02-705F-4722-BC22-D2B11C2B6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46" name="Freeform 247">
                <a:extLst>
                  <a:ext uri="{FF2B5EF4-FFF2-40B4-BE49-F238E27FC236}">
                    <a16:creationId xmlns:a16="http://schemas.microsoft.com/office/drawing/2014/main" id="{0D3E3CFB-90C6-46CD-AF41-D6D199717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47" name="Freeform 248">
                <a:extLst>
                  <a:ext uri="{FF2B5EF4-FFF2-40B4-BE49-F238E27FC236}">
                    <a16:creationId xmlns:a16="http://schemas.microsoft.com/office/drawing/2014/main" id="{691A2312-17B7-44C4-8FB1-D1093504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48" name="Freeform 249">
                <a:extLst>
                  <a:ext uri="{FF2B5EF4-FFF2-40B4-BE49-F238E27FC236}">
                    <a16:creationId xmlns:a16="http://schemas.microsoft.com/office/drawing/2014/main" id="{3DB42EF8-E99F-4834-B4F7-FEAD9271D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2216" name="Group 256">
              <a:extLst>
                <a:ext uri="{FF2B5EF4-FFF2-40B4-BE49-F238E27FC236}">
                  <a16:creationId xmlns:a16="http://schemas.microsoft.com/office/drawing/2014/main" id="{64266975-4D87-4223-B798-82217B1774CA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5121275"/>
              <a:ext cx="514350" cy="403225"/>
              <a:chOff x="3450" y="1331"/>
              <a:chExt cx="321" cy="252"/>
            </a:xfrm>
          </p:grpSpPr>
          <p:sp>
            <p:nvSpPr>
              <p:cNvPr id="132239" name="Freeform 257">
                <a:extLst>
                  <a:ext uri="{FF2B5EF4-FFF2-40B4-BE49-F238E27FC236}">
                    <a16:creationId xmlns:a16="http://schemas.microsoft.com/office/drawing/2014/main" id="{8FEC2021-4CC8-42FD-B2A2-9904F7E81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40" name="Freeform 258">
                <a:extLst>
                  <a:ext uri="{FF2B5EF4-FFF2-40B4-BE49-F238E27FC236}">
                    <a16:creationId xmlns:a16="http://schemas.microsoft.com/office/drawing/2014/main" id="{C6E060EF-AA50-477C-BAB8-C5EBF4E65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41" name="Freeform 259">
                <a:extLst>
                  <a:ext uri="{FF2B5EF4-FFF2-40B4-BE49-F238E27FC236}">
                    <a16:creationId xmlns:a16="http://schemas.microsoft.com/office/drawing/2014/main" id="{49855AFC-7376-4F3D-912F-F6ABD9E6B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42" name="Freeform 260">
                <a:extLst>
                  <a:ext uri="{FF2B5EF4-FFF2-40B4-BE49-F238E27FC236}">
                    <a16:creationId xmlns:a16="http://schemas.microsoft.com/office/drawing/2014/main" id="{65C423B6-F561-4916-A451-00B4EDD6B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43" name="Freeform 261">
                <a:extLst>
                  <a:ext uri="{FF2B5EF4-FFF2-40B4-BE49-F238E27FC236}">
                    <a16:creationId xmlns:a16="http://schemas.microsoft.com/office/drawing/2014/main" id="{6DDF5F75-AD1A-4FFD-AD21-03051EEB6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2217" name="Group 274">
              <a:extLst>
                <a:ext uri="{FF2B5EF4-FFF2-40B4-BE49-F238E27FC236}">
                  <a16:creationId xmlns:a16="http://schemas.microsoft.com/office/drawing/2014/main" id="{75AF7D7A-7640-48B1-B2D5-329B5F21B73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5119687"/>
              <a:ext cx="514350" cy="403225"/>
              <a:chOff x="3450" y="1331"/>
              <a:chExt cx="321" cy="252"/>
            </a:xfrm>
          </p:grpSpPr>
          <p:sp>
            <p:nvSpPr>
              <p:cNvPr id="132234" name="Freeform 275">
                <a:extLst>
                  <a:ext uri="{FF2B5EF4-FFF2-40B4-BE49-F238E27FC236}">
                    <a16:creationId xmlns:a16="http://schemas.microsoft.com/office/drawing/2014/main" id="{0FB5ACC9-BC57-40B2-B498-42553DDAA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35" name="Freeform 276">
                <a:extLst>
                  <a:ext uri="{FF2B5EF4-FFF2-40B4-BE49-F238E27FC236}">
                    <a16:creationId xmlns:a16="http://schemas.microsoft.com/office/drawing/2014/main" id="{B252EA07-2485-40EB-8F70-0675E6E63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36" name="Freeform 277">
                <a:extLst>
                  <a:ext uri="{FF2B5EF4-FFF2-40B4-BE49-F238E27FC236}">
                    <a16:creationId xmlns:a16="http://schemas.microsoft.com/office/drawing/2014/main" id="{E5AA642E-3CB5-4C36-A836-8E2E3C297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37" name="Freeform 278">
                <a:extLst>
                  <a:ext uri="{FF2B5EF4-FFF2-40B4-BE49-F238E27FC236}">
                    <a16:creationId xmlns:a16="http://schemas.microsoft.com/office/drawing/2014/main" id="{7A6092C2-1733-4F16-939F-03A871D28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38" name="Freeform 279">
                <a:extLst>
                  <a:ext uri="{FF2B5EF4-FFF2-40B4-BE49-F238E27FC236}">
                    <a16:creationId xmlns:a16="http://schemas.microsoft.com/office/drawing/2014/main" id="{5734AF03-3C72-46A5-818C-673875C5B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2218" name="Group 286">
              <a:extLst>
                <a:ext uri="{FF2B5EF4-FFF2-40B4-BE49-F238E27FC236}">
                  <a16:creationId xmlns:a16="http://schemas.microsoft.com/office/drawing/2014/main" id="{6B8A2835-3D01-4045-98D6-CD055A36076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997075"/>
              <a:ext cx="514350" cy="403225"/>
              <a:chOff x="3450" y="1331"/>
              <a:chExt cx="321" cy="252"/>
            </a:xfrm>
          </p:grpSpPr>
          <p:sp>
            <p:nvSpPr>
              <p:cNvPr id="132229" name="Freeform 287">
                <a:extLst>
                  <a:ext uri="{FF2B5EF4-FFF2-40B4-BE49-F238E27FC236}">
                    <a16:creationId xmlns:a16="http://schemas.microsoft.com/office/drawing/2014/main" id="{57D8470E-DCF0-4C25-8D4F-6312D30F7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30" name="Freeform 288">
                <a:extLst>
                  <a:ext uri="{FF2B5EF4-FFF2-40B4-BE49-F238E27FC236}">
                    <a16:creationId xmlns:a16="http://schemas.microsoft.com/office/drawing/2014/main" id="{9C00BFF8-AE07-402E-931E-5EADDDE87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31" name="Freeform 289">
                <a:extLst>
                  <a:ext uri="{FF2B5EF4-FFF2-40B4-BE49-F238E27FC236}">
                    <a16:creationId xmlns:a16="http://schemas.microsoft.com/office/drawing/2014/main" id="{C84A8034-394C-497F-84F4-939DA4C84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32" name="Freeform 290">
                <a:extLst>
                  <a:ext uri="{FF2B5EF4-FFF2-40B4-BE49-F238E27FC236}">
                    <a16:creationId xmlns:a16="http://schemas.microsoft.com/office/drawing/2014/main" id="{97E0049D-54C7-4DDB-A4DC-3CC9D5085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32233" name="Freeform 291">
                <a:extLst>
                  <a:ext uri="{FF2B5EF4-FFF2-40B4-BE49-F238E27FC236}">
                    <a16:creationId xmlns:a16="http://schemas.microsoft.com/office/drawing/2014/main" id="{A9A9F25F-883E-46CD-A728-CB31EBBA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32219" name="Line 28">
              <a:extLst>
                <a:ext uri="{FF2B5EF4-FFF2-40B4-BE49-F238E27FC236}">
                  <a16:creationId xmlns:a16="http://schemas.microsoft.com/office/drawing/2014/main" id="{48B0530E-6AE3-463F-AB54-E0F3BC69BD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7188" y="4606317"/>
              <a:ext cx="1587" cy="1554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20" name="Freeform 230">
              <a:extLst>
                <a:ext uri="{FF2B5EF4-FFF2-40B4-BE49-F238E27FC236}">
                  <a16:creationId xmlns:a16="http://schemas.microsoft.com/office/drawing/2014/main" id="{CC566466-B347-49A2-8124-9FECF1FD8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37" y="4027976"/>
              <a:ext cx="198463" cy="58317"/>
            </a:xfrm>
            <a:custGeom>
              <a:avLst/>
              <a:gdLst>
                <a:gd name="T0" fmla="*/ 2147483646 w 302"/>
                <a:gd name="T1" fmla="*/ 0 h 89"/>
                <a:gd name="T2" fmla="*/ 2147483646 w 302"/>
                <a:gd name="T3" fmla="*/ 0 h 89"/>
                <a:gd name="T4" fmla="*/ 2147483646 w 302"/>
                <a:gd name="T5" fmla="*/ 0 h 89"/>
                <a:gd name="T6" fmla="*/ 2147483646 w 302"/>
                <a:gd name="T7" fmla="*/ 0 h 89"/>
                <a:gd name="T8" fmla="*/ 2147483646 w 302"/>
                <a:gd name="T9" fmla="*/ 0 h 89"/>
                <a:gd name="T10" fmla="*/ 2147483646 w 302"/>
                <a:gd name="T11" fmla="*/ 0 h 89"/>
                <a:gd name="T12" fmla="*/ 2147483646 w 302"/>
                <a:gd name="T13" fmla="*/ 0 h 89"/>
                <a:gd name="T14" fmla="*/ 2147483646 w 302"/>
                <a:gd name="T15" fmla="*/ 0 h 89"/>
                <a:gd name="T16" fmla="*/ 2147483646 w 302"/>
                <a:gd name="T17" fmla="*/ 0 h 89"/>
                <a:gd name="T18" fmla="*/ 2147483646 w 302"/>
                <a:gd name="T19" fmla="*/ 0 h 89"/>
                <a:gd name="T20" fmla="*/ 2147483646 w 302"/>
                <a:gd name="T21" fmla="*/ 0 h 89"/>
                <a:gd name="T22" fmla="*/ 2147483646 w 302"/>
                <a:gd name="T23" fmla="*/ 0 h 89"/>
                <a:gd name="T24" fmla="*/ 2147483646 w 302"/>
                <a:gd name="T25" fmla="*/ 0 h 89"/>
                <a:gd name="T26" fmla="*/ 2147483646 w 302"/>
                <a:gd name="T27" fmla="*/ 0 h 89"/>
                <a:gd name="T28" fmla="*/ 2147483646 w 302"/>
                <a:gd name="T29" fmla="*/ 0 h 89"/>
                <a:gd name="T30" fmla="*/ 2147483646 w 302"/>
                <a:gd name="T31" fmla="*/ 0 h 89"/>
                <a:gd name="T32" fmla="*/ 2147483646 w 302"/>
                <a:gd name="T33" fmla="*/ 0 h 89"/>
                <a:gd name="T34" fmla="*/ 2147483646 w 302"/>
                <a:gd name="T35" fmla="*/ 0 h 89"/>
                <a:gd name="T36" fmla="*/ 2147483646 w 302"/>
                <a:gd name="T37" fmla="*/ 0 h 89"/>
                <a:gd name="T38" fmla="*/ 2147483646 w 302"/>
                <a:gd name="T39" fmla="*/ 0 h 89"/>
                <a:gd name="T40" fmla="*/ 2147483646 w 302"/>
                <a:gd name="T41" fmla="*/ 0 h 89"/>
                <a:gd name="T42" fmla="*/ 2147483646 w 302"/>
                <a:gd name="T43" fmla="*/ 0 h 89"/>
                <a:gd name="T44" fmla="*/ 2147483646 w 302"/>
                <a:gd name="T45" fmla="*/ 0 h 89"/>
                <a:gd name="T46" fmla="*/ 2147483646 w 302"/>
                <a:gd name="T47" fmla="*/ 0 h 89"/>
                <a:gd name="T48" fmla="*/ 2147483646 w 302"/>
                <a:gd name="T49" fmla="*/ 0 h 89"/>
                <a:gd name="T50" fmla="*/ 2147483646 w 302"/>
                <a:gd name="T51" fmla="*/ 0 h 89"/>
                <a:gd name="T52" fmla="*/ 2147483646 w 302"/>
                <a:gd name="T53" fmla="*/ 0 h 89"/>
                <a:gd name="T54" fmla="*/ 2147483646 w 302"/>
                <a:gd name="T55" fmla="*/ 0 h 89"/>
                <a:gd name="T56" fmla="*/ 2147483646 w 302"/>
                <a:gd name="T57" fmla="*/ 0 h 89"/>
                <a:gd name="T58" fmla="*/ 2147483646 w 302"/>
                <a:gd name="T59" fmla="*/ 0 h 89"/>
                <a:gd name="T60" fmla="*/ 2147483646 w 302"/>
                <a:gd name="T61" fmla="*/ 0 h 89"/>
                <a:gd name="T62" fmla="*/ 2147483646 w 302"/>
                <a:gd name="T63" fmla="*/ 0 h 89"/>
                <a:gd name="T64" fmla="*/ 2147483646 w 302"/>
                <a:gd name="T65" fmla="*/ 0 h 89"/>
                <a:gd name="T66" fmla="*/ 2147483646 w 302"/>
                <a:gd name="T67" fmla="*/ 0 h 89"/>
                <a:gd name="T68" fmla="*/ 2147483646 w 302"/>
                <a:gd name="T69" fmla="*/ 0 h 89"/>
                <a:gd name="T70" fmla="*/ 2147483646 w 302"/>
                <a:gd name="T71" fmla="*/ 0 h 89"/>
                <a:gd name="T72" fmla="*/ 2147483646 w 302"/>
                <a:gd name="T73" fmla="*/ 0 h 89"/>
                <a:gd name="T74" fmla="*/ 2147483646 w 302"/>
                <a:gd name="T75" fmla="*/ 0 h 89"/>
                <a:gd name="T76" fmla="*/ 2147483646 w 302"/>
                <a:gd name="T77" fmla="*/ 0 h 89"/>
                <a:gd name="T78" fmla="*/ 2147483646 w 302"/>
                <a:gd name="T79" fmla="*/ 0 h 89"/>
                <a:gd name="T80" fmla="*/ 2147483646 w 302"/>
                <a:gd name="T81" fmla="*/ 0 h 89"/>
                <a:gd name="T82" fmla="*/ 2147483646 w 302"/>
                <a:gd name="T83" fmla="*/ 0 h 89"/>
                <a:gd name="T84" fmla="*/ 2147483646 w 302"/>
                <a:gd name="T85" fmla="*/ 0 h 89"/>
                <a:gd name="T86" fmla="*/ 2147483646 w 302"/>
                <a:gd name="T87" fmla="*/ 0 h 89"/>
                <a:gd name="T88" fmla="*/ 2147483646 w 302"/>
                <a:gd name="T89" fmla="*/ 0 h 89"/>
                <a:gd name="T90" fmla="*/ 2147483646 w 302"/>
                <a:gd name="T91" fmla="*/ 0 h 89"/>
                <a:gd name="T92" fmla="*/ 2147483646 w 302"/>
                <a:gd name="T93" fmla="*/ 0 h 89"/>
                <a:gd name="T94" fmla="*/ 2147483646 w 302"/>
                <a:gd name="T95" fmla="*/ 0 h 89"/>
                <a:gd name="T96" fmla="*/ 2147483646 w 302"/>
                <a:gd name="T97" fmla="*/ 0 h 89"/>
                <a:gd name="T98" fmla="*/ 2147483646 w 302"/>
                <a:gd name="T99" fmla="*/ 0 h 89"/>
                <a:gd name="T100" fmla="*/ 2147483646 w 302"/>
                <a:gd name="T101" fmla="*/ 0 h 89"/>
                <a:gd name="T102" fmla="*/ 2147483646 w 302"/>
                <a:gd name="T103" fmla="*/ 0 h 89"/>
                <a:gd name="T104" fmla="*/ 2147483646 w 302"/>
                <a:gd name="T105" fmla="*/ 0 h 89"/>
                <a:gd name="T106" fmla="*/ 2147483646 w 302"/>
                <a:gd name="T107" fmla="*/ 0 h 89"/>
                <a:gd name="T108" fmla="*/ 2147483646 w 302"/>
                <a:gd name="T109" fmla="*/ 0 h 89"/>
                <a:gd name="T110" fmla="*/ 2147483646 w 302"/>
                <a:gd name="T111" fmla="*/ 0 h 89"/>
                <a:gd name="T112" fmla="*/ 2147483646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21" name="Freeform 231">
              <a:extLst>
                <a:ext uri="{FF2B5EF4-FFF2-40B4-BE49-F238E27FC236}">
                  <a16:creationId xmlns:a16="http://schemas.microsoft.com/office/drawing/2014/main" id="{1F63643B-27D3-4AE5-B89A-74BFEBC32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503" y="4027976"/>
              <a:ext cx="198463" cy="58317"/>
            </a:xfrm>
            <a:custGeom>
              <a:avLst/>
              <a:gdLst>
                <a:gd name="T0" fmla="*/ 2147483646 w 301"/>
                <a:gd name="T1" fmla="*/ 0 h 89"/>
                <a:gd name="T2" fmla="*/ 2147483646 w 301"/>
                <a:gd name="T3" fmla="*/ 0 h 89"/>
                <a:gd name="T4" fmla="*/ 2147483646 w 301"/>
                <a:gd name="T5" fmla="*/ 0 h 89"/>
                <a:gd name="T6" fmla="*/ 2147483646 w 301"/>
                <a:gd name="T7" fmla="*/ 0 h 89"/>
                <a:gd name="T8" fmla="*/ 2147483646 w 301"/>
                <a:gd name="T9" fmla="*/ 0 h 89"/>
                <a:gd name="T10" fmla="*/ 2147483646 w 301"/>
                <a:gd name="T11" fmla="*/ 0 h 89"/>
                <a:gd name="T12" fmla="*/ 2147483646 w 301"/>
                <a:gd name="T13" fmla="*/ 0 h 89"/>
                <a:gd name="T14" fmla="*/ 2147483646 w 301"/>
                <a:gd name="T15" fmla="*/ 0 h 89"/>
                <a:gd name="T16" fmla="*/ 2147483646 w 301"/>
                <a:gd name="T17" fmla="*/ 0 h 89"/>
                <a:gd name="T18" fmla="*/ 2147483646 w 301"/>
                <a:gd name="T19" fmla="*/ 0 h 89"/>
                <a:gd name="T20" fmla="*/ 2147483646 w 301"/>
                <a:gd name="T21" fmla="*/ 0 h 89"/>
                <a:gd name="T22" fmla="*/ 2147483646 w 301"/>
                <a:gd name="T23" fmla="*/ 0 h 89"/>
                <a:gd name="T24" fmla="*/ 2147483646 w 301"/>
                <a:gd name="T25" fmla="*/ 0 h 89"/>
                <a:gd name="T26" fmla="*/ 2147483646 w 301"/>
                <a:gd name="T27" fmla="*/ 0 h 89"/>
                <a:gd name="T28" fmla="*/ 2147483646 w 301"/>
                <a:gd name="T29" fmla="*/ 0 h 89"/>
                <a:gd name="T30" fmla="*/ 2147483646 w 301"/>
                <a:gd name="T31" fmla="*/ 0 h 89"/>
                <a:gd name="T32" fmla="*/ 2147483646 w 301"/>
                <a:gd name="T33" fmla="*/ 0 h 89"/>
                <a:gd name="T34" fmla="*/ 2147483646 w 301"/>
                <a:gd name="T35" fmla="*/ 0 h 89"/>
                <a:gd name="T36" fmla="*/ 2147483646 w 301"/>
                <a:gd name="T37" fmla="*/ 0 h 89"/>
                <a:gd name="T38" fmla="*/ 2147483646 w 301"/>
                <a:gd name="T39" fmla="*/ 0 h 89"/>
                <a:gd name="T40" fmla="*/ 2147483646 w 301"/>
                <a:gd name="T41" fmla="*/ 0 h 89"/>
                <a:gd name="T42" fmla="*/ 2147483646 w 301"/>
                <a:gd name="T43" fmla="*/ 0 h 89"/>
                <a:gd name="T44" fmla="*/ 2147483646 w 301"/>
                <a:gd name="T45" fmla="*/ 0 h 89"/>
                <a:gd name="T46" fmla="*/ 2147483646 w 301"/>
                <a:gd name="T47" fmla="*/ 0 h 89"/>
                <a:gd name="T48" fmla="*/ 2147483646 w 301"/>
                <a:gd name="T49" fmla="*/ 0 h 89"/>
                <a:gd name="T50" fmla="*/ 2147483646 w 301"/>
                <a:gd name="T51" fmla="*/ 0 h 89"/>
                <a:gd name="T52" fmla="*/ 2147483646 w 301"/>
                <a:gd name="T53" fmla="*/ 0 h 89"/>
                <a:gd name="T54" fmla="*/ 2147483646 w 301"/>
                <a:gd name="T55" fmla="*/ 0 h 89"/>
                <a:gd name="T56" fmla="*/ 2147483646 w 301"/>
                <a:gd name="T57" fmla="*/ 0 h 89"/>
                <a:gd name="T58" fmla="*/ 2147483646 w 301"/>
                <a:gd name="T59" fmla="*/ 0 h 89"/>
                <a:gd name="T60" fmla="*/ 2147483646 w 301"/>
                <a:gd name="T61" fmla="*/ 0 h 89"/>
                <a:gd name="T62" fmla="*/ 2147483646 w 301"/>
                <a:gd name="T63" fmla="*/ 0 h 89"/>
                <a:gd name="T64" fmla="*/ 2147483646 w 301"/>
                <a:gd name="T65" fmla="*/ 0 h 89"/>
                <a:gd name="T66" fmla="*/ 2147483646 w 301"/>
                <a:gd name="T67" fmla="*/ 0 h 89"/>
                <a:gd name="T68" fmla="*/ 2147483646 w 301"/>
                <a:gd name="T69" fmla="*/ 0 h 89"/>
                <a:gd name="T70" fmla="*/ 2147483646 w 301"/>
                <a:gd name="T71" fmla="*/ 0 h 89"/>
                <a:gd name="T72" fmla="*/ 2147483646 w 301"/>
                <a:gd name="T73" fmla="*/ 0 h 89"/>
                <a:gd name="T74" fmla="*/ 2147483646 w 301"/>
                <a:gd name="T75" fmla="*/ 0 h 89"/>
                <a:gd name="T76" fmla="*/ 2147483646 w 301"/>
                <a:gd name="T77" fmla="*/ 0 h 89"/>
                <a:gd name="T78" fmla="*/ 2147483646 w 301"/>
                <a:gd name="T79" fmla="*/ 0 h 89"/>
                <a:gd name="T80" fmla="*/ 2147483646 w 301"/>
                <a:gd name="T81" fmla="*/ 0 h 89"/>
                <a:gd name="T82" fmla="*/ 2147483646 w 301"/>
                <a:gd name="T83" fmla="*/ 0 h 89"/>
                <a:gd name="T84" fmla="*/ 2147483646 w 301"/>
                <a:gd name="T85" fmla="*/ 0 h 89"/>
                <a:gd name="T86" fmla="*/ 2147483646 w 301"/>
                <a:gd name="T87" fmla="*/ 0 h 89"/>
                <a:gd name="T88" fmla="*/ 2147483646 w 301"/>
                <a:gd name="T89" fmla="*/ 0 h 89"/>
                <a:gd name="T90" fmla="*/ 2147483646 w 301"/>
                <a:gd name="T91" fmla="*/ 0 h 89"/>
                <a:gd name="T92" fmla="*/ 2147483646 w 301"/>
                <a:gd name="T93" fmla="*/ 0 h 89"/>
                <a:gd name="T94" fmla="*/ 2147483646 w 301"/>
                <a:gd name="T95" fmla="*/ 0 h 89"/>
                <a:gd name="T96" fmla="*/ 2147483646 w 301"/>
                <a:gd name="T97" fmla="*/ 0 h 89"/>
                <a:gd name="T98" fmla="*/ 2147483646 w 301"/>
                <a:gd name="T99" fmla="*/ 0 h 89"/>
                <a:gd name="T100" fmla="*/ 2147483646 w 301"/>
                <a:gd name="T101" fmla="*/ 0 h 89"/>
                <a:gd name="T102" fmla="*/ 2147483646 w 301"/>
                <a:gd name="T103" fmla="*/ 0 h 89"/>
                <a:gd name="T104" fmla="*/ 2147483646 w 301"/>
                <a:gd name="T105" fmla="*/ 0 h 89"/>
                <a:gd name="T106" fmla="*/ 2147483646 w 301"/>
                <a:gd name="T107" fmla="*/ 0 h 89"/>
                <a:gd name="T108" fmla="*/ 2147483646 w 301"/>
                <a:gd name="T109" fmla="*/ 0 h 89"/>
                <a:gd name="T110" fmla="*/ 2147483646 w 301"/>
                <a:gd name="T111" fmla="*/ 0 h 89"/>
                <a:gd name="T112" fmla="*/ 2147483646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22" name="Freeform 234">
              <a:extLst>
                <a:ext uri="{FF2B5EF4-FFF2-40B4-BE49-F238E27FC236}">
                  <a16:creationId xmlns:a16="http://schemas.microsoft.com/office/drawing/2014/main" id="{0D0BF568-3197-44A8-A0D0-238CD031A0C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80748" y="4246469"/>
              <a:ext cx="492384" cy="199193"/>
            </a:xfrm>
            <a:custGeom>
              <a:avLst/>
              <a:gdLst>
                <a:gd name="T0" fmla="*/ 2147483646 w 625"/>
                <a:gd name="T1" fmla="*/ 0 h 249"/>
                <a:gd name="T2" fmla="*/ 2147483646 w 625"/>
                <a:gd name="T3" fmla="*/ 0 h 249"/>
                <a:gd name="T4" fmla="*/ 2147483646 w 625"/>
                <a:gd name="T5" fmla="*/ 0 h 249"/>
                <a:gd name="T6" fmla="*/ 2147483646 w 625"/>
                <a:gd name="T7" fmla="*/ 0 h 249"/>
                <a:gd name="T8" fmla="*/ 2147483646 w 625"/>
                <a:gd name="T9" fmla="*/ 0 h 249"/>
                <a:gd name="T10" fmla="*/ 2147483646 w 625"/>
                <a:gd name="T11" fmla="*/ 0 h 249"/>
                <a:gd name="T12" fmla="*/ 2147483646 w 625"/>
                <a:gd name="T13" fmla="*/ 0 h 249"/>
                <a:gd name="T14" fmla="*/ 2147483646 w 625"/>
                <a:gd name="T15" fmla="*/ 0 h 249"/>
                <a:gd name="T16" fmla="*/ 2147483646 w 625"/>
                <a:gd name="T17" fmla="*/ 0 h 249"/>
                <a:gd name="T18" fmla="*/ 2147483646 w 625"/>
                <a:gd name="T19" fmla="*/ 0 h 249"/>
                <a:gd name="T20" fmla="*/ 2147483646 w 625"/>
                <a:gd name="T21" fmla="*/ 0 h 249"/>
                <a:gd name="T22" fmla="*/ 2147483646 w 625"/>
                <a:gd name="T23" fmla="*/ 0 h 249"/>
                <a:gd name="T24" fmla="*/ 2147483646 w 625"/>
                <a:gd name="T25" fmla="*/ 0 h 249"/>
                <a:gd name="T26" fmla="*/ 2147483646 w 625"/>
                <a:gd name="T27" fmla="*/ 0 h 249"/>
                <a:gd name="T28" fmla="*/ 2147483646 w 625"/>
                <a:gd name="T29" fmla="*/ 0 h 249"/>
                <a:gd name="T30" fmla="*/ 2147483646 w 625"/>
                <a:gd name="T31" fmla="*/ 0 h 249"/>
                <a:gd name="T32" fmla="*/ 2147483646 w 625"/>
                <a:gd name="T33" fmla="*/ 0 h 249"/>
                <a:gd name="T34" fmla="*/ 2147483646 w 625"/>
                <a:gd name="T35" fmla="*/ 0 h 249"/>
                <a:gd name="T36" fmla="*/ 2147483646 w 625"/>
                <a:gd name="T37" fmla="*/ 0 h 249"/>
                <a:gd name="T38" fmla="*/ 2147483646 w 625"/>
                <a:gd name="T39" fmla="*/ 0 h 249"/>
                <a:gd name="T40" fmla="*/ 2147483646 w 625"/>
                <a:gd name="T41" fmla="*/ 0 h 249"/>
                <a:gd name="T42" fmla="*/ 2147483646 w 625"/>
                <a:gd name="T43" fmla="*/ 0 h 249"/>
                <a:gd name="T44" fmla="*/ 2147483646 w 625"/>
                <a:gd name="T45" fmla="*/ 0 h 249"/>
                <a:gd name="T46" fmla="*/ 2147483646 w 625"/>
                <a:gd name="T47" fmla="*/ 0 h 249"/>
                <a:gd name="T48" fmla="*/ 2147483646 w 625"/>
                <a:gd name="T49" fmla="*/ 0 h 249"/>
                <a:gd name="T50" fmla="*/ 2147483646 w 625"/>
                <a:gd name="T51" fmla="*/ 0 h 249"/>
                <a:gd name="T52" fmla="*/ 2147483646 w 625"/>
                <a:gd name="T53" fmla="*/ 0 h 249"/>
                <a:gd name="T54" fmla="*/ 2147483646 w 625"/>
                <a:gd name="T55" fmla="*/ 0 h 249"/>
                <a:gd name="T56" fmla="*/ 2147483646 w 625"/>
                <a:gd name="T57" fmla="*/ 0 h 249"/>
                <a:gd name="T58" fmla="*/ 2147483646 w 625"/>
                <a:gd name="T59" fmla="*/ 0 h 249"/>
                <a:gd name="T60" fmla="*/ 2147483646 w 625"/>
                <a:gd name="T61" fmla="*/ 0 h 249"/>
                <a:gd name="T62" fmla="*/ 2147483646 w 625"/>
                <a:gd name="T63" fmla="*/ 0 h 249"/>
                <a:gd name="T64" fmla="*/ 2147483646 w 625"/>
                <a:gd name="T65" fmla="*/ 0 h 249"/>
                <a:gd name="T66" fmla="*/ 2147483646 w 625"/>
                <a:gd name="T67" fmla="*/ 0 h 249"/>
                <a:gd name="T68" fmla="*/ 2147483646 w 625"/>
                <a:gd name="T69" fmla="*/ 0 h 249"/>
                <a:gd name="T70" fmla="*/ 2147483646 w 625"/>
                <a:gd name="T71" fmla="*/ 0 h 249"/>
                <a:gd name="T72" fmla="*/ 2147483646 w 625"/>
                <a:gd name="T73" fmla="*/ 0 h 249"/>
                <a:gd name="T74" fmla="*/ 2147483646 w 625"/>
                <a:gd name="T75" fmla="*/ 0 h 249"/>
                <a:gd name="T76" fmla="*/ 2147483646 w 625"/>
                <a:gd name="T77" fmla="*/ 0 h 249"/>
                <a:gd name="T78" fmla="*/ 2147483646 w 625"/>
                <a:gd name="T79" fmla="*/ 0 h 249"/>
                <a:gd name="T80" fmla="*/ 2147483646 w 625"/>
                <a:gd name="T81" fmla="*/ 0 h 249"/>
                <a:gd name="T82" fmla="*/ 2147483646 w 625"/>
                <a:gd name="T83" fmla="*/ 0 h 249"/>
                <a:gd name="T84" fmla="*/ 2147483646 w 625"/>
                <a:gd name="T85" fmla="*/ 0 h 249"/>
                <a:gd name="T86" fmla="*/ 2147483646 w 625"/>
                <a:gd name="T87" fmla="*/ 0 h 249"/>
                <a:gd name="T88" fmla="*/ 2147483646 w 625"/>
                <a:gd name="T89" fmla="*/ 0 h 249"/>
                <a:gd name="T90" fmla="*/ 2147483646 w 625"/>
                <a:gd name="T91" fmla="*/ 0 h 249"/>
                <a:gd name="T92" fmla="*/ 2147483646 w 625"/>
                <a:gd name="T93" fmla="*/ 0 h 249"/>
                <a:gd name="T94" fmla="*/ 2147483646 w 625"/>
                <a:gd name="T95" fmla="*/ 0 h 249"/>
                <a:gd name="T96" fmla="*/ 2147483646 w 625"/>
                <a:gd name="T97" fmla="*/ 0 h 249"/>
                <a:gd name="T98" fmla="*/ 2147483646 w 625"/>
                <a:gd name="T99" fmla="*/ 0 h 249"/>
                <a:gd name="T100" fmla="*/ 2147483646 w 625"/>
                <a:gd name="T101" fmla="*/ 0 h 249"/>
                <a:gd name="T102" fmla="*/ 2147483646 w 625"/>
                <a:gd name="T103" fmla="*/ 0 h 249"/>
                <a:gd name="T104" fmla="*/ 2147483646 w 625"/>
                <a:gd name="T105" fmla="*/ 0 h 249"/>
                <a:gd name="T106" fmla="*/ 2147483646 w 625"/>
                <a:gd name="T107" fmla="*/ 0 h 249"/>
                <a:gd name="T108" fmla="*/ 2147483646 w 625"/>
                <a:gd name="T109" fmla="*/ 0 h 249"/>
                <a:gd name="T110" fmla="*/ 2147483646 w 625"/>
                <a:gd name="T111" fmla="*/ 0 h 249"/>
                <a:gd name="T112" fmla="*/ 2147483646 w 625"/>
                <a:gd name="T113" fmla="*/ 0 h 249"/>
                <a:gd name="T114" fmla="*/ 2147483646 w 625"/>
                <a:gd name="T115" fmla="*/ 0 h 249"/>
                <a:gd name="T116" fmla="*/ 2147483646 w 625"/>
                <a:gd name="T117" fmla="*/ 0 h 249"/>
                <a:gd name="T118" fmla="*/ 2147483646 w 625"/>
                <a:gd name="T119" fmla="*/ 0 h 249"/>
                <a:gd name="T120" fmla="*/ 2147483646 w 625"/>
                <a:gd name="T121" fmla="*/ 0 h 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5"/>
                <a:gd name="T184" fmla="*/ 0 h 249"/>
                <a:gd name="T185" fmla="*/ 625 w 625"/>
                <a:gd name="T186" fmla="*/ 249 h 24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5" h="249">
                  <a:moveTo>
                    <a:pt x="0" y="0"/>
                  </a:moveTo>
                  <a:lnTo>
                    <a:pt x="23" y="0"/>
                  </a:lnTo>
                  <a:lnTo>
                    <a:pt x="46" y="0"/>
                  </a:lnTo>
                  <a:lnTo>
                    <a:pt x="67" y="0"/>
                  </a:lnTo>
                  <a:lnTo>
                    <a:pt x="88" y="0"/>
                  </a:lnTo>
                  <a:lnTo>
                    <a:pt x="106" y="0"/>
                  </a:lnTo>
                  <a:lnTo>
                    <a:pt x="122" y="0"/>
                  </a:lnTo>
                  <a:lnTo>
                    <a:pt x="138" y="0"/>
                  </a:lnTo>
                  <a:lnTo>
                    <a:pt x="152" y="0"/>
                  </a:lnTo>
                  <a:lnTo>
                    <a:pt x="166" y="0"/>
                  </a:lnTo>
                  <a:lnTo>
                    <a:pt x="178" y="0"/>
                  </a:lnTo>
                  <a:lnTo>
                    <a:pt x="190" y="0"/>
                  </a:lnTo>
                  <a:lnTo>
                    <a:pt x="199" y="0"/>
                  </a:lnTo>
                  <a:lnTo>
                    <a:pt x="209" y="0"/>
                  </a:lnTo>
                  <a:lnTo>
                    <a:pt x="217" y="0"/>
                  </a:lnTo>
                  <a:lnTo>
                    <a:pt x="226" y="0"/>
                  </a:lnTo>
                  <a:lnTo>
                    <a:pt x="233" y="0"/>
                  </a:lnTo>
                  <a:lnTo>
                    <a:pt x="238" y="0"/>
                  </a:lnTo>
                  <a:lnTo>
                    <a:pt x="244" y="0"/>
                  </a:lnTo>
                  <a:lnTo>
                    <a:pt x="250" y="0"/>
                  </a:lnTo>
                  <a:lnTo>
                    <a:pt x="254" y="0"/>
                  </a:lnTo>
                  <a:lnTo>
                    <a:pt x="258" y="0"/>
                  </a:lnTo>
                  <a:lnTo>
                    <a:pt x="261" y="0"/>
                  </a:lnTo>
                  <a:lnTo>
                    <a:pt x="265" y="0"/>
                  </a:lnTo>
                  <a:lnTo>
                    <a:pt x="266" y="0"/>
                  </a:lnTo>
                  <a:lnTo>
                    <a:pt x="269" y="0"/>
                  </a:lnTo>
                  <a:lnTo>
                    <a:pt x="272" y="0"/>
                  </a:lnTo>
                  <a:lnTo>
                    <a:pt x="273" y="0"/>
                  </a:lnTo>
                  <a:lnTo>
                    <a:pt x="275" y="0"/>
                  </a:lnTo>
                  <a:lnTo>
                    <a:pt x="277" y="0"/>
                  </a:lnTo>
                  <a:lnTo>
                    <a:pt x="279" y="0"/>
                  </a:lnTo>
                  <a:lnTo>
                    <a:pt x="280" y="2"/>
                  </a:lnTo>
                  <a:lnTo>
                    <a:pt x="282" y="2"/>
                  </a:lnTo>
                  <a:lnTo>
                    <a:pt x="284" y="2"/>
                  </a:lnTo>
                  <a:lnTo>
                    <a:pt x="286" y="2"/>
                  </a:lnTo>
                  <a:lnTo>
                    <a:pt x="287" y="2"/>
                  </a:lnTo>
                  <a:lnTo>
                    <a:pt x="289" y="2"/>
                  </a:lnTo>
                  <a:lnTo>
                    <a:pt x="290" y="2"/>
                  </a:lnTo>
                  <a:lnTo>
                    <a:pt x="291" y="2"/>
                  </a:lnTo>
                  <a:lnTo>
                    <a:pt x="293" y="2"/>
                  </a:lnTo>
                  <a:lnTo>
                    <a:pt x="294" y="2"/>
                  </a:lnTo>
                  <a:lnTo>
                    <a:pt x="296" y="2"/>
                  </a:lnTo>
                  <a:lnTo>
                    <a:pt x="297" y="2"/>
                  </a:lnTo>
                  <a:lnTo>
                    <a:pt x="298" y="3"/>
                  </a:lnTo>
                  <a:lnTo>
                    <a:pt x="300" y="3"/>
                  </a:lnTo>
                  <a:lnTo>
                    <a:pt x="301" y="3"/>
                  </a:lnTo>
                  <a:lnTo>
                    <a:pt x="303" y="3"/>
                  </a:lnTo>
                  <a:lnTo>
                    <a:pt x="304" y="3"/>
                  </a:lnTo>
                  <a:lnTo>
                    <a:pt x="305" y="3"/>
                  </a:lnTo>
                  <a:lnTo>
                    <a:pt x="307" y="3"/>
                  </a:lnTo>
                  <a:lnTo>
                    <a:pt x="308" y="3"/>
                  </a:lnTo>
                  <a:lnTo>
                    <a:pt x="310" y="3"/>
                  </a:lnTo>
                  <a:lnTo>
                    <a:pt x="311" y="4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5" y="4"/>
                  </a:lnTo>
                  <a:lnTo>
                    <a:pt x="317" y="4"/>
                  </a:lnTo>
                  <a:lnTo>
                    <a:pt x="318" y="4"/>
                  </a:lnTo>
                  <a:lnTo>
                    <a:pt x="319" y="4"/>
                  </a:lnTo>
                  <a:lnTo>
                    <a:pt x="321" y="6"/>
                  </a:lnTo>
                  <a:lnTo>
                    <a:pt x="322" y="6"/>
                  </a:lnTo>
                  <a:lnTo>
                    <a:pt x="324" y="6"/>
                  </a:lnTo>
                  <a:lnTo>
                    <a:pt x="325" y="6"/>
                  </a:lnTo>
                  <a:lnTo>
                    <a:pt x="326" y="6"/>
                  </a:lnTo>
                  <a:lnTo>
                    <a:pt x="328" y="6"/>
                  </a:lnTo>
                  <a:lnTo>
                    <a:pt x="329" y="6"/>
                  </a:lnTo>
                  <a:lnTo>
                    <a:pt x="331" y="7"/>
                  </a:lnTo>
                  <a:lnTo>
                    <a:pt x="332" y="7"/>
                  </a:lnTo>
                  <a:lnTo>
                    <a:pt x="333" y="7"/>
                  </a:lnTo>
                  <a:lnTo>
                    <a:pt x="335" y="7"/>
                  </a:lnTo>
                  <a:lnTo>
                    <a:pt x="336" y="7"/>
                  </a:lnTo>
                  <a:lnTo>
                    <a:pt x="337" y="7"/>
                  </a:lnTo>
                  <a:lnTo>
                    <a:pt x="337" y="9"/>
                  </a:lnTo>
                  <a:lnTo>
                    <a:pt x="339" y="9"/>
                  </a:lnTo>
                  <a:lnTo>
                    <a:pt x="340" y="9"/>
                  </a:lnTo>
                  <a:lnTo>
                    <a:pt x="342" y="9"/>
                  </a:lnTo>
                  <a:lnTo>
                    <a:pt x="343" y="10"/>
                  </a:lnTo>
                  <a:lnTo>
                    <a:pt x="344" y="10"/>
                  </a:lnTo>
                  <a:lnTo>
                    <a:pt x="346" y="10"/>
                  </a:lnTo>
                  <a:lnTo>
                    <a:pt x="347" y="11"/>
                  </a:lnTo>
                  <a:lnTo>
                    <a:pt x="349" y="11"/>
                  </a:lnTo>
                  <a:lnTo>
                    <a:pt x="350" y="11"/>
                  </a:lnTo>
                  <a:lnTo>
                    <a:pt x="351" y="11"/>
                  </a:lnTo>
                  <a:lnTo>
                    <a:pt x="353" y="13"/>
                  </a:lnTo>
                  <a:lnTo>
                    <a:pt x="354" y="13"/>
                  </a:lnTo>
                  <a:lnTo>
                    <a:pt x="357" y="14"/>
                  </a:lnTo>
                  <a:lnTo>
                    <a:pt x="358" y="14"/>
                  </a:lnTo>
                  <a:lnTo>
                    <a:pt x="360" y="14"/>
                  </a:lnTo>
                  <a:lnTo>
                    <a:pt x="363" y="16"/>
                  </a:lnTo>
                  <a:lnTo>
                    <a:pt x="364" y="16"/>
                  </a:lnTo>
                  <a:lnTo>
                    <a:pt x="365" y="17"/>
                  </a:lnTo>
                  <a:lnTo>
                    <a:pt x="367" y="17"/>
                  </a:lnTo>
                  <a:lnTo>
                    <a:pt x="368" y="17"/>
                  </a:lnTo>
                  <a:lnTo>
                    <a:pt x="370" y="18"/>
                  </a:lnTo>
                  <a:lnTo>
                    <a:pt x="371" y="18"/>
                  </a:lnTo>
                  <a:lnTo>
                    <a:pt x="372" y="18"/>
                  </a:lnTo>
                  <a:lnTo>
                    <a:pt x="374" y="18"/>
                  </a:lnTo>
                  <a:lnTo>
                    <a:pt x="374" y="20"/>
                  </a:lnTo>
                  <a:lnTo>
                    <a:pt x="375" y="20"/>
                  </a:lnTo>
                  <a:lnTo>
                    <a:pt x="377" y="20"/>
                  </a:lnTo>
                  <a:lnTo>
                    <a:pt x="378" y="20"/>
                  </a:lnTo>
                  <a:lnTo>
                    <a:pt x="378" y="21"/>
                  </a:lnTo>
                  <a:lnTo>
                    <a:pt x="379" y="21"/>
                  </a:lnTo>
                  <a:lnTo>
                    <a:pt x="381" y="21"/>
                  </a:lnTo>
                  <a:lnTo>
                    <a:pt x="382" y="23"/>
                  </a:lnTo>
                  <a:lnTo>
                    <a:pt x="384" y="23"/>
                  </a:lnTo>
                  <a:lnTo>
                    <a:pt x="385" y="24"/>
                  </a:lnTo>
                  <a:lnTo>
                    <a:pt x="386" y="24"/>
                  </a:lnTo>
                  <a:lnTo>
                    <a:pt x="388" y="25"/>
                  </a:lnTo>
                  <a:lnTo>
                    <a:pt x="389" y="25"/>
                  </a:lnTo>
                  <a:lnTo>
                    <a:pt x="391" y="27"/>
                  </a:lnTo>
                  <a:lnTo>
                    <a:pt x="392" y="27"/>
                  </a:lnTo>
                  <a:lnTo>
                    <a:pt x="393" y="28"/>
                  </a:lnTo>
                  <a:lnTo>
                    <a:pt x="395" y="28"/>
                  </a:lnTo>
                  <a:lnTo>
                    <a:pt x="396" y="30"/>
                  </a:lnTo>
                  <a:lnTo>
                    <a:pt x="398" y="30"/>
                  </a:lnTo>
                  <a:lnTo>
                    <a:pt x="399" y="31"/>
                  </a:lnTo>
                  <a:lnTo>
                    <a:pt x="402" y="31"/>
                  </a:lnTo>
                  <a:lnTo>
                    <a:pt x="403" y="32"/>
                  </a:lnTo>
                  <a:lnTo>
                    <a:pt x="405" y="32"/>
                  </a:lnTo>
                  <a:lnTo>
                    <a:pt x="406" y="34"/>
                  </a:lnTo>
                  <a:lnTo>
                    <a:pt x="407" y="35"/>
                  </a:lnTo>
                  <a:lnTo>
                    <a:pt x="409" y="35"/>
                  </a:lnTo>
                  <a:lnTo>
                    <a:pt x="410" y="37"/>
                  </a:lnTo>
                  <a:lnTo>
                    <a:pt x="411" y="37"/>
                  </a:lnTo>
                  <a:lnTo>
                    <a:pt x="413" y="38"/>
                  </a:lnTo>
                  <a:lnTo>
                    <a:pt x="414" y="38"/>
                  </a:lnTo>
                  <a:lnTo>
                    <a:pt x="416" y="39"/>
                  </a:lnTo>
                  <a:lnTo>
                    <a:pt x="417" y="39"/>
                  </a:lnTo>
                  <a:lnTo>
                    <a:pt x="418" y="41"/>
                  </a:lnTo>
                  <a:lnTo>
                    <a:pt x="420" y="41"/>
                  </a:lnTo>
                  <a:lnTo>
                    <a:pt x="421" y="42"/>
                  </a:lnTo>
                  <a:lnTo>
                    <a:pt x="423" y="42"/>
                  </a:lnTo>
                  <a:lnTo>
                    <a:pt x="423" y="44"/>
                  </a:lnTo>
                  <a:lnTo>
                    <a:pt x="424" y="44"/>
                  </a:lnTo>
                  <a:lnTo>
                    <a:pt x="425" y="44"/>
                  </a:lnTo>
                  <a:lnTo>
                    <a:pt x="425" y="45"/>
                  </a:lnTo>
                  <a:lnTo>
                    <a:pt x="427" y="45"/>
                  </a:lnTo>
                  <a:lnTo>
                    <a:pt x="428" y="46"/>
                  </a:lnTo>
                  <a:lnTo>
                    <a:pt x="430" y="46"/>
                  </a:lnTo>
                  <a:lnTo>
                    <a:pt x="431" y="48"/>
                  </a:lnTo>
                  <a:lnTo>
                    <a:pt x="432" y="48"/>
                  </a:lnTo>
                  <a:lnTo>
                    <a:pt x="434" y="49"/>
                  </a:lnTo>
                  <a:lnTo>
                    <a:pt x="435" y="50"/>
                  </a:lnTo>
                  <a:lnTo>
                    <a:pt x="437" y="50"/>
                  </a:lnTo>
                  <a:lnTo>
                    <a:pt x="438" y="52"/>
                  </a:lnTo>
                  <a:lnTo>
                    <a:pt x="439" y="52"/>
                  </a:lnTo>
                  <a:lnTo>
                    <a:pt x="441" y="52"/>
                  </a:lnTo>
                  <a:lnTo>
                    <a:pt x="441" y="53"/>
                  </a:lnTo>
                  <a:lnTo>
                    <a:pt x="442" y="53"/>
                  </a:lnTo>
                  <a:lnTo>
                    <a:pt x="444" y="55"/>
                  </a:lnTo>
                  <a:lnTo>
                    <a:pt x="445" y="55"/>
                  </a:lnTo>
                  <a:lnTo>
                    <a:pt x="446" y="56"/>
                  </a:lnTo>
                  <a:lnTo>
                    <a:pt x="448" y="56"/>
                  </a:lnTo>
                  <a:lnTo>
                    <a:pt x="448" y="57"/>
                  </a:lnTo>
                  <a:lnTo>
                    <a:pt x="449" y="57"/>
                  </a:lnTo>
                  <a:lnTo>
                    <a:pt x="451" y="57"/>
                  </a:lnTo>
                  <a:lnTo>
                    <a:pt x="451" y="59"/>
                  </a:lnTo>
                  <a:lnTo>
                    <a:pt x="452" y="59"/>
                  </a:lnTo>
                  <a:lnTo>
                    <a:pt x="453" y="60"/>
                  </a:lnTo>
                  <a:lnTo>
                    <a:pt x="455" y="60"/>
                  </a:lnTo>
                  <a:lnTo>
                    <a:pt x="455" y="62"/>
                  </a:lnTo>
                  <a:lnTo>
                    <a:pt x="456" y="62"/>
                  </a:lnTo>
                  <a:lnTo>
                    <a:pt x="456" y="63"/>
                  </a:lnTo>
                  <a:lnTo>
                    <a:pt x="458" y="63"/>
                  </a:lnTo>
                  <a:lnTo>
                    <a:pt x="459" y="63"/>
                  </a:lnTo>
                  <a:lnTo>
                    <a:pt x="460" y="64"/>
                  </a:lnTo>
                  <a:lnTo>
                    <a:pt x="462" y="66"/>
                  </a:lnTo>
                  <a:lnTo>
                    <a:pt x="463" y="67"/>
                  </a:lnTo>
                  <a:lnTo>
                    <a:pt x="465" y="67"/>
                  </a:lnTo>
                  <a:lnTo>
                    <a:pt x="466" y="69"/>
                  </a:lnTo>
                  <a:lnTo>
                    <a:pt x="467" y="70"/>
                  </a:lnTo>
                  <a:lnTo>
                    <a:pt x="469" y="70"/>
                  </a:lnTo>
                  <a:lnTo>
                    <a:pt x="470" y="71"/>
                  </a:lnTo>
                  <a:lnTo>
                    <a:pt x="472" y="71"/>
                  </a:lnTo>
                  <a:lnTo>
                    <a:pt x="472" y="73"/>
                  </a:lnTo>
                  <a:lnTo>
                    <a:pt x="473" y="73"/>
                  </a:lnTo>
                  <a:lnTo>
                    <a:pt x="474" y="74"/>
                  </a:lnTo>
                  <a:lnTo>
                    <a:pt x="476" y="74"/>
                  </a:lnTo>
                  <a:lnTo>
                    <a:pt x="476" y="76"/>
                  </a:lnTo>
                  <a:lnTo>
                    <a:pt x="477" y="76"/>
                  </a:lnTo>
                  <a:lnTo>
                    <a:pt x="477" y="77"/>
                  </a:lnTo>
                  <a:lnTo>
                    <a:pt x="478" y="77"/>
                  </a:lnTo>
                  <a:lnTo>
                    <a:pt x="480" y="78"/>
                  </a:lnTo>
                  <a:lnTo>
                    <a:pt x="481" y="78"/>
                  </a:lnTo>
                  <a:lnTo>
                    <a:pt x="481" y="80"/>
                  </a:lnTo>
                  <a:lnTo>
                    <a:pt x="483" y="80"/>
                  </a:lnTo>
                  <a:lnTo>
                    <a:pt x="484" y="81"/>
                  </a:lnTo>
                  <a:lnTo>
                    <a:pt x="485" y="83"/>
                  </a:lnTo>
                  <a:lnTo>
                    <a:pt x="487" y="84"/>
                  </a:lnTo>
                  <a:lnTo>
                    <a:pt x="488" y="84"/>
                  </a:lnTo>
                  <a:lnTo>
                    <a:pt x="488" y="85"/>
                  </a:lnTo>
                  <a:lnTo>
                    <a:pt x="490" y="85"/>
                  </a:lnTo>
                  <a:lnTo>
                    <a:pt x="490" y="87"/>
                  </a:lnTo>
                  <a:lnTo>
                    <a:pt x="491" y="87"/>
                  </a:lnTo>
                  <a:lnTo>
                    <a:pt x="492" y="88"/>
                  </a:lnTo>
                  <a:lnTo>
                    <a:pt x="494" y="88"/>
                  </a:lnTo>
                  <a:lnTo>
                    <a:pt x="494" y="90"/>
                  </a:lnTo>
                  <a:lnTo>
                    <a:pt x="495" y="90"/>
                  </a:lnTo>
                  <a:lnTo>
                    <a:pt x="497" y="91"/>
                  </a:lnTo>
                  <a:lnTo>
                    <a:pt x="498" y="92"/>
                  </a:lnTo>
                  <a:lnTo>
                    <a:pt x="499" y="92"/>
                  </a:lnTo>
                  <a:lnTo>
                    <a:pt x="499" y="94"/>
                  </a:lnTo>
                  <a:lnTo>
                    <a:pt x="501" y="94"/>
                  </a:lnTo>
                  <a:lnTo>
                    <a:pt x="502" y="95"/>
                  </a:lnTo>
                  <a:lnTo>
                    <a:pt x="504" y="95"/>
                  </a:lnTo>
                  <a:lnTo>
                    <a:pt x="504" y="97"/>
                  </a:lnTo>
                  <a:lnTo>
                    <a:pt x="505" y="97"/>
                  </a:lnTo>
                  <a:lnTo>
                    <a:pt x="506" y="98"/>
                  </a:lnTo>
                  <a:lnTo>
                    <a:pt x="508" y="98"/>
                  </a:lnTo>
                  <a:lnTo>
                    <a:pt x="508" y="99"/>
                  </a:lnTo>
                  <a:lnTo>
                    <a:pt x="509" y="99"/>
                  </a:lnTo>
                  <a:lnTo>
                    <a:pt x="511" y="101"/>
                  </a:lnTo>
                  <a:lnTo>
                    <a:pt x="512" y="101"/>
                  </a:lnTo>
                  <a:lnTo>
                    <a:pt x="512" y="102"/>
                  </a:lnTo>
                  <a:lnTo>
                    <a:pt x="513" y="102"/>
                  </a:lnTo>
                  <a:lnTo>
                    <a:pt x="513" y="104"/>
                  </a:lnTo>
                  <a:lnTo>
                    <a:pt x="515" y="104"/>
                  </a:lnTo>
                  <a:lnTo>
                    <a:pt x="515" y="105"/>
                  </a:lnTo>
                  <a:lnTo>
                    <a:pt x="516" y="105"/>
                  </a:lnTo>
                  <a:lnTo>
                    <a:pt x="516" y="106"/>
                  </a:lnTo>
                  <a:lnTo>
                    <a:pt x="518" y="106"/>
                  </a:lnTo>
                  <a:lnTo>
                    <a:pt x="518" y="108"/>
                  </a:lnTo>
                  <a:lnTo>
                    <a:pt x="519" y="108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11"/>
                  </a:lnTo>
                  <a:lnTo>
                    <a:pt x="522" y="111"/>
                  </a:lnTo>
                  <a:lnTo>
                    <a:pt x="523" y="112"/>
                  </a:lnTo>
                  <a:lnTo>
                    <a:pt x="523" y="113"/>
                  </a:lnTo>
                  <a:lnTo>
                    <a:pt x="525" y="113"/>
                  </a:lnTo>
                  <a:lnTo>
                    <a:pt x="526" y="115"/>
                  </a:lnTo>
                  <a:lnTo>
                    <a:pt x="526" y="116"/>
                  </a:lnTo>
                  <a:lnTo>
                    <a:pt x="527" y="118"/>
                  </a:lnTo>
                  <a:lnTo>
                    <a:pt x="529" y="118"/>
                  </a:lnTo>
                  <a:lnTo>
                    <a:pt x="529" y="119"/>
                  </a:lnTo>
                  <a:lnTo>
                    <a:pt x="530" y="120"/>
                  </a:lnTo>
                  <a:lnTo>
                    <a:pt x="532" y="122"/>
                  </a:lnTo>
                  <a:lnTo>
                    <a:pt x="533" y="123"/>
                  </a:lnTo>
                  <a:lnTo>
                    <a:pt x="534" y="124"/>
                  </a:lnTo>
                  <a:lnTo>
                    <a:pt x="536" y="126"/>
                  </a:lnTo>
                  <a:lnTo>
                    <a:pt x="536" y="127"/>
                  </a:lnTo>
                  <a:lnTo>
                    <a:pt x="537" y="127"/>
                  </a:lnTo>
                  <a:lnTo>
                    <a:pt x="539" y="129"/>
                  </a:lnTo>
                  <a:lnTo>
                    <a:pt x="540" y="130"/>
                  </a:lnTo>
                  <a:lnTo>
                    <a:pt x="541" y="131"/>
                  </a:lnTo>
                  <a:lnTo>
                    <a:pt x="541" y="133"/>
                  </a:lnTo>
                  <a:lnTo>
                    <a:pt x="543" y="133"/>
                  </a:lnTo>
                  <a:lnTo>
                    <a:pt x="543" y="134"/>
                  </a:lnTo>
                  <a:lnTo>
                    <a:pt x="544" y="136"/>
                  </a:lnTo>
                  <a:lnTo>
                    <a:pt x="546" y="137"/>
                  </a:lnTo>
                  <a:lnTo>
                    <a:pt x="547" y="138"/>
                  </a:lnTo>
                  <a:lnTo>
                    <a:pt x="547" y="140"/>
                  </a:lnTo>
                  <a:lnTo>
                    <a:pt x="548" y="141"/>
                  </a:lnTo>
                  <a:lnTo>
                    <a:pt x="550" y="143"/>
                  </a:lnTo>
                  <a:lnTo>
                    <a:pt x="551" y="144"/>
                  </a:lnTo>
                  <a:lnTo>
                    <a:pt x="552" y="145"/>
                  </a:lnTo>
                  <a:lnTo>
                    <a:pt x="554" y="147"/>
                  </a:lnTo>
                  <a:lnTo>
                    <a:pt x="554" y="148"/>
                  </a:lnTo>
                  <a:lnTo>
                    <a:pt x="555" y="148"/>
                  </a:lnTo>
                  <a:lnTo>
                    <a:pt x="557" y="150"/>
                  </a:lnTo>
                  <a:lnTo>
                    <a:pt x="557" y="151"/>
                  </a:lnTo>
                  <a:lnTo>
                    <a:pt x="558" y="152"/>
                  </a:lnTo>
                  <a:lnTo>
                    <a:pt x="559" y="154"/>
                  </a:lnTo>
                  <a:lnTo>
                    <a:pt x="559" y="155"/>
                  </a:lnTo>
                  <a:lnTo>
                    <a:pt x="561" y="155"/>
                  </a:lnTo>
                  <a:lnTo>
                    <a:pt x="561" y="157"/>
                  </a:lnTo>
                  <a:lnTo>
                    <a:pt x="562" y="157"/>
                  </a:lnTo>
                  <a:lnTo>
                    <a:pt x="562" y="158"/>
                  </a:lnTo>
                  <a:lnTo>
                    <a:pt x="564" y="159"/>
                  </a:lnTo>
                  <a:lnTo>
                    <a:pt x="564" y="161"/>
                  </a:lnTo>
                  <a:lnTo>
                    <a:pt x="565" y="161"/>
                  </a:lnTo>
                  <a:lnTo>
                    <a:pt x="565" y="162"/>
                  </a:lnTo>
                  <a:lnTo>
                    <a:pt x="566" y="162"/>
                  </a:lnTo>
                  <a:lnTo>
                    <a:pt x="566" y="164"/>
                  </a:lnTo>
                  <a:lnTo>
                    <a:pt x="568" y="165"/>
                  </a:lnTo>
                  <a:lnTo>
                    <a:pt x="568" y="166"/>
                  </a:lnTo>
                  <a:lnTo>
                    <a:pt x="569" y="166"/>
                  </a:lnTo>
                  <a:lnTo>
                    <a:pt x="569" y="168"/>
                  </a:lnTo>
                  <a:lnTo>
                    <a:pt x="571" y="169"/>
                  </a:lnTo>
                  <a:lnTo>
                    <a:pt x="572" y="171"/>
                  </a:lnTo>
                  <a:lnTo>
                    <a:pt x="572" y="172"/>
                  </a:lnTo>
                  <a:lnTo>
                    <a:pt x="573" y="173"/>
                  </a:lnTo>
                  <a:lnTo>
                    <a:pt x="575" y="175"/>
                  </a:lnTo>
                  <a:lnTo>
                    <a:pt x="576" y="176"/>
                  </a:lnTo>
                  <a:lnTo>
                    <a:pt x="578" y="178"/>
                  </a:lnTo>
                  <a:lnTo>
                    <a:pt x="579" y="180"/>
                  </a:lnTo>
                  <a:lnTo>
                    <a:pt x="579" y="182"/>
                  </a:lnTo>
                  <a:lnTo>
                    <a:pt x="580" y="183"/>
                  </a:lnTo>
                  <a:lnTo>
                    <a:pt x="582" y="185"/>
                  </a:lnTo>
                  <a:lnTo>
                    <a:pt x="583" y="186"/>
                  </a:lnTo>
                  <a:lnTo>
                    <a:pt x="583" y="187"/>
                  </a:lnTo>
                  <a:lnTo>
                    <a:pt x="585" y="189"/>
                  </a:lnTo>
                  <a:lnTo>
                    <a:pt x="585" y="190"/>
                  </a:lnTo>
                  <a:lnTo>
                    <a:pt x="586" y="190"/>
                  </a:lnTo>
                  <a:lnTo>
                    <a:pt x="586" y="192"/>
                  </a:lnTo>
                  <a:lnTo>
                    <a:pt x="587" y="193"/>
                  </a:lnTo>
                  <a:lnTo>
                    <a:pt x="589" y="194"/>
                  </a:lnTo>
                  <a:lnTo>
                    <a:pt x="590" y="196"/>
                  </a:lnTo>
                  <a:lnTo>
                    <a:pt x="590" y="197"/>
                  </a:lnTo>
                  <a:lnTo>
                    <a:pt x="592" y="197"/>
                  </a:lnTo>
                  <a:lnTo>
                    <a:pt x="592" y="198"/>
                  </a:lnTo>
                  <a:lnTo>
                    <a:pt x="593" y="200"/>
                  </a:lnTo>
                  <a:lnTo>
                    <a:pt x="594" y="201"/>
                  </a:lnTo>
                  <a:lnTo>
                    <a:pt x="594" y="203"/>
                  </a:lnTo>
                  <a:lnTo>
                    <a:pt x="596" y="204"/>
                  </a:lnTo>
                  <a:lnTo>
                    <a:pt x="596" y="205"/>
                  </a:lnTo>
                  <a:lnTo>
                    <a:pt x="597" y="207"/>
                  </a:lnTo>
                  <a:lnTo>
                    <a:pt x="599" y="208"/>
                  </a:lnTo>
                  <a:lnTo>
                    <a:pt x="600" y="210"/>
                  </a:lnTo>
                  <a:lnTo>
                    <a:pt x="600" y="211"/>
                  </a:lnTo>
                  <a:lnTo>
                    <a:pt x="601" y="212"/>
                  </a:lnTo>
                  <a:lnTo>
                    <a:pt x="603" y="214"/>
                  </a:lnTo>
                  <a:lnTo>
                    <a:pt x="604" y="215"/>
                  </a:lnTo>
                  <a:lnTo>
                    <a:pt x="606" y="217"/>
                  </a:lnTo>
                  <a:lnTo>
                    <a:pt x="607" y="219"/>
                  </a:lnTo>
                  <a:lnTo>
                    <a:pt x="607" y="221"/>
                  </a:lnTo>
                  <a:lnTo>
                    <a:pt x="608" y="222"/>
                  </a:lnTo>
                  <a:lnTo>
                    <a:pt x="610" y="222"/>
                  </a:lnTo>
                  <a:lnTo>
                    <a:pt x="610" y="224"/>
                  </a:lnTo>
                  <a:lnTo>
                    <a:pt x="611" y="225"/>
                  </a:lnTo>
                  <a:lnTo>
                    <a:pt x="611" y="226"/>
                  </a:lnTo>
                  <a:lnTo>
                    <a:pt x="613" y="228"/>
                  </a:lnTo>
                  <a:lnTo>
                    <a:pt x="614" y="229"/>
                  </a:lnTo>
                  <a:lnTo>
                    <a:pt x="614" y="231"/>
                  </a:lnTo>
                  <a:lnTo>
                    <a:pt x="615" y="231"/>
                  </a:lnTo>
                  <a:lnTo>
                    <a:pt x="615" y="232"/>
                  </a:lnTo>
                  <a:lnTo>
                    <a:pt x="617" y="233"/>
                  </a:lnTo>
                  <a:lnTo>
                    <a:pt x="618" y="235"/>
                  </a:lnTo>
                  <a:lnTo>
                    <a:pt x="618" y="236"/>
                  </a:lnTo>
                  <a:lnTo>
                    <a:pt x="620" y="238"/>
                  </a:lnTo>
                  <a:lnTo>
                    <a:pt x="621" y="239"/>
                  </a:lnTo>
                  <a:lnTo>
                    <a:pt x="621" y="240"/>
                  </a:lnTo>
                  <a:lnTo>
                    <a:pt x="621" y="242"/>
                  </a:lnTo>
                  <a:lnTo>
                    <a:pt x="622" y="242"/>
                  </a:lnTo>
                  <a:lnTo>
                    <a:pt x="622" y="243"/>
                  </a:lnTo>
                  <a:lnTo>
                    <a:pt x="624" y="245"/>
                  </a:lnTo>
                  <a:lnTo>
                    <a:pt x="624" y="246"/>
                  </a:lnTo>
                  <a:lnTo>
                    <a:pt x="625" y="247"/>
                  </a:lnTo>
                  <a:lnTo>
                    <a:pt x="625" y="249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23" name="Freeform 235">
              <a:extLst>
                <a:ext uri="{FF2B5EF4-FFF2-40B4-BE49-F238E27FC236}">
                  <a16:creationId xmlns:a16="http://schemas.microsoft.com/office/drawing/2014/main" id="{36ED72FD-C912-46A7-8148-C9DAA78EC75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79949" y="4246469"/>
              <a:ext cx="492384" cy="199193"/>
            </a:xfrm>
            <a:custGeom>
              <a:avLst/>
              <a:gdLst>
                <a:gd name="T0" fmla="*/ 2147483646 w 625"/>
                <a:gd name="T1" fmla="*/ 0 h 249"/>
                <a:gd name="T2" fmla="*/ 2147483646 w 625"/>
                <a:gd name="T3" fmla="*/ 0 h 249"/>
                <a:gd name="T4" fmla="*/ 2147483646 w 625"/>
                <a:gd name="T5" fmla="*/ 0 h 249"/>
                <a:gd name="T6" fmla="*/ 2147483646 w 625"/>
                <a:gd name="T7" fmla="*/ 0 h 249"/>
                <a:gd name="T8" fmla="*/ 2147483646 w 625"/>
                <a:gd name="T9" fmla="*/ 0 h 249"/>
                <a:gd name="T10" fmla="*/ 2147483646 w 625"/>
                <a:gd name="T11" fmla="*/ 0 h 249"/>
                <a:gd name="T12" fmla="*/ 2147483646 w 625"/>
                <a:gd name="T13" fmla="*/ 0 h 249"/>
                <a:gd name="T14" fmla="*/ 2147483646 w 625"/>
                <a:gd name="T15" fmla="*/ 0 h 249"/>
                <a:gd name="T16" fmla="*/ 2147483646 w 625"/>
                <a:gd name="T17" fmla="*/ 0 h 249"/>
                <a:gd name="T18" fmla="*/ 2147483646 w 625"/>
                <a:gd name="T19" fmla="*/ 0 h 249"/>
                <a:gd name="T20" fmla="*/ 2147483646 w 625"/>
                <a:gd name="T21" fmla="*/ 0 h 249"/>
                <a:gd name="T22" fmla="*/ 2147483646 w 625"/>
                <a:gd name="T23" fmla="*/ 0 h 249"/>
                <a:gd name="T24" fmla="*/ 2147483646 w 625"/>
                <a:gd name="T25" fmla="*/ 0 h 249"/>
                <a:gd name="T26" fmla="*/ 2147483646 w 625"/>
                <a:gd name="T27" fmla="*/ 0 h 249"/>
                <a:gd name="T28" fmla="*/ 2147483646 w 625"/>
                <a:gd name="T29" fmla="*/ 0 h 249"/>
                <a:gd name="T30" fmla="*/ 2147483646 w 625"/>
                <a:gd name="T31" fmla="*/ 0 h 249"/>
                <a:gd name="T32" fmla="*/ 2147483646 w 625"/>
                <a:gd name="T33" fmla="*/ 0 h 249"/>
                <a:gd name="T34" fmla="*/ 2147483646 w 625"/>
                <a:gd name="T35" fmla="*/ 0 h 249"/>
                <a:gd name="T36" fmla="*/ 2147483646 w 625"/>
                <a:gd name="T37" fmla="*/ 0 h 249"/>
                <a:gd name="T38" fmla="*/ 2147483646 w 625"/>
                <a:gd name="T39" fmla="*/ 0 h 249"/>
                <a:gd name="T40" fmla="*/ 2147483646 w 625"/>
                <a:gd name="T41" fmla="*/ 0 h 249"/>
                <a:gd name="T42" fmla="*/ 2147483646 w 625"/>
                <a:gd name="T43" fmla="*/ 0 h 249"/>
                <a:gd name="T44" fmla="*/ 2147483646 w 625"/>
                <a:gd name="T45" fmla="*/ 0 h 249"/>
                <a:gd name="T46" fmla="*/ 2147483646 w 625"/>
                <a:gd name="T47" fmla="*/ 0 h 249"/>
                <a:gd name="T48" fmla="*/ 2147483646 w 625"/>
                <a:gd name="T49" fmla="*/ 0 h 249"/>
                <a:gd name="T50" fmla="*/ 2147483646 w 625"/>
                <a:gd name="T51" fmla="*/ 0 h 249"/>
                <a:gd name="T52" fmla="*/ 2147483646 w 625"/>
                <a:gd name="T53" fmla="*/ 0 h 249"/>
                <a:gd name="T54" fmla="*/ 2147483646 w 625"/>
                <a:gd name="T55" fmla="*/ 0 h 249"/>
                <a:gd name="T56" fmla="*/ 2147483646 w 625"/>
                <a:gd name="T57" fmla="*/ 0 h 249"/>
                <a:gd name="T58" fmla="*/ 2147483646 w 625"/>
                <a:gd name="T59" fmla="*/ 0 h 249"/>
                <a:gd name="T60" fmla="*/ 2147483646 w 625"/>
                <a:gd name="T61" fmla="*/ 0 h 249"/>
                <a:gd name="T62" fmla="*/ 2147483646 w 625"/>
                <a:gd name="T63" fmla="*/ 0 h 249"/>
                <a:gd name="T64" fmla="*/ 2147483646 w 625"/>
                <a:gd name="T65" fmla="*/ 0 h 249"/>
                <a:gd name="T66" fmla="*/ 2147483646 w 625"/>
                <a:gd name="T67" fmla="*/ 0 h 249"/>
                <a:gd name="T68" fmla="*/ 2147483646 w 625"/>
                <a:gd name="T69" fmla="*/ 0 h 249"/>
                <a:gd name="T70" fmla="*/ 2147483646 w 625"/>
                <a:gd name="T71" fmla="*/ 0 h 249"/>
                <a:gd name="T72" fmla="*/ 2147483646 w 625"/>
                <a:gd name="T73" fmla="*/ 0 h 249"/>
                <a:gd name="T74" fmla="*/ 2147483646 w 625"/>
                <a:gd name="T75" fmla="*/ 0 h 249"/>
                <a:gd name="T76" fmla="*/ 2147483646 w 625"/>
                <a:gd name="T77" fmla="*/ 0 h 249"/>
                <a:gd name="T78" fmla="*/ 2147483646 w 625"/>
                <a:gd name="T79" fmla="*/ 0 h 249"/>
                <a:gd name="T80" fmla="*/ 2147483646 w 625"/>
                <a:gd name="T81" fmla="*/ 0 h 249"/>
                <a:gd name="T82" fmla="*/ 2147483646 w 625"/>
                <a:gd name="T83" fmla="*/ 0 h 249"/>
                <a:gd name="T84" fmla="*/ 2147483646 w 625"/>
                <a:gd name="T85" fmla="*/ 0 h 249"/>
                <a:gd name="T86" fmla="*/ 2147483646 w 625"/>
                <a:gd name="T87" fmla="*/ 0 h 249"/>
                <a:gd name="T88" fmla="*/ 2147483646 w 625"/>
                <a:gd name="T89" fmla="*/ 0 h 249"/>
                <a:gd name="T90" fmla="*/ 2147483646 w 625"/>
                <a:gd name="T91" fmla="*/ 0 h 249"/>
                <a:gd name="T92" fmla="*/ 2147483646 w 625"/>
                <a:gd name="T93" fmla="*/ 0 h 249"/>
                <a:gd name="T94" fmla="*/ 2147483646 w 625"/>
                <a:gd name="T95" fmla="*/ 0 h 249"/>
                <a:gd name="T96" fmla="*/ 2147483646 w 625"/>
                <a:gd name="T97" fmla="*/ 0 h 249"/>
                <a:gd name="T98" fmla="*/ 2147483646 w 625"/>
                <a:gd name="T99" fmla="*/ 0 h 249"/>
                <a:gd name="T100" fmla="*/ 2147483646 w 625"/>
                <a:gd name="T101" fmla="*/ 0 h 249"/>
                <a:gd name="T102" fmla="*/ 2147483646 w 625"/>
                <a:gd name="T103" fmla="*/ 0 h 249"/>
                <a:gd name="T104" fmla="*/ 2147483646 w 625"/>
                <a:gd name="T105" fmla="*/ 0 h 249"/>
                <a:gd name="T106" fmla="*/ 2147483646 w 625"/>
                <a:gd name="T107" fmla="*/ 0 h 249"/>
                <a:gd name="T108" fmla="*/ 2147483646 w 625"/>
                <a:gd name="T109" fmla="*/ 0 h 249"/>
                <a:gd name="T110" fmla="*/ 2147483646 w 625"/>
                <a:gd name="T111" fmla="*/ 0 h 249"/>
                <a:gd name="T112" fmla="*/ 2147483646 w 625"/>
                <a:gd name="T113" fmla="*/ 0 h 249"/>
                <a:gd name="T114" fmla="*/ 2147483646 w 625"/>
                <a:gd name="T115" fmla="*/ 0 h 249"/>
                <a:gd name="T116" fmla="*/ 2147483646 w 625"/>
                <a:gd name="T117" fmla="*/ 0 h 249"/>
                <a:gd name="T118" fmla="*/ 2147483646 w 625"/>
                <a:gd name="T119" fmla="*/ 0 h 249"/>
                <a:gd name="T120" fmla="*/ 2147483646 w 625"/>
                <a:gd name="T121" fmla="*/ 0 h 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5"/>
                <a:gd name="T184" fmla="*/ 0 h 249"/>
                <a:gd name="T185" fmla="*/ 625 w 625"/>
                <a:gd name="T186" fmla="*/ 249 h 24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5" h="249">
                  <a:moveTo>
                    <a:pt x="0" y="249"/>
                  </a:moveTo>
                  <a:lnTo>
                    <a:pt x="23" y="249"/>
                  </a:lnTo>
                  <a:lnTo>
                    <a:pt x="46" y="249"/>
                  </a:lnTo>
                  <a:lnTo>
                    <a:pt x="67" y="249"/>
                  </a:lnTo>
                  <a:lnTo>
                    <a:pt x="88" y="249"/>
                  </a:lnTo>
                  <a:lnTo>
                    <a:pt x="106" y="249"/>
                  </a:lnTo>
                  <a:lnTo>
                    <a:pt x="122" y="249"/>
                  </a:lnTo>
                  <a:lnTo>
                    <a:pt x="138" y="249"/>
                  </a:lnTo>
                  <a:lnTo>
                    <a:pt x="152" y="249"/>
                  </a:lnTo>
                  <a:lnTo>
                    <a:pt x="166" y="249"/>
                  </a:lnTo>
                  <a:lnTo>
                    <a:pt x="178" y="249"/>
                  </a:lnTo>
                  <a:lnTo>
                    <a:pt x="190" y="249"/>
                  </a:lnTo>
                  <a:lnTo>
                    <a:pt x="199" y="249"/>
                  </a:lnTo>
                  <a:lnTo>
                    <a:pt x="209" y="249"/>
                  </a:lnTo>
                  <a:lnTo>
                    <a:pt x="217" y="249"/>
                  </a:lnTo>
                  <a:lnTo>
                    <a:pt x="226" y="249"/>
                  </a:lnTo>
                  <a:lnTo>
                    <a:pt x="233" y="249"/>
                  </a:lnTo>
                  <a:lnTo>
                    <a:pt x="238" y="249"/>
                  </a:lnTo>
                  <a:lnTo>
                    <a:pt x="244" y="249"/>
                  </a:lnTo>
                  <a:lnTo>
                    <a:pt x="250" y="249"/>
                  </a:lnTo>
                  <a:lnTo>
                    <a:pt x="254" y="249"/>
                  </a:lnTo>
                  <a:lnTo>
                    <a:pt x="258" y="249"/>
                  </a:lnTo>
                  <a:lnTo>
                    <a:pt x="261" y="249"/>
                  </a:lnTo>
                  <a:lnTo>
                    <a:pt x="265" y="247"/>
                  </a:lnTo>
                  <a:lnTo>
                    <a:pt x="266" y="247"/>
                  </a:lnTo>
                  <a:lnTo>
                    <a:pt x="269" y="247"/>
                  </a:lnTo>
                  <a:lnTo>
                    <a:pt x="272" y="247"/>
                  </a:lnTo>
                  <a:lnTo>
                    <a:pt x="273" y="247"/>
                  </a:lnTo>
                  <a:lnTo>
                    <a:pt x="275" y="247"/>
                  </a:lnTo>
                  <a:lnTo>
                    <a:pt x="277" y="247"/>
                  </a:lnTo>
                  <a:lnTo>
                    <a:pt x="279" y="247"/>
                  </a:lnTo>
                  <a:lnTo>
                    <a:pt x="280" y="247"/>
                  </a:lnTo>
                  <a:lnTo>
                    <a:pt x="282" y="247"/>
                  </a:lnTo>
                  <a:lnTo>
                    <a:pt x="284" y="247"/>
                  </a:lnTo>
                  <a:lnTo>
                    <a:pt x="286" y="247"/>
                  </a:lnTo>
                  <a:lnTo>
                    <a:pt x="287" y="247"/>
                  </a:lnTo>
                  <a:lnTo>
                    <a:pt x="289" y="247"/>
                  </a:lnTo>
                  <a:lnTo>
                    <a:pt x="290" y="247"/>
                  </a:lnTo>
                  <a:lnTo>
                    <a:pt x="291" y="246"/>
                  </a:lnTo>
                  <a:lnTo>
                    <a:pt x="293" y="246"/>
                  </a:lnTo>
                  <a:lnTo>
                    <a:pt x="294" y="246"/>
                  </a:lnTo>
                  <a:lnTo>
                    <a:pt x="296" y="246"/>
                  </a:lnTo>
                  <a:lnTo>
                    <a:pt x="297" y="246"/>
                  </a:lnTo>
                  <a:lnTo>
                    <a:pt x="298" y="246"/>
                  </a:lnTo>
                  <a:lnTo>
                    <a:pt x="300" y="246"/>
                  </a:lnTo>
                  <a:lnTo>
                    <a:pt x="301" y="246"/>
                  </a:lnTo>
                  <a:lnTo>
                    <a:pt x="303" y="246"/>
                  </a:lnTo>
                  <a:lnTo>
                    <a:pt x="304" y="246"/>
                  </a:lnTo>
                  <a:lnTo>
                    <a:pt x="305" y="246"/>
                  </a:lnTo>
                  <a:lnTo>
                    <a:pt x="307" y="244"/>
                  </a:lnTo>
                  <a:lnTo>
                    <a:pt x="308" y="244"/>
                  </a:lnTo>
                  <a:lnTo>
                    <a:pt x="310" y="244"/>
                  </a:lnTo>
                  <a:lnTo>
                    <a:pt x="311" y="244"/>
                  </a:lnTo>
                  <a:lnTo>
                    <a:pt x="312" y="244"/>
                  </a:lnTo>
                  <a:lnTo>
                    <a:pt x="314" y="244"/>
                  </a:lnTo>
                  <a:lnTo>
                    <a:pt x="315" y="244"/>
                  </a:lnTo>
                  <a:lnTo>
                    <a:pt x="317" y="243"/>
                  </a:lnTo>
                  <a:lnTo>
                    <a:pt x="318" y="243"/>
                  </a:lnTo>
                  <a:lnTo>
                    <a:pt x="319" y="243"/>
                  </a:lnTo>
                  <a:lnTo>
                    <a:pt x="321" y="243"/>
                  </a:lnTo>
                  <a:lnTo>
                    <a:pt x="322" y="243"/>
                  </a:lnTo>
                  <a:lnTo>
                    <a:pt x="324" y="243"/>
                  </a:lnTo>
                  <a:lnTo>
                    <a:pt x="325" y="242"/>
                  </a:lnTo>
                  <a:lnTo>
                    <a:pt x="326" y="242"/>
                  </a:lnTo>
                  <a:lnTo>
                    <a:pt x="328" y="242"/>
                  </a:lnTo>
                  <a:lnTo>
                    <a:pt x="329" y="242"/>
                  </a:lnTo>
                  <a:lnTo>
                    <a:pt x="331" y="242"/>
                  </a:lnTo>
                  <a:lnTo>
                    <a:pt x="332" y="242"/>
                  </a:lnTo>
                  <a:lnTo>
                    <a:pt x="333" y="242"/>
                  </a:lnTo>
                  <a:lnTo>
                    <a:pt x="335" y="240"/>
                  </a:lnTo>
                  <a:lnTo>
                    <a:pt x="336" y="240"/>
                  </a:lnTo>
                  <a:lnTo>
                    <a:pt x="337" y="240"/>
                  </a:lnTo>
                  <a:lnTo>
                    <a:pt x="339" y="240"/>
                  </a:lnTo>
                  <a:lnTo>
                    <a:pt x="340" y="240"/>
                  </a:lnTo>
                  <a:lnTo>
                    <a:pt x="340" y="239"/>
                  </a:lnTo>
                  <a:lnTo>
                    <a:pt x="342" y="239"/>
                  </a:lnTo>
                  <a:lnTo>
                    <a:pt x="343" y="239"/>
                  </a:lnTo>
                  <a:lnTo>
                    <a:pt x="344" y="239"/>
                  </a:lnTo>
                  <a:lnTo>
                    <a:pt x="346" y="237"/>
                  </a:lnTo>
                  <a:lnTo>
                    <a:pt x="347" y="237"/>
                  </a:lnTo>
                  <a:lnTo>
                    <a:pt x="349" y="237"/>
                  </a:lnTo>
                  <a:lnTo>
                    <a:pt x="350" y="236"/>
                  </a:lnTo>
                  <a:lnTo>
                    <a:pt x="351" y="236"/>
                  </a:lnTo>
                  <a:lnTo>
                    <a:pt x="353" y="236"/>
                  </a:lnTo>
                  <a:lnTo>
                    <a:pt x="354" y="235"/>
                  </a:lnTo>
                  <a:lnTo>
                    <a:pt x="357" y="235"/>
                  </a:lnTo>
                  <a:lnTo>
                    <a:pt x="358" y="235"/>
                  </a:lnTo>
                  <a:lnTo>
                    <a:pt x="360" y="233"/>
                  </a:lnTo>
                  <a:lnTo>
                    <a:pt x="363" y="233"/>
                  </a:lnTo>
                  <a:lnTo>
                    <a:pt x="364" y="232"/>
                  </a:lnTo>
                  <a:lnTo>
                    <a:pt x="365" y="232"/>
                  </a:lnTo>
                  <a:lnTo>
                    <a:pt x="367" y="232"/>
                  </a:lnTo>
                  <a:lnTo>
                    <a:pt x="368" y="231"/>
                  </a:lnTo>
                  <a:lnTo>
                    <a:pt x="370" y="231"/>
                  </a:lnTo>
                  <a:lnTo>
                    <a:pt x="371" y="231"/>
                  </a:lnTo>
                  <a:lnTo>
                    <a:pt x="372" y="229"/>
                  </a:lnTo>
                  <a:lnTo>
                    <a:pt x="374" y="229"/>
                  </a:lnTo>
                  <a:lnTo>
                    <a:pt x="375" y="229"/>
                  </a:lnTo>
                  <a:lnTo>
                    <a:pt x="377" y="228"/>
                  </a:lnTo>
                  <a:lnTo>
                    <a:pt x="378" y="228"/>
                  </a:lnTo>
                  <a:lnTo>
                    <a:pt x="379" y="228"/>
                  </a:lnTo>
                  <a:lnTo>
                    <a:pt x="381" y="226"/>
                  </a:lnTo>
                  <a:lnTo>
                    <a:pt x="382" y="226"/>
                  </a:lnTo>
                  <a:lnTo>
                    <a:pt x="384" y="225"/>
                  </a:lnTo>
                  <a:lnTo>
                    <a:pt x="385" y="225"/>
                  </a:lnTo>
                  <a:lnTo>
                    <a:pt x="386" y="224"/>
                  </a:lnTo>
                  <a:lnTo>
                    <a:pt x="388" y="224"/>
                  </a:lnTo>
                  <a:lnTo>
                    <a:pt x="389" y="222"/>
                  </a:lnTo>
                  <a:lnTo>
                    <a:pt x="391" y="222"/>
                  </a:lnTo>
                  <a:lnTo>
                    <a:pt x="392" y="221"/>
                  </a:lnTo>
                  <a:lnTo>
                    <a:pt x="393" y="221"/>
                  </a:lnTo>
                  <a:lnTo>
                    <a:pt x="395" y="219"/>
                  </a:lnTo>
                  <a:lnTo>
                    <a:pt x="396" y="219"/>
                  </a:lnTo>
                  <a:lnTo>
                    <a:pt x="398" y="218"/>
                  </a:lnTo>
                  <a:lnTo>
                    <a:pt x="399" y="218"/>
                  </a:lnTo>
                  <a:lnTo>
                    <a:pt x="402" y="217"/>
                  </a:lnTo>
                  <a:lnTo>
                    <a:pt x="403" y="217"/>
                  </a:lnTo>
                  <a:lnTo>
                    <a:pt x="405" y="215"/>
                  </a:lnTo>
                  <a:lnTo>
                    <a:pt x="406" y="215"/>
                  </a:lnTo>
                  <a:lnTo>
                    <a:pt x="406" y="214"/>
                  </a:lnTo>
                  <a:lnTo>
                    <a:pt x="407" y="214"/>
                  </a:lnTo>
                  <a:lnTo>
                    <a:pt x="409" y="212"/>
                  </a:lnTo>
                  <a:lnTo>
                    <a:pt x="410" y="212"/>
                  </a:lnTo>
                  <a:lnTo>
                    <a:pt x="411" y="212"/>
                  </a:lnTo>
                  <a:lnTo>
                    <a:pt x="411" y="211"/>
                  </a:lnTo>
                  <a:lnTo>
                    <a:pt x="413" y="211"/>
                  </a:lnTo>
                  <a:lnTo>
                    <a:pt x="414" y="211"/>
                  </a:lnTo>
                  <a:lnTo>
                    <a:pt x="414" y="210"/>
                  </a:lnTo>
                  <a:lnTo>
                    <a:pt x="416" y="210"/>
                  </a:lnTo>
                  <a:lnTo>
                    <a:pt x="417" y="210"/>
                  </a:lnTo>
                  <a:lnTo>
                    <a:pt x="417" y="208"/>
                  </a:lnTo>
                  <a:lnTo>
                    <a:pt x="418" y="208"/>
                  </a:lnTo>
                  <a:lnTo>
                    <a:pt x="420" y="208"/>
                  </a:lnTo>
                  <a:lnTo>
                    <a:pt x="420" y="207"/>
                  </a:lnTo>
                  <a:lnTo>
                    <a:pt x="421" y="207"/>
                  </a:lnTo>
                  <a:lnTo>
                    <a:pt x="423" y="207"/>
                  </a:lnTo>
                  <a:lnTo>
                    <a:pt x="423" y="205"/>
                  </a:lnTo>
                  <a:lnTo>
                    <a:pt x="424" y="205"/>
                  </a:lnTo>
                  <a:lnTo>
                    <a:pt x="425" y="204"/>
                  </a:lnTo>
                  <a:lnTo>
                    <a:pt x="427" y="203"/>
                  </a:lnTo>
                  <a:lnTo>
                    <a:pt x="428" y="203"/>
                  </a:lnTo>
                  <a:lnTo>
                    <a:pt x="430" y="201"/>
                  </a:lnTo>
                  <a:lnTo>
                    <a:pt x="431" y="201"/>
                  </a:lnTo>
                  <a:lnTo>
                    <a:pt x="432" y="200"/>
                  </a:lnTo>
                  <a:lnTo>
                    <a:pt x="434" y="200"/>
                  </a:lnTo>
                  <a:lnTo>
                    <a:pt x="435" y="198"/>
                  </a:lnTo>
                  <a:lnTo>
                    <a:pt x="437" y="198"/>
                  </a:lnTo>
                  <a:lnTo>
                    <a:pt x="438" y="197"/>
                  </a:lnTo>
                  <a:lnTo>
                    <a:pt x="439" y="197"/>
                  </a:lnTo>
                  <a:lnTo>
                    <a:pt x="441" y="196"/>
                  </a:lnTo>
                  <a:lnTo>
                    <a:pt x="442" y="194"/>
                  </a:lnTo>
                  <a:lnTo>
                    <a:pt x="444" y="194"/>
                  </a:lnTo>
                  <a:lnTo>
                    <a:pt x="445" y="193"/>
                  </a:lnTo>
                  <a:lnTo>
                    <a:pt x="446" y="193"/>
                  </a:lnTo>
                  <a:lnTo>
                    <a:pt x="448" y="191"/>
                  </a:lnTo>
                  <a:lnTo>
                    <a:pt x="449" y="191"/>
                  </a:lnTo>
                  <a:lnTo>
                    <a:pt x="449" y="190"/>
                  </a:lnTo>
                  <a:lnTo>
                    <a:pt x="451" y="190"/>
                  </a:lnTo>
                  <a:lnTo>
                    <a:pt x="452" y="190"/>
                  </a:lnTo>
                  <a:lnTo>
                    <a:pt x="452" y="189"/>
                  </a:lnTo>
                  <a:lnTo>
                    <a:pt x="453" y="189"/>
                  </a:lnTo>
                  <a:lnTo>
                    <a:pt x="455" y="187"/>
                  </a:lnTo>
                  <a:lnTo>
                    <a:pt x="456" y="186"/>
                  </a:lnTo>
                  <a:lnTo>
                    <a:pt x="458" y="186"/>
                  </a:lnTo>
                  <a:lnTo>
                    <a:pt x="459" y="184"/>
                  </a:lnTo>
                  <a:lnTo>
                    <a:pt x="460" y="184"/>
                  </a:lnTo>
                  <a:lnTo>
                    <a:pt x="460" y="183"/>
                  </a:lnTo>
                  <a:lnTo>
                    <a:pt x="462" y="183"/>
                  </a:lnTo>
                  <a:lnTo>
                    <a:pt x="463" y="182"/>
                  </a:lnTo>
                  <a:lnTo>
                    <a:pt x="465" y="182"/>
                  </a:lnTo>
                  <a:lnTo>
                    <a:pt x="466" y="180"/>
                  </a:lnTo>
                  <a:lnTo>
                    <a:pt x="467" y="179"/>
                  </a:lnTo>
                  <a:lnTo>
                    <a:pt x="469" y="179"/>
                  </a:lnTo>
                  <a:lnTo>
                    <a:pt x="469" y="177"/>
                  </a:lnTo>
                  <a:lnTo>
                    <a:pt x="470" y="177"/>
                  </a:lnTo>
                  <a:lnTo>
                    <a:pt x="472" y="176"/>
                  </a:lnTo>
                  <a:lnTo>
                    <a:pt x="473" y="176"/>
                  </a:lnTo>
                  <a:lnTo>
                    <a:pt x="473" y="175"/>
                  </a:lnTo>
                  <a:lnTo>
                    <a:pt x="474" y="175"/>
                  </a:lnTo>
                  <a:lnTo>
                    <a:pt x="476" y="173"/>
                  </a:lnTo>
                  <a:lnTo>
                    <a:pt x="477" y="172"/>
                  </a:lnTo>
                  <a:lnTo>
                    <a:pt x="478" y="172"/>
                  </a:lnTo>
                  <a:lnTo>
                    <a:pt x="478" y="170"/>
                  </a:lnTo>
                  <a:lnTo>
                    <a:pt x="480" y="170"/>
                  </a:lnTo>
                  <a:lnTo>
                    <a:pt x="481" y="169"/>
                  </a:lnTo>
                  <a:lnTo>
                    <a:pt x="483" y="168"/>
                  </a:lnTo>
                  <a:lnTo>
                    <a:pt x="484" y="168"/>
                  </a:lnTo>
                  <a:lnTo>
                    <a:pt x="484" y="166"/>
                  </a:lnTo>
                  <a:lnTo>
                    <a:pt x="485" y="166"/>
                  </a:lnTo>
                  <a:lnTo>
                    <a:pt x="485" y="165"/>
                  </a:lnTo>
                  <a:lnTo>
                    <a:pt x="487" y="165"/>
                  </a:lnTo>
                  <a:lnTo>
                    <a:pt x="488" y="163"/>
                  </a:lnTo>
                  <a:lnTo>
                    <a:pt x="490" y="162"/>
                  </a:lnTo>
                  <a:lnTo>
                    <a:pt x="491" y="162"/>
                  </a:lnTo>
                  <a:lnTo>
                    <a:pt x="491" y="161"/>
                  </a:lnTo>
                  <a:lnTo>
                    <a:pt x="492" y="161"/>
                  </a:lnTo>
                  <a:lnTo>
                    <a:pt x="492" y="159"/>
                  </a:lnTo>
                  <a:lnTo>
                    <a:pt x="494" y="159"/>
                  </a:lnTo>
                  <a:lnTo>
                    <a:pt x="495" y="158"/>
                  </a:lnTo>
                  <a:lnTo>
                    <a:pt x="497" y="158"/>
                  </a:lnTo>
                  <a:lnTo>
                    <a:pt x="497" y="157"/>
                  </a:lnTo>
                  <a:lnTo>
                    <a:pt x="498" y="157"/>
                  </a:lnTo>
                  <a:lnTo>
                    <a:pt x="499" y="155"/>
                  </a:lnTo>
                  <a:lnTo>
                    <a:pt x="501" y="155"/>
                  </a:lnTo>
                  <a:lnTo>
                    <a:pt x="501" y="154"/>
                  </a:lnTo>
                  <a:lnTo>
                    <a:pt x="502" y="154"/>
                  </a:lnTo>
                  <a:lnTo>
                    <a:pt x="504" y="152"/>
                  </a:lnTo>
                  <a:lnTo>
                    <a:pt x="505" y="152"/>
                  </a:lnTo>
                  <a:lnTo>
                    <a:pt x="506" y="151"/>
                  </a:lnTo>
                  <a:lnTo>
                    <a:pt x="508" y="150"/>
                  </a:lnTo>
                  <a:lnTo>
                    <a:pt x="509" y="150"/>
                  </a:lnTo>
                  <a:lnTo>
                    <a:pt x="509" y="148"/>
                  </a:lnTo>
                  <a:lnTo>
                    <a:pt x="511" y="148"/>
                  </a:lnTo>
                  <a:lnTo>
                    <a:pt x="512" y="147"/>
                  </a:lnTo>
                  <a:lnTo>
                    <a:pt x="513" y="145"/>
                  </a:lnTo>
                  <a:lnTo>
                    <a:pt x="515" y="144"/>
                  </a:lnTo>
                  <a:lnTo>
                    <a:pt x="516" y="143"/>
                  </a:lnTo>
                  <a:lnTo>
                    <a:pt x="518" y="143"/>
                  </a:lnTo>
                  <a:lnTo>
                    <a:pt x="518" y="141"/>
                  </a:lnTo>
                  <a:lnTo>
                    <a:pt x="519" y="140"/>
                  </a:lnTo>
                  <a:lnTo>
                    <a:pt x="520" y="138"/>
                  </a:lnTo>
                  <a:lnTo>
                    <a:pt x="522" y="137"/>
                  </a:lnTo>
                  <a:lnTo>
                    <a:pt x="523" y="137"/>
                  </a:lnTo>
                  <a:lnTo>
                    <a:pt x="523" y="136"/>
                  </a:lnTo>
                  <a:lnTo>
                    <a:pt x="525" y="134"/>
                  </a:lnTo>
                  <a:lnTo>
                    <a:pt x="526" y="133"/>
                  </a:lnTo>
                  <a:lnTo>
                    <a:pt x="527" y="131"/>
                  </a:lnTo>
                  <a:lnTo>
                    <a:pt x="529" y="130"/>
                  </a:lnTo>
                  <a:lnTo>
                    <a:pt x="530" y="129"/>
                  </a:lnTo>
                  <a:lnTo>
                    <a:pt x="530" y="127"/>
                  </a:lnTo>
                  <a:lnTo>
                    <a:pt x="532" y="127"/>
                  </a:lnTo>
                  <a:lnTo>
                    <a:pt x="532" y="126"/>
                  </a:lnTo>
                  <a:lnTo>
                    <a:pt x="533" y="126"/>
                  </a:lnTo>
                  <a:lnTo>
                    <a:pt x="533" y="124"/>
                  </a:lnTo>
                  <a:lnTo>
                    <a:pt x="534" y="124"/>
                  </a:lnTo>
                  <a:lnTo>
                    <a:pt x="534" y="123"/>
                  </a:lnTo>
                  <a:lnTo>
                    <a:pt x="536" y="123"/>
                  </a:lnTo>
                  <a:lnTo>
                    <a:pt x="536" y="122"/>
                  </a:lnTo>
                  <a:lnTo>
                    <a:pt x="537" y="122"/>
                  </a:lnTo>
                  <a:lnTo>
                    <a:pt x="537" y="120"/>
                  </a:lnTo>
                  <a:lnTo>
                    <a:pt x="539" y="120"/>
                  </a:lnTo>
                  <a:lnTo>
                    <a:pt x="539" y="119"/>
                  </a:lnTo>
                  <a:lnTo>
                    <a:pt x="540" y="119"/>
                  </a:lnTo>
                  <a:lnTo>
                    <a:pt x="540" y="117"/>
                  </a:lnTo>
                  <a:lnTo>
                    <a:pt x="541" y="116"/>
                  </a:lnTo>
                  <a:lnTo>
                    <a:pt x="543" y="115"/>
                  </a:lnTo>
                  <a:lnTo>
                    <a:pt x="544" y="113"/>
                  </a:lnTo>
                  <a:lnTo>
                    <a:pt x="544" y="112"/>
                  </a:lnTo>
                  <a:lnTo>
                    <a:pt x="546" y="110"/>
                  </a:lnTo>
                  <a:lnTo>
                    <a:pt x="547" y="110"/>
                  </a:lnTo>
                  <a:lnTo>
                    <a:pt x="547" y="109"/>
                  </a:lnTo>
                  <a:lnTo>
                    <a:pt x="548" y="108"/>
                  </a:lnTo>
                  <a:lnTo>
                    <a:pt x="550" y="106"/>
                  </a:lnTo>
                  <a:lnTo>
                    <a:pt x="551" y="105"/>
                  </a:lnTo>
                  <a:lnTo>
                    <a:pt x="552" y="103"/>
                  </a:lnTo>
                  <a:lnTo>
                    <a:pt x="554" y="102"/>
                  </a:lnTo>
                  <a:lnTo>
                    <a:pt x="554" y="101"/>
                  </a:lnTo>
                  <a:lnTo>
                    <a:pt x="555" y="99"/>
                  </a:lnTo>
                  <a:lnTo>
                    <a:pt x="557" y="98"/>
                  </a:lnTo>
                  <a:lnTo>
                    <a:pt x="558" y="96"/>
                  </a:lnTo>
                  <a:lnTo>
                    <a:pt x="558" y="95"/>
                  </a:lnTo>
                  <a:lnTo>
                    <a:pt x="559" y="95"/>
                  </a:lnTo>
                  <a:lnTo>
                    <a:pt x="559" y="94"/>
                  </a:lnTo>
                  <a:lnTo>
                    <a:pt x="561" y="92"/>
                  </a:lnTo>
                  <a:lnTo>
                    <a:pt x="562" y="91"/>
                  </a:lnTo>
                  <a:lnTo>
                    <a:pt x="562" y="89"/>
                  </a:lnTo>
                  <a:lnTo>
                    <a:pt x="564" y="89"/>
                  </a:lnTo>
                  <a:lnTo>
                    <a:pt x="564" y="88"/>
                  </a:lnTo>
                  <a:lnTo>
                    <a:pt x="565" y="87"/>
                  </a:lnTo>
                  <a:lnTo>
                    <a:pt x="566" y="85"/>
                  </a:lnTo>
                  <a:lnTo>
                    <a:pt x="566" y="84"/>
                  </a:lnTo>
                  <a:lnTo>
                    <a:pt x="568" y="84"/>
                  </a:lnTo>
                  <a:lnTo>
                    <a:pt x="568" y="83"/>
                  </a:lnTo>
                  <a:lnTo>
                    <a:pt x="569" y="81"/>
                  </a:lnTo>
                  <a:lnTo>
                    <a:pt x="569" y="80"/>
                  </a:lnTo>
                  <a:lnTo>
                    <a:pt x="571" y="80"/>
                  </a:lnTo>
                  <a:lnTo>
                    <a:pt x="572" y="78"/>
                  </a:lnTo>
                  <a:lnTo>
                    <a:pt x="572" y="77"/>
                  </a:lnTo>
                  <a:lnTo>
                    <a:pt x="573" y="76"/>
                  </a:lnTo>
                  <a:lnTo>
                    <a:pt x="575" y="73"/>
                  </a:lnTo>
                  <a:lnTo>
                    <a:pt x="576" y="71"/>
                  </a:lnTo>
                  <a:lnTo>
                    <a:pt x="578" y="70"/>
                  </a:lnTo>
                  <a:lnTo>
                    <a:pt x="579" y="69"/>
                  </a:lnTo>
                  <a:lnTo>
                    <a:pt x="579" y="67"/>
                  </a:lnTo>
                  <a:lnTo>
                    <a:pt x="580" y="66"/>
                  </a:lnTo>
                  <a:lnTo>
                    <a:pt x="582" y="64"/>
                  </a:lnTo>
                  <a:lnTo>
                    <a:pt x="582" y="63"/>
                  </a:lnTo>
                  <a:lnTo>
                    <a:pt x="583" y="62"/>
                  </a:lnTo>
                  <a:lnTo>
                    <a:pt x="585" y="60"/>
                  </a:lnTo>
                  <a:lnTo>
                    <a:pt x="585" y="59"/>
                  </a:lnTo>
                  <a:lnTo>
                    <a:pt x="586" y="57"/>
                  </a:lnTo>
                  <a:lnTo>
                    <a:pt x="587" y="56"/>
                  </a:lnTo>
                  <a:lnTo>
                    <a:pt x="587" y="55"/>
                  </a:lnTo>
                  <a:lnTo>
                    <a:pt x="589" y="55"/>
                  </a:lnTo>
                  <a:lnTo>
                    <a:pt x="589" y="53"/>
                  </a:lnTo>
                  <a:lnTo>
                    <a:pt x="590" y="53"/>
                  </a:lnTo>
                  <a:lnTo>
                    <a:pt x="590" y="52"/>
                  </a:lnTo>
                  <a:lnTo>
                    <a:pt x="592" y="50"/>
                  </a:lnTo>
                  <a:lnTo>
                    <a:pt x="593" y="49"/>
                  </a:lnTo>
                  <a:lnTo>
                    <a:pt x="593" y="48"/>
                  </a:lnTo>
                  <a:lnTo>
                    <a:pt x="594" y="46"/>
                  </a:lnTo>
                  <a:lnTo>
                    <a:pt x="596" y="45"/>
                  </a:lnTo>
                  <a:lnTo>
                    <a:pt x="596" y="43"/>
                  </a:lnTo>
                  <a:lnTo>
                    <a:pt x="597" y="42"/>
                  </a:lnTo>
                  <a:lnTo>
                    <a:pt x="599" y="41"/>
                  </a:lnTo>
                  <a:lnTo>
                    <a:pt x="600" y="39"/>
                  </a:lnTo>
                  <a:lnTo>
                    <a:pt x="600" y="38"/>
                  </a:lnTo>
                  <a:lnTo>
                    <a:pt x="601" y="36"/>
                  </a:lnTo>
                  <a:lnTo>
                    <a:pt x="603" y="35"/>
                  </a:lnTo>
                  <a:lnTo>
                    <a:pt x="604" y="32"/>
                  </a:lnTo>
                  <a:lnTo>
                    <a:pt x="606" y="31"/>
                  </a:lnTo>
                  <a:lnTo>
                    <a:pt x="607" y="29"/>
                  </a:lnTo>
                  <a:lnTo>
                    <a:pt x="607" y="28"/>
                  </a:lnTo>
                  <a:lnTo>
                    <a:pt x="608" y="27"/>
                  </a:lnTo>
                  <a:lnTo>
                    <a:pt x="610" y="25"/>
                  </a:lnTo>
                  <a:lnTo>
                    <a:pt x="610" y="24"/>
                  </a:lnTo>
                  <a:lnTo>
                    <a:pt x="611" y="24"/>
                  </a:lnTo>
                  <a:lnTo>
                    <a:pt x="611" y="22"/>
                  </a:lnTo>
                  <a:lnTo>
                    <a:pt x="613" y="21"/>
                  </a:lnTo>
                  <a:lnTo>
                    <a:pt x="613" y="20"/>
                  </a:lnTo>
                  <a:lnTo>
                    <a:pt x="614" y="20"/>
                  </a:lnTo>
                  <a:lnTo>
                    <a:pt x="614" y="18"/>
                  </a:lnTo>
                  <a:lnTo>
                    <a:pt x="615" y="18"/>
                  </a:lnTo>
                  <a:lnTo>
                    <a:pt x="615" y="17"/>
                  </a:lnTo>
                  <a:lnTo>
                    <a:pt x="615" y="16"/>
                  </a:lnTo>
                  <a:lnTo>
                    <a:pt x="617" y="16"/>
                  </a:lnTo>
                  <a:lnTo>
                    <a:pt x="617" y="14"/>
                  </a:lnTo>
                  <a:lnTo>
                    <a:pt x="618" y="14"/>
                  </a:lnTo>
                  <a:lnTo>
                    <a:pt x="618" y="13"/>
                  </a:lnTo>
                  <a:lnTo>
                    <a:pt x="618" y="11"/>
                  </a:lnTo>
                  <a:lnTo>
                    <a:pt x="620" y="11"/>
                  </a:lnTo>
                  <a:lnTo>
                    <a:pt x="620" y="10"/>
                  </a:lnTo>
                  <a:lnTo>
                    <a:pt x="621" y="10"/>
                  </a:lnTo>
                  <a:lnTo>
                    <a:pt x="621" y="9"/>
                  </a:lnTo>
                  <a:lnTo>
                    <a:pt x="621" y="7"/>
                  </a:lnTo>
                  <a:lnTo>
                    <a:pt x="622" y="6"/>
                  </a:lnTo>
                  <a:lnTo>
                    <a:pt x="624" y="4"/>
                  </a:lnTo>
                  <a:lnTo>
                    <a:pt x="624" y="3"/>
                  </a:lnTo>
                  <a:lnTo>
                    <a:pt x="625" y="2"/>
                  </a:lnTo>
                  <a:lnTo>
                    <a:pt x="625" y="0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24" name="Freeform 236">
              <a:extLst>
                <a:ext uri="{FF2B5EF4-FFF2-40B4-BE49-F238E27FC236}">
                  <a16:creationId xmlns:a16="http://schemas.microsoft.com/office/drawing/2014/main" id="{B0A64ED6-E977-4E75-9B37-24542EC0CAB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98753" y="4024373"/>
              <a:ext cx="58205" cy="200800"/>
            </a:xfrm>
            <a:custGeom>
              <a:avLst/>
              <a:gdLst>
                <a:gd name="T0" fmla="*/ 2147483646 w 74"/>
                <a:gd name="T1" fmla="*/ 2147483646 h 250"/>
                <a:gd name="T2" fmla="*/ 2147483646 w 74"/>
                <a:gd name="T3" fmla="*/ 2147483646 h 250"/>
                <a:gd name="T4" fmla="*/ 2147483646 w 74"/>
                <a:gd name="T5" fmla="*/ 2147483646 h 250"/>
                <a:gd name="T6" fmla="*/ 2147483646 w 74"/>
                <a:gd name="T7" fmla="*/ 2147483646 h 250"/>
                <a:gd name="T8" fmla="*/ 2147483646 w 74"/>
                <a:gd name="T9" fmla="*/ 2147483646 h 250"/>
                <a:gd name="T10" fmla="*/ 2147483646 w 74"/>
                <a:gd name="T11" fmla="*/ 2147483646 h 250"/>
                <a:gd name="T12" fmla="*/ 2147483646 w 74"/>
                <a:gd name="T13" fmla="*/ 2147483646 h 250"/>
                <a:gd name="T14" fmla="*/ 2147483646 w 74"/>
                <a:gd name="T15" fmla="*/ 2147483646 h 250"/>
                <a:gd name="T16" fmla="*/ 2147483646 w 74"/>
                <a:gd name="T17" fmla="*/ 2147483646 h 250"/>
                <a:gd name="T18" fmla="*/ 2147483646 w 74"/>
                <a:gd name="T19" fmla="*/ 2147483646 h 250"/>
                <a:gd name="T20" fmla="*/ 2147483646 w 74"/>
                <a:gd name="T21" fmla="*/ 2147483646 h 250"/>
                <a:gd name="T22" fmla="*/ 2147483646 w 74"/>
                <a:gd name="T23" fmla="*/ 2147483646 h 250"/>
                <a:gd name="T24" fmla="*/ 2147483646 w 74"/>
                <a:gd name="T25" fmla="*/ 2147483646 h 250"/>
                <a:gd name="T26" fmla="*/ 2147483646 w 74"/>
                <a:gd name="T27" fmla="*/ 2147483646 h 250"/>
                <a:gd name="T28" fmla="*/ 2147483646 w 74"/>
                <a:gd name="T29" fmla="*/ 2147483646 h 250"/>
                <a:gd name="T30" fmla="*/ 2147483646 w 74"/>
                <a:gd name="T31" fmla="*/ 2147483646 h 250"/>
                <a:gd name="T32" fmla="*/ 2147483646 w 74"/>
                <a:gd name="T33" fmla="*/ 2147483646 h 250"/>
                <a:gd name="T34" fmla="*/ 2147483646 w 74"/>
                <a:gd name="T35" fmla="*/ 2147483646 h 250"/>
                <a:gd name="T36" fmla="*/ 2147483646 w 74"/>
                <a:gd name="T37" fmla="*/ 2147483646 h 250"/>
                <a:gd name="T38" fmla="*/ 2147483646 w 74"/>
                <a:gd name="T39" fmla="*/ 2147483646 h 250"/>
                <a:gd name="T40" fmla="*/ 2147483646 w 74"/>
                <a:gd name="T41" fmla="*/ 2147483646 h 250"/>
                <a:gd name="T42" fmla="*/ 2147483646 w 74"/>
                <a:gd name="T43" fmla="*/ 2147483646 h 250"/>
                <a:gd name="T44" fmla="*/ 2147483646 w 74"/>
                <a:gd name="T45" fmla="*/ 2147483646 h 250"/>
                <a:gd name="T46" fmla="*/ 2147483646 w 74"/>
                <a:gd name="T47" fmla="*/ 2147483646 h 250"/>
                <a:gd name="T48" fmla="*/ 2147483646 w 74"/>
                <a:gd name="T49" fmla="*/ 2147483646 h 250"/>
                <a:gd name="T50" fmla="*/ 2147483646 w 74"/>
                <a:gd name="T51" fmla="*/ 2147483646 h 250"/>
                <a:gd name="T52" fmla="*/ 2147483646 w 74"/>
                <a:gd name="T53" fmla="*/ 2147483646 h 250"/>
                <a:gd name="T54" fmla="*/ 2147483646 w 74"/>
                <a:gd name="T55" fmla="*/ 2147483646 h 250"/>
                <a:gd name="T56" fmla="*/ 2147483646 w 74"/>
                <a:gd name="T57" fmla="*/ 2147483646 h 250"/>
                <a:gd name="T58" fmla="*/ 2147483646 w 74"/>
                <a:gd name="T59" fmla="*/ 2147483646 h 250"/>
                <a:gd name="T60" fmla="*/ 2147483646 w 74"/>
                <a:gd name="T61" fmla="*/ 2147483646 h 250"/>
                <a:gd name="T62" fmla="*/ 2147483646 w 74"/>
                <a:gd name="T63" fmla="*/ 2147483646 h 250"/>
                <a:gd name="T64" fmla="*/ 2147483646 w 74"/>
                <a:gd name="T65" fmla="*/ 2147483646 h 250"/>
                <a:gd name="T66" fmla="*/ 2147483646 w 74"/>
                <a:gd name="T67" fmla="*/ 2147483646 h 250"/>
                <a:gd name="T68" fmla="*/ 2147483646 w 74"/>
                <a:gd name="T69" fmla="*/ 2147483646 h 250"/>
                <a:gd name="T70" fmla="*/ 2147483646 w 74"/>
                <a:gd name="T71" fmla="*/ 2147483646 h 250"/>
                <a:gd name="T72" fmla="*/ 2147483646 w 74"/>
                <a:gd name="T73" fmla="*/ 2147483646 h 250"/>
                <a:gd name="T74" fmla="*/ 2147483646 w 74"/>
                <a:gd name="T75" fmla="*/ 2147483646 h 250"/>
                <a:gd name="T76" fmla="*/ 2147483646 w 74"/>
                <a:gd name="T77" fmla="*/ 2147483646 h 250"/>
                <a:gd name="T78" fmla="*/ 2147483646 w 74"/>
                <a:gd name="T79" fmla="*/ 2147483646 h 250"/>
                <a:gd name="T80" fmla="*/ 2147483646 w 74"/>
                <a:gd name="T81" fmla="*/ 2147483646 h 250"/>
                <a:gd name="T82" fmla="*/ 2147483646 w 74"/>
                <a:gd name="T83" fmla="*/ 2147483646 h 250"/>
                <a:gd name="T84" fmla="*/ 2147483646 w 74"/>
                <a:gd name="T85" fmla="*/ 2147483646 h 250"/>
                <a:gd name="T86" fmla="*/ 2147483646 w 74"/>
                <a:gd name="T87" fmla="*/ 2147483646 h 250"/>
                <a:gd name="T88" fmla="*/ 2147483646 w 74"/>
                <a:gd name="T89" fmla="*/ 2147483646 h 250"/>
                <a:gd name="T90" fmla="*/ 2147483646 w 74"/>
                <a:gd name="T91" fmla="*/ 2147483646 h 250"/>
                <a:gd name="T92" fmla="*/ 2147483646 w 74"/>
                <a:gd name="T93" fmla="*/ 2147483646 h 250"/>
                <a:gd name="T94" fmla="*/ 2147483646 w 74"/>
                <a:gd name="T95" fmla="*/ 2147483646 h 250"/>
                <a:gd name="T96" fmla="*/ 2147483646 w 74"/>
                <a:gd name="T97" fmla="*/ 2147483646 h 250"/>
                <a:gd name="T98" fmla="*/ 2147483646 w 74"/>
                <a:gd name="T99" fmla="*/ 2147483646 h 250"/>
                <a:gd name="T100" fmla="*/ 2147483646 w 74"/>
                <a:gd name="T101" fmla="*/ 2147483646 h 250"/>
                <a:gd name="T102" fmla="*/ 2147483646 w 74"/>
                <a:gd name="T103" fmla="*/ 2147483646 h 250"/>
                <a:gd name="T104" fmla="*/ 2147483646 w 74"/>
                <a:gd name="T105" fmla="*/ 2147483646 h 250"/>
                <a:gd name="T106" fmla="*/ 2147483646 w 74"/>
                <a:gd name="T107" fmla="*/ 2147483646 h 250"/>
                <a:gd name="T108" fmla="*/ 2147483646 w 74"/>
                <a:gd name="T109" fmla="*/ 2147483646 h 250"/>
                <a:gd name="T110" fmla="*/ 2147483646 w 74"/>
                <a:gd name="T111" fmla="*/ 2147483646 h 250"/>
                <a:gd name="T112" fmla="*/ 2147483646 w 74"/>
                <a:gd name="T113" fmla="*/ 2147483646 h 2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4"/>
                <a:gd name="T172" fmla="*/ 0 h 250"/>
                <a:gd name="T173" fmla="*/ 74 w 74"/>
                <a:gd name="T174" fmla="*/ 250 h 25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4" h="250">
                  <a:moveTo>
                    <a:pt x="0" y="0"/>
                  </a:moveTo>
                  <a:lnTo>
                    <a:pt x="1" y="3"/>
                  </a:lnTo>
                  <a:lnTo>
                    <a:pt x="3" y="4"/>
                  </a:lnTo>
                  <a:lnTo>
                    <a:pt x="4" y="7"/>
                  </a:lnTo>
                  <a:lnTo>
                    <a:pt x="6" y="10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8" y="16"/>
                  </a:lnTo>
                  <a:lnTo>
                    <a:pt x="10" y="17"/>
                  </a:lnTo>
                  <a:lnTo>
                    <a:pt x="10" y="18"/>
                  </a:lnTo>
                  <a:lnTo>
                    <a:pt x="11" y="21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4" y="25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5" y="30"/>
                  </a:lnTo>
                  <a:lnTo>
                    <a:pt x="17" y="30"/>
                  </a:lnTo>
                  <a:lnTo>
                    <a:pt x="17" y="31"/>
                  </a:lnTo>
                  <a:lnTo>
                    <a:pt x="17" y="32"/>
                  </a:lnTo>
                  <a:lnTo>
                    <a:pt x="18" y="34"/>
                  </a:lnTo>
                  <a:lnTo>
                    <a:pt x="18" y="35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21" y="39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5"/>
                  </a:lnTo>
                  <a:lnTo>
                    <a:pt x="24" y="46"/>
                  </a:lnTo>
                  <a:lnTo>
                    <a:pt x="24" y="48"/>
                  </a:lnTo>
                  <a:lnTo>
                    <a:pt x="25" y="49"/>
                  </a:lnTo>
                  <a:lnTo>
                    <a:pt x="25" y="50"/>
                  </a:lnTo>
                  <a:lnTo>
                    <a:pt x="25" y="52"/>
                  </a:lnTo>
                  <a:lnTo>
                    <a:pt x="27" y="53"/>
                  </a:lnTo>
                  <a:lnTo>
                    <a:pt x="27" y="55"/>
                  </a:lnTo>
                  <a:lnTo>
                    <a:pt x="28" y="56"/>
                  </a:lnTo>
                  <a:lnTo>
                    <a:pt x="28" y="57"/>
                  </a:lnTo>
                  <a:lnTo>
                    <a:pt x="28" y="59"/>
                  </a:lnTo>
                  <a:lnTo>
                    <a:pt x="29" y="59"/>
                  </a:lnTo>
                  <a:lnTo>
                    <a:pt x="29" y="60"/>
                  </a:lnTo>
                  <a:lnTo>
                    <a:pt x="29" y="62"/>
                  </a:lnTo>
                  <a:lnTo>
                    <a:pt x="31" y="63"/>
                  </a:lnTo>
                  <a:lnTo>
                    <a:pt x="31" y="64"/>
                  </a:lnTo>
                  <a:lnTo>
                    <a:pt x="31" y="66"/>
                  </a:lnTo>
                  <a:lnTo>
                    <a:pt x="32" y="66"/>
                  </a:lnTo>
                  <a:lnTo>
                    <a:pt x="32" y="67"/>
                  </a:lnTo>
                  <a:lnTo>
                    <a:pt x="32" y="69"/>
                  </a:lnTo>
                  <a:lnTo>
                    <a:pt x="34" y="70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5" y="74"/>
                  </a:lnTo>
                  <a:lnTo>
                    <a:pt x="35" y="76"/>
                  </a:lnTo>
                  <a:lnTo>
                    <a:pt x="35" y="77"/>
                  </a:lnTo>
                  <a:lnTo>
                    <a:pt x="36" y="78"/>
                  </a:lnTo>
                  <a:lnTo>
                    <a:pt x="36" y="80"/>
                  </a:lnTo>
                  <a:lnTo>
                    <a:pt x="38" y="83"/>
                  </a:lnTo>
                  <a:lnTo>
                    <a:pt x="38" y="84"/>
                  </a:lnTo>
                  <a:lnTo>
                    <a:pt x="39" y="85"/>
                  </a:lnTo>
                  <a:lnTo>
                    <a:pt x="39" y="87"/>
                  </a:lnTo>
                  <a:lnTo>
                    <a:pt x="39" y="88"/>
                  </a:lnTo>
                  <a:lnTo>
                    <a:pt x="41" y="90"/>
                  </a:lnTo>
                  <a:lnTo>
                    <a:pt x="41" y="91"/>
                  </a:lnTo>
                  <a:lnTo>
                    <a:pt x="42" y="92"/>
                  </a:lnTo>
                  <a:lnTo>
                    <a:pt x="42" y="94"/>
                  </a:lnTo>
                  <a:lnTo>
                    <a:pt x="42" y="95"/>
                  </a:lnTo>
                  <a:lnTo>
                    <a:pt x="43" y="97"/>
                  </a:lnTo>
                  <a:lnTo>
                    <a:pt x="43" y="98"/>
                  </a:lnTo>
                  <a:lnTo>
                    <a:pt x="43" y="99"/>
                  </a:lnTo>
                  <a:lnTo>
                    <a:pt x="45" y="101"/>
                  </a:lnTo>
                  <a:lnTo>
                    <a:pt x="45" y="102"/>
                  </a:lnTo>
                  <a:lnTo>
                    <a:pt x="45" y="104"/>
                  </a:lnTo>
                  <a:lnTo>
                    <a:pt x="46" y="105"/>
                  </a:lnTo>
                  <a:lnTo>
                    <a:pt x="46" y="106"/>
                  </a:lnTo>
                  <a:lnTo>
                    <a:pt x="46" y="108"/>
                  </a:lnTo>
                  <a:lnTo>
                    <a:pt x="48" y="109"/>
                  </a:lnTo>
                  <a:lnTo>
                    <a:pt x="48" y="111"/>
                  </a:lnTo>
                  <a:lnTo>
                    <a:pt x="48" y="112"/>
                  </a:lnTo>
                  <a:lnTo>
                    <a:pt x="49" y="113"/>
                  </a:lnTo>
                  <a:lnTo>
                    <a:pt x="49" y="115"/>
                  </a:lnTo>
                  <a:lnTo>
                    <a:pt x="49" y="116"/>
                  </a:lnTo>
                  <a:lnTo>
                    <a:pt x="50" y="119"/>
                  </a:lnTo>
                  <a:lnTo>
                    <a:pt x="50" y="120"/>
                  </a:lnTo>
                  <a:lnTo>
                    <a:pt x="50" y="122"/>
                  </a:lnTo>
                  <a:lnTo>
                    <a:pt x="52" y="123"/>
                  </a:lnTo>
                  <a:lnTo>
                    <a:pt x="52" y="124"/>
                  </a:lnTo>
                  <a:lnTo>
                    <a:pt x="52" y="126"/>
                  </a:lnTo>
                  <a:lnTo>
                    <a:pt x="53" y="127"/>
                  </a:lnTo>
                  <a:lnTo>
                    <a:pt x="53" y="129"/>
                  </a:lnTo>
                  <a:lnTo>
                    <a:pt x="53" y="130"/>
                  </a:lnTo>
                  <a:lnTo>
                    <a:pt x="54" y="131"/>
                  </a:lnTo>
                  <a:lnTo>
                    <a:pt x="54" y="133"/>
                  </a:lnTo>
                  <a:lnTo>
                    <a:pt x="54" y="134"/>
                  </a:lnTo>
                  <a:lnTo>
                    <a:pt x="54" y="136"/>
                  </a:lnTo>
                  <a:lnTo>
                    <a:pt x="56" y="137"/>
                  </a:lnTo>
                  <a:lnTo>
                    <a:pt x="56" y="138"/>
                  </a:lnTo>
                  <a:lnTo>
                    <a:pt x="56" y="140"/>
                  </a:lnTo>
                  <a:lnTo>
                    <a:pt x="57" y="141"/>
                  </a:lnTo>
                  <a:lnTo>
                    <a:pt x="57" y="143"/>
                  </a:lnTo>
                  <a:lnTo>
                    <a:pt x="57" y="144"/>
                  </a:lnTo>
                  <a:lnTo>
                    <a:pt x="59" y="145"/>
                  </a:lnTo>
                  <a:lnTo>
                    <a:pt x="59" y="147"/>
                  </a:lnTo>
                  <a:lnTo>
                    <a:pt x="59" y="148"/>
                  </a:lnTo>
                  <a:lnTo>
                    <a:pt x="60" y="150"/>
                  </a:lnTo>
                  <a:lnTo>
                    <a:pt x="60" y="151"/>
                  </a:lnTo>
                  <a:lnTo>
                    <a:pt x="60" y="152"/>
                  </a:lnTo>
                  <a:lnTo>
                    <a:pt x="61" y="154"/>
                  </a:lnTo>
                  <a:lnTo>
                    <a:pt x="61" y="157"/>
                  </a:lnTo>
                  <a:lnTo>
                    <a:pt x="61" y="158"/>
                  </a:lnTo>
                  <a:lnTo>
                    <a:pt x="63" y="159"/>
                  </a:lnTo>
                  <a:lnTo>
                    <a:pt x="63" y="161"/>
                  </a:lnTo>
                  <a:lnTo>
                    <a:pt x="63" y="162"/>
                  </a:lnTo>
                  <a:lnTo>
                    <a:pt x="64" y="164"/>
                  </a:lnTo>
                  <a:lnTo>
                    <a:pt x="64" y="165"/>
                  </a:lnTo>
                  <a:lnTo>
                    <a:pt x="64" y="166"/>
                  </a:lnTo>
                  <a:lnTo>
                    <a:pt x="66" y="168"/>
                  </a:lnTo>
                  <a:lnTo>
                    <a:pt x="66" y="169"/>
                  </a:lnTo>
                  <a:lnTo>
                    <a:pt x="66" y="171"/>
                  </a:lnTo>
                  <a:lnTo>
                    <a:pt x="66" y="172"/>
                  </a:lnTo>
                  <a:lnTo>
                    <a:pt x="67" y="173"/>
                  </a:lnTo>
                  <a:lnTo>
                    <a:pt x="67" y="175"/>
                  </a:lnTo>
                  <a:lnTo>
                    <a:pt x="67" y="176"/>
                  </a:lnTo>
                  <a:lnTo>
                    <a:pt x="67" y="178"/>
                  </a:lnTo>
                  <a:lnTo>
                    <a:pt x="67" y="179"/>
                  </a:lnTo>
                  <a:lnTo>
                    <a:pt x="67" y="180"/>
                  </a:lnTo>
                  <a:lnTo>
                    <a:pt x="68" y="180"/>
                  </a:lnTo>
                  <a:lnTo>
                    <a:pt x="68" y="182"/>
                  </a:lnTo>
                  <a:lnTo>
                    <a:pt x="68" y="183"/>
                  </a:lnTo>
                  <a:lnTo>
                    <a:pt x="68" y="185"/>
                  </a:lnTo>
                  <a:lnTo>
                    <a:pt x="68" y="186"/>
                  </a:lnTo>
                  <a:lnTo>
                    <a:pt x="68" y="187"/>
                  </a:lnTo>
                  <a:lnTo>
                    <a:pt x="68" y="189"/>
                  </a:lnTo>
                  <a:lnTo>
                    <a:pt x="68" y="190"/>
                  </a:lnTo>
                  <a:lnTo>
                    <a:pt x="68" y="192"/>
                  </a:lnTo>
                  <a:lnTo>
                    <a:pt x="68" y="193"/>
                  </a:lnTo>
                  <a:lnTo>
                    <a:pt x="68" y="194"/>
                  </a:lnTo>
                  <a:lnTo>
                    <a:pt x="70" y="196"/>
                  </a:lnTo>
                  <a:lnTo>
                    <a:pt x="70" y="197"/>
                  </a:lnTo>
                  <a:lnTo>
                    <a:pt x="70" y="198"/>
                  </a:lnTo>
                  <a:lnTo>
                    <a:pt x="70" y="200"/>
                  </a:lnTo>
                  <a:lnTo>
                    <a:pt x="70" y="201"/>
                  </a:lnTo>
                  <a:lnTo>
                    <a:pt x="70" y="203"/>
                  </a:lnTo>
                  <a:lnTo>
                    <a:pt x="70" y="204"/>
                  </a:lnTo>
                  <a:lnTo>
                    <a:pt x="70" y="205"/>
                  </a:lnTo>
                  <a:lnTo>
                    <a:pt x="70" y="207"/>
                  </a:lnTo>
                  <a:lnTo>
                    <a:pt x="70" y="208"/>
                  </a:lnTo>
                  <a:lnTo>
                    <a:pt x="71" y="210"/>
                  </a:lnTo>
                  <a:lnTo>
                    <a:pt x="71" y="211"/>
                  </a:lnTo>
                  <a:lnTo>
                    <a:pt x="71" y="212"/>
                  </a:lnTo>
                  <a:lnTo>
                    <a:pt x="71" y="214"/>
                  </a:lnTo>
                  <a:lnTo>
                    <a:pt x="71" y="215"/>
                  </a:lnTo>
                  <a:lnTo>
                    <a:pt x="71" y="217"/>
                  </a:lnTo>
                  <a:lnTo>
                    <a:pt x="73" y="217"/>
                  </a:lnTo>
                  <a:lnTo>
                    <a:pt x="73" y="218"/>
                  </a:lnTo>
                  <a:lnTo>
                    <a:pt x="73" y="219"/>
                  </a:lnTo>
                  <a:lnTo>
                    <a:pt x="73" y="221"/>
                  </a:lnTo>
                  <a:lnTo>
                    <a:pt x="73" y="222"/>
                  </a:lnTo>
                  <a:lnTo>
                    <a:pt x="73" y="224"/>
                  </a:lnTo>
                  <a:lnTo>
                    <a:pt x="74" y="225"/>
                  </a:lnTo>
                  <a:lnTo>
                    <a:pt x="74" y="226"/>
                  </a:lnTo>
                  <a:lnTo>
                    <a:pt x="74" y="228"/>
                  </a:lnTo>
                  <a:lnTo>
                    <a:pt x="74" y="229"/>
                  </a:lnTo>
                  <a:lnTo>
                    <a:pt x="74" y="231"/>
                  </a:lnTo>
                  <a:lnTo>
                    <a:pt x="74" y="232"/>
                  </a:lnTo>
                  <a:lnTo>
                    <a:pt x="74" y="233"/>
                  </a:lnTo>
                  <a:lnTo>
                    <a:pt x="74" y="235"/>
                  </a:lnTo>
                  <a:lnTo>
                    <a:pt x="74" y="236"/>
                  </a:lnTo>
                  <a:lnTo>
                    <a:pt x="74" y="238"/>
                  </a:lnTo>
                  <a:lnTo>
                    <a:pt x="74" y="239"/>
                  </a:lnTo>
                  <a:lnTo>
                    <a:pt x="73" y="240"/>
                  </a:lnTo>
                  <a:lnTo>
                    <a:pt x="73" y="243"/>
                  </a:lnTo>
                  <a:lnTo>
                    <a:pt x="73" y="245"/>
                  </a:lnTo>
                  <a:lnTo>
                    <a:pt x="73" y="246"/>
                  </a:lnTo>
                  <a:lnTo>
                    <a:pt x="73" y="247"/>
                  </a:lnTo>
                  <a:lnTo>
                    <a:pt x="73" y="250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25" name="Freeform 237">
              <a:extLst>
                <a:ext uri="{FF2B5EF4-FFF2-40B4-BE49-F238E27FC236}">
                  <a16:creationId xmlns:a16="http://schemas.microsoft.com/office/drawing/2014/main" id="{AB721E73-F1D6-49A8-B6D6-3CE10607329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99560" y="4024373"/>
              <a:ext cx="58205" cy="200800"/>
            </a:xfrm>
            <a:custGeom>
              <a:avLst/>
              <a:gdLst>
                <a:gd name="T0" fmla="*/ 2147483646 w 74"/>
                <a:gd name="T1" fmla="*/ 2147483646 h 250"/>
                <a:gd name="T2" fmla="*/ 2147483646 w 74"/>
                <a:gd name="T3" fmla="*/ 2147483646 h 250"/>
                <a:gd name="T4" fmla="*/ 2147483646 w 74"/>
                <a:gd name="T5" fmla="*/ 2147483646 h 250"/>
                <a:gd name="T6" fmla="*/ 2147483646 w 74"/>
                <a:gd name="T7" fmla="*/ 2147483646 h 250"/>
                <a:gd name="T8" fmla="*/ 2147483646 w 74"/>
                <a:gd name="T9" fmla="*/ 2147483646 h 250"/>
                <a:gd name="T10" fmla="*/ 2147483646 w 74"/>
                <a:gd name="T11" fmla="*/ 2147483646 h 250"/>
                <a:gd name="T12" fmla="*/ 2147483646 w 74"/>
                <a:gd name="T13" fmla="*/ 2147483646 h 250"/>
                <a:gd name="T14" fmla="*/ 2147483646 w 74"/>
                <a:gd name="T15" fmla="*/ 2147483646 h 250"/>
                <a:gd name="T16" fmla="*/ 2147483646 w 74"/>
                <a:gd name="T17" fmla="*/ 2147483646 h 250"/>
                <a:gd name="T18" fmla="*/ 2147483646 w 74"/>
                <a:gd name="T19" fmla="*/ 2147483646 h 250"/>
                <a:gd name="T20" fmla="*/ 2147483646 w 74"/>
                <a:gd name="T21" fmla="*/ 2147483646 h 250"/>
                <a:gd name="T22" fmla="*/ 2147483646 w 74"/>
                <a:gd name="T23" fmla="*/ 2147483646 h 250"/>
                <a:gd name="T24" fmla="*/ 2147483646 w 74"/>
                <a:gd name="T25" fmla="*/ 2147483646 h 250"/>
                <a:gd name="T26" fmla="*/ 2147483646 w 74"/>
                <a:gd name="T27" fmla="*/ 2147483646 h 250"/>
                <a:gd name="T28" fmla="*/ 2147483646 w 74"/>
                <a:gd name="T29" fmla="*/ 2147483646 h 250"/>
                <a:gd name="T30" fmla="*/ 2147483646 w 74"/>
                <a:gd name="T31" fmla="*/ 2147483646 h 250"/>
                <a:gd name="T32" fmla="*/ 2147483646 w 74"/>
                <a:gd name="T33" fmla="*/ 2147483646 h 250"/>
                <a:gd name="T34" fmla="*/ 2147483646 w 74"/>
                <a:gd name="T35" fmla="*/ 2147483646 h 250"/>
                <a:gd name="T36" fmla="*/ 2147483646 w 74"/>
                <a:gd name="T37" fmla="*/ 2147483646 h 250"/>
                <a:gd name="T38" fmla="*/ 2147483646 w 74"/>
                <a:gd name="T39" fmla="*/ 2147483646 h 250"/>
                <a:gd name="T40" fmla="*/ 2147483646 w 74"/>
                <a:gd name="T41" fmla="*/ 2147483646 h 250"/>
                <a:gd name="T42" fmla="*/ 2147483646 w 74"/>
                <a:gd name="T43" fmla="*/ 2147483646 h 250"/>
                <a:gd name="T44" fmla="*/ 2147483646 w 74"/>
                <a:gd name="T45" fmla="*/ 2147483646 h 250"/>
                <a:gd name="T46" fmla="*/ 2147483646 w 74"/>
                <a:gd name="T47" fmla="*/ 2147483646 h 250"/>
                <a:gd name="T48" fmla="*/ 2147483646 w 74"/>
                <a:gd name="T49" fmla="*/ 2147483646 h 250"/>
                <a:gd name="T50" fmla="*/ 2147483646 w 74"/>
                <a:gd name="T51" fmla="*/ 2147483646 h 250"/>
                <a:gd name="T52" fmla="*/ 2147483646 w 74"/>
                <a:gd name="T53" fmla="*/ 2147483646 h 250"/>
                <a:gd name="T54" fmla="*/ 2147483646 w 74"/>
                <a:gd name="T55" fmla="*/ 2147483646 h 250"/>
                <a:gd name="T56" fmla="*/ 2147483646 w 74"/>
                <a:gd name="T57" fmla="*/ 2147483646 h 250"/>
                <a:gd name="T58" fmla="*/ 2147483646 w 74"/>
                <a:gd name="T59" fmla="*/ 2147483646 h 250"/>
                <a:gd name="T60" fmla="*/ 2147483646 w 74"/>
                <a:gd name="T61" fmla="*/ 2147483646 h 250"/>
                <a:gd name="T62" fmla="*/ 2147483646 w 74"/>
                <a:gd name="T63" fmla="*/ 2147483646 h 250"/>
                <a:gd name="T64" fmla="*/ 2147483646 w 74"/>
                <a:gd name="T65" fmla="*/ 2147483646 h 250"/>
                <a:gd name="T66" fmla="*/ 2147483646 w 74"/>
                <a:gd name="T67" fmla="*/ 2147483646 h 250"/>
                <a:gd name="T68" fmla="*/ 2147483646 w 74"/>
                <a:gd name="T69" fmla="*/ 2147483646 h 250"/>
                <a:gd name="T70" fmla="*/ 2147483646 w 74"/>
                <a:gd name="T71" fmla="*/ 2147483646 h 250"/>
                <a:gd name="T72" fmla="*/ 2147483646 w 74"/>
                <a:gd name="T73" fmla="*/ 2147483646 h 250"/>
                <a:gd name="T74" fmla="*/ 2147483646 w 74"/>
                <a:gd name="T75" fmla="*/ 2147483646 h 250"/>
                <a:gd name="T76" fmla="*/ 2147483646 w 74"/>
                <a:gd name="T77" fmla="*/ 2147483646 h 250"/>
                <a:gd name="T78" fmla="*/ 2147483646 w 74"/>
                <a:gd name="T79" fmla="*/ 2147483646 h 250"/>
                <a:gd name="T80" fmla="*/ 2147483646 w 74"/>
                <a:gd name="T81" fmla="*/ 2147483646 h 250"/>
                <a:gd name="T82" fmla="*/ 2147483646 w 74"/>
                <a:gd name="T83" fmla="*/ 2147483646 h 250"/>
                <a:gd name="T84" fmla="*/ 2147483646 w 74"/>
                <a:gd name="T85" fmla="*/ 2147483646 h 250"/>
                <a:gd name="T86" fmla="*/ 2147483646 w 74"/>
                <a:gd name="T87" fmla="*/ 2147483646 h 250"/>
                <a:gd name="T88" fmla="*/ 2147483646 w 74"/>
                <a:gd name="T89" fmla="*/ 2147483646 h 250"/>
                <a:gd name="T90" fmla="*/ 2147483646 w 74"/>
                <a:gd name="T91" fmla="*/ 2147483646 h 250"/>
                <a:gd name="T92" fmla="*/ 2147483646 w 74"/>
                <a:gd name="T93" fmla="*/ 2147483646 h 250"/>
                <a:gd name="T94" fmla="*/ 2147483646 w 74"/>
                <a:gd name="T95" fmla="*/ 2147483646 h 250"/>
                <a:gd name="T96" fmla="*/ 2147483646 w 74"/>
                <a:gd name="T97" fmla="*/ 2147483646 h 250"/>
                <a:gd name="T98" fmla="*/ 2147483646 w 74"/>
                <a:gd name="T99" fmla="*/ 2147483646 h 250"/>
                <a:gd name="T100" fmla="*/ 2147483646 w 74"/>
                <a:gd name="T101" fmla="*/ 2147483646 h 250"/>
                <a:gd name="T102" fmla="*/ 2147483646 w 74"/>
                <a:gd name="T103" fmla="*/ 2147483646 h 250"/>
                <a:gd name="T104" fmla="*/ 2147483646 w 74"/>
                <a:gd name="T105" fmla="*/ 2147483646 h 250"/>
                <a:gd name="T106" fmla="*/ 2147483646 w 74"/>
                <a:gd name="T107" fmla="*/ 2147483646 h 250"/>
                <a:gd name="T108" fmla="*/ 2147483646 w 74"/>
                <a:gd name="T109" fmla="*/ 2147483646 h 250"/>
                <a:gd name="T110" fmla="*/ 2147483646 w 74"/>
                <a:gd name="T111" fmla="*/ 2147483646 h 250"/>
                <a:gd name="T112" fmla="*/ 2147483646 w 74"/>
                <a:gd name="T113" fmla="*/ 2147483646 h 2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4"/>
                <a:gd name="T172" fmla="*/ 0 h 250"/>
                <a:gd name="T173" fmla="*/ 74 w 74"/>
                <a:gd name="T174" fmla="*/ 250 h 25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4" h="250">
                  <a:moveTo>
                    <a:pt x="0" y="250"/>
                  </a:moveTo>
                  <a:lnTo>
                    <a:pt x="1" y="247"/>
                  </a:lnTo>
                  <a:lnTo>
                    <a:pt x="3" y="244"/>
                  </a:lnTo>
                  <a:lnTo>
                    <a:pt x="4" y="241"/>
                  </a:lnTo>
                  <a:lnTo>
                    <a:pt x="6" y="240"/>
                  </a:lnTo>
                  <a:lnTo>
                    <a:pt x="7" y="237"/>
                  </a:lnTo>
                  <a:lnTo>
                    <a:pt x="7" y="236"/>
                  </a:lnTo>
                  <a:lnTo>
                    <a:pt x="8" y="233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11" y="229"/>
                  </a:lnTo>
                  <a:lnTo>
                    <a:pt x="13" y="227"/>
                  </a:lnTo>
                  <a:lnTo>
                    <a:pt x="13" y="226"/>
                  </a:lnTo>
                  <a:lnTo>
                    <a:pt x="14" y="225"/>
                  </a:lnTo>
                  <a:lnTo>
                    <a:pt x="14" y="223"/>
                  </a:lnTo>
                  <a:lnTo>
                    <a:pt x="15" y="222"/>
                  </a:lnTo>
                  <a:lnTo>
                    <a:pt x="15" y="220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8" y="216"/>
                  </a:lnTo>
                  <a:lnTo>
                    <a:pt x="18" y="215"/>
                  </a:lnTo>
                  <a:lnTo>
                    <a:pt x="20" y="213"/>
                  </a:lnTo>
                  <a:lnTo>
                    <a:pt x="20" y="212"/>
                  </a:lnTo>
                  <a:lnTo>
                    <a:pt x="20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8"/>
                  </a:lnTo>
                  <a:lnTo>
                    <a:pt x="22" y="206"/>
                  </a:lnTo>
                  <a:lnTo>
                    <a:pt x="22" y="205"/>
                  </a:lnTo>
                  <a:lnTo>
                    <a:pt x="22" y="204"/>
                  </a:lnTo>
                  <a:lnTo>
                    <a:pt x="24" y="202"/>
                  </a:lnTo>
                  <a:lnTo>
                    <a:pt x="24" y="201"/>
                  </a:lnTo>
                  <a:lnTo>
                    <a:pt x="25" y="199"/>
                  </a:lnTo>
                  <a:lnTo>
                    <a:pt x="25" y="198"/>
                  </a:lnTo>
                  <a:lnTo>
                    <a:pt x="27" y="197"/>
                  </a:lnTo>
                  <a:lnTo>
                    <a:pt x="27" y="195"/>
                  </a:lnTo>
                  <a:lnTo>
                    <a:pt x="27" y="194"/>
                  </a:lnTo>
                  <a:lnTo>
                    <a:pt x="28" y="194"/>
                  </a:lnTo>
                  <a:lnTo>
                    <a:pt x="28" y="192"/>
                  </a:lnTo>
                  <a:lnTo>
                    <a:pt x="28" y="191"/>
                  </a:lnTo>
                  <a:lnTo>
                    <a:pt x="29" y="190"/>
                  </a:lnTo>
                  <a:lnTo>
                    <a:pt x="29" y="188"/>
                  </a:lnTo>
                  <a:lnTo>
                    <a:pt x="31" y="187"/>
                  </a:lnTo>
                  <a:lnTo>
                    <a:pt x="31" y="185"/>
                  </a:lnTo>
                  <a:lnTo>
                    <a:pt x="31" y="184"/>
                  </a:lnTo>
                  <a:lnTo>
                    <a:pt x="32" y="183"/>
                  </a:lnTo>
                  <a:lnTo>
                    <a:pt x="32" y="181"/>
                  </a:lnTo>
                  <a:lnTo>
                    <a:pt x="32" y="180"/>
                  </a:lnTo>
                  <a:lnTo>
                    <a:pt x="34" y="178"/>
                  </a:lnTo>
                  <a:lnTo>
                    <a:pt x="34" y="177"/>
                  </a:lnTo>
                  <a:lnTo>
                    <a:pt x="35" y="176"/>
                  </a:lnTo>
                  <a:lnTo>
                    <a:pt x="35" y="174"/>
                  </a:lnTo>
                  <a:lnTo>
                    <a:pt x="35" y="173"/>
                  </a:lnTo>
                  <a:lnTo>
                    <a:pt x="36" y="170"/>
                  </a:lnTo>
                  <a:lnTo>
                    <a:pt x="36" y="169"/>
                  </a:lnTo>
                  <a:lnTo>
                    <a:pt x="38" y="167"/>
                  </a:lnTo>
                  <a:lnTo>
                    <a:pt x="38" y="166"/>
                  </a:lnTo>
                  <a:lnTo>
                    <a:pt x="39" y="164"/>
                  </a:lnTo>
                  <a:lnTo>
                    <a:pt x="39" y="163"/>
                  </a:lnTo>
                  <a:lnTo>
                    <a:pt x="39" y="162"/>
                  </a:lnTo>
                  <a:lnTo>
                    <a:pt x="41" y="160"/>
                  </a:lnTo>
                  <a:lnTo>
                    <a:pt x="41" y="159"/>
                  </a:lnTo>
                  <a:lnTo>
                    <a:pt x="41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2" y="153"/>
                  </a:lnTo>
                  <a:lnTo>
                    <a:pt x="43" y="153"/>
                  </a:lnTo>
                  <a:lnTo>
                    <a:pt x="43" y="152"/>
                  </a:lnTo>
                  <a:lnTo>
                    <a:pt x="43" y="151"/>
                  </a:lnTo>
                  <a:lnTo>
                    <a:pt x="45" y="149"/>
                  </a:lnTo>
                  <a:lnTo>
                    <a:pt x="45" y="148"/>
                  </a:lnTo>
                  <a:lnTo>
                    <a:pt x="45" y="146"/>
                  </a:lnTo>
                  <a:lnTo>
                    <a:pt x="45" y="145"/>
                  </a:lnTo>
                  <a:lnTo>
                    <a:pt x="46" y="145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1"/>
                  </a:lnTo>
                  <a:lnTo>
                    <a:pt x="48" y="139"/>
                  </a:lnTo>
                  <a:lnTo>
                    <a:pt x="48" y="138"/>
                  </a:lnTo>
                  <a:lnTo>
                    <a:pt x="49" y="137"/>
                  </a:lnTo>
                  <a:lnTo>
                    <a:pt x="49" y="134"/>
                  </a:lnTo>
                  <a:lnTo>
                    <a:pt x="49" y="132"/>
                  </a:lnTo>
                  <a:lnTo>
                    <a:pt x="50" y="131"/>
                  </a:lnTo>
                  <a:lnTo>
                    <a:pt x="50" y="130"/>
                  </a:lnTo>
                  <a:lnTo>
                    <a:pt x="50" y="128"/>
                  </a:lnTo>
                  <a:lnTo>
                    <a:pt x="52" y="127"/>
                  </a:lnTo>
                  <a:lnTo>
                    <a:pt x="52" y="125"/>
                  </a:lnTo>
                  <a:lnTo>
                    <a:pt x="52" y="124"/>
                  </a:lnTo>
                  <a:lnTo>
                    <a:pt x="53" y="123"/>
                  </a:lnTo>
                  <a:lnTo>
                    <a:pt x="53" y="121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4" y="117"/>
                  </a:lnTo>
                  <a:lnTo>
                    <a:pt x="54" y="116"/>
                  </a:lnTo>
                  <a:lnTo>
                    <a:pt x="54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0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9" y="104"/>
                  </a:lnTo>
                  <a:lnTo>
                    <a:pt x="59" y="103"/>
                  </a:lnTo>
                  <a:lnTo>
                    <a:pt x="59" y="102"/>
                  </a:lnTo>
                  <a:lnTo>
                    <a:pt x="59" y="100"/>
                  </a:lnTo>
                  <a:lnTo>
                    <a:pt x="60" y="99"/>
                  </a:lnTo>
                  <a:lnTo>
                    <a:pt x="60" y="97"/>
                  </a:lnTo>
                  <a:lnTo>
                    <a:pt x="60" y="96"/>
                  </a:lnTo>
                  <a:lnTo>
                    <a:pt x="61" y="95"/>
                  </a:lnTo>
                  <a:lnTo>
                    <a:pt x="61" y="93"/>
                  </a:lnTo>
                  <a:lnTo>
                    <a:pt x="61" y="92"/>
                  </a:lnTo>
                  <a:lnTo>
                    <a:pt x="63" y="89"/>
                  </a:lnTo>
                  <a:lnTo>
                    <a:pt x="63" y="88"/>
                  </a:lnTo>
                  <a:lnTo>
                    <a:pt x="63" y="86"/>
                  </a:lnTo>
                  <a:lnTo>
                    <a:pt x="64" y="85"/>
                  </a:lnTo>
                  <a:lnTo>
                    <a:pt x="64" y="84"/>
                  </a:lnTo>
                  <a:lnTo>
                    <a:pt x="66" y="82"/>
                  </a:lnTo>
                  <a:lnTo>
                    <a:pt x="66" y="81"/>
                  </a:lnTo>
                  <a:lnTo>
                    <a:pt x="66" y="79"/>
                  </a:lnTo>
                  <a:lnTo>
                    <a:pt x="66" y="78"/>
                  </a:lnTo>
                  <a:lnTo>
                    <a:pt x="66" y="77"/>
                  </a:lnTo>
                  <a:lnTo>
                    <a:pt x="67" y="77"/>
                  </a:lnTo>
                  <a:lnTo>
                    <a:pt x="67" y="75"/>
                  </a:lnTo>
                  <a:lnTo>
                    <a:pt x="67" y="74"/>
                  </a:lnTo>
                  <a:lnTo>
                    <a:pt x="67" y="72"/>
                  </a:lnTo>
                  <a:lnTo>
                    <a:pt x="67" y="71"/>
                  </a:lnTo>
                  <a:lnTo>
                    <a:pt x="67" y="70"/>
                  </a:lnTo>
                  <a:lnTo>
                    <a:pt x="68" y="68"/>
                  </a:lnTo>
                  <a:lnTo>
                    <a:pt x="68" y="67"/>
                  </a:lnTo>
                  <a:lnTo>
                    <a:pt x="68" y="65"/>
                  </a:lnTo>
                  <a:lnTo>
                    <a:pt x="68" y="64"/>
                  </a:lnTo>
                  <a:lnTo>
                    <a:pt x="68" y="63"/>
                  </a:lnTo>
                  <a:lnTo>
                    <a:pt x="68" y="61"/>
                  </a:lnTo>
                  <a:lnTo>
                    <a:pt x="68" y="60"/>
                  </a:lnTo>
                  <a:lnTo>
                    <a:pt x="68" y="58"/>
                  </a:lnTo>
                  <a:lnTo>
                    <a:pt x="68" y="57"/>
                  </a:lnTo>
                  <a:lnTo>
                    <a:pt x="68" y="56"/>
                  </a:lnTo>
                  <a:lnTo>
                    <a:pt x="70" y="54"/>
                  </a:lnTo>
                  <a:lnTo>
                    <a:pt x="70" y="53"/>
                  </a:lnTo>
                  <a:lnTo>
                    <a:pt x="70" y="51"/>
                  </a:lnTo>
                  <a:lnTo>
                    <a:pt x="70" y="50"/>
                  </a:lnTo>
                  <a:lnTo>
                    <a:pt x="70" y="49"/>
                  </a:lnTo>
                  <a:lnTo>
                    <a:pt x="70" y="47"/>
                  </a:lnTo>
                  <a:lnTo>
                    <a:pt x="70" y="46"/>
                  </a:lnTo>
                  <a:lnTo>
                    <a:pt x="70" y="44"/>
                  </a:lnTo>
                  <a:lnTo>
                    <a:pt x="70" y="43"/>
                  </a:lnTo>
                  <a:lnTo>
                    <a:pt x="70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6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3" y="32"/>
                  </a:lnTo>
                  <a:lnTo>
                    <a:pt x="73" y="30"/>
                  </a:lnTo>
                  <a:lnTo>
                    <a:pt x="73" y="29"/>
                  </a:lnTo>
                  <a:lnTo>
                    <a:pt x="73" y="28"/>
                  </a:lnTo>
                  <a:lnTo>
                    <a:pt x="73" y="26"/>
                  </a:lnTo>
                  <a:lnTo>
                    <a:pt x="74" y="25"/>
                  </a:lnTo>
                  <a:lnTo>
                    <a:pt x="74" y="23"/>
                  </a:lnTo>
                  <a:lnTo>
                    <a:pt x="74" y="22"/>
                  </a:lnTo>
                  <a:lnTo>
                    <a:pt x="74" y="21"/>
                  </a:lnTo>
                  <a:lnTo>
                    <a:pt x="74" y="19"/>
                  </a:lnTo>
                  <a:lnTo>
                    <a:pt x="74" y="18"/>
                  </a:lnTo>
                  <a:lnTo>
                    <a:pt x="74" y="17"/>
                  </a:lnTo>
                  <a:lnTo>
                    <a:pt x="74" y="15"/>
                  </a:lnTo>
                  <a:lnTo>
                    <a:pt x="74" y="14"/>
                  </a:lnTo>
                  <a:lnTo>
                    <a:pt x="74" y="12"/>
                  </a:lnTo>
                  <a:lnTo>
                    <a:pt x="74" y="11"/>
                  </a:lnTo>
                  <a:lnTo>
                    <a:pt x="74" y="10"/>
                  </a:lnTo>
                  <a:lnTo>
                    <a:pt x="73" y="8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4"/>
                  </a:lnTo>
                  <a:lnTo>
                    <a:pt x="73" y="1"/>
                  </a:lnTo>
                  <a:lnTo>
                    <a:pt x="73" y="0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26" name="Line 39">
              <a:extLst>
                <a:ext uri="{FF2B5EF4-FFF2-40B4-BE49-F238E27FC236}">
                  <a16:creationId xmlns:a16="http://schemas.microsoft.com/office/drawing/2014/main" id="{28F7A53F-97D7-4183-AD9C-54AE55784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1732" y="3877285"/>
              <a:ext cx="1587" cy="1857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27" name="Rectangle 27">
              <a:extLst>
                <a:ext uri="{FF2B5EF4-FFF2-40B4-BE49-F238E27FC236}">
                  <a16:creationId xmlns:a16="http://schemas.microsoft.com/office/drawing/2014/main" id="{DA6F50EE-B2B9-470A-94EC-6FB383DF8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769" y="6228862"/>
              <a:ext cx="171450" cy="217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228" name="Rectangle 99">
              <a:extLst>
                <a:ext uri="{FF2B5EF4-FFF2-40B4-BE49-F238E27FC236}">
                  <a16:creationId xmlns:a16="http://schemas.microsoft.com/office/drawing/2014/main" id="{F95474A7-51C3-4247-B4BA-C0DAF5BE7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062" y="6312877"/>
              <a:ext cx="146050" cy="17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2B16740-DA32-4F44-84BF-686BE3F7BA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N-bit Carry-</a:t>
            </a:r>
            <a:r>
              <a:rPr lang="en-US" dirty="0" err="1">
                <a:ea typeface="+mj-ea"/>
                <a:cs typeface="+mj-cs"/>
              </a:rPr>
              <a:t>Lookahead</a:t>
            </a:r>
            <a:r>
              <a:rPr lang="en-US" dirty="0">
                <a:ea typeface="+mj-ea"/>
                <a:cs typeface="+mj-cs"/>
              </a:rPr>
              <a:t> Adder</a:t>
            </a:r>
          </a:p>
        </p:txBody>
      </p:sp>
      <p:sp>
        <p:nvSpPr>
          <p:cNvPr id="133122" name="Rectangle 3">
            <a:extLst>
              <a:ext uri="{FF2B5EF4-FFF2-40B4-BE49-F238E27FC236}">
                <a16:creationId xmlns:a16="http://schemas.microsoft.com/office/drawing/2014/main" id="{52FDF073-57A0-4005-9CFA-99F10AE2A10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9600" y="1219200"/>
            <a:ext cx="8305800" cy="4953000"/>
          </a:xfrm>
        </p:spPr>
        <p:txBody>
          <a:bodyPr/>
          <a:lstStyle/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It takes 3 gate delays to generate all carry signals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It takes 1 more gate delay to generate all sum bits</a:t>
            </a:r>
          </a:p>
          <a:p>
            <a:pPr eaLnBrk="1" hangingPunct="1"/>
            <a:endParaRPr lang="en-US" altLang="en-US" dirty="0"/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Thus, the total delay through an </a:t>
            </a:r>
            <a:r>
              <a:rPr lang="en-US" altLang="en-US" dirty="0">
                <a:solidFill>
                  <a:srgbClr val="FF0000"/>
                </a:solidFill>
              </a:rPr>
              <a:t>n-bit 	           carry-lookahead adder is only 4 gate delays!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B3D6F756-0AB8-7645-BDF5-2F64657D5EF1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Expanding the Carry Expression</a:t>
            </a:r>
          </a:p>
        </p:txBody>
      </p:sp>
      <p:sp>
        <p:nvSpPr>
          <p:cNvPr id="134146" name="TextBox 12">
            <a:extLst>
              <a:ext uri="{FF2B5EF4-FFF2-40B4-BE49-F238E27FC236}">
                <a16:creationId xmlns:a16="http://schemas.microsoft.com/office/drawing/2014/main" id="{02C2773D-DC0A-4391-8131-00654EE50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676400"/>
            <a:ext cx="3200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34147" name="TextBox 12">
            <a:extLst>
              <a:ext uri="{FF2B5EF4-FFF2-40B4-BE49-F238E27FC236}">
                <a16:creationId xmlns:a16="http://schemas.microsoft.com/office/drawing/2014/main" id="{4A607409-D92E-4C04-9CDC-BFD45E72FC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2438400"/>
            <a:ext cx="47815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34148" name="TextBox 12">
            <a:extLst>
              <a:ext uri="{FF2B5EF4-FFF2-40B4-BE49-F238E27FC236}">
                <a16:creationId xmlns:a16="http://schemas.microsoft.com/office/drawing/2014/main" id="{1A569EF0-2098-40B0-AD66-9679D4EBC9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914400"/>
            <a:ext cx="30956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34149" name="TextBox 12">
            <a:extLst>
              <a:ext uri="{FF2B5EF4-FFF2-40B4-BE49-F238E27FC236}">
                <a16:creationId xmlns:a16="http://schemas.microsoft.com/office/drawing/2014/main" id="{C9E82EEE-0E6E-4A1A-BAAD-8DBFBAD6C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3200400"/>
            <a:ext cx="68246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34150" name="TextBox 12">
            <a:extLst>
              <a:ext uri="{FF2B5EF4-FFF2-40B4-BE49-F238E27FC236}">
                <a16:creationId xmlns:a16="http://schemas.microsoft.com/office/drawing/2014/main" id="{99232DAB-053C-419F-B9D5-51F2D2D13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4267200"/>
            <a:ext cx="80010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8 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34151" name="TextBox 12">
            <a:extLst>
              <a:ext uri="{FF2B5EF4-FFF2-40B4-BE49-F238E27FC236}">
                <a16:creationId xmlns:a16="http://schemas.microsoft.com/office/drawing/2014/main" id="{612B2A46-76D3-4C6E-ABA7-C1E1632BD5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2525" y="3671888"/>
            <a:ext cx="8540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. . .</a:t>
            </a:r>
            <a:endParaRPr kumimoji="0" lang="en-US" altLang="en-US" sz="3600" b="1" i="1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195927B-38BA-774A-8511-CF4DF8A727D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Expanding the Carry Expression</a:t>
            </a:r>
          </a:p>
        </p:txBody>
      </p:sp>
      <p:sp>
        <p:nvSpPr>
          <p:cNvPr id="135170" name="TextBox 12">
            <a:extLst>
              <a:ext uri="{FF2B5EF4-FFF2-40B4-BE49-F238E27FC236}">
                <a16:creationId xmlns:a16="http://schemas.microsoft.com/office/drawing/2014/main" id="{622CCF0E-2072-46F6-91FD-492FEF8C8D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676400"/>
            <a:ext cx="3200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35171" name="TextBox 12">
            <a:extLst>
              <a:ext uri="{FF2B5EF4-FFF2-40B4-BE49-F238E27FC236}">
                <a16:creationId xmlns:a16="http://schemas.microsoft.com/office/drawing/2014/main" id="{40445D2C-74E8-446B-91AC-5819D3912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2438400"/>
            <a:ext cx="47815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35172" name="TextBox 12">
            <a:extLst>
              <a:ext uri="{FF2B5EF4-FFF2-40B4-BE49-F238E27FC236}">
                <a16:creationId xmlns:a16="http://schemas.microsoft.com/office/drawing/2014/main" id="{24F55F40-62CF-4608-BF92-64F314D702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914400"/>
            <a:ext cx="30956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i+1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</a:t>
            </a:r>
          </a:p>
        </p:txBody>
      </p:sp>
      <p:sp>
        <p:nvSpPr>
          <p:cNvPr id="135173" name="TextBox 12">
            <a:extLst>
              <a:ext uri="{FF2B5EF4-FFF2-40B4-BE49-F238E27FC236}">
                <a16:creationId xmlns:a16="http://schemas.microsoft.com/office/drawing/2014/main" id="{FBDB001A-CCD1-4C03-A8B2-E986543522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3200400"/>
            <a:ext cx="68246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35174" name="TextBox 12">
            <a:extLst>
              <a:ext uri="{FF2B5EF4-FFF2-40B4-BE49-F238E27FC236}">
                <a16:creationId xmlns:a16="http://schemas.microsoft.com/office/drawing/2014/main" id="{BBA77523-45DC-4117-8D2B-A61324D25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4267200"/>
            <a:ext cx="7902575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8  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 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 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35175" name="TextBox 12">
            <a:extLst>
              <a:ext uri="{FF2B5EF4-FFF2-40B4-BE49-F238E27FC236}">
                <a16:creationId xmlns:a16="http://schemas.microsoft.com/office/drawing/2014/main" id="{27E081F0-3622-4356-9DE0-29D30D3AF4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2525" y="3671888"/>
            <a:ext cx="8540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. . .</a:t>
            </a:r>
            <a:endParaRPr kumimoji="0" lang="en-US" altLang="en-US" sz="3600" b="1" i="1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76" name="Oval 113">
            <a:extLst>
              <a:ext uri="{FF2B5EF4-FFF2-40B4-BE49-F238E27FC236}">
                <a16:creationId xmlns:a16="http://schemas.microsoft.com/office/drawing/2014/main" id="{973A5F63-C7C8-447A-A914-1ADAFECAC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313" y="4038600"/>
            <a:ext cx="8831262" cy="271145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177" name="TextBox 1">
            <a:extLst>
              <a:ext uri="{FF2B5EF4-FFF2-40B4-BE49-F238E27FC236}">
                <a16:creationId xmlns:a16="http://schemas.microsoft.com/office/drawing/2014/main" id="{93DAF6B3-5D72-492B-A500-35DC1CE91B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863" y="5019675"/>
            <a:ext cx="2043112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Even this takes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only 3 gate delays 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A12669D-EDF9-42B3-B68E-2E41BE6968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N-bit Carry-Lookahead Adder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DBB9434-E8D6-4629-9DA6-750A5E6D23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8AA517A-5E8D-441E-B884-B0B7AF92B694}"/>
              </a:ext>
            </a:extLst>
          </p:cNvPr>
          <p:cNvSpPr/>
          <p:nvPr/>
        </p:nvSpPr>
        <p:spPr>
          <a:xfrm>
            <a:off x="101600" y="838200"/>
            <a:ext cx="899159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 complexity of an n-bit carry-lookahead adder increases rapidly as n becomes larger.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C23AFE3-A46D-4C85-B0E1-06A3632009C5}"/>
              </a:ext>
            </a:extLst>
          </p:cNvPr>
          <p:cNvSpPr/>
          <p:nvPr/>
        </p:nvSpPr>
        <p:spPr>
          <a:xfrm>
            <a:off x="76200" y="2000070"/>
            <a:ext cx="8991597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The preceding delay analysis assumes that gates with any number of inputs can be used. But, the number of gate inputs, referred to as the fan-in of the gate, has to be limited in practice (see Appendix B). Therefore the reality of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fan-in constraints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must be taken into account</a:t>
            </a:r>
          </a:p>
        </p:txBody>
      </p:sp>
    </p:spTree>
    <p:extLst>
      <p:ext uri="{BB962C8B-B14F-4D97-AF65-F5344CB8AC3E}">
        <p14:creationId xmlns:p14="http://schemas.microsoft.com/office/powerpoint/2010/main" val="91086598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Rectangle 7">
            <a:extLst>
              <a:ext uri="{FF2B5EF4-FFF2-40B4-BE49-F238E27FC236}">
                <a16:creationId xmlns:a16="http://schemas.microsoft.com/office/drawing/2014/main" id="{56698932-82C8-4DC7-B1B2-25129B4E0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1363" y="2697162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194" name="Freeform 8">
            <a:extLst>
              <a:ext uri="{FF2B5EF4-FFF2-40B4-BE49-F238E27FC236}">
                <a16:creationId xmlns:a16="http://schemas.microsoft.com/office/drawing/2014/main" id="{30C4B3DD-8962-4B30-9F51-A70A0DC9395C}"/>
              </a:ext>
            </a:extLst>
          </p:cNvPr>
          <p:cNvSpPr>
            <a:spLocks/>
          </p:cNvSpPr>
          <p:nvPr/>
        </p:nvSpPr>
        <p:spPr bwMode="auto">
          <a:xfrm>
            <a:off x="1316038" y="2976562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195" name="Line 9">
            <a:extLst>
              <a:ext uri="{FF2B5EF4-FFF2-40B4-BE49-F238E27FC236}">
                <a16:creationId xmlns:a16="http://schemas.microsoft.com/office/drawing/2014/main" id="{CB35292D-C926-4F17-A6C0-CBE1C4571F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14463" y="3005137"/>
            <a:ext cx="609600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196" name="Freeform 10">
            <a:extLst>
              <a:ext uri="{FF2B5EF4-FFF2-40B4-BE49-F238E27FC236}">
                <a16:creationId xmlns:a16="http://schemas.microsoft.com/office/drawing/2014/main" id="{67BC1679-B82D-4B86-91CF-E55963D48A84}"/>
              </a:ext>
            </a:extLst>
          </p:cNvPr>
          <p:cNvSpPr>
            <a:spLocks/>
          </p:cNvSpPr>
          <p:nvPr/>
        </p:nvSpPr>
        <p:spPr bwMode="auto">
          <a:xfrm>
            <a:off x="2946400" y="2976562"/>
            <a:ext cx="127000" cy="63500"/>
          </a:xfrm>
          <a:custGeom>
            <a:avLst/>
            <a:gdLst>
              <a:gd name="T0" fmla="*/ 2147483646 w 80"/>
              <a:gd name="T1" fmla="*/ 0 h 40"/>
              <a:gd name="T2" fmla="*/ 0 w 80"/>
              <a:gd name="T3" fmla="*/ 2147483646 h 40"/>
              <a:gd name="T4" fmla="*/ 2147483646 w 80"/>
              <a:gd name="T5" fmla="*/ 2147483646 h 40"/>
              <a:gd name="T6" fmla="*/ 2147483646 w 80"/>
              <a:gd name="T7" fmla="*/ 2147483646 h 40"/>
              <a:gd name="T8" fmla="*/ 2147483646 w 80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40"/>
              <a:gd name="T17" fmla="*/ 80 w 80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40">
                <a:moveTo>
                  <a:pt x="80" y="0"/>
                </a:moveTo>
                <a:lnTo>
                  <a:pt x="0" y="13"/>
                </a:lnTo>
                <a:lnTo>
                  <a:pt x="80" y="40"/>
                </a:lnTo>
                <a:lnTo>
                  <a:pt x="80" y="13"/>
                </a:lnTo>
                <a:lnTo>
                  <a:pt x="8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197" name="Line 11">
            <a:extLst>
              <a:ext uri="{FF2B5EF4-FFF2-40B4-BE49-F238E27FC236}">
                <a16:creationId xmlns:a16="http://schemas.microsoft.com/office/drawing/2014/main" id="{2EFE3CDA-F1C3-4046-88C3-6580C1FE2D0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73400" y="3008312"/>
            <a:ext cx="4476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198" name="Rectangle 12">
            <a:extLst>
              <a:ext uri="{FF2B5EF4-FFF2-40B4-BE49-F238E27FC236}">
                <a16:creationId xmlns:a16="http://schemas.microsoft.com/office/drawing/2014/main" id="{B38F1817-B969-4F67-A9DF-5DE17F1454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8850" y="2803525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Block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199" name="Rectangle 13">
            <a:extLst>
              <a:ext uri="{FF2B5EF4-FFF2-40B4-BE49-F238E27FC236}">
                <a16:creationId xmlns:a16="http://schemas.microsoft.com/office/drawing/2014/main" id="{5B88DFEA-2EC5-4C01-8F77-592E92CB9E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2288" y="1758950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0" name="Rectangle 14">
            <a:extLst>
              <a:ext uri="{FF2B5EF4-FFF2-40B4-BE49-F238E27FC236}">
                <a16:creationId xmlns:a16="http://schemas.microsoft.com/office/drawing/2014/main" id="{4FC9E18E-01A9-4114-842D-9C5641BE5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185420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1" name="Rectangle 15">
            <a:extLst>
              <a:ext uri="{FF2B5EF4-FFF2-40B4-BE49-F238E27FC236}">
                <a16:creationId xmlns:a16="http://schemas.microsoft.com/office/drawing/2014/main" id="{63EE5337-4068-49E4-96B9-6383031C41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2813" y="185420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24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2" name="Rectangle 16">
            <a:extLst>
              <a:ext uri="{FF2B5EF4-FFF2-40B4-BE49-F238E27FC236}">
                <a16:creationId xmlns:a16="http://schemas.microsoft.com/office/drawing/2014/main" id="{1337DE46-E4D7-4DCC-874C-7955A4419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0100" y="1854200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3" name="Rectangle 17">
            <a:extLst>
              <a:ext uri="{FF2B5EF4-FFF2-40B4-BE49-F238E27FC236}">
                <a16:creationId xmlns:a16="http://schemas.microsoft.com/office/drawing/2014/main" id="{509E7B79-7C7C-43E5-A645-61C631FCB8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9338" y="2846387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4" name="Rectangle 18">
            <a:extLst>
              <a:ext uri="{FF2B5EF4-FFF2-40B4-BE49-F238E27FC236}">
                <a16:creationId xmlns:a16="http://schemas.microsoft.com/office/drawing/2014/main" id="{D213B643-4B00-4843-A798-1A09CBAFB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2941637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5" name="Freeform 20">
            <a:extLst>
              <a:ext uri="{FF2B5EF4-FFF2-40B4-BE49-F238E27FC236}">
                <a16:creationId xmlns:a16="http://schemas.microsoft.com/office/drawing/2014/main" id="{BF30945C-3B5E-4EA5-A2B7-2D6C21AE0C6F}"/>
              </a:ext>
            </a:extLst>
          </p:cNvPr>
          <p:cNvSpPr>
            <a:spLocks/>
          </p:cNvSpPr>
          <p:nvPr/>
        </p:nvSpPr>
        <p:spPr bwMode="auto">
          <a:xfrm>
            <a:off x="2436813" y="3749675"/>
            <a:ext cx="41275" cy="128587"/>
          </a:xfrm>
          <a:custGeom>
            <a:avLst/>
            <a:gdLst>
              <a:gd name="T0" fmla="*/ 0 w 26"/>
              <a:gd name="T1" fmla="*/ 0 h 81"/>
              <a:gd name="T2" fmla="*/ 2147483646 w 26"/>
              <a:gd name="T3" fmla="*/ 2147483646 h 81"/>
              <a:gd name="T4" fmla="*/ 2147483646 w 26"/>
              <a:gd name="T5" fmla="*/ 0 h 81"/>
              <a:gd name="T6" fmla="*/ 2147483646 w 26"/>
              <a:gd name="T7" fmla="*/ 0 h 81"/>
              <a:gd name="T8" fmla="*/ 0 w 26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81"/>
              <a:gd name="T17" fmla="*/ 26 w 26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81">
                <a:moveTo>
                  <a:pt x="0" y="0"/>
                </a:moveTo>
                <a:lnTo>
                  <a:pt x="13" y="81"/>
                </a:lnTo>
                <a:lnTo>
                  <a:pt x="26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6" name="Line 21">
            <a:extLst>
              <a:ext uri="{FF2B5EF4-FFF2-40B4-BE49-F238E27FC236}">
                <a16:creationId xmlns:a16="http://schemas.microsoft.com/office/drawing/2014/main" id="{6C847AF6-5122-4D0A-AB06-2162B8A322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57450" y="3298825"/>
            <a:ext cx="1588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7" name="Freeform 22">
            <a:extLst>
              <a:ext uri="{FF2B5EF4-FFF2-40B4-BE49-F238E27FC236}">
                <a16:creationId xmlns:a16="http://schemas.microsoft.com/office/drawing/2014/main" id="{994F7822-4A41-4341-9A8E-5A278B281D92}"/>
              </a:ext>
            </a:extLst>
          </p:cNvPr>
          <p:cNvSpPr>
            <a:spLocks/>
          </p:cNvSpPr>
          <p:nvPr/>
        </p:nvSpPr>
        <p:spPr bwMode="auto">
          <a:xfrm>
            <a:off x="2649538" y="2546350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6" y="81"/>
                </a:lnTo>
                <a:lnTo>
                  <a:pt x="40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8" name="Line 23">
            <a:extLst>
              <a:ext uri="{FF2B5EF4-FFF2-40B4-BE49-F238E27FC236}">
                <a16:creationId xmlns:a16="http://schemas.microsoft.com/office/drawing/2014/main" id="{153DC17A-D3D3-4B0E-B2B4-9DEF3BCBD7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90813" y="2095500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9" name="Freeform 24">
            <a:extLst>
              <a:ext uri="{FF2B5EF4-FFF2-40B4-BE49-F238E27FC236}">
                <a16:creationId xmlns:a16="http://schemas.microsoft.com/office/drawing/2014/main" id="{EEEF9F47-B6DF-45E6-A4D3-E20DB9C9970D}"/>
              </a:ext>
            </a:extLst>
          </p:cNvPr>
          <p:cNvSpPr>
            <a:spLocks/>
          </p:cNvSpPr>
          <p:nvPr/>
        </p:nvSpPr>
        <p:spPr bwMode="auto">
          <a:xfrm>
            <a:off x="2201863" y="2546350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4" y="81"/>
                </a:lnTo>
                <a:lnTo>
                  <a:pt x="40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0" name="Line 25">
            <a:extLst>
              <a:ext uri="{FF2B5EF4-FFF2-40B4-BE49-F238E27FC236}">
                <a16:creationId xmlns:a16="http://schemas.microsoft.com/office/drawing/2014/main" id="{C4D28DF6-E1C4-4E2E-943F-10814635B5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24088" y="2095500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6211" name="Group 1">
            <a:extLst>
              <a:ext uri="{FF2B5EF4-FFF2-40B4-BE49-F238E27FC236}">
                <a16:creationId xmlns:a16="http://schemas.microsoft.com/office/drawing/2014/main" id="{6FEF0A81-BBCF-46D4-A358-033EA3DAFC01}"/>
              </a:ext>
            </a:extLst>
          </p:cNvPr>
          <p:cNvGrpSpPr>
            <a:grpSpLocks/>
          </p:cNvGrpSpPr>
          <p:nvPr/>
        </p:nvGrpSpPr>
        <p:grpSpPr bwMode="auto">
          <a:xfrm>
            <a:off x="3106738" y="2673350"/>
            <a:ext cx="242887" cy="277812"/>
            <a:chOff x="784836" y="5924550"/>
            <a:chExt cx="242888" cy="277812"/>
          </a:xfrm>
        </p:grpSpPr>
        <p:sp>
          <p:nvSpPr>
            <p:cNvPr id="136297" name="Rectangle 19">
              <a:extLst>
                <a:ext uri="{FF2B5EF4-FFF2-40B4-BE49-F238E27FC236}">
                  <a16:creationId xmlns:a16="http://schemas.microsoft.com/office/drawing/2014/main" id="{9E098D9F-68EA-4B22-9033-113736769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36" y="5924550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298" name="Rectangle 26">
              <a:extLst>
                <a:ext uri="{FF2B5EF4-FFF2-40B4-BE49-F238E27FC236}">
                  <a16:creationId xmlns:a16="http://schemas.microsoft.com/office/drawing/2014/main" id="{F80B8A3F-B058-4D52-82EA-CA14D9C7C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324" y="601980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36212" name="Rectangle 27">
            <a:extLst>
              <a:ext uri="{FF2B5EF4-FFF2-40B4-BE49-F238E27FC236}">
                <a16:creationId xmlns:a16="http://schemas.microsoft.com/office/drawing/2014/main" id="{C106DAB2-1865-4468-A6D9-CEEFF42AE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3175" y="1758950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3" name="Rectangle 28">
            <a:extLst>
              <a:ext uri="{FF2B5EF4-FFF2-40B4-BE49-F238E27FC236}">
                <a16:creationId xmlns:a16="http://schemas.microsoft.com/office/drawing/2014/main" id="{9C8E2BDB-D9CD-4A1C-BAF8-8C34EE5EF8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5250" y="185420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4" name="Rectangle 29">
            <a:extLst>
              <a:ext uri="{FF2B5EF4-FFF2-40B4-BE49-F238E27FC236}">
                <a16:creationId xmlns:a16="http://schemas.microsoft.com/office/drawing/2014/main" id="{CFA74C9F-A8C7-4E07-97C4-2659C2F70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3700" y="185420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24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5" name="Rectangle 30">
            <a:extLst>
              <a:ext uri="{FF2B5EF4-FFF2-40B4-BE49-F238E27FC236}">
                <a16:creationId xmlns:a16="http://schemas.microsoft.com/office/drawing/2014/main" id="{9A2F30DD-AC3C-440D-8B09-92877B96C7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988" y="1854200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6" name="Rectangle 31">
            <a:extLst>
              <a:ext uri="{FF2B5EF4-FFF2-40B4-BE49-F238E27FC236}">
                <a16:creationId xmlns:a16="http://schemas.microsoft.com/office/drawing/2014/main" id="{9725D296-4566-4A10-81B6-7673C14AA5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5038" y="3905250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7" name="Rectangle 32">
            <a:extLst>
              <a:ext uri="{FF2B5EF4-FFF2-40B4-BE49-F238E27FC236}">
                <a16:creationId xmlns:a16="http://schemas.microsoft.com/office/drawing/2014/main" id="{44FD42DC-D673-46EF-A151-441EAFFF6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400050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8" name="Rectangle 33">
            <a:extLst>
              <a:ext uri="{FF2B5EF4-FFF2-40B4-BE49-F238E27FC236}">
                <a16:creationId xmlns:a16="http://schemas.microsoft.com/office/drawing/2014/main" id="{EA5A826F-1784-41DF-8731-A7E041D2E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4450" y="400050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24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9" name="Freeform 34">
            <a:extLst>
              <a:ext uri="{FF2B5EF4-FFF2-40B4-BE49-F238E27FC236}">
                <a16:creationId xmlns:a16="http://schemas.microsoft.com/office/drawing/2014/main" id="{D3C61655-1FE5-4371-B7BD-2D5EDB7AFC17}"/>
              </a:ext>
            </a:extLst>
          </p:cNvPr>
          <p:cNvSpPr>
            <a:spLocks/>
          </p:cNvSpPr>
          <p:nvPr/>
        </p:nvSpPr>
        <p:spPr bwMode="auto">
          <a:xfrm>
            <a:off x="4452938" y="29718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0" name="Line 35">
            <a:extLst>
              <a:ext uri="{FF2B5EF4-FFF2-40B4-BE49-F238E27FC236}">
                <a16:creationId xmlns:a16="http://schemas.microsoft.com/office/drawing/2014/main" id="{75E6C3AA-9019-41AE-8D0F-804DBE937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525" y="2990850"/>
            <a:ext cx="446088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1" name="Freeform 36">
            <a:extLst>
              <a:ext uri="{FF2B5EF4-FFF2-40B4-BE49-F238E27FC236}">
                <a16:creationId xmlns:a16="http://schemas.microsoft.com/office/drawing/2014/main" id="{ABB18CF3-E345-4802-B801-0A1CF5368398}"/>
              </a:ext>
            </a:extLst>
          </p:cNvPr>
          <p:cNvSpPr>
            <a:spLocks/>
          </p:cNvSpPr>
          <p:nvPr/>
        </p:nvSpPr>
        <p:spPr bwMode="auto">
          <a:xfrm>
            <a:off x="5962650" y="2976562"/>
            <a:ext cx="128588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2" name="Line 37">
            <a:extLst>
              <a:ext uri="{FF2B5EF4-FFF2-40B4-BE49-F238E27FC236}">
                <a16:creationId xmlns:a16="http://schemas.microsoft.com/office/drawing/2014/main" id="{4882024A-DCE9-498C-A371-0FB9A222D6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1238" y="2998787"/>
            <a:ext cx="4460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3" name="Rectangle 38">
            <a:extLst>
              <a:ext uri="{FF2B5EF4-FFF2-40B4-BE49-F238E27FC236}">
                <a16:creationId xmlns:a16="http://schemas.microsoft.com/office/drawing/2014/main" id="{2AA8B325-58A2-4E2B-9B4E-C4DAAEA91E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1738" y="4000500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4" name="Rectangle 39">
            <a:extLst>
              <a:ext uri="{FF2B5EF4-FFF2-40B4-BE49-F238E27FC236}">
                <a16:creationId xmlns:a16="http://schemas.microsoft.com/office/drawing/2014/main" id="{3A264505-5E9C-4326-9BEA-5B669106D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7275" y="1752600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5" name="Rectangle 40">
            <a:extLst>
              <a:ext uri="{FF2B5EF4-FFF2-40B4-BE49-F238E27FC236}">
                <a16:creationId xmlns:a16="http://schemas.microsoft.com/office/drawing/2014/main" id="{A5856AFD-9D5C-4525-80CC-3C515F607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9350" y="1849437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6" name="Rectangle 41">
            <a:extLst>
              <a:ext uri="{FF2B5EF4-FFF2-40B4-BE49-F238E27FC236}">
                <a16:creationId xmlns:a16="http://schemas.microsoft.com/office/drawing/2014/main" id="{537B0201-1016-4A9D-8753-E415FFC30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1849437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7" name="Rectangle 42">
            <a:extLst>
              <a:ext uri="{FF2B5EF4-FFF2-40B4-BE49-F238E27FC236}">
                <a16:creationId xmlns:a16="http://schemas.microsoft.com/office/drawing/2014/main" id="{A8B9CD6A-0D80-4A23-A88B-F6496FE24E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5088" y="1849437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8" name="Rectangle 43">
            <a:extLst>
              <a:ext uri="{FF2B5EF4-FFF2-40B4-BE49-F238E27FC236}">
                <a16:creationId xmlns:a16="http://schemas.microsoft.com/office/drawing/2014/main" id="{D9C4BB10-196B-4F3B-A609-2B0E9FA15B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3275" y="2668587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9" name="Freeform 44">
            <a:extLst>
              <a:ext uri="{FF2B5EF4-FFF2-40B4-BE49-F238E27FC236}">
                <a16:creationId xmlns:a16="http://schemas.microsoft.com/office/drawing/2014/main" id="{69E14B4F-F067-471E-BB39-9551945221C1}"/>
              </a:ext>
            </a:extLst>
          </p:cNvPr>
          <p:cNvSpPr>
            <a:spLocks/>
          </p:cNvSpPr>
          <p:nvPr/>
        </p:nvSpPr>
        <p:spPr bwMode="auto">
          <a:xfrm>
            <a:off x="5453063" y="3749675"/>
            <a:ext cx="42862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0" name="Line 45">
            <a:extLst>
              <a:ext uri="{FF2B5EF4-FFF2-40B4-BE49-F238E27FC236}">
                <a16:creationId xmlns:a16="http://schemas.microsoft.com/office/drawing/2014/main" id="{B168B2F8-CFA3-4311-A231-A1F749C8ED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73700" y="3298825"/>
            <a:ext cx="1588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1" name="Freeform 46">
            <a:extLst>
              <a:ext uri="{FF2B5EF4-FFF2-40B4-BE49-F238E27FC236}">
                <a16:creationId xmlns:a16="http://schemas.microsoft.com/office/drawing/2014/main" id="{9D528039-2B75-4921-99D4-E3353A0E42A3}"/>
              </a:ext>
            </a:extLst>
          </p:cNvPr>
          <p:cNvSpPr>
            <a:spLocks/>
          </p:cNvSpPr>
          <p:nvPr/>
        </p:nvSpPr>
        <p:spPr bwMode="auto">
          <a:xfrm>
            <a:off x="5665788" y="2546350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2" name="Line 47">
            <a:extLst>
              <a:ext uri="{FF2B5EF4-FFF2-40B4-BE49-F238E27FC236}">
                <a16:creationId xmlns:a16="http://schemas.microsoft.com/office/drawing/2014/main" id="{1A515D8D-EA17-415F-ACCB-B88D6AA957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08650" y="2095500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3" name="Freeform 48">
            <a:extLst>
              <a:ext uri="{FF2B5EF4-FFF2-40B4-BE49-F238E27FC236}">
                <a16:creationId xmlns:a16="http://schemas.microsoft.com/office/drawing/2014/main" id="{B75BB433-98E1-4337-8B45-3398FB85768F}"/>
              </a:ext>
            </a:extLst>
          </p:cNvPr>
          <p:cNvSpPr>
            <a:spLocks/>
          </p:cNvSpPr>
          <p:nvPr/>
        </p:nvSpPr>
        <p:spPr bwMode="auto">
          <a:xfrm>
            <a:off x="5218113" y="2546350"/>
            <a:ext cx="65087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4" name="Line 49">
            <a:extLst>
              <a:ext uri="{FF2B5EF4-FFF2-40B4-BE49-F238E27FC236}">
                <a16:creationId xmlns:a16="http://schemas.microsoft.com/office/drawing/2014/main" id="{8C1147B4-5B27-46FB-B8B0-F2E35554C9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40338" y="2095500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5" name="Rectangle 50">
            <a:extLst>
              <a:ext uri="{FF2B5EF4-FFF2-40B4-BE49-F238E27FC236}">
                <a16:creationId xmlns:a16="http://schemas.microsoft.com/office/drawing/2014/main" id="{BB802F0A-21CA-4F99-AEA6-97BB8547B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0" y="27543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16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6" name="Rectangle 51">
            <a:extLst>
              <a:ext uri="{FF2B5EF4-FFF2-40B4-BE49-F238E27FC236}">
                <a16:creationId xmlns:a16="http://schemas.microsoft.com/office/drawing/2014/main" id="{A9B0A5E6-3F71-423E-B229-452E96D96E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4513" y="1752600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7" name="Rectangle 52">
            <a:extLst>
              <a:ext uri="{FF2B5EF4-FFF2-40B4-BE49-F238E27FC236}">
                <a16:creationId xmlns:a16="http://schemas.microsoft.com/office/drawing/2014/main" id="{DA8A6774-437D-45DD-80C0-43C8EE646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8175" y="1849437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8" name="Rectangle 53">
            <a:extLst>
              <a:ext uri="{FF2B5EF4-FFF2-40B4-BE49-F238E27FC236}">
                <a16:creationId xmlns:a16="http://schemas.microsoft.com/office/drawing/2014/main" id="{0B5BCAAC-48D3-42C9-899F-A15F13E97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450" y="1849437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9" name="Rectangle 54">
            <a:extLst>
              <a:ext uri="{FF2B5EF4-FFF2-40B4-BE49-F238E27FC236}">
                <a16:creationId xmlns:a16="http://schemas.microsoft.com/office/drawing/2014/main" id="{60DCBAE4-C8F7-4043-A24A-694029A15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2325" y="1849437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0" name="Rectangle 55">
            <a:extLst>
              <a:ext uri="{FF2B5EF4-FFF2-40B4-BE49-F238E27FC236}">
                <a16:creationId xmlns:a16="http://schemas.microsoft.com/office/drawing/2014/main" id="{E2721709-8CC1-48C9-B2C0-B327E3798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3905250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1" name="Rectangle 56">
            <a:extLst>
              <a:ext uri="{FF2B5EF4-FFF2-40B4-BE49-F238E27FC236}">
                <a16:creationId xmlns:a16="http://schemas.microsoft.com/office/drawing/2014/main" id="{C5AC2696-3463-4840-ACB3-0E9B511D39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0350" y="400050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2" name="Rectangle 57">
            <a:extLst>
              <a:ext uri="{FF2B5EF4-FFF2-40B4-BE49-F238E27FC236}">
                <a16:creationId xmlns:a16="http://schemas.microsoft.com/office/drawing/2014/main" id="{15BF84C3-1772-4867-8721-C0874FC38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7213" y="4000500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3" name="Freeform 58">
            <a:extLst>
              <a:ext uri="{FF2B5EF4-FFF2-40B4-BE49-F238E27FC236}">
                <a16:creationId xmlns:a16="http://schemas.microsoft.com/office/drawing/2014/main" id="{185C0632-BFA1-4316-A986-7CCE1AB9FDA1}"/>
              </a:ext>
            </a:extLst>
          </p:cNvPr>
          <p:cNvSpPr>
            <a:spLocks/>
          </p:cNvSpPr>
          <p:nvPr/>
        </p:nvSpPr>
        <p:spPr bwMode="auto">
          <a:xfrm>
            <a:off x="7472363" y="2976562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4" name="Line 59">
            <a:extLst>
              <a:ext uri="{FF2B5EF4-FFF2-40B4-BE49-F238E27FC236}">
                <a16:creationId xmlns:a16="http://schemas.microsoft.com/office/drawing/2014/main" id="{B081BA79-9F63-4FA2-B9E3-A3FA107C1B8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600950" y="2998787"/>
            <a:ext cx="541338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5" name="Freeform 60">
            <a:extLst>
              <a:ext uri="{FF2B5EF4-FFF2-40B4-BE49-F238E27FC236}">
                <a16:creationId xmlns:a16="http://schemas.microsoft.com/office/drawing/2014/main" id="{4C783EE6-51BD-418A-AAC7-C9DAD12A9193}"/>
              </a:ext>
            </a:extLst>
          </p:cNvPr>
          <p:cNvSpPr>
            <a:spLocks/>
          </p:cNvSpPr>
          <p:nvPr/>
        </p:nvSpPr>
        <p:spPr bwMode="auto">
          <a:xfrm>
            <a:off x="6962775" y="3749675"/>
            <a:ext cx="42863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6" name="Line 61">
            <a:extLst>
              <a:ext uri="{FF2B5EF4-FFF2-40B4-BE49-F238E27FC236}">
                <a16:creationId xmlns:a16="http://schemas.microsoft.com/office/drawing/2014/main" id="{65E24C08-71D6-4CB6-B3F5-0DE41C4149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3413" y="3298825"/>
            <a:ext cx="1587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7" name="Freeform 62">
            <a:extLst>
              <a:ext uri="{FF2B5EF4-FFF2-40B4-BE49-F238E27FC236}">
                <a16:creationId xmlns:a16="http://schemas.microsoft.com/office/drawing/2014/main" id="{4A000D6D-960E-478F-B703-20BE2B8E4B49}"/>
              </a:ext>
            </a:extLst>
          </p:cNvPr>
          <p:cNvSpPr>
            <a:spLocks/>
          </p:cNvSpPr>
          <p:nvPr/>
        </p:nvSpPr>
        <p:spPr bwMode="auto">
          <a:xfrm>
            <a:off x="7175500" y="2546350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3" y="81"/>
                </a:lnTo>
                <a:lnTo>
                  <a:pt x="40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8" name="Line 63">
            <a:extLst>
              <a:ext uri="{FF2B5EF4-FFF2-40B4-BE49-F238E27FC236}">
                <a16:creationId xmlns:a16="http://schemas.microsoft.com/office/drawing/2014/main" id="{7711C852-68B1-4B8F-85B1-589C2B480A6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96138" y="2095500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49" name="Freeform 64">
            <a:extLst>
              <a:ext uri="{FF2B5EF4-FFF2-40B4-BE49-F238E27FC236}">
                <a16:creationId xmlns:a16="http://schemas.microsoft.com/office/drawing/2014/main" id="{38666FBE-407E-42D5-B730-FF1F8F235290}"/>
              </a:ext>
            </a:extLst>
          </p:cNvPr>
          <p:cNvSpPr>
            <a:spLocks/>
          </p:cNvSpPr>
          <p:nvPr/>
        </p:nvSpPr>
        <p:spPr bwMode="auto">
          <a:xfrm>
            <a:off x="6727825" y="2546350"/>
            <a:ext cx="65088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0" name="Line 65">
            <a:extLst>
              <a:ext uri="{FF2B5EF4-FFF2-40B4-BE49-F238E27FC236}">
                <a16:creationId xmlns:a16="http://schemas.microsoft.com/office/drawing/2014/main" id="{A3DF625C-6A1C-4E57-9BD4-3D36A2BA2E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50050" y="2095500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1" name="Rectangle 66">
            <a:extLst>
              <a:ext uri="{FF2B5EF4-FFF2-40B4-BE49-F238E27FC236}">
                <a16:creationId xmlns:a16="http://schemas.microsoft.com/office/drawing/2014/main" id="{6B9F0F82-9B7D-4851-8E9D-C0B81CC9F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6088" y="4000500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2" name="Rectangle 67">
            <a:extLst>
              <a:ext uri="{FF2B5EF4-FFF2-40B4-BE49-F238E27FC236}">
                <a16:creationId xmlns:a16="http://schemas.microsoft.com/office/drawing/2014/main" id="{61D5CE2C-35EC-4E13-9F4E-1F93BF3D9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6800" y="2644775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3" name="Rectangle 68">
            <a:extLst>
              <a:ext uri="{FF2B5EF4-FFF2-40B4-BE49-F238E27FC236}">
                <a16:creationId xmlns:a16="http://schemas.microsoft.com/office/drawing/2014/main" id="{A21C7D63-FD19-4260-B738-16BDBF93E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2740025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4" name="Rectangle 69">
            <a:extLst>
              <a:ext uri="{FF2B5EF4-FFF2-40B4-BE49-F238E27FC236}">
                <a16:creationId xmlns:a16="http://schemas.microsoft.com/office/drawing/2014/main" id="{545D5096-86D8-4465-B9C9-0839BCFF7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9063" y="1752600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5" name="Rectangle 70">
            <a:extLst>
              <a:ext uri="{FF2B5EF4-FFF2-40B4-BE49-F238E27FC236}">
                <a16:creationId xmlns:a16="http://schemas.microsoft.com/office/drawing/2014/main" id="{8737B645-B6B8-47B5-A44C-0CB734713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1138" y="1849437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6" name="Rectangle 71">
            <a:extLst>
              <a:ext uri="{FF2B5EF4-FFF2-40B4-BE49-F238E27FC236}">
                <a16:creationId xmlns:a16="http://schemas.microsoft.com/office/drawing/2014/main" id="{65A835E5-0BB1-40F4-A419-709C3EAD1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4975" y="1849437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7" name="Rectangle 72">
            <a:extLst>
              <a:ext uri="{FF2B5EF4-FFF2-40B4-BE49-F238E27FC236}">
                <a16:creationId xmlns:a16="http://schemas.microsoft.com/office/drawing/2014/main" id="{26616BC5-7C44-4EC8-BDA9-021D8EA3B5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3850" y="1849437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8" name="Rectangle 73">
            <a:extLst>
              <a:ext uri="{FF2B5EF4-FFF2-40B4-BE49-F238E27FC236}">
                <a16:creationId xmlns:a16="http://schemas.microsoft.com/office/drawing/2014/main" id="{4339A838-A986-4238-809D-AF717DFEDA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1050" y="1752600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59" name="Rectangle 74">
            <a:extLst>
              <a:ext uri="{FF2B5EF4-FFF2-40B4-BE49-F238E27FC236}">
                <a16:creationId xmlns:a16="http://schemas.microsoft.com/office/drawing/2014/main" id="{9A5D0392-0507-4DDF-9585-DB1B01E2D7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1849437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0" name="Rectangle 75">
            <a:extLst>
              <a:ext uri="{FF2B5EF4-FFF2-40B4-BE49-F238E27FC236}">
                <a16:creationId xmlns:a16="http://schemas.microsoft.com/office/drawing/2014/main" id="{353D123A-24A5-4B6A-B9D6-D128E3866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5375" y="1849437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1" name="Rectangle 76">
            <a:extLst>
              <a:ext uri="{FF2B5EF4-FFF2-40B4-BE49-F238E27FC236}">
                <a16:creationId xmlns:a16="http://schemas.microsoft.com/office/drawing/2014/main" id="{3E85F870-6F52-424B-B2B6-026F617E60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1849437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2" name="Rectangle 77">
            <a:extLst>
              <a:ext uri="{FF2B5EF4-FFF2-40B4-BE49-F238E27FC236}">
                <a16:creationId xmlns:a16="http://schemas.microsoft.com/office/drawing/2014/main" id="{2AC72A7B-A021-4A74-BA8C-8FED5800D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9738" y="3905250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3" name="Rectangle 78">
            <a:extLst>
              <a:ext uri="{FF2B5EF4-FFF2-40B4-BE49-F238E27FC236}">
                <a16:creationId xmlns:a16="http://schemas.microsoft.com/office/drawing/2014/main" id="{DDA78A22-D89B-427A-A36F-6473C5DDD1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0700" y="4000500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4" name="Rectangle 79">
            <a:extLst>
              <a:ext uri="{FF2B5EF4-FFF2-40B4-BE49-F238E27FC236}">
                <a16:creationId xmlns:a16="http://schemas.microsoft.com/office/drawing/2014/main" id="{BAD35884-47F5-4725-A813-1EC3341256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0" y="4000500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5" name="Rectangle 80">
            <a:extLst>
              <a:ext uri="{FF2B5EF4-FFF2-40B4-BE49-F238E27FC236}">
                <a16:creationId xmlns:a16="http://schemas.microsoft.com/office/drawing/2014/main" id="{7C2914DB-2DCE-421C-91A8-5C4F92A6D6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1825" y="4000500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6" name="Rectangle 81">
            <a:extLst>
              <a:ext uri="{FF2B5EF4-FFF2-40B4-BE49-F238E27FC236}">
                <a16:creationId xmlns:a16="http://schemas.microsoft.com/office/drawing/2014/main" id="{94282E68-B75D-43F3-A97B-63F2B4BEDB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2862262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7" name="Rectangle 85">
            <a:extLst>
              <a:ext uri="{FF2B5EF4-FFF2-40B4-BE49-F238E27FC236}">
                <a16:creationId xmlns:a16="http://schemas.microsoft.com/office/drawing/2014/main" id="{F46E4645-F756-43C0-94A4-AEB454BE1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5475" y="2957512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8" name="Rectangle 86">
            <a:extLst>
              <a:ext uri="{FF2B5EF4-FFF2-40B4-BE49-F238E27FC236}">
                <a16:creationId xmlns:a16="http://schemas.microsoft.com/office/drawing/2014/main" id="{A351D209-8929-4429-972E-492D29118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7613" y="2697162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69" name="Rectangle 87">
            <a:extLst>
              <a:ext uri="{FF2B5EF4-FFF2-40B4-BE49-F238E27FC236}">
                <a16:creationId xmlns:a16="http://schemas.microsoft.com/office/drawing/2014/main" id="{204DE7FA-2E9B-429E-A825-895617E218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4113" y="299085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0" name="Rectangle 88">
            <a:extLst>
              <a:ext uri="{FF2B5EF4-FFF2-40B4-BE49-F238E27FC236}">
                <a16:creationId xmlns:a16="http://schemas.microsoft.com/office/drawing/2014/main" id="{EAD7CAFE-AAE7-4EAE-9CA6-D1756CF48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5100" y="2803525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Block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1" name="Rectangle 89">
            <a:extLst>
              <a:ext uri="{FF2B5EF4-FFF2-40B4-BE49-F238E27FC236}">
                <a16:creationId xmlns:a16="http://schemas.microsoft.com/office/drawing/2014/main" id="{7D8EBAF9-4CB8-4293-925C-BE73F225C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2697162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2" name="Rectangle 90">
            <a:extLst>
              <a:ext uri="{FF2B5EF4-FFF2-40B4-BE49-F238E27FC236}">
                <a16:creationId xmlns:a16="http://schemas.microsoft.com/office/drawing/2014/main" id="{76CB6946-B137-47BE-AD63-98460769C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0363" y="299085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3" name="Rectangle 91">
            <a:extLst>
              <a:ext uri="{FF2B5EF4-FFF2-40B4-BE49-F238E27FC236}">
                <a16:creationId xmlns:a16="http://schemas.microsoft.com/office/drawing/2014/main" id="{4CB27405-F888-4831-84D4-62A084567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2803525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Block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4" name="Rectangle 92">
            <a:extLst>
              <a:ext uri="{FF2B5EF4-FFF2-40B4-BE49-F238E27FC236}">
                <a16:creationId xmlns:a16="http://schemas.microsoft.com/office/drawing/2014/main" id="{B495D01B-B53F-48DF-925C-EDB0A877C2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00" y="2990850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5" name="Rectangle 2">
            <a:extLst>
              <a:ext uri="{FF2B5EF4-FFF2-40B4-BE49-F238E27FC236}">
                <a16:creationId xmlns:a16="http://schemas.microsoft.com/office/drawing/2014/main" id="{D6F0483B-89B3-416F-A4B1-DFFEC85C10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hierarchical carry-lookahead adder with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ripple-carry between blocks</a:t>
            </a:r>
          </a:p>
        </p:txBody>
      </p:sp>
      <p:sp>
        <p:nvSpPr>
          <p:cNvPr id="136276" name="Rectangle 39">
            <a:extLst>
              <a:ext uri="{FF2B5EF4-FFF2-40B4-BE49-F238E27FC236}">
                <a16:creationId xmlns:a16="http://schemas.microsoft.com/office/drawing/2014/main" id="{B3651327-B542-4300-9CB4-6EDC023EE4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4388" y="1754187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7" name="Rectangle 40">
            <a:extLst>
              <a:ext uri="{FF2B5EF4-FFF2-40B4-BE49-F238E27FC236}">
                <a16:creationId xmlns:a16="http://schemas.microsoft.com/office/drawing/2014/main" id="{42ED6247-2F28-43EF-BCCF-143A9A2AC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6463" y="1851025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8" name="Rectangle 41">
            <a:extLst>
              <a:ext uri="{FF2B5EF4-FFF2-40B4-BE49-F238E27FC236}">
                <a16:creationId xmlns:a16="http://schemas.microsoft.com/office/drawing/2014/main" id="{605237C0-EDF4-4035-942B-8307CC6E8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5863" y="1851025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16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79" name="Rectangle 42">
            <a:extLst>
              <a:ext uri="{FF2B5EF4-FFF2-40B4-BE49-F238E27FC236}">
                <a16:creationId xmlns:a16="http://schemas.microsoft.com/office/drawing/2014/main" id="{C99186C9-0990-4821-AF0C-525D52F6C9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2200" y="1851025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80" name="Freeform 44">
            <a:extLst>
              <a:ext uri="{FF2B5EF4-FFF2-40B4-BE49-F238E27FC236}">
                <a16:creationId xmlns:a16="http://schemas.microsoft.com/office/drawing/2014/main" id="{2FBD5A6D-7B9A-4E45-8480-EE597AA85A7F}"/>
              </a:ext>
            </a:extLst>
          </p:cNvPr>
          <p:cNvSpPr>
            <a:spLocks/>
          </p:cNvSpPr>
          <p:nvPr/>
        </p:nvSpPr>
        <p:spPr bwMode="auto">
          <a:xfrm>
            <a:off x="3940175" y="3751262"/>
            <a:ext cx="42863" cy="128588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81" name="Line 45">
            <a:extLst>
              <a:ext uri="{FF2B5EF4-FFF2-40B4-BE49-F238E27FC236}">
                <a16:creationId xmlns:a16="http://schemas.microsoft.com/office/drawing/2014/main" id="{AAF9E784-6185-472E-BB3F-E52182ED19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60813" y="3300412"/>
            <a:ext cx="1587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82" name="Freeform 46">
            <a:extLst>
              <a:ext uri="{FF2B5EF4-FFF2-40B4-BE49-F238E27FC236}">
                <a16:creationId xmlns:a16="http://schemas.microsoft.com/office/drawing/2014/main" id="{C3E97F19-4A4B-44D3-B6D8-71E6FCA80508}"/>
              </a:ext>
            </a:extLst>
          </p:cNvPr>
          <p:cNvSpPr>
            <a:spLocks/>
          </p:cNvSpPr>
          <p:nvPr/>
        </p:nvSpPr>
        <p:spPr bwMode="auto">
          <a:xfrm>
            <a:off x="4152900" y="2547937"/>
            <a:ext cx="63500" cy="128588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83" name="Line 47">
            <a:extLst>
              <a:ext uri="{FF2B5EF4-FFF2-40B4-BE49-F238E27FC236}">
                <a16:creationId xmlns:a16="http://schemas.microsoft.com/office/drawing/2014/main" id="{6D08498A-26C1-4993-8B72-83D0A880BB2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5763" y="2097087"/>
            <a:ext cx="1587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84" name="Freeform 48">
            <a:extLst>
              <a:ext uri="{FF2B5EF4-FFF2-40B4-BE49-F238E27FC236}">
                <a16:creationId xmlns:a16="http://schemas.microsoft.com/office/drawing/2014/main" id="{DBAAB61A-75E7-48E8-80B1-71C74997CB63}"/>
              </a:ext>
            </a:extLst>
          </p:cNvPr>
          <p:cNvSpPr>
            <a:spLocks/>
          </p:cNvSpPr>
          <p:nvPr/>
        </p:nvSpPr>
        <p:spPr bwMode="auto">
          <a:xfrm>
            <a:off x="3705225" y="2547937"/>
            <a:ext cx="65088" cy="128588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85" name="Line 49">
            <a:extLst>
              <a:ext uri="{FF2B5EF4-FFF2-40B4-BE49-F238E27FC236}">
                <a16:creationId xmlns:a16="http://schemas.microsoft.com/office/drawing/2014/main" id="{F55FE577-2485-4E2B-9FCE-403CF193E6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27450" y="2097087"/>
            <a:ext cx="1588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86" name="Rectangle 51">
            <a:extLst>
              <a:ext uri="{FF2B5EF4-FFF2-40B4-BE49-F238E27FC236}">
                <a16:creationId xmlns:a16="http://schemas.microsoft.com/office/drawing/2014/main" id="{9BF5C3FE-09B1-4952-A502-AE9CD3353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4638" y="1754187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87" name="Rectangle 52">
            <a:extLst>
              <a:ext uri="{FF2B5EF4-FFF2-40B4-BE49-F238E27FC236}">
                <a16:creationId xmlns:a16="http://schemas.microsoft.com/office/drawing/2014/main" id="{E25D26A5-8B44-4437-84AF-C0F7D0447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8300" y="1851025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88" name="Rectangle 53">
            <a:extLst>
              <a:ext uri="{FF2B5EF4-FFF2-40B4-BE49-F238E27FC236}">
                <a16:creationId xmlns:a16="http://schemas.microsoft.com/office/drawing/2014/main" id="{04350456-4B8D-4262-80D1-1491B8B02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000" y="1851025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16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89" name="Rectangle 54">
            <a:extLst>
              <a:ext uri="{FF2B5EF4-FFF2-40B4-BE49-F238E27FC236}">
                <a16:creationId xmlns:a16="http://schemas.microsoft.com/office/drawing/2014/main" id="{9ACCF671-79BA-4AA4-B67C-49EC3AD60B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2450" y="1851025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90" name="Rectangle 55">
            <a:extLst>
              <a:ext uri="{FF2B5EF4-FFF2-40B4-BE49-F238E27FC236}">
                <a16:creationId xmlns:a16="http://schemas.microsoft.com/office/drawing/2014/main" id="{137291D5-9B5C-4ABD-91A3-64433D6496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4913" y="3906837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91" name="Rectangle 56">
            <a:extLst>
              <a:ext uri="{FF2B5EF4-FFF2-40B4-BE49-F238E27FC236}">
                <a16:creationId xmlns:a16="http://schemas.microsoft.com/office/drawing/2014/main" id="{864663FF-8056-4CCF-AD2B-0F6277A02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7463" y="4002087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92" name="Rectangle 57">
            <a:extLst>
              <a:ext uri="{FF2B5EF4-FFF2-40B4-BE49-F238E27FC236}">
                <a16:creationId xmlns:a16="http://schemas.microsoft.com/office/drawing/2014/main" id="{903F9A21-88CE-4525-B7E0-9D81C680F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4325" y="4002087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16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93" name="Rectangle 66">
            <a:extLst>
              <a:ext uri="{FF2B5EF4-FFF2-40B4-BE49-F238E27FC236}">
                <a16:creationId xmlns:a16="http://schemas.microsoft.com/office/drawing/2014/main" id="{2D8AC650-EAD3-47FD-9BF4-BC2E46E0E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3200" y="4002087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94" name="Rectangle 86">
            <a:extLst>
              <a:ext uri="{FF2B5EF4-FFF2-40B4-BE49-F238E27FC236}">
                <a16:creationId xmlns:a16="http://schemas.microsoft.com/office/drawing/2014/main" id="{EF880959-244F-4B75-A5AE-EBBA3101C1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4725" y="2698750"/>
            <a:ext cx="892175" cy="601662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95" name="Rectangle 88">
            <a:extLst>
              <a:ext uri="{FF2B5EF4-FFF2-40B4-BE49-F238E27FC236}">
                <a16:creationId xmlns:a16="http://schemas.microsoft.com/office/drawing/2014/main" id="{D2144E5C-EC56-4A09-9AE3-F3A31BDD9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2213" y="2805112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Block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96" name="Rectangle 90">
            <a:extLst>
              <a:ext uri="{FF2B5EF4-FFF2-40B4-BE49-F238E27FC236}">
                <a16:creationId xmlns:a16="http://schemas.microsoft.com/office/drawing/2014/main" id="{44233203-3A1F-4F0A-9F3F-01FAAC463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7475" y="2992437"/>
            <a:ext cx="1031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Rectangle 7">
            <a:extLst>
              <a:ext uri="{FF2B5EF4-FFF2-40B4-BE49-F238E27FC236}">
                <a16:creationId xmlns:a16="http://schemas.microsoft.com/office/drawing/2014/main" id="{267BCA74-A10E-4B47-BEDF-1E430ABEF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1363" y="3162300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18" name="Freeform 8">
            <a:extLst>
              <a:ext uri="{FF2B5EF4-FFF2-40B4-BE49-F238E27FC236}">
                <a16:creationId xmlns:a16="http://schemas.microsoft.com/office/drawing/2014/main" id="{F228DA88-8A0C-4875-A813-1EA7B171605B}"/>
              </a:ext>
            </a:extLst>
          </p:cNvPr>
          <p:cNvSpPr>
            <a:spLocks/>
          </p:cNvSpPr>
          <p:nvPr/>
        </p:nvSpPr>
        <p:spPr bwMode="auto">
          <a:xfrm>
            <a:off x="1316038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19" name="Line 9">
            <a:extLst>
              <a:ext uri="{FF2B5EF4-FFF2-40B4-BE49-F238E27FC236}">
                <a16:creationId xmlns:a16="http://schemas.microsoft.com/office/drawing/2014/main" id="{9F83900B-CCD0-4A65-A5C6-02DFB17255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14463" y="3470275"/>
            <a:ext cx="609600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0" name="Freeform 10">
            <a:extLst>
              <a:ext uri="{FF2B5EF4-FFF2-40B4-BE49-F238E27FC236}">
                <a16:creationId xmlns:a16="http://schemas.microsoft.com/office/drawing/2014/main" id="{29F307AF-90FA-4A10-AD5E-45F13E8AF387}"/>
              </a:ext>
            </a:extLst>
          </p:cNvPr>
          <p:cNvSpPr>
            <a:spLocks/>
          </p:cNvSpPr>
          <p:nvPr/>
        </p:nvSpPr>
        <p:spPr bwMode="auto">
          <a:xfrm>
            <a:off x="2946400" y="3441700"/>
            <a:ext cx="127000" cy="63500"/>
          </a:xfrm>
          <a:custGeom>
            <a:avLst/>
            <a:gdLst>
              <a:gd name="T0" fmla="*/ 2147483646 w 80"/>
              <a:gd name="T1" fmla="*/ 0 h 40"/>
              <a:gd name="T2" fmla="*/ 0 w 80"/>
              <a:gd name="T3" fmla="*/ 2147483646 h 40"/>
              <a:gd name="T4" fmla="*/ 2147483646 w 80"/>
              <a:gd name="T5" fmla="*/ 2147483646 h 40"/>
              <a:gd name="T6" fmla="*/ 2147483646 w 80"/>
              <a:gd name="T7" fmla="*/ 2147483646 h 40"/>
              <a:gd name="T8" fmla="*/ 2147483646 w 80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40"/>
              <a:gd name="T17" fmla="*/ 80 w 80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40">
                <a:moveTo>
                  <a:pt x="80" y="0"/>
                </a:moveTo>
                <a:lnTo>
                  <a:pt x="0" y="13"/>
                </a:lnTo>
                <a:lnTo>
                  <a:pt x="80" y="40"/>
                </a:lnTo>
                <a:lnTo>
                  <a:pt x="80" y="13"/>
                </a:lnTo>
                <a:lnTo>
                  <a:pt x="8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1" name="Line 11">
            <a:extLst>
              <a:ext uri="{FF2B5EF4-FFF2-40B4-BE49-F238E27FC236}">
                <a16:creationId xmlns:a16="http://schemas.microsoft.com/office/drawing/2014/main" id="{986EBB6D-E837-4F72-A803-DE4EBF87598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73400" y="3473450"/>
            <a:ext cx="4476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2" name="Rectangle 12">
            <a:extLst>
              <a:ext uri="{FF2B5EF4-FFF2-40B4-BE49-F238E27FC236}">
                <a16:creationId xmlns:a16="http://schemas.microsoft.com/office/drawing/2014/main" id="{3D8210D5-DE6F-4A35-8239-5F448DB0D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8850" y="3268663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Block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3" name="Rectangle 13">
            <a:extLst>
              <a:ext uri="{FF2B5EF4-FFF2-40B4-BE49-F238E27FC236}">
                <a16:creationId xmlns:a16="http://schemas.microsoft.com/office/drawing/2014/main" id="{9E95608D-D9EB-43C9-98AF-4AC1657F3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2288" y="2224088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4" name="Rectangle 14">
            <a:extLst>
              <a:ext uri="{FF2B5EF4-FFF2-40B4-BE49-F238E27FC236}">
                <a16:creationId xmlns:a16="http://schemas.microsoft.com/office/drawing/2014/main" id="{EC3C76C8-BF34-4E82-8B3A-ACA6D152B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23193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5" name="Rectangle 15">
            <a:extLst>
              <a:ext uri="{FF2B5EF4-FFF2-40B4-BE49-F238E27FC236}">
                <a16:creationId xmlns:a16="http://schemas.microsoft.com/office/drawing/2014/main" id="{D425E277-43A5-412F-AF19-EEDE7D7FC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2813" y="23193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24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6" name="Rectangle 16">
            <a:extLst>
              <a:ext uri="{FF2B5EF4-FFF2-40B4-BE49-F238E27FC236}">
                <a16:creationId xmlns:a16="http://schemas.microsoft.com/office/drawing/2014/main" id="{94B0BBF8-5154-46DE-A83D-73D44F448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0100" y="23193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7" name="Rectangle 17">
            <a:extLst>
              <a:ext uri="{FF2B5EF4-FFF2-40B4-BE49-F238E27FC236}">
                <a16:creationId xmlns:a16="http://schemas.microsoft.com/office/drawing/2014/main" id="{57033213-399A-4A54-A4F6-4FE2E6093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9338" y="3311525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8" name="Rectangle 18">
            <a:extLst>
              <a:ext uri="{FF2B5EF4-FFF2-40B4-BE49-F238E27FC236}">
                <a16:creationId xmlns:a16="http://schemas.microsoft.com/office/drawing/2014/main" id="{E92C41F4-DB27-4298-8BEC-5EC81A269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340677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29" name="Freeform 20">
            <a:extLst>
              <a:ext uri="{FF2B5EF4-FFF2-40B4-BE49-F238E27FC236}">
                <a16:creationId xmlns:a16="http://schemas.microsoft.com/office/drawing/2014/main" id="{1341A560-9FE9-498C-93F9-3AC54E5458FA}"/>
              </a:ext>
            </a:extLst>
          </p:cNvPr>
          <p:cNvSpPr>
            <a:spLocks/>
          </p:cNvSpPr>
          <p:nvPr/>
        </p:nvSpPr>
        <p:spPr bwMode="auto">
          <a:xfrm>
            <a:off x="2436813" y="4214813"/>
            <a:ext cx="41275" cy="128587"/>
          </a:xfrm>
          <a:custGeom>
            <a:avLst/>
            <a:gdLst>
              <a:gd name="T0" fmla="*/ 0 w 26"/>
              <a:gd name="T1" fmla="*/ 0 h 81"/>
              <a:gd name="T2" fmla="*/ 2147483646 w 26"/>
              <a:gd name="T3" fmla="*/ 2147483646 h 81"/>
              <a:gd name="T4" fmla="*/ 2147483646 w 26"/>
              <a:gd name="T5" fmla="*/ 0 h 81"/>
              <a:gd name="T6" fmla="*/ 2147483646 w 26"/>
              <a:gd name="T7" fmla="*/ 0 h 81"/>
              <a:gd name="T8" fmla="*/ 0 w 26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81"/>
              <a:gd name="T17" fmla="*/ 26 w 26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81">
                <a:moveTo>
                  <a:pt x="0" y="0"/>
                </a:moveTo>
                <a:lnTo>
                  <a:pt x="13" y="81"/>
                </a:lnTo>
                <a:lnTo>
                  <a:pt x="26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0" name="Line 21">
            <a:extLst>
              <a:ext uri="{FF2B5EF4-FFF2-40B4-BE49-F238E27FC236}">
                <a16:creationId xmlns:a16="http://schemas.microsoft.com/office/drawing/2014/main" id="{8F911199-C097-4A90-9100-0D3E7A707F2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57450" y="3763963"/>
            <a:ext cx="1588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1" name="Freeform 22">
            <a:extLst>
              <a:ext uri="{FF2B5EF4-FFF2-40B4-BE49-F238E27FC236}">
                <a16:creationId xmlns:a16="http://schemas.microsoft.com/office/drawing/2014/main" id="{0D12F7A0-23E9-40F6-9F2D-D8DD41974880}"/>
              </a:ext>
            </a:extLst>
          </p:cNvPr>
          <p:cNvSpPr>
            <a:spLocks/>
          </p:cNvSpPr>
          <p:nvPr/>
        </p:nvSpPr>
        <p:spPr bwMode="auto">
          <a:xfrm>
            <a:off x="2649538" y="3011488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6" y="81"/>
                </a:lnTo>
                <a:lnTo>
                  <a:pt x="40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2" name="Line 23">
            <a:extLst>
              <a:ext uri="{FF2B5EF4-FFF2-40B4-BE49-F238E27FC236}">
                <a16:creationId xmlns:a16="http://schemas.microsoft.com/office/drawing/2014/main" id="{51AC256A-B6A3-40BB-BC28-FE4AF3D823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90813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3" name="Freeform 24">
            <a:extLst>
              <a:ext uri="{FF2B5EF4-FFF2-40B4-BE49-F238E27FC236}">
                <a16:creationId xmlns:a16="http://schemas.microsoft.com/office/drawing/2014/main" id="{DAA66A3D-098C-4BF5-B537-30059353E0CE}"/>
              </a:ext>
            </a:extLst>
          </p:cNvPr>
          <p:cNvSpPr>
            <a:spLocks/>
          </p:cNvSpPr>
          <p:nvPr/>
        </p:nvSpPr>
        <p:spPr bwMode="auto">
          <a:xfrm>
            <a:off x="2201863" y="3011488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4" y="81"/>
                </a:lnTo>
                <a:lnTo>
                  <a:pt x="40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4" name="Line 25">
            <a:extLst>
              <a:ext uri="{FF2B5EF4-FFF2-40B4-BE49-F238E27FC236}">
                <a16:creationId xmlns:a16="http://schemas.microsoft.com/office/drawing/2014/main" id="{0268355D-2B67-428C-9ED2-FC958AA1F49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24088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7235" name="Group 1">
            <a:extLst>
              <a:ext uri="{FF2B5EF4-FFF2-40B4-BE49-F238E27FC236}">
                <a16:creationId xmlns:a16="http://schemas.microsoft.com/office/drawing/2014/main" id="{A46CFE83-D6E7-440B-8174-5D0846C513AE}"/>
              </a:ext>
            </a:extLst>
          </p:cNvPr>
          <p:cNvGrpSpPr>
            <a:grpSpLocks/>
          </p:cNvGrpSpPr>
          <p:nvPr/>
        </p:nvGrpSpPr>
        <p:grpSpPr bwMode="auto">
          <a:xfrm>
            <a:off x="3106738" y="3138488"/>
            <a:ext cx="242887" cy="277812"/>
            <a:chOff x="784836" y="5924550"/>
            <a:chExt cx="242888" cy="277812"/>
          </a:xfrm>
        </p:grpSpPr>
        <p:sp>
          <p:nvSpPr>
            <p:cNvPr id="137322" name="Rectangle 19">
              <a:extLst>
                <a:ext uri="{FF2B5EF4-FFF2-40B4-BE49-F238E27FC236}">
                  <a16:creationId xmlns:a16="http://schemas.microsoft.com/office/drawing/2014/main" id="{6E5A6A65-35E5-4FCB-82B4-9BB77D565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36" y="5924550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323" name="Rectangle 26">
              <a:extLst>
                <a:ext uri="{FF2B5EF4-FFF2-40B4-BE49-F238E27FC236}">
                  <a16:creationId xmlns:a16="http://schemas.microsoft.com/office/drawing/2014/main" id="{42467735-F066-4D66-AB91-E435FF95F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324" y="601980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37236" name="Rectangle 27">
            <a:extLst>
              <a:ext uri="{FF2B5EF4-FFF2-40B4-BE49-F238E27FC236}">
                <a16:creationId xmlns:a16="http://schemas.microsoft.com/office/drawing/2014/main" id="{B08052F5-7EC5-4FAA-B1B3-C4ABE2B89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3175" y="2224088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7" name="Rectangle 28">
            <a:extLst>
              <a:ext uri="{FF2B5EF4-FFF2-40B4-BE49-F238E27FC236}">
                <a16:creationId xmlns:a16="http://schemas.microsoft.com/office/drawing/2014/main" id="{A1B13B35-0202-469F-A237-93CF820D8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5250" y="23193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8" name="Rectangle 29">
            <a:extLst>
              <a:ext uri="{FF2B5EF4-FFF2-40B4-BE49-F238E27FC236}">
                <a16:creationId xmlns:a16="http://schemas.microsoft.com/office/drawing/2014/main" id="{C9CE9024-A30C-4137-A812-B0A38FBFB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3700" y="23193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24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39" name="Rectangle 30">
            <a:extLst>
              <a:ext uri="{FF2B5EF4-FFF2-40B4-BE49-F238E27FC236}">
                <a16:creationId xmlns:a16="http://schemas.microsoft.com/office/drawing/2014/main" id="{7DF0B1F4-8FC1-41B0-9585-EA560D58F2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988" y="23193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0" name="Rectangle 31">
            <a:extLst>
              <a:ext uri="{FF2B5EF4-FFF2-40B4-BE49-F238E27FC236}">
                <a16:creationId xmlns:a16="http://schemas.microsoft.com/office/drawing/2014/main" id="{5BE3AF52-E253-4B88-8BF4-932AD2C90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5038" y="4370388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1" name="Rectangle 32">
            <a:extLst>
              <a:ext uri="{FF2B5EF4-FFF2-40B4-BE49-F238E27FC236}">
                <a16:creationId xmlns:a16="http://schemas.microsoft.com/office/drawing/2014/main" id="{9E1AE1DA-8BB1-4164-B2E7-9F7FED882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4465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2" name="Rectangle 33">
            <a:extLst>
              <a:ext uri="{FF2B5EF4-FFF2-40B4-BE49-F238E27FC236}">
                <a16:creationId xmlns:a16="http://schemas.microsoft.com/office/drawing/2014/main" id="{03223F1A-6DF1-4D8A-A516-14E42F149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4450" y="4465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24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3" name="Freeform 34">
            <a:extLst>
              <a:ext uri="{FF2B5EF4-FFF2-40B4-BE49-F238E27FC236}">
                <a16:creationId xmlns:a16="http://schemas.microsoft.com/office/drawing/2014/main" id="{FD85D9DE-E96D-4492-BDBB-082F6EE2A354}"/>
              </a:ext>
            </a:extLst>
          </p:cNvPr>
          <p:cNvSpPr>
            <a:spLocks/>
          </p:cNvSpPr>
          <p:nvPr/>
        </p:nvSpPr>
        <p:spPr bwMode="auto">
          <a:xfrm>
            <a:off x="4452938" y="3436938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4" name="Line 35">
            <a:extLst>
              <a:ext uri="{FF2B5EF4-FFF2-40B4-BE49-F238E27FC236}">
                <a16:creationId xmlns:a16="http://schemas.microsoft.com/office/drawing/2014/main" id="{B3B97400-AC0F-4268-AC5D-C7BE00375B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525" y="3455988"/>
            <a:ext cx="446088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5" name="Freeform 36">
            <a:extLst>
              <a:ext uri="{FF2B5EF4-FFF2-40B4-BE49-F238E27FC236}">
                <a16:creationId xmlns:a16="http://schemas.microsoft.com/office/drawing/2014/main" id="{81D268D2-36A6-4D87-8D85-DC03C1FAA727}"/>
              </a:ext>
            </a:extLst>
          </p:cNvPr>
          <p:cNvSpPr>
            <a:spLocks/>
          </p:cNvSpPr>
          <p:nvPr/>
        </p:nvSpPr>
        <p:spPr bwMode="auto">
          <a:xfrm>
            <a:off x="5962650" y="3441700"/>
            <a:ext cx="128588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6" name="Line 37">
            <a:extLst>
              <a:ext uri="{FF2B5EF4-FFF2-40B4-BE49-F238E27FC236}">
                <a16:creationId xmlns:a16="http://schemas.microsoft.com/office/drawing/2014/main" id="{8FD8148B-03EA-4DC4-A5A2-0C5CAAC801D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1238" y="3463925"/>
            <a:ext cx="4460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7" name="Rectangle 38">
            <a:extLst>
              <a:ext uri="{FF2B5EF4-FFF2-40B4-BE49-F238E27FC236}">
                <a16:creationId xmlns:a16="http://schemas.microsoft.com/office/drawing/2014/main" id="{7700AAD0-29F8-40E5-8AFA-0335097A0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1738" y="44656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8" name="Rectangle 39">
            <a:extLst>
              <a:ext uri="{FF2B5EF4-FFF2-40B4-BE49-F238E27FC236}">
                <a16:creationId xmlns:a16="http://schemas.microsoft.com/office/drawing/2014/main" id="{E5ADDB27-47A7-4DC2-A59A-22774FC4B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7275" y="2217738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49" name="Rectangle 40">
            <a:extLst>
              <a:ext uri="{FF2B5EF4-FFF2-40B4-BE49-F238E27FC236}">
                <a16:creationId xmlns:a16="http://schemas.microsoft.com/office/drawing/2014/main" id="{6A5785A8-C616-4C05-A105-941127F0D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9350" y="231457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0" name="Rectangle 41">
            <a:extLst>
              <a:ext uri="{FF2B5EF4-FFF2-40B4-BE49-F238E27FC236}">
                <a16:creationId xmlns:a16="http://schemas.microsoft.com/office/drawing/2014/main" id="{ABBCD23B-F50B-4E7F-8A1E-0272A246D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1" name="Rectangle 42">
            <a:extLst>
              <a:ext uri="{FF2B5EF4-FFF2-40B4-BE49-F238E27FC236}">
                <a16:creationId xmlns:a16="http://schemas.microsoft.com/office/drawing/2014/main" id="{7DE9BB3A-3659-4F90-9A70-70DE1E747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5088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2" name="Rectangle 43">
            <a:extLst>
              <a:ext uri="{FF2B5EF4-FFF2-40B4-BE49-F238E27FC236}">
                <a16:creationId xmlns:a16="http://schemas.microsoft.com/office/drawing/2014/main" id="{C44EEE45-EF54-423F-947A-BC2F42A9D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3275" y="3133725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3" name="Freeform 44">
            <a:extLst>
              <a:ext uri="{FF2B5EF4-FFF2-40B4-BE49-F238E27FC236}">
                <a16:creationId xmlns:a16="http://schemas.microsoft.com/office/drawing/2014/main" id="{0EFEAA25-FDAF-4D8F-B73D-6CBA75E09217}"/>
              </a:ext>
            </a:extLst>
          </p:cNvPr>
          <p:cNvSpPr>
            <a:spLocks/>
          </p:cNvSpPr>
          <p:nvPr/>
        </p:nvSpPr>
        <p:spPr bwMode="auto">
          <a:xfrm>
            <a:off x="5453063" y="4214813"/>
            <a:ext cx="42862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4" name="Line 45">
            <a:extLst>
              <a:ext uri="{FF2B5EF4-FFF2-40B4-BE49-F238E27FC236}">
                <a16:creationId xmlns:a16="http://schemas.microsoft.com/office/drawing/2014/main" id="{9378D2E6-169B-4355-9560-404FE4ABC7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73700" y="3763963"/>
            <a:ext cx="1588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5" name="Freeform 46">
            <a:extLst>
              <a:ext uri="{FF2B5EF4-FFF2-40B4-BE49-F238E27FC236}">
                <a16:creationId xmlns:a16="http://schemas.microsoft.com/office/drawing/2014/main" id="{65758E56-FF3D-45D6-BBCA-AD7B9C5773E7}"/>
              </a:ext>
            </a:extLst>
          </p:cNvPr>
          <p:cNvSpPr>
            <a:spLocks/>
          </p:cNvSpPr>
          <p:nvPr/>
        </p:nvSpPr>
        <p:spPr bwMode="auto">
          <a:xfrm>
            <a:off x="5665788" y="3011488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6" name="Line 47">
            <a:extLst>
              <a:ext uri="{FF2B5EF4-FFF2-40B4-BE49-F238E27FC236}">
                <a16:creationId xmlns:a16="http://schemas.microsoft.com/office/drawing/2014/main" id="{A4F84C80-A2CA-42A4-889E-A8ADC9A7DE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086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7" name="Freeform 48">
            <a:extLst>
              <a:ext uri="{FF2B5EF4-FFF2-40B4-BE49-F238E27FC236}">
                <a16:creationId xmlns:a16="http://schemas.microsoft.com/office/drawing/2014/main" id="{24438F8A-34CA-4441-AE47-55A964BE946F}"/>
              </a:ext>
            </a:extLst>
          </p:cNvPr>
          <p:cNvSpPr>
            <a:spLocks/>
          </p:cNvSpPr>
          <p:nvPr/>
        </p:nvSpPr>
        <p:spPr bwMode="auto">
          <a:xfrm>
            <a:off x="5218113" y="3011488"/>
            <a:ext cx="65087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8" name="Line 49">
            <a:extLst>
              <a:ext uri="{FF2B5EF4-FFF2-40B4-BE49-F238E27FC236}">
                <a16:creationId xmlns:a16="http://schemas.microsoft.com/office/drawing/2014/main" id="{7740D448-A445-4103-B04D-46C3A45BFBC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40338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59" name="Rectangle 50">
            <a:extLst>
              <a:ext uri="{FF2B5EF4-FFF2-40B4-BE49-F238E27FC236}">
                <a16:creationId xmlns:a16="http://schemas.microsoft.com/office/drawing/2014/main" id="{101DA93E-0670-4243-8D2E-BBFF5EC91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0" y="321945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16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0" name="Rectangle 51">
            <a:extLst>
              <a:ext uri="{FF2B5EF4-FFF2-40B4-BE49-F238E27FC236}">
                <a16:creationId xmlns:a16="http://schemas.microsoft.com/office/drawing/2014/main" id="{1CE8299E-97CB-47CB-A5E6-408DAD88F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4513" y="2217738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1" name="Rectangle 52">
            <a:extLst>
              <a:ext uri="{FF2B5EF4-FFF2-40B4-BE49-F238E27FC236}">
                <a16:creationId xmlns:a16="http://schemas.microsoft.com/office/drawing/2014/main" id="{907C9788-E1AA-4BBD-8E42-A5ED4BD66C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8175" y="231457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2" name="Rectangle 53">
            <a:extLst>
              <a:ext uri="{FF2B5EF4-FFF2-40B4-BE49-F238E27FC236}">
                <a16:creationId xmlns:a16="http://schemas.microsoft.com/office/drawing/2014/main" id="{C4DDF035-ED42-4D78-9BED-A75FCD970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450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3" name="Rectangle 54">
            <a:extLst>
              <a:ext uri="{FF2B5EF4-FFF2-40B4-BE49-F238E27FC236}">
                <a16:creationId xmlns:a16="http://schemas.microsoft.com/office/drawing/2014/main" id="{97CDF812-B9AF-4A10-A285-AFBCE06F9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2325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4" name="Rectangle 55">
            <a:extLst>
              <a:ext uri="{FF2B5EF4-FFF2-40B4-BE49-F238E27FC236}">
                <a16:creationId xmlns:a16="http://schemas.microsoft.com/office/drawing/2014/main" id="{3432FE2E-52F2-469E-8529-AFAA97131E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370388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5" name="Rectangle 56">
            <a:extLst>
              <a:ext uri="{FF2B5EF4-FFF2-40B4-BE49-F238E27FC236}">
                <a16:creationId xmlns:a16="http://schemas.microsoft.com/office/drawing/2014/main" id="{F68614B3-DA85-4EF7-896C-BAB9D6A3A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0350" y="4465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6" name="Rectangle 57">
            <a:extLst>
              <a:ext uri="{FF2B5EF4-FFF2-40B4-BE49-F238E27FC236}">
                <a16:creationId xmlns:a16="http://schemas.microsoft.com/office/drawing/2014/main" id="{D8A515E0-65C5-4267-ACA4-EDD530ED8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7213" y="44656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7" name="Freeform 58">
            <a:extLst>
              <a:ext uri="{FF2B5EF4-FFF2-40B4-BE49-F238E27FC236}">
                <a16:creationId xmlns:a16="http://schemas.microsoft.com/office/drawing/2014/main" id="{75F2EA11-B8DC-4152-9D74-B83473B78CC1}"/>
              </a:ext>
            </a:extLst>
          </p:cNvPr>
          <p:cNvSpPr>
            <a:spLocks/>
          </p:cNvSpPr>
          <p:nvPr/>
        </p:nvSpPr>
        <p:spPr bwMode="auto">
          <a:xfrm>
            <a:off x="7472363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8" name="Line 59">
            <a:extLst>
              <a:ext uri="{FF2B5EF4-FFF2-40B4-BE49-F238E27FC236}">
                <a16:creationId xmlns:a16="http://schemas.microsoft.com/office/drawing/2014/main" id="{6D6D98B2-9922-4A09-B79B-A643CF76A4E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600950" y="3463925"/>
            <a:ext cx="541338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69" name="Freeform 60">
            <a:extLst>
              <a:ext uri="{FF2B5EF4-FFF2-40B4-BE49-F238E27FC236}">
                <a16:creationId xmlns:a16="http://schemas.microsoft.com/office/drawing/2014/main" id="{375F5D21-4D33-4E2C-A203-CF3B92D2D0B6}"/>
              </a:ext>
            </a:extLst>
          </p:cNvPr>
          <p:cNvSpPr>
            <a:spLocks/>
          </p:cNvSpPr>
          <p:nvPr/>
        </p:nvSpPr>
        <p:spPr bwMode="auto">
          <a:xfrm>
            <a:off x="6962775" y="4214813"/>
            <a:ext cx="42863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0" name="Line 61">
            <a:extLst>
              <a:ext uri="{FF2B5EF4-FFF2-40B4-BE49-F238E27FC236}">
                <a16:creationId xmlns:a16="http://schemas.microsoft.com/office/drawing/2014/main" id="{9A4E6275-EF58-4B21-9367-ED384F22C04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3413" y="3763963"/>
            <a:ext cx="1587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1" name="Freeform 62">
            <a:extLst>
              <a:ext uri="{FF2B5EF4-FFF2-40B4-BE49-F238E27FC236}">
                <a16:creationId xmlns:a16="http://schemas.microsoft.com/office/drawing/2014/main" id="{19926DB8-1A0D-42DC-AB82-A3A19DE52E8F}"/>
              </a:ext>
            </a:extLst>
          </p:cNvPr>
          <p:cNvSpPr>
            <a:spLocks/>
          </p:cNvSpPr>
          <p:nvPr/>
        </p:nvSpPr>
        <p:spPr bwMode="auto">
          <a:xfrm>
            <a:off x="7175500" y="3011488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3" y="81"/>
                </a:lnTo>
                <a:lnTo>
                  <a:pt x="40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2" name="Line 63">
            <a:extLst>
              <a:ext uri="{FF2B5EF4-FFF2-40B4-BE49-F238E27FC236}">
                <a16:creationId xmlns:a16="http://schemas.microsoft.com/office/drawing/2014/main" id="{6EF47978-0BD7-4B09-98F6-1BC7D0064FD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96138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3" name="Freeform 64">
            <a:extLst>
              <a:ext uri="{FF2B5EF4-FFF2-40B4-BE49-F238E27FC236}">
                <a16:creationId xmlns:a16="http://schemas.microsoft.com/office/drawing/2014/main" id="{1AB3B5C8-8FEB-483A-B0A2-32ECEA12F01A}"/>
              </a:ext>
            </a:extLst>
          </p:cNvPr>
          <p:cNvSpPr>
            <a:spLocks/>
          </p:cNvSpPr>
          <p:nvPr/>
        </p:nvSpPr>
        <p:spPr bwMode="auto">
          <a:xfrm>
            <a:off x="6727825" y="3011488"/>
            <a:ext cx="65088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4" name="Line 65">
            <a:extLst>
              <a:ext uri="{FF2B5EF4-FFF2-40B4-BE49-F238E27FC236}">
                <a16:creationId xmlns:a16="http://schemas.microsoft.com/office/drawing/2014/main" id="{165189F8-17DD-41CA-80E0-F82707D8A0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500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5" name="Rectangle 66">
            <a:extLst>
              <a:ext uri="{FF2B5EF4-FFF2-40B4-BE49-F238E27FC236}">
                <a16:creationId xmlns:a16="http://schemas.microsoft.com/office/drawing/2014/main" id="{F3FD3DD9-EAC7-42F1-92D8-20564F6D0F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6088" y="44656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6" name="Rectangle 67">
            <a:extLst>
              <a:ext uri="{FF2B5EF4-FFF2-40B4-BE49-F238E27FC236}">
                <a16:creationId xmlns:a16="http://schemas.microsoft.com/office/drawing/2014/main" id="{E8A48E48-277E-41F1-ADFA-BE2AAAE4D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6800" y="3109913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7" name="Rectangle 68">
            <a:extLst>
              <a:ext uri="{FF2B5EF4-FFF2-40B4-BE49-F238E27FC236}">
                <a16:creationId xmlns:a16="http://schemas.microsoft.com/office/drawing/2014/main" id="{BF923CE4-D0E1-489D-802E-12924B484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205163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8" name="Rectangle 69">
            <a:extLst>
              <a:ext uri="{FF2B5EF4-FFF2-40B4-BE49-F238E27FC236}">
                <a16:creationId xmlns:a16="http://schemas.microsoft.com/office/drawing/2014/main" id="{FE60782E-90C1-4B76-A5A7-8C37B8FDED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9063" y="2217738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79" name="Rectangle 70">
            <a:extLst>
              <a:ext uri="{FF2B5EF4-FFF2-40B4-BE49-F238E27FC236}">
                <a16:creationId xmlns:a16="http://schemas.microsoft.com/office/drawing/2014/main" id="{3C02261A-CC53-41AA-8CB2-B9E28A57D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1138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0" name="Rectangle 71">
            <a:extLst>
              <a:ext uri="{FF2B5EF4-FFF2-40B4-BE49-F238E27FC236}">
                <a16:creationId xmlns:a16="http://schemas.microsoft.com/office/drawing/2014/main" id="{788EC8FA-9F32-4C5B-B1C4-EE4DFD706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4975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1" name="Rectangle 72">
            <a:extLst>
              <a:ext uri="{FF2B5EF4-FFF2-40B4-BE49-F238E27FC236}">
                <a16:creationId xmlns:a16="http://schemas.microsoft.com/office/drawing/2014/main" id="{41862200-23C0-4173-BC12-57D5E30B1E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3850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2" name="Rectangle 73">
            <a:extLst>
              <a:ext uri="{FF2B5EF4-FFF2-40B4-BE49-F238E27FC236}">
                <a16:creationId xmlns:a16="http://schemas.microsoft.com/office/drawing/2014/main" id="{4E65656A-42D9-41B8-9BB4-13897CAB5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1050" y="2217738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3" name="Rectangle 74">
            <a:extLst>
              <a:ext uri="{FF2B5EF4-FFF2-40B4-BE49-F238E27FC236}">
                <a16:creationId xmlns:a16="http://schemas.microsoft.com/office/drawing/2014/main" id="{481576F0-B04B-4D17-BFB1-6FA60A07E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4" name="Rectangle 75">
            <a:extLst>
              <a:ext uri="{FF2B5EF4-FFF2-40B4-BE49-F238E27FC236}">
                <a16:creationId xmlns:a16="http://schemas.microsoft.com/office/drawing/2014/main" id="{5D364D00-91C4-46E9-9CCA-22EE7A925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5375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5" name="Rectangle 76">
            <a:extLst>
              <a:ext uri="{FF2B5EF4-FFF2-40B4-BE49-F238E27FC236}">
                <a16:creationId xmlns:a16="http://schemas.microsoft.com/office/drawing/2014/main" id="{54A29964-241D-41F4-9D69-214E54D87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6" name="Rectangle 77">
            <a:extLst>
              <a:ext uri="{FF2B5EF4-FFF2-40B4-BE49-F238E27FC236}">
                <a16:creationId xmlns:a16="http://schemas.microsoft.com/office/drawing/2014/main" id="{AC11B05B-0415-4536-8B0B-BE3B190BCC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9738" y="4370388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7" name="Rectangle 78">
            <a:extLst>
              <a:ext uri="{FF2B5EF4-FFF2-40B4-BE49-F238E27FC236}">
                <a16:creationId xmlns:a16="http://schemas.microsoft.com/office/drawing/2014/main" id="{CC0F355C-8926-45B6-8BCE-A2631A385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0700" y="44656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8" name="Rectangle 79">
            <a:extLst>
              <a:ext uri="{FF2B5EF4-FFF2-40B4-BE49-F238E27FC236}">
                <a16:creationId xmlns:a16="http://schemas.microsoft.com/office/drawing/2014/main" id="{966F3EC5-EA3F-4B60-93C9-04EFBEFD2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0" y="44656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89" name="Rectangle 80">
            <a:extLst>
              <a:ext uri="{FF2B5EF4-FFF2-40B4-BE49-F238E27FC236}">
                <a16:creationId xmlns:a16="http://schemas.microsoft.com/office/drawing/2014/main" id="{F6353E80-7069-4382-A14C-C05C440E5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1825" y="44656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0" name="Rectangle 81">
            <a:extLst>
              <a:ext uri="{FF2B5EF4-FFF2-40B4-BE49-F238E27FC236}">
                <a16:creationId xmlns:a16="http://schemas.microsoft.com/office/drawing/2014/main" id="{44483388-3D46-4D17-91E4-4B926E403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3327400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1" name="Rectangle 85">
            <a:extLst>
              <a:ext uri="{FF2B5EF4-FFF2-40B4-BE49-F238E27FC236}">
                <a16:creationId xmlns:a16="http://schemas.microsoft.com/office/drawing/2014/main" id="{525A9D61-1439-4DAA-BA1A-FAB0067E1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5475" y="3422650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2" name="Rectangle 86">
            <a:extLst>
              <a:ext uri="{FF2B5EF4-FFF2-40B4-BE49-F238E27FC236}">
                <a16:creationId xmlns:a16="http://schemas.microsoft.com/office/drawing/2014/main" id="{52938655-C964-408C-841A-6E03ADB005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7613" y="3162300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3" name="Rectangle 87">
            <a:extLst>
              <a:ext uri="{FF2B5EF4-FFF2-40B4-BE49-F238E27FC236}">
                <a16:creationId xmlns:a16="http://schemas.microsoft.com/office/drawing/2014/main" id="{1CA014DE-45DE-44F0-A180-0ECC149FD4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4113" y="3455988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4" name="Rectangle 88">
            <a:extLst>
              <a:ext uri="{FF2B5EF4-FFF2-40B4-BE49-F238E27FC236}">
                <a16:creationId xmlns:a16="http://schemas.microsoft.com/office/drawing/2014/main" id="{E240A5BF-5EC8-44E3-A3F3-B76F02902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5100" y="3268663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Block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5" name="Rectangle 89">
            <a:extLst>
              <a:ext uri="{FF2B5EF4-FFF2-40B4-BE49-F238E27FC236}">
                <a16:creationId xmlns:a16="http://schemas.microsoft.com/office/drawing/2014/main" id="{EEA4CEE7-79BC-4B5E-A9DD-D5265615F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3162300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6" name="Rectangle 90">
            <a:extLst>
              <a:ext uri="{FF2B5EF4-FFF2-40B4-BE49-F238E27FC236}">
                <a16:creationId xmlns:a16="http://schemas.microsoft.com/office/drawing/2014/main" id="{F8D3F368-4786-42B8-ADF2-AFD8A7C6C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0363" y="3455988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7" name="Rectangle 91">
            <a:extLst>
              <a:ext uri="{FF2B5EF4-FFF2-40B4-BE49-F238E27FC236}">
                <a16:creationId xmlns:a16="http://schemas.microsoft.com/office/drawing/2014/main" id="{BA7E3BD1-BD9E-458A-9E4C-C7F33C146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3268663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Block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8" name="Rectangle 92">
            <a:extLst>
              <a:ext uri="{FF2B5EF4-FFF2-40B4-BE49-F238E27FC236}">
                <a16:creationId xmlns:a16="http://schemas.microsoft.com/office/drawing/2014/main" id="{1FD87558-3589-492F-8A88-DF94F3A41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00" y="3455988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299" name="Rectangle 2">
            <a:extLst>
              <a:ext uri="{FF2B5EF4-FFF2-40B4-BE49-F238E27FC236}">
                <a16:creationId xmlns:a16="http://schemas.microsoft.com/office/drawing/2014/main" id="{34BE5FC8-D0FC-417E-8AE8-83A9029EE7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hierarchical carry-lookahead adder with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ripple-carry between blocks</a:t>
            </a:r>
          </a:p>
        </p:txBody>
      </p:sp>
      <p:sp>
        <p:nvSpPr>
          <p:cNvPr id="137300" name="Rectangle 39">
            <a:extLst>
              <a:ext uri="{FF2B5EF4-FFF2-40B4-BE49-F238E27FC236}">
                <a16:creationId xmlns:a16="http://schemas.microsoft.com/office/drawing/2014/main" id="{54F08061-6C51-408B-8479-579D76712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4388" y="2219325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1" name="Rectangle 40">
            <a:extLst>
              <a:ext uri="{FF2B5EF4-FFF2-40B4-BE49-F238E27FC236}">
                <a16:creationId xmlns:a16="http://schemas.microsoft.com/office/drawing/2014/main" id="{F5E5A4CB-D2C8-41B9-B2FA-91C95A060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6463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2" name="Rectangle 41">
            <a:extLst>
              <a:ext uri="{FF2B5EF4-FFF2-40B4-BE49-F238E27FC236}">
                <a16:creationId xmlns:a16="http://schemas.microsoft.com/office/drawing/2014/main" id="{DD5F16F2-0385-4DC7-B2B3-A37B4B13C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5863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16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3" name="Rectangle 42">
            <a:extLst>
              <a:ext uri="{FF2B5EF4-FFF2-40B4-BE49-F238E27FC236}">
                <a16:creationId xmlns:a16="http://schemas.microsoft.com/office/drawing/2014/main" id="{29089DB4-11EC-43A7-ADB4-F4E9955AA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2200" y="2316163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4" name="Freeform 44">
            <a:extLst>
              <a:ext uri="{FF2B5EF4-FFF2-40B4-BE49-F238E27FC236}">
                <a16:creationId xmlns:a16="http://schemas.microsoft.com/office/drawing/2014/main" id="{A3E4FCFF-2F0B-4B6D-B17F-9F225EAD7F24}"/>
              </a:ext>
            </a:extLst>
          </p:cNvPr>
          <p:cNvSpPr>
            <a:spLocks/>
          </p:cNvSpPr>
          <p:nvPr/>
        </p:nvSpPr>
        <p:spPr bwMode="auto">
          <a:xfrm>
            <a:off x="3940175" y="4216400"/>
            <a:ext cx="42863" cy="128588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5" name="Line 45">
            <a:extLst>
              <a:ext uri="{FF2B5EF4-FFF2-40B4-BE49-F238E27FC236}">
                <a16:creationId xmlns:a16="http://schemas.microsoft.com/office/drawing/2014/main" id="{E54EE161-2B8C-49AA-B270-32BF331BAC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60813" y="3765550"/>
            <a:ext cx="1587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6" name="Freeform 46">
            <a:extLst>
              <a:ext uri="{FF2B5EF4-FFF2-40B4-BE49-F238E27FC236}">
                <a16:creationId xmlns:a16="http://schemas.microsoft.com/office/drawing/2014/main" id="{44040A3E-6D3E-47F8-87EC-6DB74A5C2076}"/>
              </a:ext>
            </a:extLst>
          </p:cNvPr>
          <p:cNvSpPr>
            <a:spLocks/>
          </p:cNvSpPr>
          <p:nvPr/>
        </p:nvSpPr>
        <p:spPr bwMode="auto">
          <a:xfrm>
            <a:off x="4152900" y="3013075"/>
            <a:ext cx="63500" cy="128588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7" name="Line 47">
            <a:extLst>
              <a:ext uri="{FF2B5EF4-FFF2-40B4-BE49-F238E27FC236}">
                <a16:creationId xmlns:a16="http://schemas.microsoft.com/office/drawing/2014/main" id="{67090F06-1ED3-4ABB-932C-E9ACC28193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5763" y="2562225"/>
            <a:ext cx="1587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8" name="Freeform 48">
            <a:extLst>
              <a:ext uri="{FF2B5EF4-FFF2-40B4-BE49-F238E27FC236}">
                <a16:creationId xmlns:a16="http://schemas.microsoft.com/office/drawing/2014/main" id="{D6939AB1-50C9-4BD8-ADAD-32B10F75733B}"/>
              </a:ext>
            </a:extLst>
          </p:cNvPr>
          <p:cNvSpPr>
            <a:spLocks/>
          </p:cNvSpPr>
          <p:nvPr/>
        </p:nvSpPr>
        <p:spPr bwMode="auto">
          <a:xfrm>
            <a:off x="3705225" y="3013075"/>
            <a:ext cx="65088" cy="128588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09" name="Line 49">
            <a:extLst>
              <a:ext uri="{FF2B5EF4-FFF2-40B4-BE49-F238E27FC236}">
                <a16:creationId xmlns:a16="http://schemas.microsoft.com/office/drawing/2014/main" id="{FF4AE7AA-57A4-4215-8AB5-163096B002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27450" y="2562225"/>
            <a:ext cx="1588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10" name="Rectangle 51">
            <a:extLst>
              <a:ext uri="{FF2B5EF4-FFF2-40B4-BE49-F238E27FC236}">
                <a16:creationId xmlns:a16="http://schemas.microsoft.com/office/drawing/2014/main" id="{829D0A4E-7F31-4C32-998B-C509A593BC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4638" y="2219325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11" name="Rectangle 52">
            <a:extLst>
              <a:ext uri="{FF2B5EF4-FFF2-40B4-BE49-F238E27FC236}">
                <a16:creationId xmlns:a16="http://schemas.microsoft.com/office/drawing/2014/main" id="{05A9FB9D-30C8-4D7C-9100-8406839FD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83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12" name="Rectangle 53">
            <a:extLst>
              <a:ext uri="{FF2B5EF4-FFF2-40B4-BE49-F238E27FC236}">
                <a16:creationId xmlns:a16="http://schemas.microsoft.com/office/drawing/2014/main" id="{9EF0B89C-DD46-41A5-910F-D4DE8BD98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0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16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13" name="Rectangle 54">
            <a:extLst>
              <a:ext uri="{FF2B5EF4-FFF2-40B4-BE49-F238E27FC236}">
                <a16:creationId xmlns:a16="http://schemas.microsoft.com/office/drawing/2014/main" id="{2AD53C77-3F49-4359-BC6B-80975BFB3A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2450" y="2316163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14" name="Rectangle 55">
            <a:extLst>
              <a:ext uri="{FF2B5EF4-FFF2-40B4-BE49-F238E27FC236}">
                <a16:creationId xmlns:a16="http://schemas.microsoft.com/office/drawing/2014/main" id="{B39782E8-FC84-49B2-B988-4B1CAC952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4913" y="4371975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15" name="Rectangle 56">
            <a:extLst>
              <a:ext uri="{FF2B5EF4-FFF2-40B4-BE49-F238E27FC236}">
                <a16:creationId xmlns:a16="http://schemas.microsoft.com/office/drawing/2014/main" id="{A2A63BDD-3BB3-45F0-9716-2F48EE057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7463" y="4467225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16" name="Rectangle 57">
            <a:extLst>
              <a:ext uri="{FF2B5EF4-FFF2-40B4-BE49-F238E27FC236}">
                <a16:creationId xmlns:a16="http://schemas.microsoft.com/office/drawing/2014/main" id="{6BF50193-C8BE-4DF5-8CD6-8F1EEA1A8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4325" y="4467225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16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17" name="Rectangle 66">
            <a:extLst>
              <a:ext uri="{FF2B5EF4-FFF2-40B4-BE49-F238E27FC236}">
                <a16:creationId xmlns:a16="http://schemas.microsoft.com/office/drawing/2014/main" id="{C188F4A4-AF9F-43C9-A11D-A7EC44B225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3200" y="446722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18" name="Rectangle 86">
            <a:extLst>
              <a:ext uri="{FF2B5EF4-FFF2-40B4-BE49-F238E27FC236}">
                <a16:creationId xmlns:a16="http://schemas.microsoft.com/office/drawing/2014/main" id="{3F4CBB29-61B7-4B2F-A087-2B054244E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4725" y="3163888"/>
            <a:ext cx="892175" cy="601662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19" name="Rectangle 88">
            <a:extLst>
              <a:ext uri="{FF2B5EF4-FFF2-40B4-BE49-F238E27FC236}">
                <a16:creationId xmlns:a16="http://schemas.microsoft.com/office/drawing/2014/main" id="{21240E44-F892-4DF2-961E-FFFD20521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2213" y="3270250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Block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20" name="Rectangle 90">
            <a:extLst>
              <a:ext uri="{FF2B5EF4-FFF2-40B4-BE49-F238E27FC236}">
                <a16:creationId xmlns:a16="http://schemas.microsoft.com/office/drawing/2014/main" id="{4236F886-7CD2-49AE-8D87-1C02F34F9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7475" y="3457575"/>
            <a:ext cx="1031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321" name="Freeform 15">
            <a:extLst>
              <a:ext uri="{FF2B5EF4-FFF2-40B4-BE49-F238E27FC236}">
                <a16:creationId xmlns:a16="http://schemas.microsoft.com/office/drawing/2014/main" id="{431AAF63-3037-4340-9A33-229F4E91F34F}"/>
              </a:ext>
            </a:extLst>
          </p:cNvPr>
          <p:cNvSpPr>
            <a:spLocks/>
          </p:cNvSpPr>
          <p:nvPr/>
        </p:nvSpPr>
        <p:spPr bwMode="auto">
          <a:xfrm>
            <a:off x="1258888" y="2809875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Line 21">
            <a:extLst>
              <a:ext uri="{FF2B5EF4-FFF2-40B4-BE49-F238E27FC236}">
                <a16:creationId xmlns:a16="http://schemas.microsoft.com/office/drawing/2014/main" id="{3427B1AD-73B2-44D7-A2FD-5725D68C3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6588" y="3592513"/>
            <a:ext cx="1587" cy="6604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42" name="Line 21">
            <a:extLst>
              <a:ext uri="{FF2B5EF4-FFF2-40B4-BE49-F238E27FC236}">
                <a16:creationId xmlns:a16="http://schemas.microsoft.com/office/drawing/2014/main" id="{1F631CB0-1D4D-45F2-B814-7E98373936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75288" y="3602038"/>
            <a:ext cx="1587" cy="6588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43" name="Line 21">
            <a:extLst>
              <a:ext uri="{FF2B5EF4-FFF2-40B4-BE49-F238E27FC236}">
                <a16:creationId xmlns:a16="http://schemas.microsoft.com/office/drawing/2014/main" id="{E7EFDC44-42BE-4591-8C9D-03C923174D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57638" y="3587750"/>
            <a:ext cx="1587" cy="6588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44" name="Freeform 8">
            <a:extLst>
              <a:ext uri="{FF2B5EF4-FFF2-40B4-BE49-F238E27FC236}">
                <a16:creationId xmlns:a16="http://schemas.microsoft.com/office/drawing/2014/main" id="{7F6B526A-AB05-4C99-9ECA-FE3A26FC67EA}"/>
              </a:ext>
            </a:extLst>
          </p:cNvPr>
          <p:cNvSpPr>
            <a:spLocks/>
          </p:cNvSpPr>
          <p:nvPr/>
        </p:nvSpPr>
        <p:spPr bwMode="auto">
          <a:xfrm>
            <a:off x="1316038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45" name="Line 9">
            <a:extLst>
              <a:ext uri="{FF2B5EF4-FFF2-40B4-BE49-F238E27FC236}">
                <a16:creationId xmlns:a16="http://schemas.microsoft.com/office/drawing/2014/main" id="{D57F4EC3-65E8-4DC2-A764-D7256396D1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16050" y="3470275"/>
            <a:ext cx="503238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46" name="Freeform 10">
            <a:extLst>
              <a:ext uri="{FF2B5EF4-FFF2-40B4-BE49-F238E27FC236}">
                <a16:creationId xmlns:a16="http://schemas.microsoft.com/office/drawing/2014/main" id="{399B5053-BCFE-435F-9FD8-E5B5711D003F}"/>
              </a:ext>
            </a:extLst>
          </p:cNvPr>
          <p:cNvSpPr>
            <a:spLocks/>
          </p:cNvSpPr>
          <p:nvPr/>
        </p:nvSpPr>
        <p:spPr bwMode="auto">
          <a:xfrm>
            <a:off x="2946400" y="3441700"/>
            <a:ext cx="127000" cy="63500"/>
          </a:xfrm>
          <a:custGeom>
            <a:avLst/>
            <a:gdLst>
              <a:gd name="T0" fmla="*/ 2147483646 w 80"/>
              <a:gd name="T1" fmla="*/ 0 h 40"/>
              <a:gd name="T2" fmla="*/ 0 w 80"/>
              <a:gd name="T3" fmla="*/ 2147483646 h 40"/>
              <a:gd name="T4" fmla="*/ 2147483646 w 80"/>
              <a:gd name="T5" fmla="*/ 2147483646 h 40"/>
              <a:gd name="T6" fmla="*/ 2147483646 w 80"/>
              <a:gd name="T7" fmla="*/ 2147483646 h 40"/>
              <a:gd name="T8" fmla="*/ 2147483646 w 80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40"/>
              <a:gd name="T17" fmla="*/ 80 w 80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40">
                <a:moveTo>
                  <a:pt x="80" y="0"/>
                </a:moveTo>
                <a:lnTo>
                  <a:pt x="0" y="13"/>
                </a:lnTo>
                <a:lnTo>
                  <a:pt x="80" y="40"/>
                </a:lnTo>
                <a:lnTo>
                  <a:pt x="80" y="13"/>
                </a:lnTo>
                <a:lnTo>
                  <a:pt x="8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47" name="Line 11">
            <a:extLst>
              <a:ext uri="{FF2B5EF4-FFF2-40B4-BE49-F238E27FC236}">
                <a16:creationId xmlns:a16="http://schemas.microsoft.com/office/drawing/2014/main" id="{E5510BF2-81C9-4B2D-B582-EAD93351812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30538" y="3473450"/>
            <a:ext cx="4476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48" name="Rectangle 13">
            <a:extLst>
              <a:ext uri="{FF2B5EF4-FFF2-40B4-BE49-F238E27FC236}">
                <a16:creationId xmlns:a16="http://schemas.microsoft.com/office/drawing/2014/main" id="{750D2943-A445-440E-808B-7A58845BD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2288" y="2224088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49" name="Rectangle 14">
            <a:extLst>
              <a:ext uri="{FF2B5EF4-FFF2-40B4-BE49-F238E27FC236}">
                <a16:creationId xmlns:a16="http://schemas.microsoft.com/office/drawing/2014/main" id="{3F8138D5-9DA9-423B-9465-B784C9365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23193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50" name="Rectangle 15">
            <a:extLst>
              <a:ext uri="{FF2B5EF4-FFF2-40B4-BE49-F238E27FC236}">
                <a16:creationId xmlns:a16="http://schemas.microsoft.com/office/drawing/2014/main" id="{638568B8-3FB2-4AE2-A166-13780D19A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2813" y="23193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24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51" name="Rectangle 16">
            <a:extLst>
              <a:ext uri="{FF2B5EF4-FFF2-40B4-BE49-F238E27FC236}">
                <a16:creationId xmlns:a16="http://schemas.microsoft.com/office/drawing/2014/main" id="{C650D181-5E81-4EBB-85F8-FBB8BF1EF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0100" y="23193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52" name="Rectangle 17">
            <a:extLst>
              <a:ext uri="{FF2B5EF4-FFF2-40B4-BE49-F238E27FC236}">
                <a16:creationId xmlns:a16="http://schemas.microsoft.com/office/drawing/2014/main" id="{3456BBCA-36DC-4E33-A891-8915C82C4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9338" y="3311525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53" name="Rectangle 18">
            <a:extLst>
              <a:ext uri="{FF2B5EF4-FFF2-40B4-BE49-F238E27FC236}">
                <a16:creationId xmlns:a16="http://schemas.microsoft.com/office/drawing/2014/main" id="{00957E08-9D9B-4A38-8B02-138E6911F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340677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54" name="Freeform 20">
            <a:extLst>
              <a:ext uri="{FF2B5EF4-FFF2-40B4-BE49-F238E27FC236}">
                <a16:creationId xmlns:a16="http://schemas.microsoft.com/office/drawing/2014/main" id="{FE19115E-6BB9-4D64-9953-DB99C8095A1E}"/>
              </a:ext>
            </a:extLst>
          </p:cNvPr>
          <p:cNvSpPr>
            <a:spLocks/>
          </p:cNvSpPr>
          <p:nvPr/>
        </p:nvSpPr>
        <p:spPr bwMode="auto">
          <a:xfrm>
            <a:off x="2436813" y="4214813"/>
            <a:ext cx="41275" cy="128587"/>
          </a:xfrm>
          <a:custGeom>
            <a:avLst/>
            <a:gdLst>
              <a:gd name="T0" fmla="*/ 0 w 26"/>
              <a:gd name="T1" fmla="*/ 0 h 81"/>
              <a:gd name="T2" fmla="*/ 2147483646 w 26"/>
              <a:gd name="T3" fmla="*/ 2147483646 h 81"/>
              <a:gd name="T4" fmla="*/ 2147483646 w 26"/>
              <a:gd name="T5" fmla="*/ 0 h 81"/>
              <a:gd name="T6" fmla="*/ 2147483646 w 26"/>
              <a:gd name="T7" fmla="*/ 0 h 81"/>
              <a:gd name="T8" fmla="*/ 0 w 26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81"/>
              <a:gd name="T17" fmla="*/ 26 w 26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81">
                <a:moveTo>
                  <a:pt x="0" y="0"/>
                </a:moveTo>
                <a:lnTo>
                  <a:pt x="13" y="81"/>
                </a:lnTo>
                <a:lnTo>
                  <a:pt x="26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55" name="Line 21">
            <a:extLst>
              <a:ext uri="{FF2B5EF4-FFF2-40B4-BE49-F238E27FC236}">
                <a16:creationId xmlns:a16="http://schemas.microsoft.com/office/drawing/2014/main" id="{87B59895-6AD9-438C-8B5D-BB8356F429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57450" y="3590925"/>
            <a:ext cx="1588" cy="6588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56" name="Freeform 22">
            <a:extLst>
              <a:ext uri="{FF2B5EF4-FFF2-40B4-BE49-F238E27FC236}">
                <a16:creationId xmlns:a16="http://schemas.microsoft.com/office/drawing/2014/main" id="{2D364086-553B-4E89-979E-1512CB38B83A}"/>
              </a:ext>
            </a:extLst>
          </p:cNvPr>
          <p:cNvSpPr>
            <a:spLocks/>
          </p:cNvSpPr>
          <p:nvPr/>
        </p:nvSpPr>
        <p:spPr bwMode="auto">
          <a:xfrm>
            <a:off x="2649538" y="3011488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6" y="81"/>
                </a:lnTo>
                <a:lnTo>
                  <a:pt x="40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57" name="Line 23">
            <a:extLst>
              <a:ext uri="{FF2B5EF4-FFF2-40B4-BE49-F238E27FC236}">
                <a16:creationId xmlns:a16="http://schemas.microsoft.com/office/drawing/2014/main" id="{23E2CFAD-DCC3-4739-9354-93C4162FD8E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90813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58" name="Freeform 24">
            <a:extLst>
              <a:ext uri="{FF2B5EF4-FFF2-40B4-BE49-F238E27FC236}">
                <a16:creationId xmlns:a16="http://schemas.microsoft.com/office/drawing/2014/main" id="{21D0098F-A59F-4D6A-8E46-1DB7560E5F96}"/>
              </a:ext>
            </a:extLst>
          </p:cNvPr>
          <p:cNvSpPr>
            <a:spLocks/>
          </p:cNvSpPr>
          <p:nvPr/>
        </p:nvSpPr>
        <p:spPr bwMode="auto">
          <a:xfrm>
            <a:off x="2201863" y="3011488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4" y="81"/>
                </a:lnTo>
                <a:lnTo>
                  <a:pt x="40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59" name="Line 25">
            <a:extLst>
              <a:ext uri="{FF2B5EF4-FFF2-40B4-BE49-F238E27FC236}">
                <a16:creationId xmlns:a16="http://schemas.microsoft.com/office/drawing/2014/main" id="{420DF9EC-EC2C-4529-9FD3-32933C45491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24088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8260" name="Group 1">
            <a:extLst>
              <a:ext uri="{FF2B5EF4-FFF2-40B4-BE49-F238E27FC236}">
                <a16:creationId xmlns:a16="http://schemas.microsoft.com/office/drawing/2014/main" id="{26D76F29-7431-4189-9F5F-D34C848C4128}"/>
              </a:ext>
            </a:extLst>
          </p:cNvPr>
          <p:cNvGrpSpPr>
            <a:grpSpLocks/>
          </p:cNvGrpSpPr>
          <p:nvPr/>
        </p:nvGrpSpPr>
        <p:grpSpPr bwMode="auto">
          <a:xfrm>
            <a:off x="3106738" y="3138488"/>
            <a:ext cx="242887" cy="277812"/>
            <a:chOff x="784836" y="5924550"/>
            <a:chExt cx="242888" cy="277812"/>
          </a:xfrm>
        </p:grpSpPr>
        <p:sp>
          <p:nvSpPr>
            <p:cNvPr id="138338" name="Rectangle 19">
              <a:extLst>
                <a:ext uri="{FF2B5EF4-FFF2-40B4-BE49-F238E27FC236}">
                  <a16:creationId xmlns:a16="http://schemas.microsoft.com/office/drawing/2014/main" id="{6E72DDF8-161E-4A39-AA79-342BAC18B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36" y="5924550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8339" name="Rectangle 26">
              <a:extLst>
                <a:ext uri="{FF2B5EF4-FFF2-40B4-BE49-F238E27FC236}">
                  <a16:creationId xmlns:a16="http://schemas.microsoft.com/office/drawing/2014/main" id="{4BEF35FD-108D-4DFA-A3FD-CCEA2B1DF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324" y="601980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38261" name="Rectangle 27">
            <a:extLst>
              <a:ext uri="{FF2B5EF4-FFF2-40B4-BE49-F238E27FC236}">
                <a16:creationId xmlns:a16="http://schemas.microsoft.com/office/drawing/2014/main" id="{B8162D21-859C-4160-92BD-4634DF9DC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3175" y="2224088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62" name="Rectangle 28">
            <a:extLst>
              <a:ext uri="{FF2B5EF4-FFF2-40B4-BE49-F238E27FC236}">
                <a16:creationId xmlns:a16="http://schemas.microsoft.com/office/drawing/2014/main" id="{B7E18A56-8019-4FFB-AE1B-8A89E347E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5250" y="23193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63" name="Rectangle 29">
            <a:extLst>
              <a:ext uri="{FF2B5EF4-FFF2-40B4-BE49-F238E27FC236}">
                <a16:creationId xmlns:a16="http://schemas.microsoft.com/office/drawing/2014/main" id="{D19CC7B4-2B3D-41A5-AA4C-CA07A692A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3700" y="23193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24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64" name="Rectangle 30">
            <a:extLst>
              <a:ext uri="{FF2B5EF4-FFF2-40B4-BE49-F238E27FC236}">
                <a16:creationId xmlns:a16="http://schemas.microsoft.com/office/drawing/2014/main" id="{95DC6D8A-14EA-40AD-892C-B38040326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988" y="23193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65" name="Rectangle 31">
            <a:extLst>
              <a:ext uri="{FF2B5EF4-FFF2-40B4-BE49-F238E27FC236}">
                <a16:creationId xmlns:a16="http://schemas.microsoft.com/office/drawing/2014/main" id="{1FDCBB73-EDCD-4465-ACB0-D7A5AA0445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5038" y="4370388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66" name="Rectangle 32">
            <a:extLst>
              <a:ext uri="{FF2B5EF4-FFF2-40B4-BE49-F238E27FC236}">
                <a16:creationId xmlns:a16="http://schemas.microsoft.com/office/drawing/2014/main" id="{C4480AD7-C7A4-4C38-85A7-71415E666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4465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31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67" name="Rectangle 33">
            <a:extLst>
              <a:ext uri="{FF2B5EF4-FFF2-40B4-BE49-F238E27FC236}">
                <a16:creationId xmlns:a16="http://schemas.microsoft.com/office/drawing/2014/main" id="{28009513-1F08-424F-86E8-9085FE46B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4450" y="4465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24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68" name="Freeform 34">
            <a:extLst>
              <a:ext uri="{FF2B5EF4-FFF2-40B4-BE49-F238E27FC236}">
                <a16:creationId xmlns:a16="http://schemas.microsoft.com/office/drawing/2014/main" id="{981C19C5-EEBA-4252-90D5-00DB4FB90EB5}"/>
              </a:ext>
            </a:extLst>
          </p:cNvPr>
          <p:cNvSpPr>
            <a:spLocks/>
          </p:cNvSpPr>
          <p:nvPr/>
        </p:nvSpPr>
        <p:spPr bwMode="auto">
          <a:xfrm>
            <a:off x="4470400" y="3436938"/>
            <a:ext cx="128588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69" name="Line 35">
            <a:extLst>
              <a:ext uri="{FF2B5EF4-FFF2-40B4-BE49-F238E27FC236}">
                <a16:creationId xmlns:a16="http://schemas.microsoft.com/office/drawing/2014/main" id="{D6C76986-9E57-433A-8B5C-C17FE144CE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67238" y="3455988"/>
            <a:ext cx="406400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70" name="Freeform 36">
            <a:extLst>
              <a:ext uri="{FF2B5EF4-FFF2-40B4-BE49-F238E27FC236}">
                <a16:creationId xmlns:a16="http://schemas.microsoft.com/office/drawing/2014/main" id="{ADBDA4D1-457E-48A6-9E12-39B75204CB9A}"/>
              </a:ext>
            </a:extLst>
          </p:cNvPr>
          <p:cNvSpPr>
            <a:spLocks/>
          </p:cNvSpPr>
          <p:nvPr/>
        </p:nvSpPr>
        <p:spPr bwMode="auto">
          <a:xfrm>
            <a:off x="5980113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71" name="Line 37">
            <a:extLst>
              <a:ext uri="{FF2B5EF4-FFF2-40B4-BE49-F238E27FC236}">
                <a16:creationId xmlns:a16="http://schemas.microsoft.com/office/drawing/2014/main" id="{BF1F336C-D81F-4F38-826C-66891FC316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6000" y="3463925"/>
            <a:ext cx="36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72" name="Rectangle 38">
            <a:extLst>
              <a:ext uri="{FF2B5EF4-FFF2-40B4-BE49-F238E27FC236}">
                <a16:creationId xmlns:a16="http://schemas.microsoft.com/office/drawing/2014/main" id="{49BEE9CE-3F6E-4CB0-9404-F1CFA0F00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1738" y="44656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73" name="Rectangle 39">
            <a:extLst>
              <a:ext uri="{FF2B5EF4-FFF2-40B4-BE49-F238E27FC236}">
                <a16:creationId xmlns:a16="http://schemas.microsoft.com/office/drawing/2014/main" id="{BCA2A9B6-FDB8-4675-A634-1AF685D79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7275" y="2217738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74" name="Rectangle 40">
            <a:extLst>
              <a:ext uri="{FF2B5EF4-FFF2-40B4-BE49-F238E27FC236}">
                <a16:creationId xmlns:a16="http://schemas.microsoft.com/office/drawing/2014/main" id="{ECA12788-8B90-4511-8764-9F5FDC2CB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9350" y="231457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75" name="Rectangle 41">
            <a:extLst>
              <a:ext uri="{FF2B5EF4-FFF2-40B4-BE49-F238E27FC236}">
                <a16:creationId xmlns:a16="http://schemas.microsoft.com/office/drawing/2014/main" id="{C33038BA-0EAA-43F4-B314-2E1F22E8C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76" name="Rectangle 42">
            <a:extLst>
              <a:ext uri="{FF2B5EF4-FFF2-40B4-BE49-F238E27FC236}">
                <a16:creationId xmlns:a16="http://schemas.microsoft.com/office/drawing/2014/main" id="{CD0CF588-170A-4E9A-A590-DC3A4AFBBC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5088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77" name="Rectangle 43">
            <a:extLst>
              <a:ext uri="{FF2B5EF4-FFF2-40B4-BE49-F238E27FC236}">
                <a16:creationId xmlns:a16="http://schemas.microsoft.com/office/drawing/2014/main" id="{6B2B8623-5962-46C0-92B8-09198508F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3275" y="3133725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78" name="Freeform 44">
            <a:extLst>
              <a:ext uri="{FF2B5EF4-FFF2-40B4-BE49-F238E27FC236}">
                <a16:creationId xmlns:a16="http://schemas.microsoft.com/office/drawing/2014/main" id="{C755344B-4578-4578-83D9-0ADFAE120306}"/>
              </a:ext>
            </a:extLst>
          </p:cNvPr>
          <p:cNvSpPr>
            <a:spLocks/>
          </p:cNvSpPr>
          <p:nvPr/>
        </p:nvSpPr>
        <p:spPr bwMode="auto">
          <a:xfrm>
            <a:off x="5453063" y="4214813"/>
            <a:ext cx="42862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79" name="Freeform 46">
            <a:extLst>
              <a:ext uri="{FF2B5EF4-FFF2-40B4-BE49-F238E27FC236}">
                <a16:creationId xmlns:a16="http://schemas.microsoft.com/office/drawing/2014/main" id="{0E2BDCA2-E996-4341-9DB1-70F2AB1F8834}"/>
              </a:ext>
            </a:extLst>
          </p:cNvPr>
          <p:cNvSpPr>
            <a:spLocks/>
          </p:cNvSpPr>
          <p:nvPr/>
        </p:nvSpPr>
        <p:spPr bwMode="auto">
          <a:xfrm>
            <a:off x="5665788" y="3011488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80" name="Line 47">
            <a:extLst>
              <a:ext uri="{FF2B5EF4-FFF2-40B4-BE49-F238E27FC236}">
                <a16:creationId xmlns:a16="http://schemas.microsoft.com/office/drawing/2014/main" id="{8EE4E432-27F0-4968-9751-60EFD69506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086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81" name="Freeform 48">
            <a:extLst>
              <a:ext uri="{FF2B5EF4-FFF2-40B4-BE49-F238E27FC236}">
                <a16:creationId xmlns:a16="http://schemas.microsoft.com/office/drawing/2014/main" id="{78C158CE-EA50-469F-86B6-EFAE5D7F5FCF}"/>
              </a:ext>
            </a:extLst>
          </p:cNvPr>
          <p:cNvSpPr>
            <a:spLocks/>
          </p:cNvSpPr>
          <p:nvPr/>
        </p:nvSpPr>
        <p:spPr bwMode="auto">
          <a:xfrm>
            <a:off x="5218113" y="3011488"/>
            <a:ext cx="65087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82" name="Line 49">
            <a:extLst>
              <a:ext uri="{FF2B5EF4-FFF2-40B4-BE49-F238E27FC236}">
                <a16:creationId xmlns:a16="http://schemas.microsoft.com/office/drawing/2014/main" id="{3A2DB4AA-4B09-46CD-A297-1DB3F0ACB8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40338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83" name="Rectangle 50">
            <a:extLst>
              <a:ext uri="{FF2B5EF4-FFF2-40B4-BE49-F238E27FC236}">
                <a16:creationId xmlns:a16="http://schemas.microsoft.com/office/drawing/2014/main" id="{6283B64A-B82E-4362-869F-09DED6CF3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0" y="321945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16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84" name="Rectangle 51">
            <a:extLst>
              <a:ext uri="{FF2B5EF4-FFF2-40B4-BE49-F238E27FC236}">
                <a16:creationId xmlns:a16="http://schemas.microsoft.com/office/drawing/2014/main" id="{802ADB9A-D001-4C2C-8854-A55541A2D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4513" y="2217738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85" name="Rectangle 52">
            <a:extLst>
              <a:ext uri="{FF2B5EF4-FFF2-40B4-BE49-F238E27FC236}">
                <a16:creationId xmlns:a16="http://schemas.microsoft.com/office/drawing/2014/main" id="{DEBCC070-1DDC-49B7-9BBA-3AAB35FDC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8175" y="231457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86" name="Rectangle 53">
            <a:extLst>
              <a:ext uri="{FF2B5EF4-FFF2-40B4-BE49-F238E27FC236}">
                <a16:creationId xmlns:a16="http://schemas.microsoft.com/office/drawing/2014/main" id="{7A0A8A6A-B35F-4CCE-A419-E58233866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450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87" name="Rectangle 54">
            <a:extLst>
              <a:ext uri="{FF2B5EF4-FFF2-40B4-BE49-F238E27FC236}">
                <a16:creationId xmlns:a16="http://schemas.microsoft.com/office/drawing/2014/main" id="{76CD6554-2BEC-42E9-ABF1-B158450FE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2325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88" name="Rectangle 55">
            <a:extLst>
              <a:ext uri="{FF2B5EF4-FFF2-40B4-BE49-F238E27FC236}">
                <a16:creationId xmlns:a16="http://schemas.microsoft.com/office/drawing/2014/main" id="{9FCE0A58-A439-4CD7-90EC-B227498023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370388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89" name="Rectangle 56">
            <a:extLst>
              <a:ext uri="{FF2B5EF4-FFF2-40B4-BE49-F238E27FC236}">
                <a16:creationId xmlns:a16="http://schemas.microsoft.com/office/drawing/2014/main" id="{5379E617-E003-467E-B2E2-9C99C3B6E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0350" y="4465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15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90" name="Rectangle 57">
            <a:extLst>
              <a:ext uri="{FF2B5EF4-FFF2-40B4-BE49-F238E27FC236}">
                <a16:creationId xmlns:a16="http://schemas.microsoft.com/office/drawing/2014/main" id="{50579E30-70FD-4D12-A6A6-D076E6445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7213" y="44656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91" name="Freeform 58">
            <a:extLst>
              <a:ext uri="{FF2B5EF4-FFF2-40B4-BE49-F238E27FC236}">
                <a16:creationId xmlns:a16="http://schemas.microsoft.com/office/drawing/2014/main" id="{D81CD029-6D64-4309-963B-863AF21EDF60}"/>
              </a:ext>
            </a:extLst>
          </p:cNvPr>
          <p:cNvSpPr>
            <a:spLocks/>
          </p:cNvSpPr>
          <p:nvPr/>
        </p:nvSpPr>
        <p:spPr bwMode="auto">
          <a:xfrm>
            <a:off x="7472363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92" name="Line 59">
            <a:extLst>
              <a:ext uri="{FF2B5EF4-FFF2-40B4-BE49-F238E27FC236}">
                <a16:creationId xmlns:a16="http://schemas.microsoft.com/office/drawing/2014/main" id="{5A9DF844-B7FE-42E4-9D20-8D41809EFAF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600950" y="3463925"/>
            <a:ext cx="541338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93" name="Freeform 60">
            <a:extLst>
              <a:ext uri="{FF2B5EF4-FFF2-40B4-BE49-F238E27FC236}">
                <a16:creationId xmlns:a16="http://schemas.microsoft.com/office/drawing/2014/main" id="{8B28B394-21C6-4C1F-8364-9CAAA4A76ECF}"/>
              </a:ext>
            </a:extLst>
          </p:cNvPr>
          <p:cNvSpPr>
            <a:spLocks/>
          </p:cNvSpPr>
          <p:nvPr/>
        </p:nvSpPr>
        <p:spPr bwMode="auto">
          <a:xfrm>
            <a:off x="6962775" y="4214813"/>
            <a:ext cx="42863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94" name="Freeform 62">
            <a:extLst>
              <a:ext uri="{FF2B5EF4-FFF2-40B4-BE49-F238E27FC236}">
                <a16:creationId xmlns:a16="http://schemas.microsoft.com/office/drawing/2014/main" id="{33502C5C-70BB-4EE5-8450-AFB86CBFF906}"/>
              </a:ext>
            </a:extLst>
          </p:cNvPr>
          <p:cNvSpPr>
            <a:spLocks/>
          </p:cNvSpPr>
          <p:nvPr/>
        </p:nvSpPr>
        <p:spPr bwMode="auto">
          <a:xfrm>
            <a:off x="7175500" y="3011488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3" y="81"/>
                </a:lnTo>
                <a:lnTo>
                  <a:pt x="40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95" name="Line 63">
            <a:extLst>
              <a:ext uri="{FF2B5EF4-FFF2-40B4-BE49-F238E27FC236}">
                <a16:creationId xmlns:a16="http://schemas.microsoft.com/office/drawing/2014/main" id="{DC282C8D-199C-4827-A6C2-7C6ED67CE1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96138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96" name="Freeform 64">
            <a:extLst>
              <a:ext uri="{FF2B5EF4-FFF2-40B4-BE49-F238E27FC236}">
                <a16:creationId xmlns:a16="http://schemas.microsoft.com/office/drawing/2014/main" id="{A24F8DA8-AB39-4316-B414-C7D6EA842DBB}"/>
              </a:ext>
            </a:extLst>
          </p:cNvPr>
          <p:cNvSpPr>
            <a:spLocks/>
          </p:cNvSpPr>
          <p:nvPr/>
        </p:nvSpPr>
        <p:spPr bwMode="auto">
          <a:xfrm>
            <a:off x="6727825" y="3011488"/>
            <a:ext cx="65088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97" name="Line 65">
            <a:extLst>
              <a:ext uri="{FF2B5EF4-FFF2-40B4-BE49-F238E27FC236}">
                <a16:creationId xmlns:a16="http://schemas.microsoft.com/office/drawing/2014/main" id="{79437AFF-7BBD-491E-83D4-5AD68B844D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500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98" name="Rectangle 66">
            <a:extLst>
              <a:ext uri="{FF2B5EF4-FFF2-40B4-BE49-F238E27FC236}">
                <a16:creationId xmlns:a16="http://schemas.microsoft.com/office/drawing/2014/main" id="{F0B300DE-EECB-4EDC-B0FA-85969BA67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6088" y="44656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299" name="Rectangle 67">
            <a:extLst>
              <a:ext uri="{FF2B5EF4-FFF2-40B4-BE49-F238E27FC236}">
                <a16:creationId xmlns:a16="http://schemas.microsoft.com/office/drawing/2014/main" id="{C51ECE04-AC7C-443A-A518-073B7A966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6800" y="3109913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00" name="Rectangle 68">
            <a:extLst>
              <a:ext uri="{FF2B5EF4-FFF2-40B4-BE49-F238E27FC236}">
                <a16:creationId xmlns:a16="http://schemas.microsoft.com/office/drawing/2014/main" id="{7470BF02-DD1E-4D27-93B0-714C63401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205163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01" name="Rectangle 69">
            <a:extLst>
              <a:ext uri="{FF2B5EF4-FFF2-40B4-BE49-F238E27FC236}">
                <a16:creationId xmlns:a16="http://schemas.microsoft.com/office/drawing/2014/main" id="{39B3BF49-623C-4A1F-A81D-CC2076A8C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9063" y="2217738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02" name="Rectangle 70">
            <a:extLst>
              <a:ext uri="{FF2B5EF4-FFF2-40B4-BE49-F238E27FC236}">
                <a16:creationId xmlns:a16="http://schemas.microsoft.com/office/drawing/2014/main" id="{DECFA212-9D18-476D-8141-B9A65F478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1138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03" name="Rectangle 71">
            <a:extLst>
              <a:ext uri="{FF2B5EF4-FFF2-40B4-BE49-F238E27FC236}">
                <a16:creationId xmlns:a16="http://schemas.microsoft.com/office/drawing/2014/main" id="{375D1339-1981-4C21-B26A-525C4BC8B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4975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04" name="Rectangle 72">
            <a:extLst>
              <a:ext uri="{FF2B5EF4-FFF2-40B4-BE49-F238E27FC236}">
                <a16:creationId xmlns:a16="http://schemas.microsoft.com/office/drawing/2014/main" id="{4D9CB12B-1BE4-4981-95B7-AFDA4E98D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3850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05" name="Rectangle 73">
            <a:extLst>
              <a:ext uri="{FF2B5EF4-FFF2-40B4-BE49-F238E27FC236}">
                <a16:creationId xmlns:a16="http://schemas.microsoft.com/office/drawing/2014/main" id="{B4E4A233-53D6-421D-8A9E-83945BA80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1050" y="2217738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06" name="Rectangle 74">
            <a:extLst>
              <a:ext uri="{FF2B5EF4-FFF2-40B4-BE49-F238E27FC236}">
                <a16:creationId xmlns:a16="http://schemas.microsoft.com/office/drawing/2014/main" id="{932A102C-293F-4114-9315-18105D064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07" name="Rectangle 75">
            <a:extLst>
              <a:ext uri="{FF2B5EF4-FFF2-40B4-BE49-F238E27FC236}">
                <a16:creationId xmlns:a16="http://schemas.microsoft.com/office/drawing/2014/main" id="{F7A38105-E7B9-4038-844A-EAB5D0637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5375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08" name="Rectangle 76">
            <a:extLst>
              <a:ext uri="{FF2B5EF4-FFF2-40B4-BE49-F238E27FC236}">
                <a16:creationId xmlns:a16="http://schemas.microsoft.com/office/drawing/2014/main" id="{D822C5F8-9671-446B-A838-4E20C7039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231457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09" name="Rectangle 77">
            <a:extLst>
              <a:ext uri="{FF2B5EF4-FFF2-40B4-BE49-F238E27FC236}">
                <a16:creationId xmlns:a16="http://schemas.microsoft.com/office/drawing/2014/main" id="{F3A9764A-826A-4F0E-AF4F-FA4AE53EE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9738" y="4370388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10" name="Rectangle 78">
            <a:extLst>
              <a:ext uri="{FF2B5EF4-FFF2-40B4-BE49-F238E27FC236}">
                <a16:creationId xmlns:a16="http://schemas.microsoft.com/office/drawing/2014/main" id="{F724DA6B-C6EC-4A29-96E9-667EA1ED0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0700" y="44656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7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11" name="Rectangle 79">
            <a:extLst>
              <a:ext uri="{FF2B5EF4-FFF2-40B4-BE49-F238E27FC236}">
                <a16:creationId xmlns:a16="http://schemas.microsoft.com/office/drawing/2014/main" id="{3EDF0DA0-3EF0-4127-B20D-5F87B180B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0" y="44656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12" name="Rectangle 80">
            <a:extLst>
              <a:ext uri="{FF2B5EF4-FFF2-40B4-BE49-F238E27FC236}">
                <a16:creationId xmlns:a16="http://schemas.microsoft.com/office/drawing/2014/main" id="{EEC73D34-29CB-42EE-867E-AA5F042C9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1825" y="4465638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13" name="Rectangle 81">
            <a:extLst>
              <a:ext uri="{FF2B5EF4-FFF2-40B4-BE49-F238E27FC236}">
                <a16:creationId xmlns:a16="http://schemas.microsoft.com/office/drawing/2014/main" id="{F1ADE5F3-534E-4F4B-9364-25FB1E2A2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3327400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14" name="Rectangle 85">
            <a:extLst>
              <a:ext uri="{FF2B5EF4-FFF2-40B4-BE49-F238E27FC236}">
                <a16:creationId xmlns:a16="http://schemas.microsoft.com/office/drawing/2014/main" id="{41215A14-2D1E-47CA-A6BC-90766B50D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5475" y="3422650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15" name="Rectangle 2">
            <a:extLst>
              <a:ext uri="{FF2B5EF4-FFF2-40B4-BE49-F238E27FC236}">
                <a16:creationId xmlns:a16="http://schemas.microsoft.com/office/drawing/2014/main" id="{ED407BCE-904A-4565-BB13-0DE56C22B9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hierarchical carry-lookahead adder with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ripple-carry between blocks</a:t>
            </a:r>
          </a:p>
        </p:txBody>
      </p:sp>
      <p:sp>
        <p:nvSpPr>
          <p:cNvPr id="138316" name="Rectangle 39">
            <a:extLst>
              <a:ext uri="{FF2B5EF4-FFF2-40B4-BE49-F238E27FC236}">
                <a16:creationId xmlns:a16="http://schemas.microsoft.com/office/drawing/2014/main" id="{A82E5AAD-67EB-4552-AB5F-C8EE9C724D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4388" y="2219325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17" name="Rectangle 40">
            <a:extLst>
              <a:ext uri="{FF2B5EF4-FFF2-40B4-BE49-F238E27FC236}">
                <a16:creationId xmlns:a16="http://schemas.microsoft.com/office/drawing/2014/main" id="{04797F06-FB42-4744-97F6-269206DFC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6463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18" name="Rectangle 41">
            <a:extLst>
              <a:ext uri="{FF2B5EF4-FFF2-40B4-BE49-F238E27FC236}">
                <a16:creationId xmlns:a16="http://schemas.microsoft.com/office/drawing/2014/main" id="{1B33B517-D1BA-47C0-9E7F-12298F0E7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5863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16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19" name="Rectangle 42">
            <a:extLst>
              <a:ext uri="{FF2B5EF4-FFF2-40B4-BE49-F238E27FC236}">
                <a16:creationId xmlns:a16="http://schemas.microsoft.com/office/drawing/2014/main" id="{B91E629E-6AAA-4ECB-B4F2-6F5A22BD38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2200" y="2316163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20" name="Freeform 44">
            <a:extLst>
              <a:ext uri="{FF2B5EF4-FFF2-40B4-BE49-F238E27FC236}">
                <a16:creationId xmlns:a16="http://schemas.microsoft.com/office/drawing/2014/main" id="{19BEB7FE-5E2F-4F83-B310-D4418C89429E}"/>
              </a:ext>
            </a:extLst>
          </p:cNvPr>
          <p:cNvSpPr>
            <a:spLocks/>
          </p:cNvSpPr>
          <p:nvPr/>
        </p:nvSpPr>
        <p:spPr bwMode="auto">
          <a:xfrm>
            <a:off x="3940175" y="4216400"/>
            <a:ext cx="42863" cy="128588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21" name="Freeform 46">
            <a:extLst>
              <a:ext uri="{FF2B5EF4-FFF2-40B4-BE49-F238E27FC236}">
                <a16:creationId xmlns:a16="http://schemas.microsoft.com/office/drawing/2014/main" id="{79E08908-E235-48A2-AA93-3FA6E3529527}"/>
              </a:ext>
            </a:extLst>
          </p:cNvPr>
          <p:cNvSpPr>
            <a:spLocks/>
          </p:cNvSpPr>
          <p:nvPr/>
        </p:nvSpPr>
        <p:spPr bwMode="auto">
          <a:xfrm>
            <a:off x="4152900" y="3013075"/>
            <a:ext cx="63500" cy="128588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22" name="Line 47">
            <a:extLst>
              <a:ext uri="{FF2B5EF4-FFF2-40B4-BE49-F238E27FC236}">
                <a16:creationId xmlns:a16="http://schemas.microsoft.com/office/drawing/2014/main" id="{1CBBEC62-3D0D-46B4-B36A-458D48DC0D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5763" y="2562225"/>
            <a:ext cx="1587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23" name="Freeform 48">
            <a:extLst>
              <a:ext uri="{FF2B5EF4-FFF2-40B4-BE49-F238E27FC236}">
                <a16:creationId xmlns:a16="http://schemas.microsoft.com/office/drawing/2014/main" id="{4F84AE3E-72BB-4556-8E87-7C8E44A90B8D}"/>
              </a:ext>
            </a:extLst>
          </p:cNvPr>
          <p:cNvSpPr>
            <a:spLocks/>
          </p:cNvSpPr>
          <p:nvPr/>
        </p:nvSpPr>
        <p:spPr bwMode="auto">
          <a:xfrm>
            <a:off x="3705225" y="3013075"/>
            <a:ext cx="65088" cy="128588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24" name="Line 49">
            <a:extLst>
              <a:ext uri="{FF2B5EF4-FFF2-40B4-BE49-F238E27FC236}">
                <a16:creationId xmlns:a16="http://schemas.microsoft.com/office/drawing/2014/main" id="{3E19A8A9-9DF7-479C-A605-F94B6878549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27450" y="2562225"/>
            <a:ext cx="1588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25" name="Rectangle 51">
            <a:extLst>
              <a:ext uri="{FF2B5EF4-FFF2-40B4-BE49-F238E27FC236}">
                <a16:creationId xmlns:a16="http://schemas.microsoft.com/office/drawing/2014/main" id="{B9B62234-1E01-4FF4-A891-805AF5726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4638" y="2219325"/>
            <a:ext cx="90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y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26" name="Rectangle 52">
            <a:extLst>
              <a:ext uri="{FF2B5EF4-FFF2-40B4-BE49-F238E27FC236}">
                <a16:creationId xmlns:a16="http://schemas.microsoft.com/office/drawing/2014/main" id="{683904B5-DA8B-46E4-A246-513AC7CA0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83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27" name="Rectangle 53">
            <a:extLst>
              <a:ext uri="{FF2B5EF4-FFF2-40B4-BE49-F238E27FC236}">
                <a16:creationId xmlns:a16="http://schemas.microsoft.com/office/drawing/2014/main" id="{F1AEF77C-354C-4C2E-8BFE-BA6B048A9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0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16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28" name="Rectangle 54">
            <a:extLst>
              <a:ext uri="{FF2B5EF4-FFF2-40B4-BE49-F238E27FC236}">
                <a16:creationId xmlns:a16="http://schemas.microsoft.com/office/drawing/2014/main" id="{4571F3C3-0456-4D69-93AD-248BA0138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2450" y="2316163"/>
            <a:ext cx="76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29" name="Rectangle 55">
            <a:extLst>
              <a:ext uri="{FF2B5EF4-FFF2-40B4-BE49-F238E27FC236}">
                <a16:creationId xmlns:a16="http://schemas.microsoft.com/office/drawing/2014/main" id="{F1EF641D-619C-4631-9C8F-769BF430D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4913" y="4371975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s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30" name="Rectangle 56">
            <a:extLst>
              <a:ext uri="{FF2B5EF4-FFF2-40B4-BE49-F238E27FC236}">
                <a16:creationId xmlns:a16="http://schemas.microsoft.com/office/drawing/2014/main" id="{0A9DCA6F-3C9D-46A3-917F-DAC410B8D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7463" y="4467225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23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31" name="Rectangle 57">
            <a:extLst>
              <a:ext uri="{FF2B5EF4-FFF2-40B4-BE49-F238E27FC236}">
                <a16:creationId xmlns:a16="http://schemas.microsoft.com/office/drawing/2014/main" id="{B3A12ECD-1441-49D1-BAE6-0D72ABCBC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4325" y="4467225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16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32" name="Rectangle 66">
            <a:extLst>
              <a:ext uri="{FF2B5EF4-FFF2-40B4-BE49-F238E27FC236}">
                <a16:creationId xmlns:a16="http://schemas.microsoft.com/office/drawing/2014/main" id="{CDBF062C-7D80-47E8-A292-9ABF201CEE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3200" y="4467225"/>
            <a:ext cx="76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–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33" name="Freeform 15">
            <a:extLst>
              <a:ext uri="{FF2B5EF4-FFF2-40B4-BE49-F238E27FC236}">
                <a16:creationId xmlns:a16="http://schemas.microsoft.com/office/drawing/2014/main" id="{A7D97985-9F34-4698-941C-BCF8AE9D07CE}"/>
              </a:ext>
            </a:extLst>
          </p:cNvPr>
          <p:cNvSpPr>
            <a:spLocks/>
          </p:cNvSpPr>
          <p:nvPr/>
        </p:nvSpPr>
        <p:spPr bwMode="auto">
          <a:xfrm>
            <a:off x="1258888" y="2809875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34" name="Freeform 15">
            <a:extLst>
              <a:ext uri="{FF2B5EF4-FFF2-40B4-BE49-F238E27FC236}">
                <a16:creationId xmlns:a16="http://schemas.microsoft.com/office/drawing/2014/main" id="{D5F398A9-1A61-4A8B-93E8-5A1798FD0F2E}"/>
              </a:ext>
            </a:extLst>
          </p:cNvPr>
          <p:cNvSpPr>
            <a:spLocks/>
          </p:cNvSpPr>
          <p:nvPr/>
        </p:nvSpPr>
        <p:spPr bwMode="auto">
          <a:xfrm>
            <a:off x="1843088" y="3278188"/>
            <a:ext cx="117792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35" name="Freeform 15">
            <a:extLst>
              <a:ext uri="{FF2B5EF4-FFF2-40B4-BE49-F238E27FC236}">
                <a16:creationId xmlns:a16="http://schemas.microsoft.com/office/drawing/2014/main" id="{28884ADE-7186-4E09-AE99-7FE9E78648B0}"/>
              </a:ext>
            </a:extLst>
          </p:cNvPr>
          <p:cNvSpPr>
            <a:spLocks/>
          </p:cNvSpPr>
          <p:nvPr/>
        </p:nvSpPr>
        <p:spPr bwMode="auto">
          <a:xfrm>
            <a:off x="3371850" y="3275013"/>
            <a:ext cx="117792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36" name="Freeform 15">
            <a:extLst>
              <a:ext uri="{FF2B5EF4-FFF2-40B4-BE49-F238E27FC236}">
                <a16:creationId xmlns:a16="http://schemas.microsoft.com/office/drawing/2014/main" id="{9F22FB56-A4E3-4C27-939B-6BC73D4328D0}"/>
              </a:ext>
            </a:extLst>
          </p:cNvPr>
          <p:cNvSpPr>
            <a:spLocks/>
          </p:cNvSpPr>
          <p:nvPr/>
        </p:nvSpPr>
        <p:spPr bwMode="auto">
          <a:xfrm>
            <a:off x="4878388" y="3276600"/>
            <a:ext cx="117792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8337" name="Freeform 15">
            <a:extLst>
              <a:ext uri="{FF2B5EF4-FFF2-40B4-BE49-F238E27FC236}">
                <a16:creationId xmlns:a16="http://schemas.microsoft.com/office/drawing/2014/main" id="{298DF512-4C07-419A-B533-636DAA30A8E2}"/>
              </a:ext>
            </a:extLst>
          </p:cNvPr>
          <p:cNvSpPr>
            <a:spLocks/>
          </p:cNvSpPr>
          <p:nvPr/>
        </p:nvSpPr>
        <p:spPr bwMode="auto">
          <a:xfrm>
            <a:off x="6381750" y="3276600"/>
            <a:ext cx="117792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265" name="Group 1">
            <a:extLst>
              <a:ext uri="{FF2B5EF4-FFF2-40B4-BE49-F238E27FC236}">
                <a16:creationId xmlns:a16="http://schemas.microsoft.com/office/drawing/2014/main" id="{60E156A6-DD39-4361-A701-5763661842C3}"/>
              </a:ext>
            </a:extLst>
          </p:cNvPr>
          <p:cNvGrpSpPr>
            <a:grpSpLocks/>
          </p:cNvGrpSpPr>
          <p:nvPr/>
        </p:nvGrpSpPr>
        <p:grpSpPr bwMode="auto">
          <a:xfrm>
            <a:off x="893763" y="2217738"/>
            <a:ext cx="7462837" cy="2430462"/>
            <a:chOff x="893763" y="1590675"/>
            <a:chExt cx="7462837" cy="2430463"/>
          </a:xfrm>
        </p:grpSpPr>
        <p:sp>
          <p:nvSpPr>
            <p:cNvPr id="139268" name="Rectangle 7">
              <a:extLst>
                <a:ext uri="{FF2B5EF4-FFF2-40B4-BE49-F238E27FC236}">
                  <a16:creationId xmlns:a16="http://schemas.microsoft.com/office/drawing/2014/main" id="{40D38AB6-2EB4-42E2-9488-1594A29A3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150" y="2535238"/>
              <a:ext cx="892175" cy="6016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69" name="Freeform 8">
              <a:extLst>
                <a:ext uri="{FF2B5EF4-FFF2-40B4-BE49-F238E27FC236}">
                  <a16:creationId xmlns:a16="http://schemas.microsoft.com/office/drawing/2014/main" id="{E7100BCA-C5C9-44ED-92D2-6C347871A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975" y="2814638"/>
              <a:ext cx="128588" cy="63500"/>
            </a:xfrm>
            <a:custGeom>
              <a:avLst/>
              <a:gdLst>
                <a:gd name="T0" fmla="*/ 2147483646 w 81"/>
                <a:gd name="T1" fmla="*/ 0 h 40"/>
                <a:gd name="T2" fmla="*/ 0 w 81"/>
                <a:gd name="T3" fmla="*/ 2147483646 h 40"/>
                <a:gd name="T4" fmla="*/ 2147483646 w 81"/>
                <a:gd name="T5" fmla="*/ 2147483646 h 40"/>
                <a:gd name="T6" fmla="*/ 2147483646 w 81"/>
                <a:gd name="T7" fmla="*/ 2147483646 h 40"/>
                <a:gd name="T8" fmla="*/ 2147483646 w 8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40"/>
                <a:gd name="T17" fmla="*/ 81 w 81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40">
                  <a:moveTo>
                    <a:pt x="81" y="0"/>
                  </a:moveTo>
                  <a:lnTo>
                    <a:pt x="0" y="13"/>
                  </a:lnTo>
                  <a:lnTo>
                    <a:pt x="81" y="40"/>
                  </a:lnTo>
                  <a:lnTo>
                    <a:pt x="81" y="1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0" name="Line 9">
              <a:extLst>
                <a:ext uri="{FF2B5EF4-FFF2-40B4-BE49-F238E27FC236}">
                  <a16:creationId xmlns:a16="http://schemas.microsoft.com/office/drawing/2014/main" id="{003108B0-8E49-498D-9AC7-FEEF274018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6200" y="2828925"/>
              <a:ext cx="361950" cy="6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1" name="Freeform 10">
              <a:extLst>
                <a:ext uri="{FF2B5EF4-FFF2-40B4-BE49-F238E27FC236}">
                  <a16:creationId xmlns:a16="http://schemas.microsoft.com/office/drawing/2014/main" id="{AE1C0D10-7FA0-44C3-AF22-64064AD17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188" y="2814638"/>
              <a:ext cx="127000" cy="63500"/>
            </a:xfrm>
            <a:custGeom>
              <a:avLst/>
              <a:gdLst>
                <a:gd name="T0" fmla="*/ 2147483646 w 80"/>
                <a:gd name="T1" fmla="*/ 0 h 40"/>
                <a:gd name="T2" fmla="*/ 0 w 80"/>
                <a:gd name="T3" fmla="*/ 2147483646 h 40"/>
                <a:gd name="T4" fmla="*/ 2147483646 w 80"/>
                <a:gd name="T5" fmla="*/ 2147483646 h 40"/>
                <a:gd name="T6" fmla="*/ 2147483646 w 80"/>
                <a:gd name="T7" fmla="*/ 2147483646 h 40"/>
                <a:gd name="T8" fmla="*/ 2147483646 w 80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40"/>
                <a:gd name="T17" fmla="*/ 80 w 8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40">
                  <a:moveTo>
                    <a:pt x="80" y="0"/>
                  </a:moveTo>
                  <a:lnTo>
                    <a:pt x="0" y="13"/>
                  </a:lnTo>
                  <a:lnTo>
                    <a:pt x="80" y="40"/>
                  </a:lnTo>
                  <a:lnTo>
                    <a:pt x="80" y="1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2" name="Line 11">
              <a:extLst>
                <a:ext uri="{FF2B5EF4-FFF2-40B4-BE49-F238E27FC236}">
                  <a16:creationId xmlns:a16="http://schemas.microsoft.com/office/drawing/2014/main" id="{7C2EAD58-B545-4CF5-A418-8048B306FC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770188" y="2836863"/>
              <a:ext cx="447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3" name="Rectangle 12">
              <a:extLst>
                <a:ext uri="{FF2B5EF4-FFF2-40B4-BE49-F238E27FC236}">
                  <a16:creationId xmlns:a16="http://schemas.microsoft.com/office/drawing/2014/main" id="{DE97DC19-41AB-42C4-A21C-C03B86648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638" y="2641600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4" name="Rectangle 13">
              <a:extLst>
                <a:ext uri="{FF2B5EF4-FFF2-40B4-BE49-F238E27FC236}">
                  <a16:creationId xmlns:a16="http://schemas.microsoft.com/office/drawing/2014/main" id="{11DF66E3-F07F-4874-963D-92C4A7B24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075" y="1597025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5" name="Rectangle 14">
              <a:extLst>
                <a:ext uri="{FF2B5EF4-FFF2-40B4-BE49-F238E27FC236}">
                  <a16:creationId xmlns:a16="http://schemas.microsoft.com/office/drawing/2014/main" id="{DBAA828F-7C0E-4645-A282-739B62CDD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1150" y="1692275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6" name="Rectangle 15">
              <a:extLst>
                <a:ext uri="{FF2B5EF4-FFF2-40B4-BE49-F238E27FC236}">
                  <a16:creationId xmlns:a16="http://schemas.microsoft.com/office/drawing/2014/main" id="{281EB0F7-5628-413E-ABF6-8B2AFDA53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9600" y="1692275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7" name="Rectangle 16">
              <a:extLst>
                <a:ext uri="{FF2B5EF4-FFF2-40B4-BE49-F238E27FC236}">
                  <a16:creationId xmlns:a16="http://schemas.microsoft.com/office/drawing/2014/main" id="{2DA7E787-C4AB-4101-8172-839F4CD33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6888" y="1692275"/>
              <a:ext cx="762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8" name="Rectangle 17">
              <a:extLst>
                <a:ext uri="{FF2B5EF4-FFF2-40B4-BE49-F238E27FC236}">
                  <a16:creationId xmlns:a16="http://schemas.microsoft.com/office/drawing/2014/main" id="{546FD045-C57C-4A36-BC79-7C0525C8B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763" y="2684463"/>
              <a:ext cx="904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9" name="Rectangle 18">
              <a:extLst>
                <a:ext uri="{FF2B5EF4-FFF2-40B4-BE49-F238E27FC236}">
                  <a16:creationId xmlns:a16="http://schemas.microsoft.com/office/drawing/2014/main" id="{B2686179-D739-43B5-B31F-A70A1FE2F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7425" y="2779713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0" name="Rectangle 19">
              <a:extLst>
                <a:ext uri="{FF2B5EF4-FFF2-40B4-BE49-F238E27FC236}">
                  <a16:creationId xmlns:a16="http://schemas.microsoft.com/office/drawing/2014/main" id="{9259AEBA-D6A2-41C8-8659-1CE247721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1525" y="2693988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1" name="Freeform 20">
              <a:extLst>
                <a:ext uri="{FF2B5EF4-FFF2-40B4-BE49-F238E27FC236}">
                  <a16:creationId xmlns:a16="http://schemas.microsoft.com/office/drawing/2014/main" id="{9E9874D4-ECAD-457F-955D-85B19496A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0" y="3587750"/>
              <a:ext cx="41275" cy="128588"/>
            </a:xfrm>
            <a:custGeom>
              <a:avLst/>
              <a:gdLst>
                <a:gd name="T0" fmla="*/ 0 w 26"/>
                <a:gd name="T1" fmla="*/ 0 h 81"/>
                <a:gd name="T2" fmla="*/ 2147483646 w 26"/>
                <a:gd name="T3" fmla="*/ 2147483646 h 81"/>
                <a:gd name="T4" fmla="*/ 2147483646 w 26"/>
                <a:gd name="T5" fmla="*/ 0 h 81"/>
                <a:gd name="T6" fmla="*/ 2147483646 w 26"/>
                <a:gd name="T7" fmla="*/ 0 h 81"/>
                <a:gd name="T8" fmla="*/ 0 w 26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81"/>
                <a:gd name="T17" fmla="*/ 26 w 26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81">
                  <a:moveTo>
                    <a:pt x="0" y="0"/>
                  </a:moveTo>
                  <a:lnTo>
                    <a:pt x="13" y="81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2" name="Line 21">
              <a:extLst>
                <a:ext uri="{FF2B5EF4-FFF2-40B4-BE49-F238E27FC236}">
                  <a16:creationId xmlns:a16="http://schemas.microsoft.com/office/drawing/2014/main" id="{E98CD7EE-3312-4D58-9525-7361FB04E3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4238" y="3136900"/>
              <a:ext cx="1587" cy="450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3" name="Freeform 22">
              <a:extLst>
                <a:ext uri="{FF2B5EF4-FFF2-40B4-BE49-F238E27FC236}">
                  <a16:creationId xmlns:a16="http://schemas.microsoft.com/office/drawing/2014/main" id="{8C9F8C0A-97F8-4392-A7CC-3E0AA4178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325" y="2384425"/>
              <a:ext cx="63500" cy="128588"/>
            </a:xfrm>
            <a:custGeom>
              <a:avLst/>
              <a:gdLst>
                <a:gd name="T0" fmla="*/ 0 w 40"/>
                <a:gd name="T1" fmla="*/ 0 h 81"/>
                <a:gd name="T2" fmla="*/ 2147483646 w 40"/>
                <a:gd name="T3" fmla="*/ 2147483646 h 81"/>
                <a:gd name="T4" fmla="*/ 2147483646 w 40"/>
                <a:gd name="T5" fmla="*/ 0 h 81"/>
                <a:gd name="T6" fmla="*/ 2147483646 w 40"/>
                <a:gd name="T7" fmla="*/ 0 h 81"/>
                <a:gd name="T8" fmla="*/ 0 w 40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81"/>
                <a:gd name="T17" fmla="*/ 40 w 40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81">
                  <a:moveTo>
                    <a:pt x="0" y="0"/>
                  </a:moveTo>
                  <a:lnTo>
                    <a:pt x="26" y="81"/>
                  </a:lnTo>
                  <a:lnTo>
                    <a:pt x="4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4" name="Line 23">
              <a:extLst>
                <a:ext uri="{FF2B5EF4-FFF2-40B4-BE49-F238E27FC236}">
                  <a16:creationId xmlns:a16="http://schemas.microsoft.com/office/drawing/2014/main" id="{A800CBD0-35F4-41A6-8E21-1AA668EEF6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7600" y="1933575"/>
              <a:ext cx="1588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5" name="Freeform 24">
              <a:extLst>
                <a:ext uri="{FF2B5EF4-FFF2-40B4-BE49-F238E27FC236}">
                  <a16:creationId xmlns:a16="http://schemas.microsoft.com/office/drawing/2014/main" id="{18276B51-2184-46F2-8E50-859DD184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650" y="2384425"/>
              <a:ext cx="63500" cy="128588"/>
            </a:xfrm>
            <a:custGeom>
              <a:avLst/>
              <a:gdLst>
                <a:gd name="T0" fmla="*/ 0 w 40"/>
                <a:gd name="T1" fmla="*/ 0 h 81"/>
                <a:gd name="T2" fmla="*/ 2147483646 w 40"/>
                <a:gd name="T3" fmla="*/ 2147483646 h 81"/>
                <a:gd name="T4" fmla="*/ 2147483646 w 40"/>
                <a:gd name="T5" fmla="*/ 0 h 81"/>
                <a:gd name="T6" fmla="*/ 2147483646 w 40"/>
                <a:gd name="T7" fmla="*/ 0 h 81"/>
                <a:gd name="T8" fmla="*/ 0 w 40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81"/>
                <a:gd name="T17" fmla="*/ 40 w 40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81">
                  <a:moveTo>
                    <a:pt x="0" y="0"/>
                  </a:moveTo>
                  <a:lnTo>
                    <a:pt x="14" y="81"/>
                  </a:lnTo>
                  <a:lnTo>
                    <a:pt x="40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6" name="Line 25">
              <a:extLst>
                <a:ext uri="{FF2B5EF4-FFF2-40B4-BE49-F238E27FC236}">
                  <a16:creationId xmlns:a16="http://schemas.microsoft.com/office/drawing/2014/main" id="{656E4CBA-592C-40D4-A556-110ABF05EB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0875" y="1933575"/>
              <a:ext cx="1588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7" name="Rectangle 26">
              <a:extLst>
                <a:ext uri="{FF2B5EF4-FFF2-40B4-BE49-F238E27FC236}">
                  <a16:creationId xmlns:a16="http://schemas.microsoft.com/office/drawing/2014/main" id="{A7B76808-2A5E-421E-889C-A0B69A494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2789238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8" name="Rectangle 27">
              <a:extLst>
                <a:ext uri="{FF2B5EF4-FFF2-40B4-BE49-F238E27FC236}">
                  <a16:creationId xmlns:a16="http://schemas.microsoft.com/office/drawing/2014/main" id="{BCE202C4-7A39-4D4B-B7CB-534561206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288" y="1597025"/>
              <a:ext cx="904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9" name="Rectangle 28">
              <a:extLst>
                <a:ext uri="{FF2B5EF4-FFF2-40B4-BE49-F238E27FC236}">
                  <a16:creationId xmlns:a16="http://schemas.microsoft.com/office/drawing/2014/main" id="{9B825FFD-275A-4910-8003-E45A6EEC1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363" y="1692275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90" name="Rectangle 29">
              <a:extLst>
                <a:ext uri="{FF2B5EF4-FFF2-40B4-BE49-F238E27FC236}">
                  <a16:creationId xmlns:a16="http://schemas.microsoft.com/office/drawing/2014/main" id="{8C04BB45-9D05-4C8D-808E-24E6FDA88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813" y="1692275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91" name="Rectangle 30">
              <a:extLst>
                <a:ext uri="{FF2B5EF4-FFF2-40B4-BE49-F238E27FC236}">
                  <a16:creationId xmlns:a16="http://schemas.microsoft.com/office/drawing/2014/main" id="{BDC35F71-B626-4811-97D6-D1E90A4DC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100" y="1692275"/>
              <a:ext cx="762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92" name="Rectangle 31">
              <a:extLst>
                <a:ext uri="{FF2B5EF4-FFF2-40B4-BE49-F238E27FC236}">
                  <a16:creationId xmlns:a16="http://schemas.microsoft.com/office/drawing/2014/main" id="{A2954581-1AB0-460C-82C1-9F4A9F4A6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1825" y="3743325"/>
              <a:ext cx="793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93" name="Rectangle 32">
              <a:extLst>
                <a:ext uri="{FF2B5EF4-FFF2-40B4-BE49-F238E27FC236}">
                  <a16:creationId xmlns:a16="http://schemas.microsoft.com/office/drawing/2014/main" id="{F1154194-CD3B-4DBD-9689-23EFF6590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3838575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94" name="Rectangle 33">
              <a:extLst>
                <a:ext uri="{FF2B5EF4-FFF2-40B4-BE49-F238E27FC236}">
                  <a16:creationId xmlns:a16="http://schemas.microsoft.com/office/drawing/2014/main" id="{8D5C6FB9-5E47-4057-AA56-18A770F1F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238" y="3838575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95" name="Freeform 34">
              <a:extLst>
                <a:ext uri="{FF2B5EF4-FFF2-40B4-BE49-F238E27FC236}">
                  <a16:creationId xmlns:a16="http://schemas.microsoft.com/office/drawing/2014/main" id="{9236168C-258A-4499-A26A-AC50AB088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988" y="2814638"/>
              <a:ext cx="128587" cy="63500"/>
            </a:xfrm>
            <a:custGeom>
              <a:avLst/>
              <a:gdLst>
                <a:gd name="T0" fmla="*/ 2147483646 w 81"/>
                <a:gd name="T1" fmla="*/ 0 h 40"/>
                <a:gd name="T2" fmla="*/ 0 w 81"/>
                <a:gd name="T3" fmla="*/ 2147483646 h 40"/>
                <a:gd name="T4" fmla="*/ 2147483646 w 81"/>
                <a:gd name="T5" fmla="*/ 2147483646 h 40"/>
                <a:gd name="T6" fmla="*/ 2147483646 w 81"/>
                <a:gd name="T7" fmla="*/ 2147483646 h 40"/>
                <a:gd name="T8" fmla="*/ 2147483646 w 8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40"/>
                <a:gd name="T17" fmla="*/ 81 w 81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40">
                  <a:moveTo>
                    <a:pt x="81" y="0"/>
                  </a:moveTo>
                  <a:lnTo>
                    <a:pt x="0" y="13"/>
                  </a:lnTo>
                  <a:lnTo>
                    <a:pt x="81" y="40"/>
                  </a:lnTo>
                  <a:lnTo>
                    <a:pt x="81" y="1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96" name="Line 35">
              <a:extLst>
                <a:ext uri="{FF2B5EF4-FFF2-40B4-BE49-F238E27FC236}">
                  <a16:creationId xmlns:a16="http://schemas.microsoft.com/office/drawing/2014/main" id="{FCB9B1E8-0700-4BA2-B1BF-1DAEDF0B90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7575" y="2828925"/>
              <a:ext cx="446088" cy="6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97" name="Freeform 36">
              <a:extLst>
                <a:ext uri="{FF2B5EF4-FFF2-40B4-BE49-F238E27FC236}">
                  <a16:creationId xmlns:a16="http://schemas.microsoft.com/office/drawing/2014/main" id="{0435A290-8A0E-416B-9703-993CD234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8700" y="2814638"/>
              <a:ext cx="128588" cy="63500"/>
            </a:xfrm>
            <a:custGeom>
              <a:avLst/>
              <a:gdLst>
                <a:gd name="T0" fmla="*/ 2147483646 w 81"/>
                <a:gd name="T1" fmla="*/ 0 h 40"/>
                <a:gd name="T2" fmla="*/ 0 w 81"/>
                <a:gd name="T3" fmla="*/ 2147483646 h 40"/>
                <a:gd name="T4" fmla="*/ 2147483646 w 81"/>
                <a:gd name="T5" fmla="*/ 2147483646 h 40"/>
                <a:gd name="T6" fmla="*/ 2147483646 w 81"/>
                <a:gd name="T7" fmla="*/ 2147483646 h 40"/>
                <a:gd name="T8" fmla="*/ 2147483646 w 8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40"/>
                <a:gd name="T17" fmla="*/ 81 w 81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40">
                  <a:moveTo>
                    <a:pt x="81" y="0"/>
                  </a:moveTo>
                  <a:lnTo>
                    <a:pt x="0" y="13"/>
                  </a:lnTo>
                  <a:lnTo>
                    <a:pt x="81" y="40"/>
                  </a:lnTo>
                  <a:lnTo>
                    <a:pt x="81" y="1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98" name="Line 37">
              <a:extLst>
                <a:ext uri="{FF2B5EF4-FFF2-40B4-BE49-F238E27FC236}">
                  <a16:creationId xmlns:a16="http://schemas.microsoft.com/office/drawing/2014/main" id="{211E4201-F88A-487D-9727-D975D223D5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37288" y="2836863"/>
              <a:ext cx="4460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99" name="Rectangle 38">
              <a:extLst>
                <a:ext uri="{FF2B5EF4-FFF2-40B4-BE49-F238E27FC236}">
                  <a16:creationId xmlns:a16="http://schemas.microsoft.com/office/drawing/2014/main" id="{15EFF52E-1615-46FA-85DA-1A7746294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8525" y="3838575"/>
              <a:ext cx="762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0" name="Rectangle 39">
              <a:extLst>
                <a:ext uri="{FF2B5EF4-FFF2-40B4-BE49-F238E27FC236}">
                  <a16:creationId xmlns:a16="http://schemas.microsoft.com/office/drawing/2014/main" id="{452E0872-381C-407F-AB80-D5C1199F3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325" y="1590675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1" name="Rectangle 40">
              <a:extLst>
                <a:ext uri="{FF2B5EF4-FFF2-40B4-BE49-F238E27FC236}">
                  <a16:creationId xmlns:a16="http://schemas.microsoft.com/office/drawing/2014/main" id="{B30141F5-57D4-4A0B-A5AD-C74E28A39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1687513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2" name="Rectangle 41">
              <a:extLst>
                <a:ext uri="{FF2B5EF4-FFF2-40B4-BE49-F238E27FC236}">
                  <a16:creationId xmlns:a16="http://schemas.microsoft.com/office/drawing/2014/main" id="{8BF5ED69-EBC7-408E-94A3-A17E0E15F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3850" y="168751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3" name="Rectangle 42">
              <a:extLst>
                <a:ext uri="{FF2B5EF4-FFF2-40B4-BE49-F238E27FC236}">
                  <a16:creationId xmlns:a16="http://schemas.microsoft.com/office/drawing/2014/main" id="{47DEA5D9-4306-497C-801A-B46AE4B31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138" y="168751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4" name="Rectangle 43">
              <a:extLst>
                <a:ext uri="{FF2B5EF4-FFF2-40B4-BE49-F238E27FC236}">
                  <a16:creationId xmlns:a16="http://schemas.microsoft.com/office/drawing/2014/main" id="{69BF185B-3D9B-4557-9795-D9F76BC81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888" y="2700338"/>
              <a:ext cx="904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5" name="Freeform 44">
              <a:extLst>
                <a:ext uri="{FF2B5EF4-FFF2-40B4-BE49-F238E27FC236}">
                  <a16:creationId xmlns:a16="http://schemas.microsoft.com/office/drawing/2014/main" id="{2701DDC4-D331-42D2-8BF5-E234542F4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3587750"/>
              <a:ext cx="42862" cy="128588"/>
            </a:xfrm>
            <a:custGeom>
              <a:avLst/>
              <a:gdLst>
                <a:gd name="T0" fmla="*/ 0 w 27"/>
                <a:gd name="T1" fmla="*/ 0 h 81"/>
                <a:gd name="T2" fmla="*/ 2147483646 w 27"/>
                <a:gd name="T3" fmla="*/ 2147483646 h 81"/>
                <a:gd name="T4" fmla="*/ 2147483646 w 27"/>
                <a:gd name="T5" fmla="*/ 0 h 81"/>
                <a:gd name="T6" fmla="*/ 2147483646 w 27"/>
                <a:gd name="T7" fmla="*/ 0 h 81"/>
                <a:gd name="T8" fmla="*/ 0 w 27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81"/>
                <a:gd name="T17" fmla="*/ 27 w 27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81">
                  <a:moveTo>
                    <a:pt x="0" y="0"/>
                  </a:moveTo>
                  <a:lnTo>
                    <a:pt x="13" y="81"/>
                  </a:lnTo>
                  <a:lnTo>
                    <a:pt x="27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6" name="Line 45">
              <a:extLst>
                <a:ext uri="{FF2B5EF4-FFF2-40B4-BE49-F238E27FC236}">
                  <a16:creationId xmlns:a16="http://schemas.microsoft.com/office/drawing/2014/main" id="{6A24340B-1206-460E-ABCE-2FE3077F1B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9750" y="3136900"/>
              <a:ext cx="1588" cy="450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7" name="Freeform 46">
              <a:extLst>
                <a:ext uri="{FF2B5EF4-FFF2-40B4-BE49-F238E27FC236}">
                  <a16:creationId xmlns:a16="http://schemas.microsoft.com/office/drawing/2014/main" id="{5F4AF27F-2908-4A7E-BD8C-27DE7D14D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1838" y="2384425"/>
              <a:ext cx="63500" cy="128588"/>
            </a:xfrm>
            <a:custGeom>
              <a:avLst/>
              <a:gdLst>
                <a:gd name="T0" fmla="*/ 0 w 40"/>
                <a:gd name="T1" fmla="*/ 0 h 81"/>
                <a:gd name="T2" fmla="*/ 2147483646 w 40"/>
                <a:gd name="T3" fmla="*/ 2147483646 h 81"/>
                <a:gd name="T4" fmla="*/ 2147483646 w 40"/>
                <a:gd name="T5" fmla="*/ 0 h 81"/>
                <a:gd name="T6" fmla="*/ 2147483646 w 40"/>
                <a:gd name="T7" fmla="*/ 0 h 81"/>
                <a:gd name="T8" fmla="*/ 0 w 40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81"/>
                <a:gd name="T17" fmla="*/ 40 w 40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81">
                  <a:moveTo>
                    <a:pt x="0" y="0"/>
                  </a:moveTo>
                  <a:lnTo>
                    <a:pt x="27" y="81"/>
                  </a:lnTo>
                  <a:lnTo>
                    <a:pt x="4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8" name="Line 47">
              <a:extLst>
                <a:ext uri="{FF2B5EF4-FFF2-40B4-BE49-F238E27FC236}">
                  <a16:creationId xmlns:a16="http://schemas.microsoft.com/office/drawing/2014/main" id="{3FF0E9B7-74AF-4787-B979-FA04D48D4B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4700" y="1933575"/>
              <a:ext cx="1588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9" name="Freeform 48">
              <a:extLst>
                <a:ext uri="{FF2B5EF4-FFF2-40B4-BE49-F238E27FC236}">
                  <a16:creationId xmlns:a16="http://schemas.microsoft.com/office/drawing/2014/main" id="{C7E80975-7D33-41B8-844D-F306AD91E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2384425"/>
              <a:ext cx="65087" cy="128588"/>
            </a:xfrm>
            <a:custGeom>
              <a:avLst/>
              <a:gdLst>
                <a:gd name="T0" fmla="*/ 0 w 41"/>
                <a:gd name="T1" fmla="*/ 0 h 81"/>
                <a:gd name="T2" fmla="*/ 2147483646 w 41"/>
                <a:gd name="T3" fmla="*/ 2147483646 h 81"/>
                <a:gd name="T4" fmla="*/ 2147483646 w 41"/>
                <a:gd name="T5" fmla="*/ 0 h 81"/>
                <a:gd name="T6" fmla="*/ 2147483646 w 41"/>
                <a:gd name="T7" fmla="*/ 0 h 81"/>
                <a:gd name="T8" fmla="*/ 0 w 41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"/>
                <a:gd name="T16" fmla="*/ 0 h 81"/>
                <a:gd name="T17" fmla="*/ 41 w 41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" h="81">
                  <a:moveTo>
                    <a:pt x="0" y="0"/>
                  </a:moveTo>
                  <a:lnTo>
                    <a:pt x="14" y="81"/>
                  </a:lnTo>
                  <a:lnTo>
                    <a:pt x="41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0" name="Line 49">
              <a:extLst>
                <a:ext uri="{FF2B5EF4-FFF2-40B4-BE49-F238E27FC236}">
                  <a16:creationId xmlns:a16="http://schemas.microsoft.com/office/drawing/2014/main" id="{0DDD172C-D296-4A8E-A33F-22FADE9983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6388" y="1933575"/>
              <a:ext cx="1587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1" name="Rectangle 50">
              <a:extLst>
                <a:ext uri="{FF2B5EF4-FFF2-40B4-BE49-F238E27FC236}">
                  <a16:creationId xmlns:a16="http://schemas.microsoft.com/office/drawing/2014/main" id="{5E4A9DE5-928D-4F9B-A991-99F37FB8E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963" y="2795588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16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2" name="Rectangle 51">
              <a:extLst>
                <a:ext uri="{FF2B5EF4-FFF2-40B4-BE49-F238E27FC236}">
                  <a16:creationId xmlns:a16="http://schemas.microsoft.com/office/drawing/2014/main" id="{53BF1BA0-1AE9-426A-A70D-B4D521EBE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0563" y="1590675"/>
              <a:ext cx="904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3" name="Rectangle 52">
              <a:extLst>
                <a:ext uri="{FF2B5EF4-FFF2-40B4-BE49-F238E27FC236}">
                  <a16:creationId xmlns:a16="http://schemas.microsoft.com/office/drawing/2014/main" id="{C4EE86C4-B28A-44CE-A616-2DD063009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4225" y="1687513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4" name="Rectangle 53">
              <a:extLst>
                <a:ext uri="{FF2B5EF4-FFF2-40B4-BE49-F238E27FC236}">
                  <a16:creationId xmlns:a16="http://schemas.microsoft.com/office/drawing/2014/main" id="{AB3F7F87-360D-4066-8AFC-C8DB81D0F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0" y="168751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5" name="Rectangle 54">
              <a:extLst>
                <a:ext uri="{FF2B5EF4-FFF2-40B4-BE49-F238E27FC236}">
                  <a16:creationId xmlns:a16="http://schemas.microsoft.com/office/drawing/2014/main" id="{F11779D5-F808-4536-BA6A-226966701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8375" y="168751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6" name="Rectangle 55">
              <a:extLst>
                <a:ext uri="{FF2B5EF4-FFF2-40B4-BE49-F238E27FC236}">
                  <a16:creationId xmlns:a16="http://schemas.microsoft.com/office/drawing/2014/main" id="{9F162138-51DB-4854-A948-DD8F23024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3850" y="3743325"/>
              <a:ext cx="793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7" name="Rectangle 56">
              <a:extLst>
                <a:ext uri="{FF2B5EF4-FFF2-40B4-BE49-F238E27FC236}">
                  <a16:creationId xmlns:a16="http://schemas.microsoft.com/office/drawing/2014/main" id="{1A5BBA9B-AE40-4096-9EEA-A41B29D17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6400" y="3838575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8" name="Rectangle 57">
              <a:extLst>
                <a:ext uri="{FF2B5EF4-FFF2-40B4-BE49-F238E27FC236}">
                  <a16:creationId xmlns:a16="http://schemas.microsoft.com/office/drawing/2014/main" id="{14B70470-A4A1-4CAD-93CA-659055761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3838575"/>
              <a:ext cx="762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9" name="Freeform 58">
              <a:extLst>
                <a:ext uri="{FF2B5EF4-FFF2-40B4-BE49-F238E27FC236}">
                  <a16:creationId xmlns:a16="http://schemas.microsoft.com/office/drawing/2014/main" id="{75CB78BA-A3B4-41D5-BD5F-52CEC0D7E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2814638"/>
              <a:ext cx="128587" cy="63500"/>
            </a:xfrm>
            <a:custGeom>
              <a:avLst/>
              <a:gdLst>
                <a:gd name="T0" fmla="*/ 2147483646 w 81"/>
                <a:gd name="T1" fmla="*/ 0 h 40"/>
                <a:gd name="T2" fmla="*/ 0 w 81"/>
                <a:gd name="T3" fmla="*/ 2147483646 h 40"/>
                <a:gd name="T4" fmla="*/ 2147483646 w 81"/>
                <a:gd name="T5" fmla="*/ 2147483646 h 40"/>
                <a:gd name="T6" fmla="*/ 2147483646 w 81"/>
                <a:gd name="T7" fmla="*/ 2147483646 h 40"/>
                <a:gd name="T8" fmla="*/ 2147483646 w 8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40"/>
                <a:gd name="T17" fmla="*/ 81 w 81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40">
                  <a:moveTo>
                    <a:pt x="81" y="0"/>
                  </a:moveTo>
                  <a:lnTo>
                    <a:pt x="0" y="13"/>
                  </a:lnTo>
                  <a:lnTo>
                    <a:pt x="81" y="40"/>
                  </a:lnTo>
                  <a:lnTo>
                    <a:pt x="81" y="1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0" name="Line 59">
              <a:extLst>
                <a:ext uri="{FF2B5EF4-FFF2-40B4-BE49-F238E27FC236}">
                  <a16:creationId xmlns:a16="http://schemas.microsoft.com/office/drawing/2014/main" id="{F0063F44-3E7A-4F39-A3F5-AB30A2A25A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7000" y="2836863"/>
              <a:ext cx="3603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1" name="Freeform 60">
              <a:extLst>
                <a:ext uri="{FF2B5EF4-FFF2-40B4-BE49-F238E27FC236}">
                  <a16:creationId xmlns:a16="http://schemas.microsoft.com/office/drawing/2014/main" id="{1FA1B088-DCE3-471B-B484-DE88E96C8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8825" y="3587750"/>
              <a:ext cx="42863" cy="128588"/>
            </a:xfrm>
            <a:custGeom>
              <a:avLst/>
              <a:gdLst>
                <a:gd name="T0" fmla="*/ 0 w 27"/>
                <a:gd name="T1" fmla="*/ 0 h 81"/>
                <a:gd name="T2" fmla="*/ 2147483646 w 27"/>
                <a:gd name="T3" fmla="*/ 2147483646 h 81"/>
                <a:gd name="T4" fmla="*/ 2147483646 w 27"/>
                <a:gd name="T5" fmla="*/ 0 h 81"/>
                <a:gd name="T6" fmla="*/ 2147483646 w 27"/>
                <a:gd name="T7" fmla="*/ 0 h 81"/>
                <a:gd name="T8" fmla="*/ 0 w 27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81"/>
                <a:gd name="T17" fmla="*/ 27 w 27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81">
                  <a:moveTo>
                    <a:pt x="0" y="0"/>
                  </a:moveTo>
                  <a:lnTo>
                    <a:pt x="13" y="81"/>
                  </a:lnTo>
                  <a:lnTo>
                    <a:pt x="27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2" name="Line 61">
              <a:extLst>
                <a:ext uri="{FF2B5EF4-FFF2-40B4-BE49-F238E27FC236}">
                  <a16:creationId xmlns:a16="http://schemas.microsoft.com/office/drawing/2014/main" id="{8F1687FB-0F11-4C4A-AFC6-78BA6BAD74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29463" y="3136900"/>
              <a:ext cx="1587" cy="450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3" name="Freeform 62">
              <a:extLst>
                <a:ext uri="{FF2B5EF4-FFF2-40B4-BE49-F238E27FC236}">
                  <a16:creationId xmlns:a16="http://schemas.microsoft.com/office/drawing/2014/main" id="{BA4AFBB1-1B67-457C-955D-075E2864C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1550" y="2384425"/>
              <a:ext cx="63500" cy="128588"/>
            </a:xfrm>
            <a:custGeom>
              <a:avLst/>
              <a:gdLst>
                <a:gd name="T0" fmla="*/ 0 w 40"/>
                <a:gd name="T1" fmla="*/ 0 h 81"/>
                <a:gd name="T2" fmla="*/ 2147483646 w 40"/>
                <a:gd name="T3" fmla="*/ 2147483646 h 81"/>
                <a:gd name="T4" fmla="*/ 2147483646 w 40"/>
                <a:gd name="T5" fmla="*/ 0 h 81"/>
                <a:gd name="T6" fmla="*/ 2147483646 w 40"/>
                <a:gd name="T7" fmla="*/ 0 h 81"/>
                <a:gd name="T8" fmla="*/ 0 w 40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81"/>
                <a:gd name="T17" fmla="*/ 40 w 40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81">
                  <a:moveTo>
                    <a:pt x="0" y="0"/>
                  </a:moveTo>
                  <a:lnTo>
                    <a:pt x="13" y="81"/>
                  </a:lnTo>
                  <a:lnTo>
                    <a:pt x="40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4" name="Line 63">
              <a:extLst>
                <a:ext uri="{FF2B5EF4-FFF2-40B4-BE49-F238E27FC236}">
                  <a16:creationId xmlns:a16="http://schemas.microsoft.com/office/drawing/2014/main" id="{5B9EC21D-54E3-480A-88EC-CFDFC4EE01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42188" y="1933575"/>
              <a:ext cx="1587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5" name="Freeform 64">
              <a:extLst>
                <a:ext uri="{FF2B5EF4-FFF2-40B4-BE49-F238E27FC236}">
                  <a16:creationId xmlns:a16="http://schemas.microsoft.com/office/drawing/2014/main" id="{826CF8C4-267A-43F2-9C45-D12C74C38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75" y="2384425"/>
              <a:ext cx="65088" cy="128588"/>
            </a:xfrm>
            <a:custGeom>
              <a:avLst/>
              <a:gdLst>
                <a:gd name="T0" fmla="*/ 0 w 41"/>
                <a:gd name="T1" fmla="*/ 0 h 81"/>
                <a:gd name="T2" fmla="*/ 2147483646 w 41"/>
                <a:gd name="T3" fmla="*/ 2147483646 h 81"/>
                <a:gd name="T4" fmla="*/ 2147483646 w 41"/>
                <a:gd name="T5" fmla="*/ 0 h 81"/>
                <a:gd name="T6" fmla="*/ 2147483646 w 41"/>
                <a:gd name="T7" fmla="*/ 0 h 81"/>
                <a:gd name="T8" fmla="*/ 0 w 41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"/>
                <a:gd name="T16" fmla="*/ 0 h 81"/>
                <a:gd name="T17" fmla="*/ 41 w 41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" h="81">
                  <a:moveTo>
                    <a:pt x="0" y="0"/>
                  </a:moveTo>
                  <a:lnTo>
                    <a:pt x="14" y="81"/>
                  </a:lnTo>
                  <a:lnTo>
                    <a:pt x="41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6" name="Line 65">
              <a:extLst>
                <a:ext uri="{FF2B5EF4-FFF2-40B4-BE49-F238E27FC236}">
                  <a16:creationId xmlns:a16="http://schemas.microsoft.com/office/drawing/2014/main" id="{AF0320BD-35E0-41A4-9192-65DEA85076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6100" y="1933575"/>
              <a:ext cx="1588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7" name="Rectangle 66">
              <a:extLst>
                <a:ext uri="{FF2B5EF4-FFF2-40B4-BE49-F238E27FC236}">
                  <a16:creationId xmlns:a16="http://schemas.microsoft.com/office/drawing/2014/main" id="{A0FC57BB-CD92-4DCD-9C1E-3896980A1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2138" y="3838575"/>
              <a:ext cx="762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8" name="Rectangle 67">
              <a:extLst>
                <a:ext uri="{FF2B5EF4-FFF2-40B4-BE49-F238E27FC236}">
                  <a16:creationId xmlns:a16="http://schemas.microsoft.com/office/drawing/2014/main" id="{F119FE0B-5194-4481-B624-EC5887CED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2850" y="2482850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9" name="Rectangle 68">
              <a:extLst>
                <a:ext uri="{FF2B5EF4-FFF2-40B4-BE49-F238E27FC236}">
                  <a16:creationId xmlns:a16="http://schemas.microsoft.com/office/drawing/2014/main" id="{FF0BC12F-5409-49BD-B3C4-08678C7ED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578100"/>
              <a:ext cx="762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30" name="Rectangle 69">
              <a:extLst>
                <a:ext uri="{FF2B5EF4-FFF2-40B4-BE49-F238E27FC236}">
                  <a16:creationId xmlns:a16="http://schemas.microsoft.com/office/drawing/2014/main" id="{114B8431-D4D1-41EC-A350-BFCCB7AC4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5113" y="1590675"/>
              <a:ext cx="904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31" name="Rectangle 70">
              <a:extLst>
                <a:ext uri="{FF2B5EF4-FFF2-40B4-BE49-F238E27FC236}">
                  <a16:creationId xmlns:a16="http://schemas.microsoft.com/office/drawing/2014/main" id="{89AFEBBF-DE9A-4ECA-B402-F836AE353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7188" y="168751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32" name="Rectangle 71">
              <a:extLst>
                <a:ext uri="{FF2B5EF4-FFF2-40B4-BE49-F238E27FC236}">
                  <a16:creationId xmlns:a16="http://schemas.microsoft.com/office/drawing/2014/main" id="{9F91F7B9-10EA-4E15-A125-51B88107D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1025" y="168751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33" name="Rectangle 72">
              <a:extLst>
                <a:ext uri="{FF2B5EF4-FFF2-40B4-BE49-F238E27FC236}">
                  <a16:creationId xmlns:a16="http://schemas.microsoft.com/office/drawing/2014/main" id="{03CF284F-954F-495C-872F-2AD86FFEC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9900" y="168751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34" name="Rectangle 73">
              <a:extLst>
                <a:ext uri="{FF2B5EF4-FFF2-40B4-BE49-F238E27FC236}">
                  <a16:creationId xmlns:a16="http://schemas.microsoft.com/office/drawing/2014/main" id="{90811C58-0966-44C5-8557-2F3263D80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7100" y="1590675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35" name="Rectangle 74">
              <a:extLst>
                <a:ext uri="{FF2B5EF4-FFF2-40B4-BE49-F238E27FC236}">
                  <a16:creationId xmlns:a16="http://schemas.microsoft.com/office/drawing/2014/main" id="{B368260F-A6B1-42AE-A48E-3327D51A0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9175" y="168751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36" name="Rectangle 75">
              <a:extLst>
                <a:ext uri="{FF2B5EF4-FFF2-40B4-BE49-F238E27FC236}">
                  <a16:creationId xmlns:a16="http://schemas.microsoft.com/office/drawing/2014/main" id="{C1AF9D8D-FE8E-47AE-B59A-7E6B0B3DE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1425" y="168751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37" name="Rectangle 76">
              <a:extLst>
                <a:ext uri="{FF2B5EF4-FFF2-40B4-BE49-F238E27FC236}">
                  <a16:creationId xmlns:a16="http://schemas.microsoft.com/office/drawing/2014/main" id="{F23403E9-2258-4BF5-AD8E-BF90FDF83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0300" y="168751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38" name="Rectangle 77">
              <a:extLst>
                <a:ext uri="{FF2B5EF4-FFF2-40B4-BE49-F238E27FC236}">
                  <a16:creationId xmlns:a16="http://schemas.microsoft.com/office/drawing/2014/main" id="{F85F5253-44E6-4119-A9DE-AB326A23F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5788" y="3743325"/>
              <a:ext cx="793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39" name="Rectangle 78">
              <a:extLst>
                <a:ext uri="{FF2B5EF4-FFF2-40B4-BE49-F238E27FC236}">
                  <a16:creationId xmlns:a16="http://schemas.microsoft.com/office/drawing/2014/main" id="{AFF6E1B4-C5F6-4A33-BA7A-78DD68AAA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6750" y="3838575"/>
              <a:ext cx="762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40" name="Rectangle 79">
              <a:extLst>
                <a:ext uri="{FF2B5EF4-FFF2-40B4-BE49-F238E27FC236}">
                  <a16:creationId xmlns:a16="http://schemas.microsoft.com/office/drawing/2014/main" id="{36DD8B89-F24F-4795-8FC4-00499214F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9000" y="3838575"/>
              <a:ext cx="762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41" name="Rectangle 80">
              <a:extLst>
                <a:ext uri="{FF2B5EF4-FFF2-40B4-BE49-F238E27FC236}">
                  <a16:creationId xmlns:a16="http://schemas.microsoft.com/office/drawing/2014/main" id="{544268E6-B9F2-4D2C-A091-3A307D209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27875" y="3838575"/>
              <a:ext cx="762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42" name="Rectangle 81">
              <a:extLst>
                <a:ext uri="{FF2B5EF4-FFF2-40B4-BE49-F238E27FC236}">
                  <a16:creationId xmlns:a16="http://schemas.microsoft.com/office/drawing/2014/main" id="{45E53AAF-6451-488A-BFA3-6AEF2F65B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8325" y="2700338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43" name="Freeform 82">
              <a:extLst>
                <a:ext uri="{FF2B5EF4-FFF2-40B4-BE49-F238E27FC236}">
                  <a16:creationId xmlns:a16="http://schemas.microsoft.com/office/drawing/2014/main" id="{9CBC3111-B80B-422F-8158-E3FADB0BF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588" y="2814638"/>
              <a:ext cx="65087" cy="42862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2"/>
                    <a:pt x="0" y="22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2"/>
                  </a:cubicBezTo>
                  <a:cubicBezTo>
                    <a:pt x="60" y="22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44" name="Freeform 83">
              <a:extLst>
                <a:ext uri="{FF2B5EF4-FFF2-40B4-BE49-F238E27FC236}">
                  <a16:creationId xmlns:a16="http://schemas.microsoft.com/office/drawing/2014/main" id="{E6BF3EBE-4FC3-433C-860A-5A6E061E2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038" y="2814638"/>
              <a:ext cx="63500" cy="42862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2"/>
                    <a:pt x="0" y="22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2"/>
                  </a:cubicBezTo>
                  <a:cubicBezTo>
                    <a:pt x="60" y="22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45" name="Freeform 84">
              <a:extLst>
                <a:ext uri="{FF2B5EF4-FFF2-40B4-BE49-F238E27FC236}">
                  <a16:creationId xmlns:a16="http://schemas.microsoft.com/office/drawing/2014/main" id="{578D04F8-78E5-47DA-929E-96B80A78C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900" y="2814638"/>
              <a:ext cx="63500" cy="42862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2"/>
                    <a:pt x="0" y="22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2"/>
                  </a:cubicBezTo>
                  <a:cubicBezTo>
                    <a:pt x="60" y="22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46" name="Rectangle 85">
              <a:extLst>
                <a:ext uri="{FF2B5EF4-FFF2-40B4-BE49-F238E27FC236}">
                  <a16:creationId xmlns:a16="http://schemas.microsoft.com/office/drawing/2014/main" id="{C1A24B2F-F6FD-4E54-ADB1-161076D2C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0400" y="2795588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47" name="Rectangle 86">
              <a:extLst>
                <a:ext uri="{FF2B5EF4-FFF2-40B4-BE49-F238E27FC236}">
                  <a16:creationId xmlns:a16="http://schemas.microsoft.com/office/drawing/2014/main" id="{92FE6ABB-39EB-4A67-843B-48EEDE269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3663" y="2535238"/>
              <a:ext cx="892175" cy="6016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48" name="Rectangle 87">
              <a:extLst>
                <a:ext uri="{FF2B5EF4-FFF2-40B4-BE49-F238E27FC236}">
                  <a16:creationId xmlns:a16="http://schemas.microsoft.com/office/drawing/2014/main" id="{6EA0FA25-CCC9-42DB-BB80-7E2A568AD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900" y="2828925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49" name="Rectangle 88">
              <a:extLst>
                <a:ext uri="{FF2B5EF4-FFF2-40B4-BE49-F238E27FC236}">
                  <a16:creationId xmlns:a16="http://schemas.microsoft.com/office/drawing/2014/main" id="{5155EABE-BD24-4C01-B862-3BA325EF7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1150" y="2641600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50" name="Rectangle 89">
              <a:extLst>
                <a:ext uri="{FF2B5EF4-FFF2-40B4-BE49-F238E27FC236}">
                  <a16:creationId xmlns:a16="http://schemas.microsoft.com/office/drawing/2014/main" id="{F4C135B8-670C-47D6-97F8-B32579A0D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3375" y="2535238"/>
              <a:ext cx="892175" cy="6016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51" name="Rectangle 90">
              <a:extLst>
                <a:ext uri="{FF2B5EF4-FFF2-40B4-BE49-F238E27FC236}">
                  <a16:creationId xmlns:a16="http://schemas.microsoft.com/office/drawing/2014/main" id="{BCCAB2C1-A41E-4DD8-93D7-17FBCFC4C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6413" y="2828925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52" name="Rectangle 91">
              <a:extLst>
                <a:ext uri="{FF2B5EF4-FFF2-40B4-BE49-F238E27FC236}">
                  <a16:creationId xmlns:a16="http://schemas.microsoft.com/office/drawing/2014/main" id="{FDA1700F-9B5F-4456-A387-288E1F66A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7688" y="2641600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53" name="Rectangle 92">
              <a:extLst>
                <a:ext uri="{FF2B5EF4-FFF2-40B4-BE49-F238E27FC236}">
                  <a16:creationId xmlns:a16="http://schemas.microsoft.com/office/drawing/2014/main" id="{7EBF2BA0-D788-4652-9577-A16D81393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2950" y="2828925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39266" name="Rectangle 2">
            <a:extLst>
              <a:ext uri="{FF2B5EF4-FFF2-40B4-BE49-F238E27FC236}">
                <a16:creationId xmlns:a16="http://schemas.microsoft.com/office/drawing/2014/main" id="{28C48A1A-C69D-487B-AC1D-ADE6E7188A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hierarchical carry-lookahead adder with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ripple-carry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 between blocks</a:t>
            </a:r>
          </a:p>
        </p:txBody>
      </p:sp>
      <p:sp>
        <p:nvSpPr>
          <p:cNvPr id="139267" name="TextBox 125">
            <a:extLst>
              <a:ext uri="{FF2B5EF4-FFF2-40B4-BE49-F238E27FC236}">
                <a16:creationId xmlns:a16="http://schemas.microsoft.com/office/drawing/2014/main" id="{8CBFB571-EBCA-4C22-BA8D-9658CBC621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3.16 from the textbook ]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289" name="Group 1">
            <a:extLst>
              <a:ext uri="{FF2B5EF4-FFF2-40B4-BE49-F238E27FC236}">
                <a16:creationId xmlns:a16="http://schemas.microsoft.com/office/drawing/2014/main" id="{D1F5E9AF-5456-4998-AFC5-0CB8FEF82C55}"/>
              </a:ext>
            </a:extLst>
          </p:cNvPr>
          <p:cNvGrpSpPr>
            <a:grpSpLocks/>
          </p:cNvGrpSpPr>
          <p:nvPr/>
        </p:nvGrpSpPr>
        <p:grpSpPr bwMode="auto">
          <a:xfrm>
            <a:off x="704850" y="1112838"/>
            <a:ext cx="8086725" cy="5287962"/>
            <a:chOff x="704850" y="390525"/>
            <a:chExt cx="8086725" cy="5287963"/>
          </a:xfrm>
        </p:grpSpPr>
        <p:sp>
          <p:nvSpPr>
            <p:cNvPr id="140294" name="Rectangle 4">
              <a:extLst>
                <a:ext uri="{FF2B5EF4-FFF2-40B4-BE49-F238E27FC236}">
                  <a16:creationId xmlns:a16="http://schemas.microsoft.com/office/drawing/2014/main" id="{D76DED1A-C3EC-4119-98F4-6CED0D4BC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295" name="Rectangle 5">
              <a:extLst>
                <a:ext uri="{FF2B5EF4-FFF2-40B4-BE49-F238E27FC236}">
                  <a16:creationId xmlns:a16="http://schemas.microsoft.com/office/drawing/2014/main" id="{7F07A595-2722-4AFD-89AA-9DE3F8DDF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296" name="Freeform 6">
              <a:extLst>
                <a:ext uri="{FF2B5EF4-FFF2-40B4-BE49-F238E27FC236}">
                  <a16:creationId xmlns:a16="http://schemas.microsoft.com/office/drawing/2014/main" id="{099071C1-8B99-407A-B423-E751591EA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297" name="Line 7">
              <a:extLst>
                <a:ext uri="{FF2B5EF4-FFF2-40B4-BE49-F238E27FC236}">
                  <a16:creationId xmlns:a16="http://schemas.microsoft.com/office/drawing/2014/main" id="{6EDA4085-1B87-430C-BD30-903F1E2AF6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298" name="Freeform 8">
              <a:extLst>
                <a:ext uri="{FF2B5EF4-FFF2-40B4-BE49-F238E27FC236}">
                  <a16:creationId xmlns:a16="http://schemas.microsoft.com/office/drawing/2014/main" id="{EB6D7879-E076-4FEE-B980-6904AC64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299" name="Line 9">
              <a:extLst>
                <a:ext uri="{FF2B5EF4-FFF2-40B4-BE49-F238E27FC236}">
                  <a16:creationId xmlns:a16="http://schemas.microsoft.com/office/drawing/2014/main" id="{3A0F8554-5498-40A1-A9C5-9881AEAEE8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0" name="Freeform 10">
              <a:extLst>
                <a:ext uri="{FF2B5EF4-FFF2-40B4-BE49-F238E27FC236}">
                  <a16:creationId xmlns:a16="http://schemas.microsoft.com/office/drawing/2014/main" id="{4636DCC6-EBE7-4EC9-86E9-EBB83823F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1" name="Line 11">
              <a:extLst>
                <a:ext uri="{FF2B5EF4-FFF2-40B4-BE49-F238E27FC236}">
                  <a16:creationId xmlns:a16="http://schemas.microsoft.com/office/drawing/2014/main" id="{5C43B91E-20D4-49C5-87F4-D8A8BBAA94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2" name="Rectangle 12">
              <a:extLst>
                <a:ext uri="{FF2B5EF4-FFF2-40B4-BE49-F238E27FC236}">
                  <a16:creationId xmlns:a16="http://schemas.microsoft.com/office/drawing/2014/main" id="{9BC2F5C5-D7FB-41DF-A983-E070A79C0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3" name="Rectangle 13">
              <a:extLst>
                <a:ext uri="{FF2B5EF4-FFF2-40B4-BE49-F238E27FC236}">
                  <a16:creationId xmlns:a16="http://schemas.microsoft.com/office/drawing/2014/main" id="{C3D87BDE-F937-401C-AE24-2420DF9B4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4" name="Rectangle 14">
              <a:extLst>
                <a:ext uri="{FF2B5EF4-FFF2-40B4-BE49-F238E27FC236}">
                  <a16:creationId xmlns:a16="http://schemas.microsoft.com/office/drawing/2014/main" id="{35C6F9B7-AADE-4B35-BCDC-DAFAA1231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5" name="Rectangle 15">
              <a:extLst>
                <a:ext uri="{FF2B5EF4-FFF2-40B4-BE49-F238E27FC236}">
                  <a16:creationId xmlns:a16="http://schemas.microsoft.com/office/drawing/2014/main" id="{DDEC952A-1010-4E16-B875-7B57B7200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6" name="Freeform 16">
              <a:extLst>
                <a:ext uri="{FF2B5EF4-FFF2-40B4-BE49-F238E27FC236}">
                  <a16:creationId xmlns:a16="http://schemas.microsoft.com/office/drawing/2014/main" id="{36D68B4D-2CD4-4BFE-A657-293213721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7" name="Line 17">
              <a:extLst>
                <a:ext uri="{FF2B5EF4-FFF2-40B4-BE49-F238E27FC236}">
                  <a16:creationId xmlns:a16="http://schemas.microsoft.com/office/drawing/2014/main" id="{91D13336-80F7-4B56-81D2-768C48713E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8" name="Freeform 18">
              <a:extLst>
                <a:ext uri="{FF2B5EF4-FFF2-40B4-BE49-F238E27FC236}">
                  <a16:creationId xmlns:a16="http://schemas.microsoft.com/office/drawing/2014/main" id="{E4012F2C-AAD2-4A43-BDDF-A2F0E373A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09" name="Line 19">
              <a:extLst>
                <a:ext uri="{FF2B5EF4-FFF2-40B4-BE49-F238E27FC236}">
                  <a16:creationId xmlns:a16="http://schemas.microsoft.com/office/drawing/2014/main" id="{A676F985-BE15-4BE1-B8AE-3BECB2D11E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10" name="Rectangle 20">
              <a:extLst>
                <a:ext uri="{FF2B5EF4-FFF2-40B4-BE49-F238E27FC236}">
                  <a16:creationId xmlns:a16="http://schemas.microsoft.com/office/drawing/2014/main" id="{D10F9015-9540-463C-95FB-9FDCA5479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11" name="Rectangle 21">
              <a:extLst>
                <a:ext uri="{FF2B5EF4-FFF2-40B4-BE49-F238E27FC236}">
                  <a16:creationId xmlns:a16="http://schemas.microsoft.com/office/drawing/2014/main" id="{8B7FE01B-A2AC-4395-99AC-4C915316C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12" name="Rectangle 22">
              <a:extLst>
                <a:ext uri="{FF2B5EF4-FFF2-40B4-BE49-F238E27FC236}">
                  <a16:creationId xmlns:a16="http://schemas.microsoft.com/office/drawing/2014/main" id="{D5878CFE-2CB5-4D6C-B8DA-4AA4E6D9D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13" name="Rectangle 23">
              <a:extLst>
                <a:ext uri="{FF2B5EF4-FFF2-40B4-BE49-F238E27FC236}">
                  <a16:creationId xmlns:a16="http://schemas.microsoft.com/office/drawing/2014/main" id="{DBBBE1F4-6C48-427C-A8DC-19D8E04DC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14" name="Freeform 24">
              <a:extLst>
                <a:ext uri="{FF2B5EF4-FFF2-40B4-BE49-F238E27FC236}">
                  <a16:creationId xmlns:a16="http://schemas.microsoft.com/office/drawing/2014/main" id="{A3A28976-DFC5-4262-90AA-8AFD1545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15" name="Line 25">
              <a:extLst>
                <a:ext uri="{FF2B5EF4-FFF2-40B4-BE49-F238E27FC236}">
                  <a16:creationId xmlns:a16="http://schemas.microsoft.com/office/drawing/2014/main" id="{6CA1F33E-B9BF-4A45-BB52-0DC253FA92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1581150"/>
              <a:ext cx="5270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16" name="Freeform 26">
              <a:extLst>
                <a:ext uri="{FF2B5EF4-FFF2-40B4-BE49-F238E27FC236}">
                  <a16:creationId xmlns:a16="http://schemas.microsoft.com/office/drawing/2014/main" id="{4D9548BA-FAF1-46A4-BFE9-41B732835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17" name="Line 27">
              <a:extLst>
                <a:ext uri="{FF2B5EF4-FFF2-40B4-BE49-F238E27FC236}">
                  <a16:creationId xmlns:a16="http://schemas.microsoft.com/office/drawing/2014/main" id="{79EE8747-045B-490A-B9AA-49A88428DB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18" name="Freeform 28">
              <a:extLst>
                <a:ext uri="{FF2B5EF4-FFF2-40B4-BE49-F238E27FC236}">
                  <a16:creationId xmlns:a16="http://schemas.microsoft.com/office/drawing/2014/main" id="{D966C19E-5EDC-4C65-872E-553EC987A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19" name="Line 29">
              <a:extLst>
                <a:ext uri="{FF2B5EF4-FFF2-40B4-BE49-F238E27FC236}">
                  <a16:creationId xmlns:a16="http://schemas.microsoft.com/office/drawing/2014/main" id="{4464CF9A-470B-4F4B-BCCE-868E4270F9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20" name="Rectangle 30">
              <a:extLst>
                <a:ext uri="{FF2B5EF4-FFF2-40B4-BE49-F238E27FC236}">
                  <a16:creationId xmlns:a16="http://schemas.microsoft.com/office/drawing/2014/main" id="{1DBBB316-9350-43D4-B5A6-9CECCE00F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21" name="Rectangle 31">
              <a:extLst>
                <a:ext uri="{FF2B5EF4-FFF2-40B4-BE49-F238E27FC236}">
                  <a16:creationId xmlns:a16="http://schemas.microsoft.com/office/drawing/2014/main" id="{79E8279F-CBEC-4469-BB38-241E85998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22" name="Rectangle 32">
              <a:extLst>
                <a:ext uri="{FF2B5EF4-FFF2-40B4-BE49-F238E27FC236}">
                  <a16:creationId xmlns:a16="http://schemas.microsoft.com/office/drawing/2014/main" id="{94C4ED14-C241-4789-AD5D-CD799378E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23" name="Rectangle 33">
              <a:extLst>
                <a:ext uri="{FF2B5EF4-FFF2-40B4-BE49-F238E27FC236}">
                  <a16:creationId xmlns:a16="http://schemas.microsoft.com/office/drawing/2014/main" id="{A75C3B76-7D81-4D2B-97D6-E8575A3F1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24" name="Rectangle 34">
              <a:extLst>
                <a:ext uri="{FF2B5EF4-FFF2-40B4-BE49-F238E27FC236}">
                  <a16:creationId xmlns:a16="http://schemas.microsoft.com/office/drawing/2014/main" id="{7CF94657-D60F-464F-91C7-C7C8AA760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25" name="Rectangle 35">
              <a:extLst>
                <a:ext uri="{FF2B5EF4-FFF2-40B4-BE49-F238E27FC236}">
                  <a16:creationId xmlns:a16="http://schemas.microsoft.com/office/drawing/2014/main" id="{32890C9F-E6F3-4D9C-A9E9-512F9E25A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26" name="Rectangle 36">
              <a:extLst>
                <a:ext uri="{FF2B5EF4-FFF2-40B4-BE49-F238E27FC236}">
                  <a16:creationId xmlns:a16="http://schemas.microsoft.com/office/drawing/2014/main" id="{66CE4EBC-CD07-458B-8126-19990D16C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27" name="Rectangle 37">
              <a:extLst>
                <a:ext uri="{FF2B5EF4-FFF2-40B4-BE49-F238E27FC236}">
                  <a16:creationId xmlns:a16="http://schemas.microsoft.com/office/drawing/2014/main" id="{58F0FC4E-7FBF-47A8-93D3-29E201367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28" name="Freeform 38">
              <a:extLst>
                <a:ext uri="{FF2B5EF4-FFF2-40B4-BE49-F238E27FC236}">
                  <a16:creationId xmlns:a16="http://schemas.microsoft.com/office/drawing/2014/main" id="{ED50429A-AA76-44DF-B982-8F0C2B1E4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29" name="Freeform 39">
              <a:extLst>
                <a:ext uri="{FF2B5EF4-FFF2-40B4-BE49-F238E27FC236}">
                  <a16:creationId xmlns:a16="http://schemas.microsoft.com/office/drawing/2014/main" id="{C8CF6747-5F23-4759-B634-BAC2824F5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30" name="Freeform 40">
              <a:extLst>
                <a:ext uri="{FF2B5EF4-FFF2-40B4-BE49-F238E27FC236}">
                  <a16:creationId xmlns:a16="http://schemas.microsoft.com/office/drawing/2014/main" id="{C9B98F9D-1C44-46E9-A2DC-42DC9E65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31" name="Rectangle 41">
              <a:extLst>
                <a:ext uri="{FF2B5EF4-FFF2-40B4-BE49-F238E27FC236}">
                  <a16:creationId xmlns:a16="http://schemas.microsoft.com/office/drawing/2014/main" id="{7B8B3615-4926-468C-892B-9803E98B4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32" name="Rectangle 42">
              <a:extLst>
                <a:ext uri="{FF2B5EF4-FFF2-40B4-BE49-F238E27FC236}">
                  <a16:creationId xmlns:a16="http://schemas.microsoft.com/office/drawing/2014/main" id="{2E863419-9594-4434-849C-9940F1653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33" name="Rectangle 43">
              <a:extLst>
                <a:ext uri="{FF2B5EF4-FFF2-40B4-BE49-F238E27FC236}">
                  <a16:creationId xmlns:a16="http://schemas.microsoft.com/office/drawing/2014/main" id="{B2E6B40A-C8B5-4370-912E-99D4B40AD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34" name="Rectangle 44">
              <a:extLst>
                <a:ext uri="{FF2B5EF4-FFF2-40B4-BE49-F238E27FC236}">
                  <a16:creationId xmlns:a16="http://schemas.microsoft.com/office/drawing/2014/main" id="{1EDDB52C-BF66-4311-BE44-1332B930E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35" name="Rectangle 45">
              <a:extLst>
                <a:ext uri="{FF2B5EF4-FFF2-40B4-BE49-F238E27FC236}">
                  <a16:creationId xmlns:a16="http://schemas.microsoft.com/office/drawing/2014/main" id="{D0D66610-09BE-4E58-B83D-C56A6FA77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36" name="Rectangle 46">
              <a:extLst>
                <a:ext uri="{FF2B5EF4-FFF2-40B4-BE49-F238E27FC236}">
                  <a16:creationId xmlns:a16="http://schemas.microsoft.com/office/drawing/2014/main" id="{55C3EBF5-9A5F-4A5C-9145-CEA65982F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37" name="Rectangle 47">
              <a:extLst>
                <a:ext uri="{FF2B5EF4-FFF2-40B4-BE49-F238E27FC236}">
                  <a16:creationId xmlns:a16="http://schemas.microsoft.com/office/drawing/2014/main" id="{3E13EC26-7B51-4A2F-B8E6-46463F135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38" name="Rectangle 48">
              <a:extLst>
                <a:ext uri="{FF2B5EF4-FFF2-40B4-BE49-F238E27FC236}">
                  <a16:creationId xmlns:a16="http://schemas.microsoft.com/office/drawing/2014/main" id="{9AEE2750-63A0-4109-95C9-09694F963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39" name="Freeform 49">
              <a:extLst>
                <a:ext uri="{FF2B5EF4-FFF2-40B4-BE49-F238E27FC236}">
                  <a16:creationId xmlns:a16="http://schemas.microsoft.com/office/drawing/2014/main" id="{4A438CCF-AB11-40C3-9C37-356E70B88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40" name="Line 50">
              <a:extLst>
                <a:ext uri="{FF2B5EF4-FFF2-40B4-BE49-F238E27FC236}">
                  <a16:creationId xmlns:a16="http://schemas.microsoft.com/office/drawing/2014/main" id="{1FD73C51-BAD5-4011-9BEF-EA20349008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41" name="Line 51">
              <a:extLst>
                <a:ext uri="{FF2B5EF4-FFF2-40B4-BE49-F238E27FC236}">
                  <a16:creationId xmlns:a16="http://schemas.microsoft.com/office/drawing/2014/main" id="{126B4D4C-2985-49B8-B656-361D16094E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42" name="Freeform 52">
              <a:extLst>
                <a:ext uri="{FF2B5EF4-FFF2-40B4-BE49-F238E27FC236}">
                  <a16:creationId xmlns:a16="http://schemas.microsoft.com/office/drawing/2014/main" id="{7FB0A13A-61C3-4247-AD27-4091B8BFD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43" name="Freeform 53">
              <a:extLst>
                <a:ext uri="{FF2B5EF4-FFF2-40B4-BE49-F238E27FC236}">
                  <a16:creationId xmlns:a16="http://schemas.microsoft.com/office/drawing/2014/main" id="{0A1F4630-F99A-4171-83F6-CB23202C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44" name="Freeform 54">
              <a:extLst>
                <a:ext uri="{FF2B5EF4-FFF2-40B4-BE49-F238E27FC236}">
                  <a16:creationId xmlns:a16="http://schemas.microsoft.com/office/drawing/2014/main" id="{87769D42-7E6C-42D8-93B4-DFDA0BD51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45" name="Freeform 55">
              <a:extLst>
                <a:ext uri="{FF2B5EF4-FFF2-40B4-BE49-F238E27FC236}">
                  <a16:creationId xmlns:a16="http://schemas.microsoft.com/office/drawing/2014/main" id="{E1831F0E-32A8-4D1C-B917-462E16DE8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46" name="Freeform 56">
              <a:extLst>
                <a:ext uri="{FF2B5EF4-FFF2-40B4-BE49-F238E27FC236}">
                  <a16:creationId xmlns:a16="http://schemas.microsoft.com/office/drawing/2014/main" id="{FC6A46D0-863F-4AC3-A5DD-197C65D55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47" name="Freeform 57">
              <a:extLst>
                <a:ext uri="{FF2B5EF4-FFF2-40B4-BE49-F238E27FC236}">
                  <a16:creationId xmlns:a16="http://schemas.microsoft.com/office/drawing/2014/main" id="{7386CEE6-8517-46E6-B449-59A06D91A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48" name="Freeform 58">
              <a:extLst>
                <a:ext uri="{FF2B5EF4-FFF2-40B4-BE49-F238E27FC236}">
                  <a16:creationId xmlns:a16="http://schemas.microsoft.com/office/drawing/2014/main" id="{4C39EFA4-FA2E-45FF-A5AE-7301D5024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49" name="Freeform 59">
              <a:extLst>
                <a:ext uri="{FF2B5EF4-FFF2-40B4-BE49-F238E27FC236}">
                  <a16:creationId xmlns:a16="http://schemas.microsoft.com/office/drawing/2014/main" id="{8CAB6681-CEF4-4317-8BA3-5CB51BCC4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50" name="Freeform 60">
              <a:extLst>
                <a:ext uri="{FF2B5EF4-FFF2-40B4-BE49-F238E27FC236}">
                  <a16:creationId xmlns:a16="http://schemas.microsoft.com/office/drawing/2014/main" id="{7C989CCE-993C-4E1E-A910-F63A23FA5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51" name="Line 61">
              <a:extLst>
                <a:ext uri="{FF2B5EF4-FFF2-40B4-BE49-F238E27FC236}">
                  <a16:creationId xmlns:a16="http://schemas.microsoft.com/office/drawing/2014/main" id="{6E2947F4-30B6-45DC-88B7-DA3BE755DF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52" name="Rectangle 62">
              <a:extLst>
                <a:ext uri="{FF2B5EF4-FFF2-40B4-BE49-F238E27FC236}">
                  <a16:creationId xmlns:a16="http://schemas.microsoft.com/office/drawing/2014/main" id="{84B55C57-A91E-4D27-A24D-6D71FDEB0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53" name="Freeform 63">
              <a:extLst>
                <a:ext uri="{FF2B5EF4-FFF2-40B4-BE49-F238E27FC236}">
                  <a16:creationId xmlns:a16="http://schemas.microsoft.com/office/drawing/2014/main" id="{B016CEEA-FB30-4964-AC14-F14F812F4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54" name="Line 64">
              <a:extLst>
                <a:ext uri="{FF2B5EF4-FFF2-40B4-BE49-F238E27FC236}">
                  <a16:creationId xmlns:a16="http://schemas.microsoft.com/office/drawing/2014/main" id="{FE72FE1C-42C9-4B97-8B77-1CE18194FB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55" name="Freeform 65">
              <a:extLst>
                <a:ext uri="{FF2B5EF4-FFF2-40B4-BE49-F238E27FC236}">
                  <a16:creationId xmlns:a16="http://schemas.microsoft.com/office/drawing/2014/main" id="{3F50CD85-16B9-4E9D-A442-7A8A2132C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56" name="Line 66">
              <a:extLst>
                <a:ext uri="{FF2B5EF4-FFF2-40B4-BE49-F238E27FC236}">
                  <a16:creationId xmlns:a16="http://schemas.microsoft.com/office/drawing/2014/main" id="{A2847F28-DEDE-4366-BF07-6E3944FAB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57" name="Freeform 67">
              <a:extLst>
                <a:ext uri="{FF2B5EF4-FFF2-40B4-BE49-F238E27FC236}">
                  <a16:creationId xmlns:a16="http://schemas.microsoft.com/office/drawing/2014/main" id="{D14C11DA-86F8-4EA6-A268-A1DC03957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58" name="Line 68">
              <a:extLst>
                <a:ext uri="{FF2B5EF4-FFF2-40B4-BE49-F238E27FC236}">
                  <a16:creationId xmlns:a16="http://schemas.microsoft.com/office/drawing/2014/main" id="{9FD53551-FCC1-441B-8700-DB708005C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59" name="Freeform 69">
              <a:extLst>
                <a:ext uri="{FF2B5EF4-FFF2-40B4-BE49-F238E27FC236}">
                  <a16:creationId xmlns:a16="http://schemas.microsoft.com/office/drawing/2014/main" id="{9CC63420-5ECE-4728-A458-7AFC0D83C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60" name="Line 70">
              <a:extLst>
                <a:ext uri="{FF2B5EF4-FFF2-40B4-BE49-F238E27FC236}">
                  <a16:creationId xmlns:a16="http://schemas.microsoft.com/office/drawing/2014/main" id="{FABD0C35-AB69-4558-AA96-28415536DE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61" name="Line 71">
              <a:extLst>
                <a:ext uri="{FF2B5EF4-FFF2-40B4-BE49-F238E27FC236}">
                  <a16:creationId xmlns:a16="http://schemas.microsoft.com/office/drawing/2014/main" id="{79B38E31-5BF0-407B-A349-E2D1867765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62" name="Line 72">
              <a:extLst>
                <a:ext uri="{FF2B5EF4-FFF2-40B4-BE49-F238E27FC236}">
                  <a16:creationId xmlns:a16="http://schemas.microsoft.com/office/drawing/2014/main" id="{A828944C-8E8D-46D6-90E6-F4204933DC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63" name="Line 73">
              <a:extLst>
                <a:ext uri="{FF2B5EF4-FFF2-40B4-BE49-F238E27FC236}">
                  <a16:creationId xmlns:a16="http://schemas.microsoft.com/office/drawing/2014/main" id="{6D9CAF90-C21F-4B1F-9DC9-1DAEB3ABE0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64" name="Line 74">
              <a:extLst>
                <a:ext uri="{FF2B5EF4-FFF2-40B4-BE49-F238E27FC236}">
                  <a16:creationId xmlns:a16="http://schemas.microsoft.com/office/drawing/2014/main" id="{B0D3C3FE-7550-49EF-B433-FE93D31521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65" name="Rectangle 75">
              <a:extLst>
                <a:ext uri="{FF2B5EF4-FFF2-40B4-BE49-F238E27FC236}">
                  <a16:creationId xmlns:a16="http://schemas.microsoft.com/office/drawing/2014/main" id="{A205CB6E-D68D-4A0F-BC1F-11363FBA9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66" name="Freeform 76">
              <a:extLst>
                <a:ext uri="{FF2B5EF4-FFF2-40B4-BE49-F238E27FC236}">
                  <a16:creationId xmlns:a16="http://schemas.microsoft.com/office/drawing/2014/main" id="{0F4851B7-9AEF-4C12-A90C-07BE52879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67" name="Line 77">
              <a:extLst>
                <a:ext uri="{FF2B5EF4-FFF2-40B4-BE49-F238E27FC236}">
                  <a16:creationId xmlns:a16="http://schemas.microsoft.com/office/drawing/2014/main" id="{6D488C64-F310-4B16-B381-A39FA35CC0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68" name="Freeform 78">
              <a:extLst>
                <a:ext uri="{FF2B5EF4-FFF2-40B4-BE49-F238E27FC236}">
                  <a16:creationId xmlns:a16="http://schemas.microsoft.com/office/drawing/2014/main" id="{AB0B9FA8-9724-4E5C-B574-8658658F2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69" name="Line 79">
              <a:extLst>
                <a:ext uri="{FF2B5EF4-FFF2-40B4-BE49-F238E27FC236}">
                  <a16:creationId xmlns:a16="http://schemas.microsoft.com/office/drawing/2014/main" id="{257E426F-ED99-43DD-8B2B-60A2DB75A0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70" name="Line 80">
              <a:extLst>
                <a:ext uri="{FF2B5EF4-FFF2-40B4-BE49-F238E27FC236}">
                  <a16:creationId xmlns:a16="http://schemas.microsoft.com/office/drawing/2014/main" id="{BDAC00A1-5CFF-49F7-B400-1E8FFC0B49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71" name="Line 81">
              <a:extLst>
                <a:ext uri="{FF2B5EF4-FFF2-40B4-BE49-F238E27FC236}">
                  <a16:creationId xmlns:a16="http://schemas.microsoft.com/office/drawing/2014/main" id="{6A25C7F1-74DA-4314-A4F0-365B58807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72" name="Freeform 82">
              <a:extLst>
                <a:ext uri="{FF2B5EF4-FFF2-40B4-BE49-F238E27FC236}">
                  <a16:creationId xmlns:a16="http://schemas.microsoft.com/office/drawing/2014/main" id="{22B987E7-6517-4EE3-8FBA-53668EE3D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73" name="Freeform 83">
              <a:extLst>
                <a:ext uri="{FF2B5EF4-FFF2-40B4-BE49-F238E27FC236}">
                  <a16:creationId xmlns:a16="http://schemas.microsoft.com/office/drawing/2014/main" id="{4AD2D459-70A8-4FB1-91B7-0D48AF3AD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74" name="Freeform 84">
              <a:extLst>
                <a:ext uri="{FF2B5EF4-FFF2-40B4-BE49-F238E27FC236}">
                  <a16:creationId xmlns:a16="http://schemas.microsoft.com/office/drawing/2014/main" id="{6413F35D-EA52-4F24-95B7-E7DD72533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75" name="Freeform 85">
              <a:extLst>
                <a:ext uri="{FF2B5EF4-FFF2-40B4-BE49-F238E27FC236}">
                  <a16:creationId xmlns:a16="http://schemas.microsoft.com/office/drawing/2014/main" id="{F4E5F381-9F18-4358-8B03-12AD4C26F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76" name="Freeform 86">
              <a:extLst>
                <a:ext uri="{FF2B5EF4-FFF2-40B4-BE49-F238E27FC236}">
                  <a16:creationId xmlns:a16="http://schemas.microsoft.com/office/drawing/2014/main" id="{F9E3555D-F7E3-4D8B-A5E9-A90DD300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77" name="Freeform 87">
              <a:extLst>
                <a:ext uri="{FF2B5EF4-FFF2-40B4-BE49-F238E27FC236}">
                  <a16:creationId xmlns:a16="http://schemas.microsoft.com/office/drawing/2014/main" id="{6BB1E473-5077-4AEB-9C0E-B73B55901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78" name="Freeform 88">
              <a:extLst>
                <a:ext uri="{FF2B5EF4-FFF2-40B4-BE49-F238E27FC236}">
                  <a16:creationId xmlns:a16="http://schemas.microsoft.com/office/drawing/2014/main" id="{6730FBBD-B4AE-46D4-B479-BFBB4CE2E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79" name="Freeform 89">
              <a:extLst>
                <a:ext uri="{FF2B5EF4-FFF2-40B4-BE49-F238E27FC236}">
                  <a16:creationId xmlns:a16="http://schemas.microsoft.com/office/drawing/2014/main" id="{AD7AD4C1-2A85-4D38-B046-B5503128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80" name="Freeform 90">
              <a:extLst>
                <a:ext uri="{FF2B5EF4-FFF2-40B4-BE49-F238E27FC236}">
                  <a16:creationId xmlns:a16="http://schemas.microsoft.com/office/drawing/2014/main" id="{1A9B59C6-8E30-47BB-BCD6-AE538B920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81" name="Freeform 91">
              <a:extLst>
                <a:ext uri="{FF2B5EF4-FFF2-40B4-BE49-F238E27FC236}">
                  <a16:creationId xmlns:a16="http://schemas.microsoft.com/office/drawing/2014/main" id="{69334EDD-FD98-4A72-8F32-2B49D1EF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82" name="Freeform 92">
              <a:extLst>
                <a:ext uri="{FF2B5EF4-FFF2-40B4-BE49-F238E27FC236}">
                  <a16:creationId xmlns:a16="http://schemas.microsoft.com/office/drawing/2014/main" id="{C3D668EC-E2F2-46E2-BB65-A8F92DEF5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83" name="Freeform 93">
              <a:extLst>
                <a:ext uri="{FF2B5EF4-FFF2-40B4-BE49-F238E27FC236}">
                  <a16:creationId xmlns:a16="http://schemas.microsoft.com/office/drawing/2014/main" id="{CE7FB839-9445-43B4-80B2-F697DEE20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84" name="Freeform 94">
              <a:extLst>
                <a:ext uri="{FF2B5EF4-FFF2-40B4-BE49-F238E27FC236}">
                  <a16:creationId xmlns:a16="http://schemas.microsoft.com/office/drawing/2014/main" id="{6C3C4544-7A34-415B-8876-9D402B2EB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85" name="Freeform 95">
              <a:extLst>
                <a:ext uri="{FF2B5EF4-FFF2-40B4-BE49-F238E27FC236}">
                  <a16:creationId xmlns:a16="http://schemas.microsoft.com/office/drawing/2014/main" id="{9A611675-0507-453C-B46F-59F84673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86" name="Freeform 96">
              <a:extLst>
                <a:ext uri="{FF2B5EF4-FFF2-40B4-BE49-F238E27FC236}">
                  <a16:creationId xmlns:a16="http://schemas.microsoft.com/office/drawing/2014/main" id="{DE553109-520C-47F1-8A01-D767AC76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87" name="Freeform 97">
              <a:extLst>
                <a:ext uri="{FF2B5EF4-FFF2-40B4-BE49-F238E27FC236}">
                  <a16:creationId xmlns:a16="http://schemas.microsoft.com/office/drawing/2014/main" id="{D77E5D25-9BDE-4F49-A80B-67EC89A6A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88" name="Freeform 98">
              <a:extLst>
                <a:ext uri="{FF2B5EF4-FFF2-40B4-BE49-F238E27FC236}">
                  <a16:creationId xmlns:a16="http://schemas.microsoft.com/office/drawing/2014/main" id="{1A35F788-25F8-4D9A-AF1F-15D66621F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89" name="Freeform 99">
              <a:extLst>
                <a:ext uri="{FF2B5EF4-FFF2-40B4-BE49-F238E27FC236}">
                  <a16:creationId xmlns:a16="http://schemas.microsoft.com/office/drawing/2014/main" id="{EA7ACA64-00CD-4CF1-8262-07F8F95E3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90" name="Freeform 100">
              <a:extLst>
                <a:ext uri="{FF2B5EF4-FFF2-40B4-BE49-F238E27FC236}">
                  <a16:creationId xmlns:a16="http://schemas.microsoft.com/office/drawing/2014/main" id="{B4D33541-4913-4610-ACBF-0EC9B2BE8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91" name="Freeform 101">
              <a:extLst>
                <a:ext uri="{FF2B5EF4-FFF2-40B4-BE49-F238E27FC236}">
                  <a16:creationId xmlns:a16="http://schemas.microsoft.com/office/drawing/2014/main" id="{8B3E2FAC-C1BB-4389-9C31-4B300F706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92" name="Freeform 102">
              <a:extLst>
                <a:ext uri="{FF2B5EF4-FFF2-40B4-BE49-F238E27FC236}">
                  <a16:creationId xmlns:a16="http://schemas.microsoft.com/office/drawing/2014/main" id="{C0E0BA91-DD32-4E1C-99D9-A1921C8E6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93" name="Freeform 103">
              <a:extLst>
                <a:ext uri="{FF2B5EF4-FFF2-40B4-BE49-F238E27FC236}">
                  <a16:creationId xmlns:a16="http://schemas.microsoft.com/office/drawing/2014/main" id="{44169A98-D53B-45B8-B692-5F87359C7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94" name="Freeform 104">
              <a:extLst>
                <a:ext uri="{FF2B5EF4-FFF2-40B4-BE49-F238E27FC236}">
                  <a16:creationId xmlns:a16="http://schemas.microsoft.com/office/drawing/2014/main" id="{8F1F8B9A-C36C-4091-8BDF-2DCCE0B6D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95" name="Freeform 105">
              <a:extLst>
                <a:ext uri="{FF2B5EF4-FFF2-40B4-BE49-F238E27FC236}">
                  <a16:creationId xmlns:a16="http://schemas.microsoft.com/office/drawing/2014/main" id="{0843B2FF-68D9-486C-8885-7A5423842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96" name="Freeform 106">
              <a:extLst>
                <a:ext uri="{FF2B5EF4-FFF2-40B4-BE49-F238E27FC236}">
                  <a16:creationId xmlns:a16="http://schemas.microsoft.com/office/drawing/2014/main" id="{330BAD9C-C7F8-4C0F-B960-F6D817186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97" name="Freeform 107">
              <a:extLst>
                <a:ext uri="{FF2B5EF4-FFF2-40B4-BE49-F238E27FC236}">
                  <a16:creationId xmlns:a16="http://schemas.microsoft.com/office/drawing/2014/main" id="{DA96BD86-F542-40E2-998A-C9C508C43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98" name="Freeform 108">
              <a:extLst>
                <a:ext uri="{FF2B5EF4-FFF2-40B4-BE49-F238E27FC236}">
                  <a16:creationId xmlns:a16="http://schemas.microsoft.com/office/drawing/2014/main" id="{FF665BFF-C0B8-4333-B20F-EEB69AE67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399" name="Freeform 109">
              <a:extLst>
                <a:ext uri="{FF2B5EF4-FFF2-40B4-BE49-F238E27FC236}">
                  <a16:creationId xmlns:a16="http://schemas.microsoft.com/office/drawing/2014/main" id="{FA7206A8-BA59-49A0-A5A1-C5A3B0FCE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00" name="Freeform 110">
              <a:extLst>
                <a:ext uri="{FF2B5EF4-FFF2-40B4-BE49-F238E27FC236}">
                  <a16:creationId xmlns:a16="http://schemas.microsoft.com/office/drawing/2014/main" id="{44CEE8CA-C96F-4A8F-8C90-29873CF0A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01" name="Freeform 111">
              <a:extLst>
                <a:ext uri="{FF2B5EF4-FFF2-40B4-BE49-F238E27FC236}">
                  <a16:creationId xmlns:a16="http://schemas.microsoft.com/office/drawing/2014/main" id="{BA41F0AC-CF91-450E-9F69-D9DD5872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02" name="Freeform 112">
              <a:extLst>
                <a:ext uri="{FF2B5EF4-FFF2-40B4-BE49-F238E27FC236}">
                  <a16:creationId xmlns:a16="http://schemas.microsoft.com/office/drawing/2014/main" id="{FD965006-5746-4981-A621-3AC9009A6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03" name="Rectangle 113">
              <a:extLst>
                <a:ext uri="{FF2B5EF4-FFF2-40B4-BE49-F238E27FC236}">
                  <a16:creationId xmlns:a16="http://schemas.microsoft.com/office/drawing/2014/main" id="{115BC9D0-75E4-4FD6-8FD6-2C42B7913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04" name="Freeform 116">
              <a:extLst>
                <a:ext uri="{FF2B5EF4-FFF2-40B4-BE49-F238E27FC236}">
                  <a16:creationId xmlns:a16="http://schemas.microsoft.com/office/drawing/2014/main" id="{253695B8-DAC7-4CC5-B955-A230550FA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05" name="Rectangle 117">
              <a:extLst>
                <a:ext uri="{FF2B5EF4-FFF2-40B4-BE49-F238E27FC236}">
                  <a16:creationId xmlns:a16="http://schemas.microsoft.com/office/drawing/2014/main" id="{53FC2A23-CDBC-46B5-B7D2-3BD1A774D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2022475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Second-level lookahead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06" name="Rectangle 118">
              <a:extLst>
                <a:ext uri="{FF2B5EF4-FFF2-40B4-BE49-F238E27FC236}">
                  <a16:creationId xmlns:a16="http://schemas.microsoft.com/office/drawing/2014/main" id="{57A4E4CF-B589-4D81-A971-3DF8290D0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4875" y="14319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07" name="Rectangle 119">
              <a:extLst>
                <a:ext uri="{FF2B5EF4-FFF2-40B4-BE49-F238E27FC236}">
                  <a16:creationId xmlns:a16="http://schemas.microsoft.com/office/drawing/2014/main" id="{6CC1B723-A5B5-4ED1-B179-142D3B4AC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6950" y="15287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08" name="Rectangle 120">
              <a:extLst>
                <a:ext uri="{FF2B5EF4-FFF2-40B4-BE49-F238E27FC236}">
                  <a16:creationId xmlns:a16="http://schemas.microsoft.com/office/drawing/2014/main" id="{851CB20F-F305-4AD2-947E-9C26EA336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09" name="Rectangle 121">
              <a:extLst>
                <a:ext uri="{FF2B5EF4-FFF2-40B4-BE49-F238E27FC236}">
                  <a16:creationId xmlns:a16="http://schemas.microsoft.com/office/drawing/2014/main" id="{74B8BDAD-9059-4D92-9564-DF308876B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10" name="Rectangle 122">
              <a:extLst>
                <a:ext uri="{FF2B5EF4-FFF2-40B4-BE49-F238E27FC236}">
                  <a16:creationId xmlns:a16="http://schemas.microsoft.com/office/drawing/2014/main" id="{FBA9419F-9B34-46E7-9E0C-73B2A46E6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11" name="Rectangle 123">
              <a:extLst>
                <a:ext uri="{FF2B5EF4-FFF2-40B4-BE49-F238E27FC236}">
                  <a16:creationId xmlns:a16="http://schemas.microsoft.com/office/drawing/2014/main" id="{6DC3D77A-CF78-46CD-8BF3-D05CEC1C0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12" name="Rectangle 124">
              <a:extLst>
                <a:ext uri="{FF2B5EF4-FFF2-40B4-BE49-F238E27FC236}">
                  <a16:creationId xmlns:a16="http://schemas.microsoft.com/office/drawing/2014/main" id="{27B1D908-7548-4AE8-B8F8-5BD0A6D5F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255588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13" name="Rectangle 125">
              <a:extLst>
                <a:ext uri="{FF2B5EF4-FFF2-40B4-BE49-F238E27FC236}">
                  <a16:creationId xmlns:a16="http://schemas.microsoft.com/office/drawing/2014/main" id="{91D477BB-E815-4AA8-B64C-8281C1C06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14" name="Rectangle 126">
              <a:extLst>
                <a:ext uri="{FF2B5EF4-FFF2-40B4-BE49-F238E27FC236}">
                  <a16:creationId xmlns:a16="http://schemas.microsoft.com/office/drawing/2014/main" id="{C52A2ACF-D6F3-4EDC-9356-644CC3A2E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15" name="Rectangle 127">
              <a:extLst>
                <a:ext uri="{FF2B5EF4-FFF2-40B4-BE49-F238E27FC236}">
                  <a16:creationId xmlns:a16="http://schemas.microsoft.com/office/drawing/2014/main" id="{851795E4-DE48-4C0D-8B24-05B40AA8D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16" name="Rectangle 128">
              <a:extLst>
                <a:ext uri="{FF2B5EF4-FFF2-40B4-BE49-F238E27FC236}">
                  <a16:creationId xmlns:a16="http://schemas.microsoft.com/office/drawing/2014/main" id="{B92B2AD6-CA11-47E6-B7EC-DA8E2C2BB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25558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17" name="Rectangle 129">
              <a:extLst>
                <a:ext uri="{FF2B5EF4-FFF2-40B4-BE49-F238E27FC236}">
                  <a16:creationId xmlns:a16="http://schemas.microsoft.com/office/drawing/2014/main" id="{403CCD0A-C2E1-4C9B-875D-B73745A3B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18" name="Rectangle 130">
              <a:extLst>
                <a:ext uri="{FF2B5EF4-FFF2-40B4-BE49-F238E27FC236}">
                  <a16:creationId xmlns:a16="http://schemas.microsoft.com/office/drawing/2014/main" id="{44D19890-177E-4681-9985-05351A35B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19" name="Rectangle 131">
              <a:extLst>
                <a:ext uri="{FF2B5EF4-FFF2-40B4-BE49-F238E27FC236}">
                  <a16:creationId xmlns:a16="http://schemas.microsoft.com/office/drawing/2014/main" id="{D56DEC7F-BFA9-4912-B34F-90BE4E716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20" name="Rectangle 132">
              <a:extLst>
                <a:ext uri="{FF2B5EF4-FFF2-40B4-BE49-F238E27FC236}">
                  <a16:creationId xmlns:a16="http://schemas.microsoft.com/office/drawing/2014/main" id="{5CE40955-B530-4C04-AF40-34A77BD2C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25558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21" name="Rectangle 133">
              <a:extLst>
                <a:ext uri="{FF2B5EF4-FFF2-40B4-BE49-F238E27FC236}">
                  <a16:creationId xmlns:a16="http://schemas.microsoft.com/office/drawing/2014/main" id="{99DEAEA7-7C2F-425E-93E4-D5849017E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22" name="Rectangle 134">
              <a:extLst>
                <a:ext uri="{FF2B5EF4-FFF2-40B4-BE49-F238E27FC236}">
                  <a16:creationId xmlns:a16="http://schemas.microsoft.com/office/drawing/2014/main" id="{780AC149-AB21-4782-BC4B-8E33D0D5F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23" name="Rectangle 135">
              <a:extLst>
                <a:ext uri="{FF2B5EF4-FFF2-40B4-BE49-F238E27FC236}">
                  <a16:creationId xmlns:a16="http://schemas.microsoft.com/office/drawing/2014/main" id="{D69AEDBA-57DC-407A-B980-DEF6B80B0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24" name="Rectangle 136">
              <a:extLst>
                <a:ext uri="{FF2B5EF4-FFF2-40B4-BE49-F238E27FC236}">
                  <a16:creationId xmlns:a16="http://schemas.microsoft.com/office/drawing/2014/main" id="{25C6BEAF-4EBB-4A42-87E5-F8419E9E3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211138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25" name="Rectangle 137">
              <a:extLst>
                <a:ext uri="{FF2B5EF4-FFF2-40B4-BE49-F238E27FC236}">
                  <a16:creationId xmlns:a16="http://schemas.microsoft.com/office/drawing/2014/main" id="{12A65272-5CAD-4892-B28D-FF3B42C88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26" name="Rectangle 138">
              <a:extLst>
                <a:ext uri="{FF2B5EF4-FFF2-40B4-BE49-F238E27FC236}">
                  <a16:creationId xmlns:a16="http://schemas.microsoft.com/office/drawing/2014/main" id="{93DA23A8-B4D6-4D3F-98BA-D3CABCB14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27" name="Rectangle 139">
              <a:extLst>
                <a:ext uri="{FF2B5EF4-FFF2-40B4-BE49-F238E27FC236}">
                  <a16:creationId xmlns:a16="http://schemas.microsoft.com/office/drawing/2014/main" id="{BF77AD73-8F9D-40BF-84AF-C1BC24CFC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28" name="Rectangle 140">
              <a:extLst>
                <a:ext uri="{FF2B5EF4-FFF2-40B4-BE49-F238E27FC236}">
                  <a16:creationId xmlns:a16="http://schemas.microsoft.com/office/drawing/2014/main" id="{D5CC5803-25DF-432E-92E1-BC0DF9ED0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29" name="Rectangle 141">
              <a:extLst>
                <a:ext uri="{FF2B5EF4-FFF2-40B4-BE49-F238E27FC236}">
                  <a16:creationId xmlns:a16="http://schemas.microsoft.com/office/drawing/2014/main" id="{5E8DD7DE-0D58-4DDE-9365-27E0E171B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30" name="Rectangle 142">
              <a:extLst>
                <a:ext uri="{FF2B5EF4-FFF2-40B4-BE49-F238E27FC236}">
                  <a16:creationId xmlns:a16="http://schemas.microsoft.com/office/drawing/2014/main" id="{49E1DB3E-0E4F-4526-B788-3F9CB1743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31" name="Rectangle 143">
              <a:extLst>
                <a:ext uri="{FF2B5EF4-FFF2-40B4-BE49-F238E27FC236}">
                  <a16:creationId xmlns:a16="http://schemas.microsoft.com/office/drawing/2014/main" id="{C7FB894D-25B2-4805-B28D-4BC6A7E9F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32" name="Rectangle 144">
              <a:extLst>
                <a:ext uri="{FF2B5EF4-FFF2-40B4-BE49-F238E27FC236}">
                  <a16:creationId xmlns:a16="http://schemas.microsoft.com/office/drawing/2014/main" id="{E4AFDFE3-76AF-4995-81F5-5A047116B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33" name="Rectangle 145">
              <a:extLst>
                <a:ext uri="{FF2B5EF4-FFF2-40B4-BE49-F238E27FC236}">
                  <a16:creationId xmlns:a16="http://schemas.microsoft.com/office/drawing/2014/main" id="{5DD283CA-1059-447F-BC79-48681DCB9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34" name="Rectangle 146">
              <a:extLst>
                <a:ext uri="{FF2B5EF4-FFF2-40B4-BE49-F238E27FC236}">
                  <a16:creationId xmlns:a16="http://schemas.microsoft.com/office/drawing/2014/main" id="{9534B5A5-DC15-4A1E-BDF0-492479B53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35" name="Rectangle 147">
              <a:extLst>
                <a:ext uri="{FF2B5EF4-FFF2-40B4-BE49-F238E27FC236}">
                  <a16:creationId xmlns:a16="http://schemas.microsoft.com/office/drawing/2014/main" id="{FF1E367C-A4ED-4D67-9912-EF08DE11E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16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36" name="Rectangle 148">
              <a:extLst>
                <a:ext uri="{FF2B5EF4-FFF2-40B4-BE49-F238E27FC236}">
                  <a16:creationId xmlns:a16="http://schemas.microsoft.com/office/drawing/2014/main" id="{31DE1C1A-FD0F-40CE-804A-5DE2E2E2F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37" name="Freeform 149">
              <a:extLst>
                <a:ext uri="{FF2B5EF4-FFF2-40B4-BE49-F238E27FC236}">
                  <a16:creationId xmlns:a16="http://schemas.microsoft.com/office/drawing/2014/main" id="{03ED9663-B92C-4A53-BD35-3A07F7A0E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38" name="Freeform 150">
              <a:extLst>
                <a:ext uri="{FF2B5EF4-FFF2-40B4-BE49-F238E27FC236}">
                  <a16:creationId xmlns:a16="http://schemas.microsoft.com/office/drawing/2014/main" id="{6D4BEBCC-CEBC-4224-810E-867901B14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39" name="Rectangle 151">
              <a:extLst>
                <a:ext uri="{FF2B5EF4-FFF2-40B4-BE49-F238E27FC236}">
                  <a16:creationId xmlns:a16="http://schemas.microsoft.com/office/drawing/2014/main" id="{6319E86A-CD36-409F-B554-6B9AE0B1E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40" name="Rectangle 152">
              <a:extLst>
                <a:ext uri="{FF2B5EF4-FFF2-40B4-BE49-F238E27FC236}">
                  <a16:creationId xmlns:a16="http://schemas.microsoft.com/office/drawing/2014/main" id="{A20FF209-8062-41AF-832D-7943BFAA6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41" name="Rectangle 153">
              <a:extLst>
                <a:ext uri="{FF2B5EF4-FFF2-40B4-BE49-F238E27FC236}">
                  <a16:creationId xmlns:a16="http://schemas.microsoft.com/office/drawing/2014/main" id="{8AB4C182-FB04-4FFF-953C-0034391CB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42" name="Rectangle 154">
              <a:extLst>
                <a:ext uri="{FF2B5EF4-FFF2-40B4-BE49-F238E27FC236}">
                  <a16:creationId xmlns:a16="http://schemas.microsoft.com/office/drawing/2014/main" id="{12884082-D9D4-4B6D-B176-534B32079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43" name="Rectangle 155">
              <a:extLst>
                <a:ext uri="{FF2B5EF4-FFF2-40B4-BE49-F238E27FC236}">
                  <a16:creationId xmlns:a16="http://schemas.microsoft.com/office/drawing/2014/main" id="{8372B06C-F73E-4606-A884-CFD8E7252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44" name="Rectangle 156">
              <a:extLst>
                <a:ext uri="{FF2B5EF4-FFF2-40B4-BE49-F238E27FC236}">
                  <a16:creationId xmlns:a16="http://schemas.microsoft.com/office/drawing/2014/main" id="{FDD420F2-FD1C-4479-B2C8-3CD30EB50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45" name="Rectangle 157">
              <a:extLst>
                <a:ext uri="{FF2B5EF4-FFF2-40B4-BE49-F238E27FC236}">
                  <a16:creationId xmlns:a16="http://schemas.microsoft.com/office/drawing/2014/main" id="{39428357-4E9A-467B-8068-8AC001882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46" name="Rectangle 158">
              <a:extLst>
                <a:ext uri="{FF2B5EF4-FFF2-40B4-BE49-F238E27FC236}">
                  <a16:creationId xmlns:a16="http://schemas.microsoft.com/office/drawing/2014/main" id="{5C3520FC-168E-4413-BF36-7E4D2A0A4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47" name="Freeform 159">
              <a:extLst>
                <a:ext uri="{FF2B5EF4-FFF2-40B4-BE49-F238E27FC236}">
                  <a16:creationId xmlns:a16="http://schemas.microsoft.com/office/drawing/2014/main" id="{512BB66E-1063-4062-9844-016C82DA3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48" name="Line 160">
              <a:extLst>
                <a:ext uri="{FF2B5EF4-FFF2-40B4-BE49-F238E27FC236}">
                  <a16:creationId xmlns:a16="http://schemas.microsoft.com/office/drawing/2014/main" id="{7E53D60A-E625-4191-B119-250FC5DF4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49" name="Freeform 161">
              <a:extLst>
                <a:ext uri="{FF2B5EF4-FFF2-40B4-BE49-F238E27FC236}">
                  <a16:creationId xmlns:a16="http://schemas.microsoft.com/office/drawing/2014/main" id="{19E48C92-A77B-4AF7-8444-A497853BD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50" name="Freeform 162">
              <a:extLst>
                <a:ext uri="{FF2B5EF4-FFF2-40B4-BE49-F238E27FC236}">
                  <a16:creationId xmlns:a16="http://schemas.microsoft.com/office/drawing/2014/main" id="{EA966613-B038-41DC-8BD9-B32B864AB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51" name="Rectangle 163">
              <a:extLst>
                <a:ext uri="{FF2B5EF4-FFF2-40B4-BE49-F238E27FC236}">
                  <a16:creationId xmlns:a16="http://schemas.microsoft.com/office/drawing/2014/main" id="{89C75ECE-C0D9-4FFF-AAD6-7F1DA39AB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52" name="Rectangle 164">
              <a:extLst>
                <a:ext uri="{FF2B5EF4-FFF2-40B4-BE49-F238E27FC236}">
                  <a16:creationId xmlns:a16="http://schemas.microsoft.com/office/drawing/2014/main" id="{918AB34F-2B1E-49A7-9E0B-58A0F864C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22225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453" name="Rectangle 165">
              <a:extLst>
                <a:ext uri="{FF2B5EF4-FFF2-40B4-BE49-F238E27FC236}">
                  <a16:creationId xmlns:a16="http://schemas.microsoft.com/office/drawing/2014/main" id="{DFE1BB89-BA54-46A7-8776-452B51EC9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40290" name="TextBox 125">
            <a:extLst>
              <a:ext uri="{FF2B5EF4-FFF2-40B4-BE49-F238E27FC236}">
                <a16:creationId xmlns:a16="http://schemas.microsoft.com/office/drawing/2014/main" id="{E95F4DCC-BCA0-4532-87A6-B7427EADA9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3.17 from the textbook ]</a:t>
            </a:r>
          </a:p>
        </p:txBody>
      </p:sp>
      <p:sp>
        <p:nvSpPr>
          <p:cNvPr id="140291" name="Rectangle 2">
            <a:extLst>
              <a:ext uri="{FF2B5EF4-FFF2-40B4-BE49-F238E27FC236}">
                <a16:creationId xmlns:a16="http://schemas.microsoft.com/office/drawing/2014/main" id="{164D5017-7CAB-491D-A57C-2018EA0387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hierarchical carry-lookahead adder</a:t>
            </a:r>
          </a:p>
        </p:txBody>
      </p:sp>
      <p:sp>
        <p:nvSpPr>
          <p:cNvPr id="140292" name="Freeform 114">
            <a:extLst>
              <a:ext uri="{FF2B5EF4-FFF2-40B4-BE49-F238E27FC236}">
                <a16:creationId xmlns:a16="http://schemas.microsoft.com/office/drawing/2014/main" id="{FFCB55A4-36D2-4BFC-9CF5-E810340606E2}"/>
              </a:ext>
            </a:extLst>
          </p:cNvPr>
          <p:cNvSpPr>
            <a:spLocks/>
          </p:cNvSpPr>
          <p:nvPr/>
        </p:nvSpPr>
        <p:spPr bwMode="auto">
          <a:xfrm>
            <a:off x="101600" y="3257550"/>
            <a:ext cx="127000" cy="42863"/>
          </a:xfrm>
          <a:custGeom>
            <a:avLst/>
            <a:gdLst>
              <a:gd name="T0" fmla="*/ 2147483646 w 160"/>
              <a:gd name="T1" fmla="*/ 0 h 53"/>
              <a:gd name="T2" fmla="*/ 0 w 160"/>
              <a:gd name="T3" fmla="*/ 2147483646 h 53"/>
              <a:gd name="T4" fmla="*/ 2147483646 w 160"/>
              <a:gd name="T5" fmla="*/ 2147483646 h 53"/>
              <a:gd name="T6" fmla="*/ 2147483646 w 160"/>
              <a:gd name="T7" fmla="*/ 2147483646 h 53"/>
              <a:gd name="T8" fmla="*/ 2147483646 w 160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3"/>
              <a:gd name="T17" fmla="*/ 160 w 160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3">
                <a:moveTo>
                  <a:pt x="160" y="0"/>
                </a:moveTo>
                <a:lnTo>
                  <a:pt x="0" y="26"/>
                </a:lnTo>
                <a:lnTo>
                  <a:pt x="160" y="53"/>
                </a:lnTo>
                <a:lnTo>
                  <a:pt x="160" y="26"/>
                </a:lnTo>
                <a:lnTo>
                  <a:pt x="16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0293" name="Freeform 115">
            <a:extLst>
              <a:ext uri="{FF2B5EF4-FFF2-40B4-BE49-F238E27FC236}">
                <a16:creationId xmlns:a16="http://schemas.microsoft.com/office/drawing/2014/main" id="{D0285A3E-75F5-42AF-A407-E41F0723B842}"/>
              </a:ext>
            </a:extLst>
          </p:cNvPr>
          <p:cNvSpPr>
            <a:spLocks/>
          </p:cNvSpPr>
          <p:nvPr/>
        </p:nvSpPr>
        <p:spPr bwMode="auto">
          <a:xfrm>
            <a:off x="228600" y="3276600"/>
            <a:ext cx="1068388" cy="1941513"/>
          </a:xfrm>
          <a:custGeom>
            <a:avLst/>
            <a:gdLst>
              <a:gd name="T0" fmla="*/ 0 w 931"/>
              <a:gd name="T1" fmla="*/ 0 h 3673"/>
              <a:gd name="T2" fmla="*/ 2147483646 w 931"/>
              <a:gd name="T3" fmla="*/ 0 h 3673"/>
              <a:gd name="T4" fmla="*/ 2147483646 w 931"/>
              <a:gd name="T5" fmla="*/ 2147483646 h 3673"/>
              <a:gd name="T6" fmla="*/ 2147483646 w 931"/>
              <a:gd name="T7" fmla="*/ 2147483646 h 3673"/>
              <a:gd name="T8" fmla="*/ 0 60000 65536"/>
              <a:gd name="T9" fmla="*/ 0 60000 65536"/>
              <a:gd name="T10" fmla="*/ 0 60000 65536"/>
              <a:gd name="T11" fmla="*/ 0 60000 65536"/>
              <a:gd name="T12" fmla="*/ 0 w 931"/>
              <a:gd name="T13" fmla="*/ 0 h 3673"/>
              <a:gd name="T14" fmla="*/ 931 w 931"/>
              <a:gd name="T15" fmla="*/ 3673 h 367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31" h="3673">
                <a:moveTo>
                  <a:pt x="0" y="0"/>
                </a:moveTo>
                <a:lnTo>
                  <a:pt x="559" y="0"/>
                </a:lnTo>
                <a:lnTo>
                  <a:pt x="559" y="3673"/>
                </a:lnTo>
                <a:lnTo>
                  <a:pt x="931" y="3673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313" name="Group 1">
            <a:extLst>
              <a:ext uri="{FF2B5EF4-FFF2-40B4-BE49-F238E27FC236}">
                <a16:creationId xmlns:a16="http://schemas.microsoft.com/office/drawing/2014/main" id="{BDC1D9BD-D616-46F7-AA59-91E428756B41}"/>
              </a:ext>
            </a:extLst>
          </p:cNvPr>
          <p:cNvGrpSpPr>
            <a:grpSpLocks/>
          </p:cNvGrpSpPr>
          <p:nvPr/>
        </p:nvGrpSpPr>
        <p:grpSpPr bwMode="auto">
          <a:xfrm>
            <a:off x="101600" y="1112838"/>
            <a:ext cx="8966200" cy="5287962"/>
            <a:chOff x="101906" y="390525"/>
            <a:chExt cx="8966149" cy="5287963"/>
          </a:xfrm>
        </p:grpSpPr>
        <p:sp>
          <p:nvSpPr>
            <p:cNvPr id="141320" name="Rectangle 4">
              <a:extLst>
                <a:ext uri="{FF2B5EF4-FFF2-40B4-BE49-F238E27FC236}">
                  <a16:creationId xmlns:a16="http://schemas.microsoft.com/office/drawing/2014/main" id="{DCA4B8C3-8D49-4BCC-989C-83DB07C14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1" name="Rectangle 5">
              <a:extLst>
                <a:ext uri="{FF2B5EF4-FFF2-40B4-BE49-F238E27FC236}">
                  <a16:creationId xmlns:a16="http://schemas.microsoft.com/office/drawing/2014/main" id="{91EA6D5B-2578-4976-9DD4-6C8370EDD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2" name="Freeform 6">
              <a:extLst>
                <a:ext uri="{FF2B5EF4-FFF2-40B4-BE49-F238E27FC236}">
                  <a16:creationId xmlns:a16="http://schemas.microsoft.com/office/drawing/2014/main" id="{2A3F98DE-2FE2-435C-ABC8-E249E19FB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3" name="Line 7">
              <a:extLst>
                <a:ext uri="{FF2B5EF4-FFF2-40B4-BE49-F238E27FC236}">
                  <a16:creationId xmlns:a16="http://schemas.microsoft.com/office/drawing/2014/main" id="{1630ED78-506F-4C53-AEA3-A6E5274F86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4" name="Freeform 8">
              <a:extLst>
                <a:ext uri="{FF2B5EF4-FFF2-40B4-BE49-F238E27FC236}">
                  <a16:creationId xmlns:a16="http://schemas.microsoft.com/office/drawing/2014/main" id="{E74E37E2-B0CA-49D9-A30F-71B7F221A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5" name="Line 9">
              <a:extLst>
                <a:ext uri="{FF2B5EF4-FFF2-40B4-BE49-F238E27FC236}">
                  <a16:creationId xmlns:a16="http://schemas.microsoft.com/office/drawing/2014/main" id="{BD39624D-DBCD-4D98-AE15-563E39137B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6" name="Freeform 10">
              <a:extLst>
                <a:ext uri="{FF2B5EF4-FFF2-40B4-BE49-F238E27FC236}">
                  <a16:creationId xmlns:a16="http://schemas.microsoft.com/office/drawing/2014/main" id="{562828C3-7C1F-4F5A-9E9C-DC6CFD61A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7" name="Line 11">
              <a:extLst>
                <a:ext uri="{FF2B5EF4-FFF2-40B4-BE49-F238E27FC236}">
                  <a16:creationId xmlns:a16="http://schemas.microsoft.com/office/drawing/2014/main" id="{9881ED09-91EE-416B-82D0-F10539AD67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8" name="Rectangle 12">
              <a:extLst>
                <a:ext uri="{FF2B5EF4-FFF2-40B4-BE49-F238E27FC236}">
                  <a16:creationId xmlns:a16="http://schemas.microsoft.com/office/drawing/2014/main" id="{A5CCB909-5289-4790-805B-58120954F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29" name="Rectangle 13">
              <a:extLst>
                <a:ext uri="{FF2B5EF4-FFF2-40B4-BE49-F238E27FC236}">
                  <a16:creationId xmlns:a16="http://schemas.microsoft.com/office/drawing/2014/main" id="{31DE7AA6-4D85-457F-9F1A-218A5B0ED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0" name="Rectangle 14">
              <a:extLst>
                <a:ext uri="{FF2B5EF4-FFF2-40B4-BE49-F238E27FC236}">
                  <a16:creationId xmlns:a16="http://schemas.microsoft.com/office/drawing/2014/main" id="{7751B9BD-2FCA-4B8E-90B1-B44F8BB23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1" name="Rectangle 15">
              <a:extLst>
                <a:ext uri="{FF2B5EF4-FFF2-40B4-BE49-F238E27FC236}">
                  <a16:creationId xmlns:a16="http://schemas.microsoft.com/office/drawing/2014/main" id="{F8DC5674-260A-43C4-955C-77885C118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2" name="Freeform 16">
              <a:extLst>
                <a:ext uri="{FF2B5EF4-FFF2-40B4-BE49-F238E27FC236}">
                  <a16:creationId xmlns:a16="http://schemas.microsoft.com/office/drawing/2014/main" id="{11C0144F-C4A5-4E02-A361-CAB6BA923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3" name="Line 17">
              <a:extLst>
                <a:ext uri="{FF2B5EF4-FFF2-40B4-BE49-F238E27FC236}">
                  <a16:creationId xmlns:a16="http://schemas.microsoft.com/office/drawing/2014/main" id="{C4899A76-CE32-4BB6-A176-35FCBA96B0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4" name="Freeform 18">
              <a:extLst>
                <a:ext uri="{FF2B5EF4-FFF2-40B4-BE49-F238E27FC236}">
                  <a16:creationId xmlns:a16="http://schemas.microsoft.com/office/drawing/2014/main" id="{8B742A94-5A92-468C-B3AE-DB1A57E2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5" name="Line 19">
              <a:extLst>
                <a:ext uri="{FF2B5EF4-FFF2-40B4-BE49-F238E27FC236}">
                  <a16:creationId xmlns:a16="http://schemas.microsoft.com/office/drawing/2014/main" id="{B443D8CF-F7C5-4AAC-8D9C-7546848E29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6" name="Rectangle 20">
              <a:extLst>
                <a:ext uri="{FF2B5EF4-FFF2-40B4-BE49-F238E27FC236}">
                  <a16:creationId xmlns:a16="http://schemas.microsoft.com/office/drawing/2014/main" id="{E1492A9E-06FA-4973-890B-3E43FBC3D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7" name="Rectangle 21">
              <a:extLst>
                <a:ext uri="{FF2B5EF4-FFF2-40B4-BE49-F238E27FC236}">
                  <a16:creationId xmlns:a16="http://schemas.microsoft.com/office/drawing/2014/main" id="{6EE6B1F2-B026-4231-AB23-3366A7CEA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8" name="Rectangle 22">
              <a:extLst>
                <a:ext uri="{FF2B5EF4-FFF2-40B4-BE49-F238E27FC236}">
                  <a16:creationId xmlns:a16="http://schemas.microsoft.com/office/drawing/2014/main" id="{A8F86A6C-51DE-4E39-A5AF-7C8403864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39" name="Rectangle 23">
              <a:extLst>
                <a:ext uri="{FF2B5EF4-FFF2-40B4-BE49-F238E27FC236}">
                  <a16:creationId xmlns:a16="http://schemas.microsoft.com/office/drawing/2014/main" id="{87DA8734-C4D5-4D0E-8F4E-EBD8FA190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40" name="Freeform 24">
              <a:extLst>
                <a:ext uri="{FF2B5EF4-FFF2-40B4-BE49-F238E27FC236}">
                  <a16:creationId xmlns:a16="http://schemas.microsoft.com/office/drawing/2014/main" id="{0BE2598F-AC76-4D21-869D-A6E039D13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41" name="Line 25">
              <a:extLst>
                <a:ext uri="{FF2B5EF4-FFF2-40B4-BE49-F238E27FC236}">
                  <a16:creationId xmlns:a16="http://schemas.microsoft.com/office/drawing/2014/main" id="{1B519C8E-140C-450E-A739-FAF3F4C65B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91564" y="1581150"/>
              <a:ext cx="848819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42" name="Freeform 26">
              <a:extLst>
                <a:ext uri="{FF2B5EF4-FFF2-40B4-BE49-F238E27FC236}">
                  <a16:creationId xmlns:a16="http://schemas.microsoft.com/office/drawing/2014/main" id="{757584BB-6AD3-46E8-A191-94971AB33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43" name="Line 27">
              <a:extLst>
                <a:ext uri="{FF2B5EF4-FFF2-40B4-BE49-F238E27FC236}">
                  <a16:creationId xmlns:a16="http://schemas.microsoft.com/office/drawing/2014/main" id="{9E0BF679-EA3D-46EE-8FE0-5C7C41C3B8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44" name="Freeform 28">
              <a:extLst>
                <a:ext uri="{FF2B5EF4-FFF2-40B4-BE49-F238E27FC236}">
                  <a16:creationId xmlns:a16="http://schemas.microsoft.com/office/drawing/2014/main" id="{54A6C366-0802-4F4E-BE7F-2CB7D1842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45" name="Line 29">
              <a:extLst>
                <a:ext uri="{FF2B5EF4-FFF2-40B4-BE49-F238E27FC236}">
                  <a16:creationId xmlns:a16="http://schemas.microsoft.com/office/drawing/2014/main" id="{2A3A8FBD-C763-452E-83A0-63E52EACCB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46" name="Rectangle 30">
              <a:extLst>
                <a:ext uri="{FF2B5EF4-FFF2-40B4-BE49-F238E27FC236}">
                  <a16:creationId xmlns:a16="http://schemas.microsoft.com/office/drawing/2014/main" id="{F8707A70-2F17-4B73-AD3B-C803F1AC0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47" name="Rectangle 31">
              <a:extLst>
                <a:ext uri="{FF2B5EF4-FFF2-40B4-BE49-F238E27FC236}">
                  <a16:creationId xmlns:a16="http://schemas.microsoft.com/office/drawing/2014/main" id="{6F44AF5A-43E3-4D78-93C2-52FECAB5C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48" name="Rectangle 32">
              <a:extLst>
                <a:ext uri="{FF2B5EF4-FFF2-40B4-BE49-F238E27FC236}">
                  <a16:creationId xmlns:a16="http://schemas.microsoft.com/office/drawing/2014/main" id="{044931BB-1B19-4259-BF69-3F9FE5BAE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49" name="Rectangle 33">
              <a:extLst>
                <a:ext uri="{FF2B5EF4-FFF2-40B4-BE49-F238E27FC236}">
                  <a16:creationId xmlns:a16="http://schemas.microsoft.com/office/drawing/2014/main" id="{D003B243-80F9-4A51-80E4-754E325C1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50" name="Rectangle 34">
              <a:extLst>
                <a:ext uri="{FF2B5EF4-FFF2-40B4-BE49-F238E27FC236}">
                  <a16:creationId xmlns:a16="http://schemas.microsoft.com/office/drawing/2014/main" id="{7F47EA13-B1B3-4216-AABD-CE44E08DA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51" name="Rectangle 35">
              <a:extLst>
                <a:ext uri="{FF2B5EF4-FFF2-40B4-BE49-F238E27FC236}">
                  <a16:creationId xmlns:a16="http://schemas.microsoft.com/office/drawing/2014/main" id="{E9A00C55-E779-4CB1-AB6C-AAF4E3FC7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52" name="Rectangle 36">
              <a:extLst>
                <a:ext uri="{FF2B5EF4-FFF2-40B4-BE49-F238E27FC236}">
                  <a16:creationId xmlns:a16="http://schemas.microsoft.com/office/drawing/2014/main" id="{B45A18D7-4C2A-4EE1-90AF-98427C0EE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53" name="Rectangle 37">
              <a:extLst>
                <a:ext uri="{FF2B5EF4-FFF2-40B4-BE49-F238E27FC236}">
                  <a16:creationId xmlns:a16="http://schemas.microsoft.com/office/drawing/2014/main" id="{CA9DEA24-016A-4DDD-87E7-58362F095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54" name="Freeform 38">
              <a:extLst>
                <a:ext uri="{FF2B5EF4-FFF2-40B4-BE49-F238E27FC236}">
                  <a16:creationId xmlns:a16="http://schemas.microsoft.com/office/drawing/2014/main" id="{AA8A6659-3527-46EF-8A8F-905D9351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55" name="Freeform 39">
              <a:extLst>
                <a:ext uri="{FF2B5EF4-FFF2-40B4-BE49-F238E27FC236}">
                  <a16:creationId xmlns:a16="http://schemas.microsoft.com/office/drawing/2014/main" id="{870071A3-CF15-49A3-8369-FE70F80F8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56" name="Freeform 40">
              <a:extLst>
                <a:ext uri="{FF2B5EF4-FFF2-40B4-BE49-F238E27FC236}">
                  <a16:creationId xmlns:a16="http://schemas.microsoft.com/office/drawing/2014/main" id="{7511D586-FF93-4630-BC55-475542BF1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57" name="Rectangle 41">
              <a:extLst>
                <a:ext uri="{FF2B5EF4-FFF2-40B4-BE49-F238E27FC236}">
                  <a16:creationId xmlns:a16="http://schemas.microsoft.com/office/drawing/2014/main" id="{13D41898-FAC1-4040-B568-C271A5B76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58" name="Rectangle 42">
              <a:extLst>
                <a:ext uri="{FF2B5EF4-FFF2-40B4-BE49-F238E27FC236}">
                  <a16:creationId xmlns:a16="http://schemas.microsoft.com/office/drawing/2014/main" id="{5F54EDC9-C576-42BD-81F2-FC7FF9499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59" name="Rectangle 43">
              <a:extLst>
                <a:ext uri="{FF2B5EF4-FFF2-40B4-BE49-F238E27FC236}">
                  <a16:creationId xmlns:a16="http://schemas.microsoft.com/office/drawing/2014/main" id="{2BB8AE0E-5D68-488A-B152-89B782EF7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60" name="Rectangle 44">
              <a:extLst>
                <a:ext uri="{FF2B5EF4-FFF2-40B4-BE49-F238E27FC236}">
                  <a16:creationId xmlns:a16="http://schemas.microsoft.com/office/drawing/2014/main" id="{5580C3F3-2F4D-4377-B826-E3219A82D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61" name="Rectangle 45">
              <a:extLst>
                <a:ext uri="{FF2B5EF4-FFF2-40B4-BE49-F238E27FC236}">
                  <a16:creationId xmlns:a16="http://schemas.microsoft.com/office/drawing/2014/main" id="{17A01317-A899-4728-BE62-55A39CFE8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62" name="Rectangle 46">
              <a:extLst>
                <a:ext uri="{FF2B5EF4-FFF2-40B4-BE49-F238E27FC236}">
                  <a16:creationId xmlns:a16="http://schemas.microsoft.com/office/drawing/2014/main" id="{1DCEE966-BBBA-409A-9EE8-7DA0695C9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63" name="Rectangle 47">
              <a:extLst>
                <a:ext uri="{FF2B5EF4-FFF2-40B4-BE49-F238E27FC236}">
                  <a16:creationId xmlns:a16="http://schemas.microsoft.com/office/drawing/2014/main" id="{F08D20EA-0B96-410E-A4B6-1FA9EFCD2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64" name="Rectangle 48">
              <a:extLst>
                <a:ext uri="{FF2B5EF4-FFF2-40B4-BE49-F238E27FC236}">
                  <a16:creationId xmlns:a16="http://schemas.microsoft.com/office/drawing/2014/main" id="{913F3E4E-7755-408F-8C68-DAF91F12F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65" name="Freeform 49">
              <a:extLst>
                <a:ext uri="{FF2B5EF4-FFF2-40B4-BE49-F238E27FC236}">
                  <a16:creationId xmlns:a16="http://schemas.microsoft.com/office/drawing/2014/main" id="{0D32F2AB-1D25-4AD8-96A0-C523C3728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66" name="Line 50">
              <a:extLst>
                <a:ext uri="{FF2B5EF4-FFF2-40B4-BE49-F238E27FC236}">
                  <a16:creationId xmlns:a16="http://schemas.microsoft.com/office/drawing/2014/main" id="{29035CE3-618F-4731-8275-FB798E09E8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67" name="Line 51">
              <a:extLst>
                <a:ext uri="{FF2B5EF4-FFF2-40B4-BE49-F238E27FC236}">
                  <a16:creationId xmlns:a16="http://schemas.microsoft.com/office/drawing/2014/main" id="{7E1FFA37-D5F0-4D34-BF97-920A1510BD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68" name="Freeform 52">
              <a:extLst>
                <a:ext uri="{FF2B5EF4-FFF2-40B4-BE49-F238E27FC236}">
                  <a16:creationId xmlns:a16="http://schemas.microsoft.com/office/drawing/2014/main" id="{BCC4F054-5269-42A8-9982-B43DC02B1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69" name="Freeform 53">
              <a:extLst>
                <a:ext uri="{FF2B5EF4-FFF2-40B4-BE49-F238E27FC236}">
                  <a16:creationId xmlns:a16="http://schemas.microsoft.com/office/drawing/2014/main" id="{4D2D6661-7456-4775-B19F-AB8DAFEE6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70" name="Freeform 54">
              <a:extLst>
                <a:ext uri="{FF2B5EF4-FFF2-40B4-BE49-F238E27FC236}">
                  <a16:creationId xmlns:a16="http://schemas.microsoft.com/office/drawing/2014/main" id="{BFF269FC-3445-4CA2-9011-CC7C16067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71" name="Freeform 55">
              <a:extLst>
                <a:ext uri="{FF2B5EF4-FFF2-40B4-BE49-F238E27FC236}">
                  <a16:creationId xmlns:a16="http://schemas.microsoft.com/office/drawing/2014/main" id="{16691CD3-0C74-4158-A8B6-EFDAC75AA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72" name="Freeform 56">
              <a:extLst>
                <a:ext uri="{FF2B5EF4-FFF2-40B4-BE49-F238E27FC236}">
                  <a16:creationId xmlns:a16="http://schemas.microsoft.com/office/drawing/2014/main" id="{AA89B20C-846F-4F43-9346-73EEA0C61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73" name="Freeform 57">
              <a:extLst>
                <a:ext uri="{FF2B5EF4-FFF2-40B4-BE49-F238E27FC236}">
                  <a16:creationId xmlns:a16="http://schemas.microsoft.com/office/drawing/2014/main" id="{E1275B21-D323-49DC-AD8C-45196FEC2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74" name="Freeform 58">
              <a:extLst>
                <a:ext uri="{FF2B5EF4-FFF2-40B4-BE49-F238E27FC236}">
                  <a16:creationId xmlns:a16="http://schemas.microsoft.com/office/drawing/2014/main" id="{B59AFED4-4CEB-4706-A7BA-1E429C349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75" name="Freeform 59">
              <a:extLst>
                <a:ext uri="{FF2B5EF4-FFF2-40B4-BE49-F238E27FC236}">
                  <a16:creationId xmlns:a16="http://schemas.microsoft.com/office/drawing/2014/main" id="{5248C744-1B2A-492A-AA7F-798BB2219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76" name="Freeform 60">
              <a:extLst>
                <a:ext uri="{FF2B5EF4-FFF2-40B4-BE49-F238E27FC236}">
                  <a16:creationId xmlns:a16="http://schemas.microsoft.com/office/drawing/2014/main" id="{40FDF3CB-2D37-42B2-AF52-F19D7E599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77" name="Line 61">
              <a:extLst>
                <a:ext uri="{FF2B5EF4-FFF2-40B4-BE49-F238E27FC236}">
                  <a16:creationId xmlns:a16="http://schemas.microsoft.com/office/drawing/2014/main" id="{D5A7486C-758C-4FD5-865D-C989C1C866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78" name="Rectangle 62">
              <a:extLst>
                <a:ext uri="{FF2B5EF4-FFF2-40B4-BE49-F238E27FC236}">
                  <a16:creationId xmlns:a16="http://schemas.microsoft.com/office/drawing/2014/main" id="{027777D0-BE8B-4ACD-8E85-E052A975D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79" name="Freeform 63">
              <a:extLst>
                <a:ext uri="{FF2B5EF4-FFF2-40B4-BE49-F238E27FC236}">
                  <a16:creationId xmlns:a16="http://schemas.microsoft.com/office/drawing/2014/main" id="{125F290D-F066-4AA6-AE4B-746BD99B1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80" name="Line 64">
              <a:extLst>
                <a:ext uri="{FF2B5EF4-FFF2-40B4-BE49-F238E27FC236}">
                  <a16:creationId xmlns:a16="http://schemas.microsoft.com/office/drawing/2014/main" id="{070B0389-DAD8-429D-9BE0-F840A44260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81" name="Freeform 65">
              <a:extLst>
                <a:ext uri="{FF2B5EF4-FFF2-40B4-BE49-F238E27FC236}">
                  <a16:creationId xmlns:a16="http://schemas.microsoft.com/office/drawing/2014/main" id="{FD6B7615-E5A6-40E5-8721-A03F3DD75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82" name="Line 66">
              <a:extLst>
                <a:ext uri="{FF2B5EF4-FFF2-40B4-BE49-F238E27FC236}">
                  <a16:creationId xmlns:a16="http://schemas.microsoft.com/office/drawing/2014/main" id="{E0566491-2556-492E-B64F-82557C7339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83" name="Freeform 67">
              <a:extLst>
                <a:ext uri="{FF2B5EF4-FFF2-40B4-BE49-F238E27FC236}">
                  <a16:creationId xmlns:a16="http://schemas.microsoft.com/office/drawing/2014/main" id="{61C918D6-A293-4190-993F-C2340FA35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84" name="Line 68">
              <a:extLst>
                <a:ext uri="{FF2B5EF4-FFF2-40B4-BE49-F238E27FC236}">
                  <a16:creationId xmlns:a16="http://schemas.microsoft.com/office/drawing/2014/main" id="{99207DE5-CB2B-4C64-89B6-29FAD40C8E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85" name="Freeform 69">
              <a:extLst>
                <a:ext uri="{FF2B5EF4-FFF2-40B4-BE49-F238E27FC236}">
                  <a16:creationId xmlns:a16="http://schemas.microsoft.com/office/drawing/2014/main" id="{158FBEDD-A532-41DA-B8D7-09B578CDC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86" name="Line 70">
              <a:extLst>
                <a:ext uri="{FF2B5EF4-FFF2-40B4-BE49-F238E27FC236}">
                  <a16:creationId xmlns:a16="http://schemas.microsoft.com/office/drawing/2014/main" id="{267D1562-1C36-4827-AF57-EF9D4DAF0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87" name="Line 71">
              <a:extLst>
                <a:ext uri="{FF2B5EF4-FFF2-40B4-BE49-F238E27FC236}">
                  <a16:creationId xmlns:a16="http://schemas.microsoft.com/office/drawing/2014/main" id="{B7AB4DF1-88FE-4562-8339-7413FB1FB3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88" name="Line 72">
              <a:extLst>
                <a:ext uri="{FF2B5EF4-FFF2-40B4-BE49-F238E27FC236}">
                  <a16:creationId xmlns:a16="http://schemas.microsoft.com/office/drawing/2014/main" id="{5998A3CB-1F0D-458E-ACF5-60DBDBC62B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89" name="Line 73">
              <a:extLst>
                <a:ext uri="{FF2B5EF4-FFF2-40B4-BE49-F238E27FC236}">
                  <a16:creationId xmlns:a16="http://schemas.microsoft.com/office/drawing/2014/main" id="{20943BCB-5E4C-42FF-8971-92F9F86290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0" name="Line 74">
              <a:extLst>
                <a:ext uri="{FF2B5EF4-FFF2-40B4-BE49-F238E27FC236}">
                  <a16:creationId xmlns:a16="http://schemas.microsoft.com/office/drawing/2014/main" id="{5DCC9CC5-C7A1-4B19-9049-F7B074DCEC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1" name="Rectangle 75">
              <a:extLst>
                <a:ext uri="{FF2B5EF4-FFF2-40B4-BE49-F238E27FC236}">
                  <a16:creationId xmlns:a16="http://schemas.microsoft.com/office/drawing/2014/main" id="{153A3AC8-0C35-4905-97B5-2D04EAB7C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2" name="Freeform 76">
              <a:extLst>
                <a:ext uri="{FF2B5EF4-FFF2-40B4-BE49-F238E27FC236}">
                  <a16:creationId xmlns:a16="http://schemas.microsoft.com/office/drawing/2014/main" id="{390F2EA7-F594-495B-AC46-17DFFE1A1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3" name="Line 77">
              <a:extLst>
                <a:ext uri="{FF2B5EF4-FFF2-40B4-BE49-F238E27FC236}">
                  <a16:creationId xmlns:a16="http://schemas.microsoft.com/office/drawing/2014/main" id="{2602C4D5-DEA5-42AD-A066-37E7335C1C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4" name="Freeform 78">
              <a:extLst>
                <a:ext uri="{FF2B5EF4-FFF2-40B4-BE49-F238E27FC236}">
                  <a16:creationId xmlns:a16="http://schemas.microsoft.com/office/drawing/2014/main" id="{A514232F-9FA4-46E9-A586-761D0E4A7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5" name="Line 79">
              <a:extLst>
                <a:ext uri="{FF2B5EF4-FFF2-40B4-BE49-F238E27FC236}">
                  <a16:creationId xmlns:a16="http://schemas.microsoft.com/office/drawing/2014/main" id="{0F320DD8-FB01-4544-8193-B7FB345E6A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6" name="Line 80">
              <a:extLst>
                <a:ext uri="{FF2B5EF4-FFF2-40B4-BE49-F238E27FC236}">
                  <a16:creationId xmlns:a16="http://schemas.microsoft.com/office/drawing/2014/main" id="{A2B0CD72-7AE1-472C-97C6-436795012E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7" name="Line 81">
              <a:extLst>
                <a:ext uri="{FF2B5EF4-FFF2-40B4-BE49-F238E27FC236}">
                  <a16:creationId xmlns:a16="http://schemas.microsoft.com/office/drawing/2014/main" id="{E9B6D9D2-13B2-44ED-9B66-5D2C58913D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8" name="Freeform 82">
              <a:extLst>
                <a:ext uri="{FF2B5EF4-FFF2-40B4-BE49-F238E27FC236}">
                  <a16:creationId xmlns:a16="http://schemas.microsoft.com/office/drawing/2014/main" id="{0AA695FE-FA98-4119-8636-5FC05CB06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399" name="Freeform 83">
              <a:extLst>
                <a:ext uri="{FF2B5EF4-FFF2-40B4-BE49-F238E27FC236}">
                  <a16:creationId xmlns:a16="http://schemas.microsoft.com/office/drawing/2014/main" id="{2D860965-CB21-440A-9388-6AF2B971B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0" name="Freeform 84">
              <a:extLst>
                <a:ext uri="{FF2B5EF4-FFF2-40B4-BE49-F238E27FC236}">
                  <a16:creationId xmlns:a16="http://schemas.microsoft.com/office/drawing/2014/main" id="{EC8BCBD3-2777-41FE-8C1C-99E7CC4D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1" name="Freeform 85">
              <a:extLst>
                <a:ext uri="{FF2B5EF4-FFF2-40B4-BE49-F238E27FC236}">
                  <a16:creationId xmlns:a16="http://schemas.microsoft.com/office/drawing/2014/main" id="{DD3D1EB9-841D-4760-99BC-212967860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2" name="Freeform 86">
              <a:extLst>
                <a:ext uri="{FF2B5EF4-FFF2-40B4-BE49-F238E27FC236}">
                  <a16:creationId xmlns:a16="http://schemas.microsoft.com/office/drawing/2014/main" id="{F51C1B11-5AD9-4EA3-9CFA-D303C6233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3" name="Freeform 87">
              <a:extLst>
                <a:ext uri="{FF2B5EF4-FFF2-40B4-BE49-F238E27FC236}">
                  <a16:creationId xmlns:a16="http://schemas.microsoft.com/office/drawing/2014/main" id="{E43BAA7A-F76A-4B12-AE2D-279BFA1A2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4" name="Freeform 88">
              <a:extLst>
                <a:ext uri="{FF2B5EF4-FFF2-40B4-BE49-F238E27FC236}">
                  <a16:creationId xmlns:a16="http://schemas.microsoft.com/office/drawing/2014/main" id="{E8AD1091-51AA-41C3-8887-D824E2FDE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5" name="Freeform 89">
              <a:extLst>
                <a:ext uri="{FF2B5EF4-FFF2-40B4-BE49-F238E27FC236}">
                  <a16:creationId xmlns:a16="http://schemas.microsoft.com/office/drawing/2014/main" id="{CA4A260C-B6E5-4F86-B529-A5FB1E766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6" name="Freeform 90">
              <a:extLst>
                <a:ext uri="{FF2B5EF4-FFF2-40B4-BE49-F238E27FC236}">
                  <a16:creationId xmlns:a16="http://schemas.microsoft.com/office/drawing/2014/main" id="{0A5E858A-59E0-4307-BD69-302A7E31D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7" name="Freeform 91">
              <a:extLst>
                <a:ext uri="{FF2B5EF4-FFF2-40B4-BE49-F238E27FC236}">
                  <a16:creationId xmlns:a16="http://schemas.microsoft.com/office/drawing/2014/main" id="{528650E8-B879-4833-A31C-DFD9FFC9C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8" name="Freeform 92">
              <a:extLst>
                <a:ext uri="{FF2B5EF4-FFF2-40B4-BE49-F238E27FC236}">
                  <a16:creationId xmlns:a16="http://schemas.microsoft.com/office/drawing/2014/main" id="{8D84177C-2485-40F0-A0E0-3F6581E91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09" name="Freeform 93">
              <a:extLst>
                <a:ext uri="{FF2B5EF4-FFF2-40B4-BE49-F238E27FC236}">
                  <a16:creationId xmlns:a16="http://schemas.microsoft.com/office/drawing/2014/main" id="{18A4DD0D-2983-4FFC-A531-D7CC6B047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10" name="Freeform 94">
              <a:extLst>
                <a:ext uri="{FF2B5EF4-FFF2-40B4-BE49-F238E27FC236}">
                  <a16:creationId xmlns:a16="http://schemas.microsoft.com/office/drawing/2014/main" id="{03271CB4-82A2-4905-96FC-CC9A81BF3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11" name="Freeform 95">
              <a:extLst>
                <a:ext uri="{FF2B5EF4-FFF2-40B4-BE49-F238E27FC236}">
                  <a16:creationId xmlns:a16="http://schemas.microsoft.com/office/drawing/2014/main" id="{0C5872C5-3A9C-4CEC-AD9E-DDD4C372C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12" name="Freeform 96">
              <a:extLst>
                <a:ext uri="{FF2B5EF4-FFF2-40B4-BE49-F238E27FC236}">
                  <a16:creationId xmlns:a16="http://schemas.microsoft.com/office/drawing/2014/main" id="{04CCFE03-A64F-4001-B0F7-BB30756D3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13" name="Freeform 97">
              <a:extLst>
                <a:ext uri="{FF2B5EF4-FFF2-40B4-BE49-F238E27FC236}">
                  <a16:creationId xmlns:a16="http://schemas.microsoft.com/office/drawing/2014/main" id="{722ECC5F-F776-4AA3-9102-338F6607A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14" name="Freeform 98">
              <a:extLst>
                <a:ext uri="{FF2B5EF4-FFF2-40B4-BE49-F238E27FC236}">
                  <a16:creationId xmlns:a16="http://schemas.microsoft.com/office/drawing/2014/main" id="{744BF2D2-6E53-4241-8215-4492E1398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15" name="Freeform 99">
              <a:extLst>
                <a:ext uri="{FF2B5EF4-FFF2-40B4-BE49-F238E27FC236}">
                  <a16:creationId xmlns:a16="http://schemas.microsoft.com/office/drawing/2014/main" id="{C6E52E10-7F89-4B20-8051-1306F57B7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16" name="Freeform 100">
              <a:extLst>
                <a:ext uri="{FF2B5EF4-FFF2-40B4-BE49-F238E27FC236}">
                  <a16:creationId xmlns:a16="http://schemas.microsoft.com/office/drawing/2014/main" id="{0FCE7E96-9B7A-4222-A6FE-C2684DDE2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17" name="Freeform 101">
              <a:extLst>
                <a:ext uri="{FF2B5EF4-FFF2-40B4-BE49-F238E27FC236}">
                  <a16:creationId xmlns:a16="http://schemas.microsoft.com/office/drawing/2014/main" id="{BAE40C0D-96A5-484E-A147-168170071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18" name="Freeform 102">
              <a:extLst>
                <a:ext uri="{FF2B5EF4-FFF2-40B4-BE49-F238E27FC236}">
                  <a16:creationId xmlns:a16="http://schemas.microsoft.com/office/drawing/2014/main" id="{966296A0-5E3A-4FD8-A459-7CC692FA0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19" name="Freeform 103">
              <a:extLst>
                <a:ext uri="{FF2B5EF4-FFF2-40B4-BE49-F238E27FC236}">
                  <a16:creationId xmlns:a16="http://schemas.microsoft.com/office/drawing/2014/main" id="{DC025923-3D88-47AD-A036-90B7B25E1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20" name="Freeform 104">
              <a:extLst>
                <a:ext uri="{FF2B5EF4-FFF2-40B4-BE49-F238E27FC236}">
                  <a16:creationId xmlns:a16="http://schemas.microsoft.com/office/drawing/2014/main" id="{C3CE64B2-4747-4A39-AC29-A939C4772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21" name="Freeform 105">
              <a:extLst>
                <a:ext uri="{FF2B5EF4-FFF2-40B4-BE49-F238E27FC236}">
                  <a16:creationId xmlns:a16="http://schemas.microsoft.com/office/drawing/2014/main" id="{4D0D312D-768E-4A58-BC99-968392ED2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22" name="Freeform 106">
              <a:extLst>
                <a:ext uri="{FF2B5EF4-FFF2-40B4-BE49-F238E27FC236}">
                  <a16:creationId xmlns:a16="http://schemas.microsoft.com/office/drawing/2014/main" id="{4E123E04-6EA0-489A-ACB8-DC297ACE7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23" name="Freeform 107">
              <a:extLst>
                <a:ext uri="{FF2B5EF4-FFF2-40B4-BE49-F238E27FC236}">
                  <a16:creationId xmlns:a16="http://schemas.microsoft.com/office/drawing/2014/main" id="{C546DF33-F2C3-4845-83DF-F6BF19E0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24" name="Freeform 108">
              <a:extLst>
                <a:ext uri="{FF2B5EF4-FFF2-40B4-BE49-F238E27FC236}">
                  <a16:creationId xmlns:a16="http://schemas.microsoft.com/office/drawing/2014/main" id="{F38165CB-C9BE-439F-A549-CFF46939D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25" name="Freeform 109">
              <a:extLst>
                <a:ext uri="{FF2B5EF4-FFF2-40B4-BE49-F238E27FC236}">
                  <a16:creationId xmlns:a16="http://schemas.microsoft.com/office/drawing/2014/main" id="{20577A95-3C31-4195-AD91-D4E432B1C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26" name="Freeform 110">
              <a:extLst>
                <a:ext uri="{FF2B5EF4-FFF2-40B4-BE49-F238E27FC236}">
                  <a16:creationId xmlns:a16="http://schemas.microsoft.com/office/drawing/2014/main" id="{9C9C57A1-6528-4D7A-9068-1AAA7AC20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27" name="Freeform 111">
              <a:extLst>
                <a:ext uri="{FF2B5EF4-FFF2-40B4-BE49-F238E27FC236}">
                  <a16:creationId xmlns:a16="http://schemas.microsoft.com/office/drawing/2014/main" id="{626E1E51-CF5A-4DC9-8BB7-7124AD135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28" name="Freeform 112">
              <a:extLst>
                <a:ext uri="{FF2B5EF4-FFF2-40B4-BE49-F238E27FC236}">
                  <a16:creationId xmlns:a16="http://schemas.microsoft.com/office/drawing/2014/main" id="{83DC4417-4CED-4335-AA9E-0C996AB0A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29" name="Rectangle 113">
              <a:extLst>
                <a:ext uri="{FF2B5EF4-FFF2-40B4-BE49-F238E27FC236}">
                  <a16:creationId xmlns:a16="http://schemas.microsoft.com/office/drawing/2014/main" id="{09739DAB-9ECC-4B00-9199-BC28F0D60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30" name="Freeform 114">
              <a:extLst>
                <a:ext uri="{FF2B5EF4-FFF2-40B4-BE49-F238E27FC236}">
                  <a16:creationId xmlns:a16="http://schemas.microsoft.com/office/drawing/2014/main" id="{47A18A09-B905-4273-B1E6-A26F8A9D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06" y="253524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31" name="Freeform 115">
              <a:extLst>
                <a:ext uri="{FF2B5EF4-FFF2-40B4-BE49-F238E27FC236}">
                  <a16:creationId xmlns:a16="http://schemas.microsoft.com/office/drawing/2014/main" id="{7F309DAA-0F92-49B6-BBE3-BC6D4FDEC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01" y="2554287"/>
              <a:ext cx="1068388" cy="1941512"/>
            </a:xfrm>
            <a:custGeom>
              <a:avLst/>
              <a:gdLst>
                <a:gd name="T0" fmla="*/ 0 w 931"/>
                <a:gd name="T1" fmla="*/ 0 h 3673"/>
                <a:gd name="T2" fmla="*/ 2147483646 w 931"/>
                <a:gd name="T3" fmla="*/ 0 h 3673"/>
                <a:gd name="T4" fmla="*/ 2147483646 w 931"/>
                <a:gd name="T5" fmla="*/ 2147483646 h 3673"/>
                <a:gd name="T6" fmla="*/ 2147483646 w 93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31"/>
                <a:gd name="T13" fmla="*/ 0 h 3673"/>
                <a:gd name="T14" fmla="*/ 931 w 93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31" h="3673">
                  <a:moveTo>
                    <a:pt x="0" y="0"/>
                  </a:moveTo>
                  <a:lnTo>
                    <a:pt x="559" y="0"/>
                  </a:lnTo>
                  <a:lnTo>
                    <a:pt x="559" y="3673"/>
                  </a:lnTo>
                  <a:lnTo>
                    <a:pt x="93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32" name="Freeform 116">
              <a:extLst>
                <a:ext uri="{FF2B5EF4-FFF2-40B4-BE49-F238E27FC236}">
                  <a16:creationId xmlns:a16="http://schemas.microsoft.com/office/drawing/2014/main" id="{05A3800F-97A4-4605-96A4-459106DE6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33" name="Rectangle 117">
              <a:extLst>
                <a:ext uri="{FF2B5EF4-FFF2-40B4-BE49-F238E27FC236}">
                  <a16:creationId xmlns:a16="http://schemas.microsoft.com/office/drawing/2014/main" id="{F3BF336D-19DF-4A34-B3FB-AA4F47EDE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2022475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Second-level lookahead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34" name="Rectangle 118">
              <a:extLst>
                <a:ext uri="{FF2B5EF4-FFF2-40B4-BE49-F238E27FC236}">
                  <a16:creationId xmlns:a16="http://schemas.microsoft.com/office/drawing/2014/main" id="{480918A5-2EA9-4BE6-8933-1EBF89F90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1355" y="14319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35" name="Rectangle 119">
              <a:extLst>
                <a:ext uri="{FF2B5EF4-FFF2-40B4-BE49-F238E27FC236}">
                  <a16:creationId xmlns:a16="http://schemas.microsoft.com/office/drawing/2014/main" id="{4FA3F1C5-D96F-480E-B092-D5B79EEEB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3430" y="15287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36" name="Rectangle 120">
              <a:extLst>
                <a:ext uri="{FF2B5EF4-FFF2-40B4-BE49-F238E27FC236}">
                  <a16:creationId xmlns:a16="http://schemas.microsoft.com/office/drawing/2014/main" id="{B25FE86E-CED5-41F2-9448-B28F1E428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37" name="Rectangle 121">
              <a:extLst>
                <a:ext uri="{FF2B5EF4-FFF2-40B4-BE49-F238E27FC236}">
                  <a16:creationId xmlns:a16="http://schemas.microsoft.com/office/drawing/2014/main" id="{1AD7DAE4-5383-4858-BACF-586BAF850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38" name="Rectangle 122">
              <a:extLst>
                <a:ext uri="{FF2B5EF4-FFF2-40B4-BE49-F238E27FC236}">
                  <a16:creationId xmlns:a16="http://schemas.microsoft.com/office/drawing/2014/main" id="{2725CD65-D6E2-438D-8F5C-D8398747F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39" name="Rectangle 123">
              <a:extLst>
                <a:ext uri="{FF2B5EF4-FFF2-40B4-BE49-F238E27FC236}">
                  <a16:creationId xmlns:a16="http://schemas.microsoft.com/office/drawing/2014/main" id="{A6EF1FAB-774D-4434-8C0E-D7375F57A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40" name="Rectangle 124">
              <a:extLst>
                <a:ext uri="{FF2B5EF4-FFF2-40B4-BE49-F238E27FC236}">
                  <a16:creationId xmlns:a16="http://schemas.microsoft.com/office/drawing/2014/main" id="{12C1F379-898F-47F5-B997-75C4A204A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255588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41" name="Rectangle 125">
              <a:extLst>
                <a:ext uri="{FF2B5EF4-FFF2-40B4-BE49-F238E27FC236}">
                  <a16:creationId xmlns:a16="http://schemas.microsoft.com/office/drawing/2014/main" id="{2C530022-67F0-4B72-969F-D72AC3E40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42" name="Rectangle 126">
              <a:extLst>
                <a:ext uri="{FF2B5EF4-FFF2-40B4-BE49-F238E27FC236}">
                  <a16:creationId xmlns:a16="http://schemas.microsoft.com/office/drawing/2014/main" id="{DD271824-7039-4072-83E0-386DB3C12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43" name="Rectangle 127">
              <a:extLst>
                <a:ext uri="{FF2B5EF4-FFF2-40B4-BE49-F238E27FC236}">
                  <a16:creationId xmlns:a16="http://schemas.microsoft.com/office/drawing/2014/main" id="{7013E4DA-FBC2-4EFD-AB35-5965D1D15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44" name="Rectangle 128">
              <a:extLst>
                <a:ext uri="{FF2B5EF4-FFF2-40B4-BE49-F238E27FC236}">
                  <a16:creationId xmlns:a16="http://schemas.microsoft.com/office/drawing/2014/main" id="{9F131879-4F5B-4931-AC09-E9EC40705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25558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45" name="Rectangle 129">
              <a:extLst>
                <a:ext uri="{FF2B5EF4-FFF2-40B4-BE49-F238E27FC236}">
                  <a16:creationId xmlns:a16="http://schemas.microsoft.com/office/drawing/2014/main" id="{508BFB17-172D-4E71-B735-D591244DB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46" name="Rectangle 130">
              <a:extLst>
                <a:ext uri="{FF2B5EF4-FFF2-40B4-BE49-F238E27FC236}">
                  <a16:creationId xmlns:a16="http://schemas.microsoft.com/office/drawing/2014/main" id="{02C43CFB-414C-482A-B4EA-BC443E5E3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47" name="Rectangle 131">
              <a:extLst>
                <a:ext uri="{FF2B5EF4-FFF2-40B4-BE49-F238E27FC236}">
                  <a16:creationId xmlns:a16="http://schemas.microsoft.com/office/drawing/2014/main" id="{08876D1D-761A-44A3-8007-401CF5512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48" name="Rectangle 132">
              <a:extLst>
                <a:ext uri="{FF2B5EF4-FFF2-40B4-BE49-F238E27FC236}">
                  <a16:creationId xmlns:a16="http://schemas.microsoft.com/office/drawing/2014/main" id="{2A4E9D3D-7B6A-40EA-B82C-DD1282CFF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25558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49" name="Rectangle 133">
              <a:extLst>
                <a:ext uri="{FF2B5EF4-FFF2-40B4-BE49-F238E27FC236}">
                  <a16:creationId xmlns:a16="http://schemas.microsoft.com/office/drawing/2014/main" id="{7A11AAC5-A7ED-447A-BA99-9E339D4D1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50" name="Rectangle 134">
              <a:extLst>
                <a:ext uri="{FF2B5EF4-FFF2-40B4-BE49-F238E27FC236}">
                  <a16:creationId xmlns:a16="http://schemas.microsoft.com/office/drawing/2014/main" id="{4AAF5E12-1041-4AA9-9C1D-7B81620B5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51" name="Rectangle 135">
              <a:extLst>
                <a:ext uri="{FF2B5EF4-FFF2-40B4-BE49-F238E27FC236}">
                  <a16:creationId xmlns:a16="http://schemas.microsoft.com/office/drawing/2014/main" id="{DF0363DF-9443-43BD-A655-721326354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52" name="Rectangle 136">
              <a:extLst>
                <a:ext uri="{FF2B5EF4-FFF2-40B4-BE49-F238E27FC236}">
                  <a16:creationId xmlns:a16="http://schemas.microsoft.com/office/drawing/2014/main" id="{F0FBEEDB-B82F-4EB5-B225-D49820FDF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211138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53" name="Rectangle 137">
              <a:extLst>
                <a:ext uri="{FF2B5EF4-FFF2-40B4-BE49-F238E27FC236}">
                  <a16:creationId xmlns:a16="http://schemas.microsoft.com/office/drawing/2014/main" id="{90592A58-2CDF-41F8-A35E-E3F646719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54" name="Rectangle 138">
              <a:extLst>
                <a:ext uri="{FF2B5EF4-FFF2-40B4-BE49-F238E27FC236}">
                  <a16:creationId xmlns:a16="http://schemas.microsoft.com/office/drawing/2014/main" id="{213CD91F-9FDD-45A9-BA86-2D49C1DA3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55" name="Rectangle 139">
              <a:extLst>
                <a:ext uri="{FF2B5EF4-FFF2-40B4-BE49-F238E27FC236}">
                  <a16:creationId xmlns:a16="http://schemas.microsoft.com/office/drawing/2014/main" id="{1BA1864C-3EC9-4E81-8024-B35B62EDD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56" name="Rectangle 140">
              <a:extLst>
                <a:ext uri="{FF2B5EF4-FFF2-40B4-BE49-F238E27FC236}">
                  <a16:creationId xmlns:a16="http://schemas.microsoft.com/office/drawing/2014/main" id="{49265502-91B2-445A-B97C-2DA6048E6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57" name="Rectangle 141">
              <a:extLst>
                <a:ext uri="{FF2B5EF4-FFF2-40B4-BE49-F238E27FC236}">
                  <a16:creationId xmlns:a16="http://schemas.microsoft.com/office/drawing/2014/main" id="{5D2A43AA-FE3C-436E-BC3E-B562D3FE7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58" name="Rectangle 142">
              <a:extLst>
                <a:ext uri="{FF2B5EF4-FFF2-40B4-BE49-F238E27FC236}">
                  <a16:creationId xmlns:a16="http://schemas.microsoft.com/office/drawing/2014/main" id="{AC00BC12-AD55-4CE8-BB55-42E716248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59" name="Rectangle 143">
              <a:extLst>
                <a:ext uri="{FF2B5EF4-FFF2-40B4-BE49-F238E27FC236}">
                  <a16:creationId xmlns:a16="http://schemas.microsoft.com/office/drawing/2014/main" id="{B5B70585-E660-4ADF-AA8B-C970915E8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60" name="Rectangle 144">
              <a:extLst>
                <a:ext uri="{FF2B5EF4-FFF2-40B4-BE49-F238E27FC236}">
                  <a16:creationId xmlns:a16="http://schemas.microsoft.com/office/drawing/2014/main" id="{90325DAA-3650-44E7-B12A-C180B8041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61" name="Rectangle 145">
              <a:extLst>
                <a:ext uri="{FF2B5EF4-FFF2-40B4-BE49-F238E27FC236}">
                  <a16:creationId xmlns:a16="http://schemas.microsoft.com/office/drawing/2014/main" id="{CB93FE6F-2BFA-43AE-8860-CAE350C97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62" name="Rectangle 146">
              <a:extLst>
                <a:ext uri="{FF2B5EF4-FFF2-40B4-BE49-F238E27FC236}">
                  <a16:creationId xmlns:a16="http://schemas.microsoft.com/office/drawing/2014/main" id="{0F42A8B3-0FC1-4357-8024-564024E70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63" name="Rectangle 147">
              <a:extLst>
                <a:ext uri="{FF2B5EF4-FFF2-40B4-BE49-F238E27FC236}">
                  <a16:creationId xmlns:a16="http://schemas.microsoft.com/office/drawing/2014/main" id="{B50C98D8-C267-454E-8A0E-5ED337F5D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16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64" name="Rectangle 148">
              <a:extLst>
                <a:ext uri="{FF2B5EF4-FFF2-40B4-BE49-F238E27FC236}">
                  <a16:creationId xmlns:a16="http://schemas.microsoft.com/office/drawing/2014/main" id="{A02B36BB-9D24-4493-A310-9DEAE4AB1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65" name="Freeform 149">
              <a:extLst>
                <a:ext uri="{FF2B5EF4-FFF2-40B4-BE49-F238E27FC236}">
                  <a16:creationId xmlns:a16="http://schemas.microsoft.com/office/drawing/2014/main" id="{A86FA864-940B-4AF8-803C-37ADD077F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66" name="Freeform 150">
              <a:extLst>
                <a:ext uri="{FF2B5EF4-FFF2-40B4-BE49-F238E27FC236}">
                  <a16:creationId xmlns:a16="http://schemas.microsoft.com/office/drawing/2014/main" id="{517E3BAC-9A55-41FB-8DBC-F4B7071F3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67" name="Rectangle 151">
              <a:extLst>
                <a:ext uri="{FF2B5EF4-FFF2-40B4-BE49-F238E27FC236}">
                  <a16:creationId xmlns:a16="http://schemas.microsoft.com/office/drawing/2014/main" id="{7603A70A-ED3C-4029-A56B-EDE612792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68" name="Rectangle 152">
              <a:extLst>
                <a:ext uri="{FF2B5EF4-FFF2-40B4-BE49-F238E27FC236}">
                  <a16:creationId xmlns:a16="http://schemas.microsoft.com/office/drawing/2014/main" id="{42CCFCB6-3A9B-474A-9AB7-B450461E3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69" name="Rectangle 153">
              <a:extLst>
                <a:ext uri="{FF2B5EF4-FFF2-40B4-BE49-F238E27FC236}">
                  <a16:creationId xmlns:a16="http://schemas.microsoft.com/office/drawing/2014/main" id="{FC1E8ED2-37F6-4FBC-BC78-9239DAA9C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70" name="Rectangle 154">
              <a:extLst>
                <a:ext uri="{FF2B5EF4-FFF2-40B4-BE49-F238E27FC236}">
                  <a16:creationId xmlns:a16="http://schemas.microsoft.com/office/drawing/2014/main" id="{0CF91A7F-7E6F-42CE-9D56-19D3D98D1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71" name="Rectangle 155">
              <a:extLst>
                <a:ext uri="{FF2B5EF4-FFF2-40B4-BE49-F238E27FC236}">
                  <a16:creationId xmlns:a16="http://schemas.microsoft.com/office/drawing/2014/main" id="{AEFCFAC0-4B4C-4E54-A2F4-AB94B0AED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72" name="Rectangle 156">
              <a:extLst>
                <a:ext uri="{FF2B5EF4-FFF2-40B4-BE49-F238E27FC236}">
                  <a16:creationId xmlns:a16="http://schemas.microsoft.com/office/drawing/2014/main" id="{31BF5459-1A04-4EBB-8EA3-DAD12E6C0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73" name="Rectangle 157">
              <a:extLst>
                <a:ext uri="{FF2B5EF4-FFF2-40B4-BE49-F238E27FC236}">
                  <a16:creationId xmlns:a16="http://schemas.microsoft.com/office/drawing/2014/main" id="{C9F39922-2165-4C85-8C15-7BF74B46A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74" name="Rectangle 158">
              <a:extLst>
                <a:ext uri="{FF2B5EF4-FFF2-40B4-BE49-F238E27FC236}">
                  <a16:creationId xmlns:a16="http://schemas.microsoft.com/office/drawing/2014/main" id="{B50C2072-4164-43B9-91D5-8A64EF9C6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75" name="Freeform 159">
              <a:extLst>
                <a:ext uri="{FF2B5EF4-FFF2-40B4-BE49-F238E27FC236}">
                  <a16:creationId xmlns:a16="http://schemas.microsoft.com/office/drawing/2014/main" id="{C2D88C16-165B-46D5-A8F8-E69E015C4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76" name="Line 160">
              <a:extLst>
                <a:ext uri="{FF2B5EF4-FFF2-40B4-BE49-F238E27FC236}">
                  <a16:creationId xmlns:a16="http://schemas.microsoft.com/office/drawing/2014/main" id="{3E16F0BD-329D-4BE4-9052-57B8538D69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77" name="Freeform 161">
              <a:extLst>
                <a:ext uri="{FF2B5EF4-FFF2-40B4-BE49-F238E27FC236}">
                  <a16:creationId xmlns:a16="http://schemas.microsoft.com/office/drawing/2014/main" id="{32E07E0F-CE7F-40EE-9CED-7D0EDC738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78" name="Freeform 162">
              <a:extLst>
                <a:ext uri="{FF2B5EF4-FFF2-40B4-BE49-F238E27FC236}">
                  <a16:creationId xmlns:a16="http://schemas.microsoft.com/office/drawing/2014/main" id="{FBFE5809-167B-4853-B5F9-3B90E761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79" name="Rectangle 163">
              <a:extLst>
                <a:ext uri="{FF2B5EF4-FFF2-40B4-BE49-F238E27FC236}">
                  <a16:creationId xmlns:a16="http://schemas.microsoft.com/office/drawing/2014/main" id="{4AE3BEA8-B425-4577-B1DD-06964E4D9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80" name="Rectangle 164">
              <a:extLst>
                <a:ext uri="{FF2B5EF4-FFF2-40B4-BE49-F238E27FC236}">
                  <a16:creationId xmlns:a16="http://schemas.microsoft.com/office/drawing/2014/main" id="{510B74C9-1D60-4060-ACAB-EB2C82B77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22225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481" name="Rectangle 165">
              <a:extLst>
                <a:ext uri="{FF2B5EF4-FFF2-40B4-BE49-F238E27FC236}">
                  <a16:creationId xmlns:a16="http://schemas.microsoft.com/office/drawing/2014/main" id="{BC2D9935-ABC1-430D-9639-8F3C752D0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41314" name="Rectangle 2">
            <a:extLst>
              <a:ext uri="{FF2B5EF4-FFF2-40B4-BE49-F238E27FC236}">
                <a16:creationId xmlns:a16="http://schemas.microsoft.com/office/drawing/2014/main" id="{E5EC8A88-D014-4716-97DA-0C0FA79E34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hierarchical carry-lookahead adder</a:t>
            </a:r>
          </a:p>
        </p:txBody>
      </p:sp>
      <p:sp>
        <p:nvSpPr>
          <p:cNvPr id="141315" name="Rectangle 148">
            <a:extLst>
              <a:ext uri="{FF2B5EF4-FFF2-40B4-BE49-F238E27FC236}">
                <a16:creationId xmlns:a16="http://schemas.microsoft.com/office/drawing/2014/main" id="{1108EAB8-3496-499D-8298-707D55B50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713" y="3368675"/>
            <a:ext cx="10144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6" name="Rectangle 151">
            <a:extLst>
              <a:ext uri="{FF2B5EF4-FFF2-40B4-BE49-F238E27FC236}">
                <a16:creationId xmlns:a16="http://schemas.microsoft.com/office/drawing/2014/main" id="{8F004F8F-D536-4970-9620-6F7BC59CF9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200" y="3465513"/>
            <a:ext cx="9715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7" name="Freeform 15">
            <a:extLst>
              <a:ext uri="{FF2B5EF4-FFF2-40B4-BE49-F238E27FC236}">
                <a16:creationId xmlns:a16="http://schemas.microsoft.com/office/drawing/2014/main" id="{96DBD29A-1B98-4C81-A8B5-FB2FF6486C22}"/>
              </a:ext>
            </a:extLst>
          </p:cNvPr>
          <p:cNvSpPr>
            <a:spLocks/>
          </p:cNvSpPr>
          <p:nvPr/>
        </p:nvSpPr>
        <p:spPr bwMode="auto">
          <a:xfrm>
            <a:off x="4745038" y="21097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8" name="Freeform 15">
            <a:extLst>
              <a:ext uri="{FF2B5EF4-FFF2-40B4-BE49-F238E27FC236}">
                <a16:creationId xmlns:a16="http://schemas.microsoft.com/office/drawing/2014/main" id="{5C413FD3-C6A3-4913-8CC6-5FA21FCDAC37}"/>
              </a:ext>
            </a:extLst>
          </p:cNvPr>
          <p:cNvSpPr>
            <a:spLocks/>
          </p:cNvSpPr>
          <p:nvPr/>
        </p:nvSpPr>
        <p:spPr bwMode="auto">
          <a:xfrm>
            <a:off x="6743700" y="2106613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1319" name="Freeform 15">
            <a:extLst>
              <a:ext uri="{FF2B5EF4-FFF2-40B4-BE49-F238E27FC236}">
                <a16:creationId xmlns:a16="http://schemas.microsoft.com/office/drawing/2014/main" id="{CF117780-9470-4E96-A93B-2199B2F875DF}"/>
              </a:ext>
            </a:extLst>
          </p:cNvPr>
          <p:cNvSpPr>
            <a:spLocks/>
          </p:cNvSpPr>
          <p:nvPr/>
        </p:nvSpPr>
        <p:spPr bwMode="auto">
          <a:xfrm>
            <a:off x="1173163" y="20970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337" name="Group 1">
            <a:extLst>
              <a:ext uri="{FF2B5EF4-FFF2-40B4-BE49-F238E27FC236}">
                <a16:creationId xmlns:a16="http://schemas.microsoft.com/office/drawing/2014/main" id="{362C98C3-3AA0-4B97-979B-93FF93EB6A88}"/>
              </a:ext>
            </a:extLst>
          </p:cNvPr>
          <p:cNvGrpSpPr>
            <a:grpSpLocks/>
          </p:cNvGrpSpPr>
          <p:nvPr/>
        </p:nvGrpSpPr>
        <p:grpSpPr bwMode="auto">
          <a:xfrm>
            <a:off x="101600" y="1112838"/>
            <a:ext cx="8966200" cy="5287962"/>
            <a:chOff x="101906" y="390525"/>
            <a:chExt cx="8966149" cy="5287963"/>
          </a:xfrm>
        </p:grpSpPr>
        <p:sp>
          <p:nvSpPr>
            <p:cNvPr id="142345" name="Rectangle 4">
              <a:extLst>
                <a:ext uri="{FF2B5EF4-FFF2-40B4-BE49-F238E27FC236}">
                  <a16:creationId xmlns:a16="http://schemas.microsoft.com/office/drawing/2014/main" id="{F5E09257-E760-4E0E-A640-C1F81BB66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46" name="Rectangle 5">
              <a:extLst>
                <a:ext uri="{FF2B5EF4-FFF2-40B4-BE49-F238E27FC236}">
                  <a16:creationId xmlns:a16="http://schemas.microsoft.com/office/drawing/2014/main" id="{95D2181D-3021-4944-AACF-53FAE67EF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47" name="Freeform 6">
              <a:extLst>
                <a:ext uri="{FF2B5EF4-FFF2-40B4-BE49-F238E27FC236}">
                  <a16:creationId xmlns:a16="http://schemas.microsoft.com/office/drawing/2014/main" id="{2D1307E4-24CC-40E4-846B-5B3BCE6CC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48" name="Line 7">
              <a:extLst>
                <a:ext uri="{FF2B5EF4-FFF2-40B4-BE49-F238E27FC236}">
                  <a16:creationId xmlns:a16="http://schemas.microsoft.com/office/drawing/2014/main" id="{25D47C67-44B9-465F-B835-15FC8A4F3F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49" name="Freeform 8">
              <a:extLst>
                <a:ext uri="{FF2B5EF4-FFF2-40B4-BE49-F238E27FC236}">
                  <a16:creationId xmlns:a16="http://schemas.microsoft.com/office/drawing/2014/main" id="{0D820287-27F5-4D29-B11F-51978960C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50" name="Line 9">
              <a:extLst>
                <a:ext uri="{FF2B5EF4-FFF2-40B4-BE49-F238E27FC236}">
                  <a16:creationId xmlns:a16="http://schemas.microsoft.com/office/drawing/2014/main" id="{7EAFDAD5-C75F-4FCD-AD2F-8BBE62D709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51" name="Freeform 10">
              <a:extLst>
                <a:ext uri="{FF2B5EF4-FFF2-40B4-BE49-F238E27FC236}">
                  <a16:creationId xmlns:a16="http://schemas.microsoft.com/office/drawing/2014/main" id="{6B21B878-A5D6-4F12-9620-32F8F665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52" name="Line 11">
              <a:extLst>
                <a:ext uri="{FF2B5EF4-FFF2-40B4-BE49-F238E27FC236}">
                  <a16:creationId xmlns:a16="http://schemas.microsoft.com/office/drawing/2014/main" id="{AEDC6276-8710-4EBC-A24E-575C4422C2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53" name="Rectangle 12">
              <a:extLst>
                <a:ext uri="{FF2B5EF4-FFF2-40B4-BE49-F238E27FC236}">
                  <a16:creationId xmlns:a16="http://schemas.microsoft.com/office/drawing/2014/main" id="{1B75BFC6-D57C-4871-8130-515C79B70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54" name="Rectangle 13">
              <a:extLst>
                <a:ext uri="{FF2B5EF4-FFF2-40B4-BE49-F238E27FC236}">
                  <a16:creationId xmlns:a16="http://schemas.microsoft.com/office/drawing/2014/main" id="{2C9B98B4-655B-4DD2-83ED-3973635D6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55" name="Rectangle 14">
              <a:extLst>
                <a:ext uri="{FF2B5EF4-FFF2-40B4-BE49-F238E27FC236}">
                  <a16:creationId xmlns:a16="http://schemas.microsoft.com/office/drawing/2014/main" id="{D62BD3C1-CDC2-479D-AD41-91E5FC733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56" name="Rectangle 15">
              <a:extLst>
                <a:ext uri="{FF2B5EF4-FFF2-40B4-BE49-F238E27FC236}">
                  <a16:creationId xmlns:a16="http://schemas.microsoft.com/office/drawing/2014/main" id="{F9BA4FA1-EB94-46F6-9435-5BB751470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57" name="Freeform 16">
              <a:extLst>
                <a:ext uri="{FF2B5EF4-FFF2-40B4-BE49-F238E27FC236}">
                  <a16:creationId xmlns:a16="http://schemas.microsoft.com/office/drawing/2014/main" id="{F1E102D1-76BF-41D8-B4F9-CF3B13376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58" name="Line 17">
              <a:extLst>
                <a:ext uri="{FF2B5EF4-FFF2-40B4-BE49-F238E27FC236}">
                  <a16:creationId xmlns:a16="http://schemas.microsoft.com/office/drawing/2014/main" id="{88092963-BF34-4033-AE7C-BC6D067645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59" name="Freeform 18">
              <a:extLst>
                <a:ext uri="{FF2B5EF4-FFF2-40B4-BE49-F238E27FC236}">
                  <a16:creationId xmlns:a16="http://schemas.microsoft.com/office/drawing/2014/main" id="{BFE1FAAA-3008-4BDB-8C34-CD375D90C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60" name="Line 19">
              <a:extLst>
                <a:ext uri="{FF2B5EF4-FFF2-40B4-BE49-F238E27FC236}">
                  <a16:creationId xmlns:a16="http://schemas.microsoft.com/office/drawing/2014/main" id="{A2EF4F20-1050-497D-B62C-4E5FA6E311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61" name="Rectangle 20">
              <a:extLst>
                <a:ext uri="{FF2B5EF4-FFF2-40B4-BE49-F238E27FC236}">
                  <a16:creationId xmlns:a16="http://schemas.microsoft.com/office/drawing/2014/main" id="{4C0505A1-16BA-4AE5-B34C-DCD37BCCF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62" name="Rectangle 21">
              <a:extLst>
                <a:ext uri="{FF2B5EF4-FFF2-40B4-BE49-F238E27FC236}">
                  <a16:creationId xmlns:a16="http://schemas.microsoft.com/office/drawing/2014/main" id="{48F95150-8546-46FA-84E4-2CDCC04B3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63" name="Rectangle 22">
              <a:extLst>
                <a:ext uri="{FF2B5EF4-FFF2-40B4-BE49-F238E27FC236}">
                  <a16:creationId xmlns:a16="http://schemas.microsoft.com/office/drawing/2014/main" id="{A33ED5C1-D7C5-4B34-B707-45CE12E9B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64" name="Rectangle 23">
              <a:extLst>
                <a:ext uri="{FF2B5EF4-FFF2-40B4-BE49-F238E27FC236}">
                  <a16:creationId xmlns:a16="http://schemas.microsoft.com/office/drawing/2014/main" id="{01DC5860-47F3-4663-8A35-5429FDB20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65" name="Freeform 24">
              <a:extLst>
                <a:ext uri="{FF2B5EF4-FFF2-40B4-BE49-F238E27FC236}">
                  <a16:creationId xmlns:a16="http://schemas.microsoft.com/office/drawing/2014/main" id="{EC600371-76DF-4BF1-A2B7-D7853CCDD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66" name="Line 25">
              <a:extLst>
                <a:ext uri="{FF2B5EF4-FFF2-40B4-BE49-F238E27FC236}">
                  <a16:creationId xmlns:a16="http://schemas.microsoft.com/office/drawing/2014/main" id="{6A1A8659-6621-44DD-B2AD-5267E4B6BD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91564" y="1581150"/>
              <a:ext cx="848819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67" name="Freeform 26">
              <a:extLst>
                <a:ext uri="{FF2B5EF4-FFF2-40B4-BE49-F238E27FC236}">
                  <a16:creationId xmlns:a16="http://schemas.microsoft.com/office/drawing/2014/main" id="{C229B8B9-A2E3-45BF-985A-A571AA9BE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68" name="Line 27">
              <a:extLst>
                <a:ext uri="{FF2B5EF4-FFF2-40B4-BE49-F238E27FC236}">
                  <a16:creationId xmlns:a16="http://schemas.microsoft.com/office/drawing/2014/main" id="{CD6F8321-858D-4212-85A7-0D67D21090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69" name="Freeform 28">
              <a:extLst>
                <a:ext uri="{FF2B5EF4-FFF2-40B4-BE49-F238E27FC236}">
                  <a16:creationId xmlns:a16="http://schemas.microsoft.com/office/drawing/2014/main" id="{909987F5-0C4D-4BE7-A13A-65DBCDC9D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70" name="Line 29">
              <a:extLst>
                <a:ext uri="{FF2B5EF4-FFF2-40B4-BE49-F238E27FC236}">
                  <a16:creationId xmlns:a16="http://schemas.microsoft.com/office/drawing/2014/main" id="{3E57D43D-D074-4E04-AD0F-EFC29D0FAD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71" name="Rectangle 30">
              <a:extLst>
                <a:ext uri="{FF2B5EF4-FFF2-40B4-BE49-F238E27FC236}">
                  <a16:creationId xmlns:a16="http://schemas.microsoft.com/office/drawing/2014/main" id="{4494B3B5-341C-4BAF-BD3B-52018A41F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72" name="Rectangle 31">
              <a:extLst>
                <a:ext uri="{FF2B5EF4-FFF2-40B4-BE49-F238E27FC236}">
                  <a16:creationId xmlns:a16="http://schemas.microsoft.com/office/drawing/2014/main" id="{ACB65818-2A7A-4F2B-B976-02A55687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73" name="Rectangle 32">
              <a:extLst>
                <a:ext uri="{FF2B5EF4-FFF2-40B4-BE49-F238E27FC236}">
                  <a16:creationId xmlns:a16="http://schemas.microsoft.com/office/drawing/2014/main" id="{8F61A8E6-3D0F-47EF-BA72-BF7356F6B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74" name="Rectangle 33">
              <a:extLst>
                <a:ext uri="{FF2B5EF4-FFF2-40B4-BE49-F238E27FC236}">
                  <a16:creationId xmlns:a16="http://schemas.microsoft.com/office/drawing/2014/main" id="{9A2D1DA3-65B1-4B09-8510-82E054776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75" name="Rectangle 34">
              <a:extLst>
                <a:ext uri="{FF2B5EF4-FFF2-40B4-BE49-F238E27FC236}">
                  <a16:creationId xmlns:a16="http://schemas.microsoft.com/office/drawing/2014/main" id="{FC27D9A5-A1EA-4C43-BB55-FBC8428B4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76" name="Rectangle 35">
              <a:extLst>
                <a:ext uri="{FF2B5EF4-FFF2-40B4-BE49-F238E27FC236}">
                  <a16:creationId xmlns:a16="http://schemas.microsoft.com/office/drawing/2014/main" id="{765007B3-BFBD-4B42-8A65-3133A0995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77" name="Rectangle 36">
              <a:extLst>
                <a:ext uri="{FF2B5EF4-FFF2-40B4-BE49-F238E27FC236}">
                  <a16:creationId xmlns:a16="http://schemas.microsoft.com/office/drawing/2014/main" id="{BD6A8EA2-5171-401E-86FD-890835BB2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78" name="Rectangle 37">
              <a:extLst>
                <a:ext uri="{FF2B5EF4-FFF2-40B4-BE49-F238E27FC236}">
                  <a16:creationId xmlns:a16="http://schemas.microsoft.com/office/drawing/2014/main" id="{F0EE869C-1F4A-4335-B46E-53B07E7C8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79" name="Freeform 38">
              <a:extLst>
                <a:ext uri="{FF2B5EF4-FFF2-40B4-BE49-F238E27FC236}">
                  <a16:creationId xmlns:a16="http://schemas.microsoft.com/office/drawing/2014/main" id="{A587B2B7-530D-4FCC-9132-D58C76684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80" name="Freeform 39">
              <a:extLst>
                <a:ext uri="{FF2B5EF4-FFF2-40B4-BE49-F238E27FC236}">
                  <a16:creationId xmlns:a16="http://schemas.microsoft.com/office/drawing/2014/main" id="{FA203741-076C-4950-B376-A27B9FE5D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81" name="Freeform 40">
              <a:extLst>
                <a:ext uri="{FF2B5EF4-FFF2-40B4-BE49-F238E27FC236}">
                  <a16:creationId xmlns:a16="http://schemas.microsoft.com/office/drawing/2014/main" id="{F8C76180-268D-451A-B4B9-923C6DE99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82" name="Rectangle 41">
              <a:extLst>
                <a:ext uri="{FF2B5EF4-FFF2-40B4-BE49-F238E27FC236}">
                  <a16:creationId xmlns:a16="http://schemas.microsoft.com/office/drawing/2014/main" id="{C3285683-2B0E-4959-B910-F068C5D58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83" name="Rectangle 42">
              <a:extLst>
                <a:ext uri="{FF2B5EF4-FFF2-40B4-BE49-F238E27FC236}">
                  <a16:creationId xmlns:a16="http://schemas.microsoft.com/office/drawing/2014/main" id="{033A0AA2-91FB-4332-A48A-ECD44DC1B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84" name="Rectangle 43">
              <a:extLst>
                <a:ext uri="{FF2B5EF4-FFF2-40B4-BE49-F238E27FC236}">
                  <a16:creationId xmlns:a16="http://schemas.microsoft.com/office/drawing/2014/main" id="{D1B91BB0-6F05-495D-970E-EB01D67BC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85" name="Rectangle 44">
              <a:extLst>
                <a:ext uri="{FF2B5EF4-FFF2-40B4-BE49-F238E27FC236}">
                  <a16:creationId xmlns:a16="http://schemas.microsoft.com/office/drawing/2014/main" id="{5B5E51F1-40FB-4BF7-87A6-A44B9BA5D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86" name="Rectangle 45">
              <a:extLst>
                <a:ext uri="{FF2B5EF4-FFF2-40B4-BE49-F238E27FC236}">
                  <a16:creationId xmlns:a16="http://schemas.microsoft.com/office/drawing/2014/main" id="{8A948196-2711-4D78-B804-DC4F4419E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87" name="Rectangle 46">
              <a:extLst>
                <a:ext uri="{FF2B5EF4-FFF2-40B4-BE49-F238E27FC236}">
                  <a16:creationId xmlns:a16="http://schemas.microsoft.com/office/drawing/2014/main" id="{7B4C608A-EAF5-4CF4-92EF-E312603D9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88" name="Rectangle 47">
              <a:extLst>
                <a:ext uri="{FF2B5EF4-FFF2-40B4-BE49-F238E27FC236}">
                  <a16:creationId xmlns:a16="http://schemas.microsoft.com/office/drawing/2014/main" id="{B38B7D11-874A-465F-870E-0C28F17D0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89" name="Rectangle 48">
              <a:extLst>
                <a:ext uri="{FF2B5EF4-FFF2-40B4-BE49-F238E27FC236}">
                  <a16:creationId xmlns:a16="http://schemas.microsoft.com/office/drawing/2014/main" id="{F55FAD46-1B60-4EC5-9485-4C6D4C0E8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90" name="Freeform 49">
              <a:extLst>
                <a:ext uri="{FF2B5EF4-FFF2-40B4-BE49-F238E27FC236}">
                  <a16:creationId xmlns:a16="http://schemas.microsoft.com/office/drawing/2014/main" id="{794CA5D2-712B-4A51-9FA2-C162CF0DF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91" name="Line 50">
              <a:extLst>
                <a:ext uri="{FF2B5EF4-FFF2-40B4-BE49-F238E27FC236}">
                  <a16:creationId xmlns:a16="http://schemas.microsoft.com/office/drawing/2014/main" id="{31F42068-3EC2-4665-94FF-C63C2884C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92" name="Line 51">
              <a:extLst>
                <a:ext uri="{FF2B5EF4-FFF2-40B4-BE49-F238E27FC236}">
                  <a16:creationId xmlns:a16="http://schemas.microsoft.com/office/drawing/2014/main" id="{A871ED38-50CD-4AD3-890E-3D72A063D1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93" name="Freeform 52">
              <a:extLst>
                <a:ext uri="{FF2B5EF4-FFF2-40B4-BE49-F238E27FC236}">
                  <a16:creationId xmlns:a16="http://schemas.microsoft.com/office/drawing/2014/main" id="{3824CC2D-B37C-47B1-A8CD-79FEC63EA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94" name="Freeform 53">
              <a:extLst>
                <a:ext uri="{FF2B5EF4-FFF2-40B4-BE49-F238E27FC236}">
                  <a16:creationId xmlns:a16="http://schemas.microsoft.com/office/drawing/2014/main" id="{4ECC72E4-6F62-4176-B13D-2EA346300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95" name="Freeform 54">
              <a:extLst>
                <a:ext uri="{FF2B5EF4-FFF2-40B4-BE49-F238E27FC236}">
                  <a16:creationId xmlns:a16="http://schemas.microsoft.com/office/drawing/2014/main" id="{31F31ED5-0C39-4779-B0F2-E0718CD9A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96" name="Freeform 55">
              <a:extLst>
                <a:ext uri="{FF2B5EF4-FFF2-40B4-BE49-F238E27FC236}">
                  <a16:creationId xmlns:a16="http://schemas.microsoft.com/office/drawing/2014/main" id="{BD3FF74B-C308-428E-B4EA-76743ABF3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97" name="Freeform 56">
              <a:extLst>
                <a:ext uri="{FF2B5EF4-FFF2-40B4-BE49-F238E27FC236}">
                  <a16:creationId xmlns:a16="http://schemas.microsoft.com/office/drawing/2014/main" id="{B0B69114-2A40-4CF1-AD63-19D4A946E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98" name="Freeform 57">
              <a:extLst>
                <a:ext uri="{FF2B5EF4-FFF2-40B4-BE49-F238E27FC236}">
                  <a16:creationId xmlns:a16="http://schemas.microsoft.com/office/drawing/2014/main" id="{C3A28FB5-9AC5-40AA-9EAF-1C3DAFAA1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399" name="Freeform 58">
              <a:extLst>
                <a:ext uri="{FF2B5EF4-FFF2-40B4-BE49-F238E27FC236}">
                  <a16:creationId xmlns:a16="http://schemas.microsoft.com/office/drawing/2014/main" id="{F4444A62-731C-45B8-BE09-A59288343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00" name="Freeform 59">
              <a:extLst>
                <a:ext uri="{FF2B5EF4-FFF2-40B4-BE49-F238E27FC236}">
                  <a16:creationId xmlns:a16="http://schemas.microsoft.com/office/drawing/2014/main" id="{8729D123-2105-466C-B1C2-E2BB49BC0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01" name="Freeform 60">
              <a:extLst>
                <a:ext uri="{FF2B5EF4-FFF2-40B4-BE49-F238E27FC236}">
                  <a16:creationId xmlns:a16="http://schemas.microsoft.com/office/drawing/2014/main" id="{069BBA90-A576-48C3-95EB-4CE8F04E1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02" name="Line 61">
              <a:extLst>
                <a:ext uri="{FF2B5EF4-FFF2-40B4-BE49-F238E27FC236}">
                  <a16:creationId xmlns:a16="http://schemas.microsoft.com/office/drawing/2014/main" id="{D10F4E1F-9AD9-4A0E-8000-3675FFE74D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03" name="Rectangle 62">
              <a:extLst>
                <a:ext uri="{FF2B5EF4-FFF2-40B4-BE49-F238E27FC236}">
                  <a16:creationId xmlns:a16="http://schemas.microsoft.com/office/drawing/2014/main" id="{932FD98B-ECAD-49B7-AFEF-D88707119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04" name="Freeform 63">
              <a:extLst>
                <a:ext uri="{FF2B5EF4-FFF2-40B4-BE49-F238E27FC236}">
                  <a16:creationId xmlns:a16="http://schemas.microsoft.com/office/drawing/2014/main" id="{8959B003-D36A-4E2D-8F77-C8BBF6109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05" name="Line 64">
              <a:extLst>
                <a:ext uri="{FF2B5EF4-FFF2-40B4-BE49-F238E27FC236}">
                  <a16:creationId xmlns:a16="http://schemas.microsoft.com/office/drawing/2014/main" id="{2949B0CD-625B-4FCE-B2D5-6B8A9E621E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06" name="Freeform 65">
              <a:extLst>
                <a:ext uri="{FF2B5EF4-FFF2-40B4-BE49-F238E27FC236}">
                  <a16:creationId xmlns:a16="http://schemas.microsoft.com/office/drawing/2014/main" id="{BDE3F518-0F55-432A-BEB8-D7DDE13F9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07" name="Line 66">
              <a:extLst>
                <a:ext uri="{FF2B5EF4-FFF2-40B4-BE49-F238E27FC236}">
                  <a16:creationId xmlns:a16="http://schemas.microsoft.com/office/drawing/2014/main" id="{C27D0AB3-FE39-4006-807F-0A31383F53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08" name="Freeform 67">
              <a:extLst>
                <a:ext uri="{FF2B5EF4-FFF2-40B4-BE49-F238E27FC236}">
                  <a16:creationId xmlns:a16="http://schemas.microsoft.com/office/drawing/2014/main" id="{8D0DC1CF-C5E8-4A39-9488-6209F105F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09" name="Line 68">
              <a:extLst>
                <a:ext uri="{FF2B5EF4-FFF2-40B4-BE49-F238E27FC236}">
                  <a16:creationId xmlns:a16="http://schemas.microsoft.com/office/drawing/2014/main" id="{817B8AB9-B13A-41A3-B531-39B1A7F420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10" name="Freeform 69">
              <a:extLst>
                <a:ext uri="{FF2B5EF4-FFF2-40B4-BE49-F238E27FC236}">
                  <a16:creationId xmlns:a16="http://schemas.microsoft.com/office/drawing/2014/main" id="{C801E79C-8A42-49FD-A7BB-F46165FB0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11" name="Line 70">
              <a:extLst>
                <a:ext uri="{FF2B5EF4-FFF2-40B4-BE49-F238E27FC236}">
                  <a16:creationId xmlns:a16="http://schemas.microsoft.com/office/drawing/2014/main" id="{F00C6365-BA15-4B2C-AB89-9674ECE7A8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12" name="Line 71">
              <a:extLst>
                <a:ext uri="{FF2B5EF4-FFF2-40B4-BE49-F238E27FC236}">
                  <a16:creationId xmlns:a16="http://schemas.microsoft.com/office/drawing/2014/main" id="{FDD018A7-55E0-4377-98AF-C167D24E53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13" name="Line 72">
              <a:extLst>
                <a:ext uri="{FF2B5EF4-FFF2-40B4-BE49-F238E27FC236}">
                  <a16:creationId xmlns:a16="http://schemas.microsoft.com/office/drawing/2014/main" id="{0829459A-57CE-4866-989D-1454663732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14" name="Line 73">
              <a:extLst>
                <a:ext uri="{FF2B5EF4-FFF2-40B4-BE49-F238E27FC236}">
                  <a16:creationId xmlns:a16="http://schemas.microsoft.com/office/drawing/2014/main" id="{26CC25CB-8CED-413C-9B0F-E63634919D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15" name="Line 74">
              <a:extLst>
                <a:ext uri="{FF2B5EF4-FFF2-40B4-BE49-F238E27FC236}">
                  <a16:creationId xmlns:a16="http://schemas.microsoft.com/office/drawing/2014/main" id="{A3BF3278-0E98-486E-A56D-EA9CA1E536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16" name="Rectangle 75">
              <a:extLst>
                <a:ext uri="{FF2B5EF4-FFF2-40B4-BE49-F238E27FC236}">
                  <a16:creationId xmlns:a16="http://schemas.microsoft.com/office/drawing/2014/main" id="{E05A740A-1493-41B4-9A03-BA84687CD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17" name="Freeform 76">
              <a:extLst>
                <a:ext uri="{FF2B5EF4-FFF2-40B4-BE49-F238E27FC236}">
                  <a16:creationId xmlns:a16="http://schemas.microsoft.com/office/drawing/2014/main" id="{49D61C14-55FB-4A2B-9B49-F519BDADD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18" name="Line 77">
              <a:extLst>
                <a:ext uri="{FF2B5EF4-FFF2-40B4-BE49-F238E27FC236}">
                  <a16:creationId xmlns:a16="http://schemas.microsoft.com/office/drawing/2014/main" id="{72839F97-0EDD-4362-B73C-DC09D07547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19" name="Freeform 78">
              <a:extLst>
                <a:ext uri="{FF2B5EF4-FFF2-40B4-BE49-F238E27FC236}">
                  <a16:creationId xmlns:a16="http://schemas.microsoft.com/office/drawing/2014/main" id="{20F5D2B0-F4AA-4F08-84DB-BD1D740BC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20" name="Line 79">
              <a:extLst>
                <a:ext uri="{FF2B5EF4-FFF2-40B4-BE49-F238E27FC236}">
                  <a16:creationId xmlns:a16="http://schemas.microsoft.com/office/drawing/2014/main" id="{65898E60-64A6-4AE3-9196-4CC12D119D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21" name="Line 80">
              <a:extLst>
                <a:ext uri="{FF2B5EF4-FFF2-40B4-BE49-F238E27FC236}">
                  <a16:creationId xmlns:a16="http://schemas.microsoft.com/office/drawing/2014/main" id="{D284126B-6FCE-4C01-A301-11CF0B515F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22" name="Line 81">
              <a:extLst>
                <a:ext uri="{FF2B5EF4-FFF2-40B4-BE49-F238E27FC236}">
                  <a16:creationId xmlns:a16="http://schemas.microsoft.com/office/drawing/2014/main" id="{2F524057-263A-4181-9E1F-275CC58592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23" name="Freeform 82">
              <a:extLst>
                <a:ext uri="{FF2B5EF4-FFF2-40B4-BE49-F238E27FC236}">
                  <a16:creationId xmlns:a16="http://schemas.microsoft.com/office/drawing/2014/main" id="{C4BF45B2-0525-4CD4-AABD-76FB0E0E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24" name="Freeform 83">
              <a:extLst>
                <a:ext uri="{FF2B5EF4-FFF2-40B4-BE49-F238E27FC236}">
                  <a16:creationId xmlns:a16="http://schemas.microsoft.com/office/drawing/2014/main" id="{3B6489B2-50D2-404E-AD84-0C2037CD3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25" name="Freeform 84">
              <a:extLst>
                <a:ext uri="{FF2B5EF4-FFF2-40B4-BE49-F238E27FC236}">
                  <a16:creationId xmlns:a16="http://schemas.microsoft.com/office/drawing/2014/main" id="{9BCD9FDD-B818-4649-877E-43BB0B640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26" name="Freeform 85">
              <a:extLst>
                <a:ext uri="{FF2B5EF4-FFF2-40B4-BE49-F238E27FC236}">
                  <a16:creationId xmlns:a16="http://schemas.microsoft.com/office/drawing/2014/main" id="{49A0F634-489E-446A-B268-C63C69A3A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27" name="Freeform 86">
              <a:extLst>
                <a:ext uri="{FF2B5EF4-FFF2-40B4-BE49-F238E27FC236}">
                  <a16:creationId xmlns:a16="http://schemas.microsoft.com/office/drawing/2014/main" id="{02D65758-69B0-432A-B749-01804370F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28" name="Freeform 87">
              <a:extLst>
                <a:ext uri="{FF2B5EF4-FFF2-40B4-BE49-F238E27FC236}">
                  <a16:creationId xmlns:a16="http://schemas.microsoft.com/office/drawing/2014/main" id="{3B39E6B2-1047-4E47-8908-4533442A3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29" name="Freeform 88">
              <a:extLst>
                <a:ext uri="{FF2B5EF4-FFF2-40B4-BE49-F238E27FC236}">
                  <a16:creationId xmlns:a16="http://schemas.microsoft.com/office/drawing/2014/main" id="{86C02554-3EA7-4EB4-A35F-95BA719D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30" name="Freeform 89">
              <a:extLst>
                <a:ext uri="{FF2B5EF4-FFF2-40B4-BE49-F238E27FC236}">
                  <a16:creationId xmlns:a16="http://schemas.microsoft.com/office/drawing/2014/main" id="{702ACE8C-B20A-430C-8387-9F6C320F8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31" name="Freeform 90">
              <a:extLst>
                <a:ext uri="{FF2B5EF4-FFF2-40B4-BE49-F238E27FC236}">
                  <a16:creationId xmlns:a16="http://schemas.microsoft.com/office/drawing/2014/main" id="{294B5C8F-F315-4E57-9E87-AA7E7ADE4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32" name="Freeform 91">
              <a:extLst>
                <a:ext uri="{FF2B5EF4-FFF2-40B4-BE49-F238E27FC236}">
                  <a16:creationId xmlns:a16="http://schemas.microsoft.com/office/drawing/2014/main" id="{71423866-964B-4615-84E2-A3CE52501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33" name="Freeform 92">
              <a:extLst>
                <a:ext uri="{FF2B5EF4-FFF2-40B4-BE49-F238E27FC236}">
                  <a16:creationId xmlns:a16="http://schemas.microsoft.com/office/drawing/2014/main" id="{08AA782A-BE46-4317-837B-1956B6FEB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34" name="Freeform 93">
              <a:extLst>
                <a:ext uri="{FF2B5EF4-FFF2-40B4-BE49-F238E27FC236}">
                  <a16:creationId xmlns:a16="http://schemas.microsoft.com/office/drawing/2014/main" id="{9DB25AC0-8D06-4333-A753-83E9A396C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35" name="Freeform 94">
              <a:extLst>
                <a:ext uri="{FF2B5EF4-FFF2-40B4-BE49-F238E27FC236}">
                  <a16:creationId xmlns:a16="http://schemas.microsoft.com/office/drawing/2014/main" id="{A0B2572C-70E4-4F73-A79C-143666556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36" name="Freeform 95">
              <a:extLst>
                <a:ext uri="{FF2B5EF4-FFF2-40B4-BE49-F238E27FC236}">
                  <a16:creationId xmlns:a16="http://schemas.microsoft.com/office/drawing/2014/main" id="{2BD67043-C8EC-4118-9DC8-D53949F06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37" name="Freeform 96">
              <a:extLst>
                <a:ext uri="{FF2B5EF4-FFF2-40B4-BE49-F238E27FC236}">
                  <a16:creationId xmlns:a16="http://schemas.microsoft.com/office/drawing/2014/main" id="{A13F1D78-B1F6-426F-B833-31B27CC70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38" name="Freeform 97">
              <a:extLst>
                <a:ext uri="{FF2B5EF4-FFF2-40B4-BE49-F238E27FC236}">
                  <a16:creationId xmlns:a16="http://schemas.microsoft.com/office/drawing/2014/main" id="{A949DCB4-023B-4FAA-83FE-82B365A23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39" name="Freeform 98">
              <a:extLst>
                <a:ext uri="{FF2B5EF4-FFF2-40B4-BE49-F238E27FC236}">
                  <a16:creationId xmlns:a16="http://schemas.microsoft.com/office/drawing/2014/main" id="{2EE70409-F519-4820-9EC4-973684737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40" name="Freeform 99">
              <a:extLst>
                <a:ext uri="{FF2B5EF4-FFF2-40B4-BE49-F238E27FC236}">
                  <a16:creationId xmlns:a16="http://schemas.microsoft.com/office/drawing/2014/main" id="{148C1D85-6064-40A0-B56C-1A4DF3A42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41" name="Freeform 100">
              <a:extLst>
                <a:ext uri="{FF2B5EF4-FFF2-40B4-BE49-F238E27FC236}">
                  <a16:creationId xmlns:a16="http://schemas.microsoft.com/office/drawing/2014/main" id="{CD6408AA-192C-4337-8288-A8BEB7AC0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42" name="Freeform 101">
              <a:extLst>
                <a:ext uri="{FF2B5EF4-FFF2-40B4-BE49-F238E27FC236}">
                  <a16:creationId xmlns:a16="http://schemas.microsoft.com/office/drawing/2014/main" id="{2B292E7B-F74D-4A14-8017-DC62D99A4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43" name="Freeform 102">
              <a:extLst>
                <a:ext uri="{FF2B5EF4-FFF2-40B4-BE49-F238E27FC236}">
                  <a16:creationId xmlns:a16="http://schemas.microsoft.com/office/drawing/2014/main" id="{2095E4F8-D209-43E2-A34F-00FC482F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44" name="Freeform 103">
              <a:extLst>
                <a:ext uri="{FF2B5EF4-FFF2-40B4-BE49-F238E27FC236}">
                  <a16:creationId xmlns:a16="http://schemas.microsoft.com/office/drawing/2014/main" id="{190862CD-6B0F-463D-8713-08978F6B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45" name="Freeform 104">
              <a:extLst>
                <a:ext uri="{FF2B5EF4-FFF2-40B4-BE49-F238E27FC236}">
                  <a16:creationId xmlns:a16="http://schemas.microsoft.com/office/drawing/2014/main" id="{F72F36DB-4836-4398-BFFD-FFF660440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46" name="Freeform 105">
              <a:extLst>
                <a:ext uri="{FF2B5EF4-FFF2-40B4-BE49-F238E27FC236}">
                  <a16:creationId xmlns:a16="http://schemas.microsoft.com/office/drawing/2014/main" id="{EFCDC61D-668C-4921-A845-7987405FD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47" name="Freeform 106">
              <a:extLst>
                <a:ext uri="{FF2B5EF4-FFF2-40B4-BE49-F238E27FC236}">
                  <a16:creationId xmlns:a16="http://schemas.microsoft.com/office/drawing/2014/main" id="{2A53A17E-5046-4E5D-963A-3DB503B84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48" name="Freeform 107">
              <a:extLst>
                <a:ext uri="{FF2B5EF4-FFF2-40B4-BE49-F238E27FC236}">
                  <a16:creationId xmlns:a16="http://schemas.microsoft.com/office/drawing/2014/main" id="{D815F561-7791-43EF-B11F-748E313EF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49" name="Freeform 108">
              <a:extLst>
                <a:ext uri="{FF2B5EF4-FFF2-40B4-BE49-F238E27FC236}">
                  <a16:creationId xmlns:a16="http://schemas.microsoft.com/office/drawing/2014/main" id="{AE789F19-D8B3-47DC-89CC-A734C6048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50" name="Freeform 109">
              <a:extLst>
                <a:ext uri="{FF2B5EF4-FFF2-40B4-BE49-F238E27FC236}">
                  <a16:creationId xmlns:a16="http://schemas.microsoft.com/office/drawing/2014/main" id="{FE30B73C-B524-41EC-86FB-3C7DD196B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51" name="Freeform 110">
              <a:extLst>
                <a:ext uri="{FF2B5EF4-FFF2-40B4-BE49-F238E27FC236}">
                  <a16:creationId xmlns:a16="http://schemas.microsoft.com/office/drawing/2014/main" id="{23B01BE6-46B7-4106-8159-AD1CDB6E5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52" name="Freeform 111">
              <a:extLst>
                <a:ext uri="{FF2B5EF4-FFF2-40B4-BE49-F238E27FC236}">
                  <a16:creationId xmlns:a16="http://schemas.microsoft.com/office/drawing/2014/main" id="{523CCF33-16B8-4525-93A4-2E465FAE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53" name="Freeform 112">
              <a:extLst>
                <a:ext uri="{FF2B5EF4-FFF2-40B4-BE49-F238E27FC236}">
                  <a16:creationId xmlns:a16="http://schemas.microsoft.com/office/drawing/2014/main" id="{E30CC070-14FC-4EE1-B16F-48E130748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54" name="Rectangle 113">
              <a:extLst>
                <a:ext uri="{FF2B5EF4-FFF2-40B4-BE49-F238E27FC236}">
                  <a16:creationId xmlns:a16="http://schemas.microsoft.com/office/drawing/2014/main" id="{BE58CF2E-1049-4A3C-8D8B-E0AFA97BA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55" name="Freeform 114">
              <a:extLst>
                <a:ext uri="{FF2B5EF4-FFF2-40B4-BE49-F238E27FC236}">
                  <a16:creationId xmlns:a16="http://schemas.microsoft.com/office/drawing/2014/main" id="{FFE22601-B767-4D20-AD6B-ADE65B729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06" y="253524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56" name="Freeform 115">
              <a:extLst>
                <a:ext uri="{FF2B5EF4-FFF2-40B4-BE49-F238E27FC236}">
                  <a16:creationId xmlns:a16="http://schemas.microsoft.com/office/drawing/2014/main" id="{2B6BF633-FB67-4C6C-B7AC-273950CAF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01" y="2554287"/>
              <a:ext cx="1068388" cy="1941512"/>
            </a:xfrm>
            <a:custGeom>
              <a:avLst/>
              <a:gdLst>
                <a:gd name="T0" fmla="*/ 0 w 931"/>
                <a:gd name="T1" fmla="*/ 0 h 3673"/>
                <a:gd name="T2" fmla="*/ 2147483646 w 931"/>
                <a:gd name="T3" fmla="*/ 0 h 3673"/>
                <a:gd name="T4" fmla="*/ 2147483646 w 931"/>
                <a:gd name="T5" fmla="*/ 2147483646 h 3673"/>
                <a:gd name="T6" fmla="*/ 2147483646 w 93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31"/>
                <a:gd name="T13" fmla="*/ 0 h 3673"/>
                <a:gd name="T14" fmla="*/ 931 w 93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31" h="3673">
                  <a:moveTo>
                    <a:pt x="0" y="0"/>
                  </a:moveTo>
                  <a:lnTo>
                    <a:pt x="559" y="0"/>
                  </a:lnTo>
                  <a:lnTo>
                    <a:pt x="559" y="3673"/>
                  </a:lnTo>
                  <a:lnTo>
                    <a:pt x="93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57" name="Freeform 116">
              <a:extLst>
                <a:ext uri="{FF2B5EF4-FFF2-40B4-BE49-F238E27FC236}">
                  <a16:creationId xmlns:a16="http://schemas.microsoft.com/office/drawing/2014/main" id="{41B082D9-E3B0-41A8-8EB2-F8942F7B7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58" name="Rectangle 117">
              <a:extLst>
                <a:ext uri="{FF2B5EF4-FFF2-40B4-BE49-F238E27FC236}">
                  <a16:creationId xmlns:a16="http://schemas.microsoft.com/office/drawing/2014/main" id="{DFFFF8AB-AD34-4FBC-B4B6-658F6E3DD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2022475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Second-level lookahead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59" name="Rectangle 118">
              <a:extLst>
                <a:ext uri="{FF2B5EF4-FFF2-40B4-BE49-F238E27FC236}">
                  <a16:creationId xmlns:a16="http://schemas.microsoft.com/office/drawing/2014/main" id="{760119A3-7EDB-4CB6-A8C6-853C3FCFA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1355" y="14319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60" name="Rectangle 119">
              <a:extLst>
                <a:ext uri="{FF2B5EF4-FFF2-40B4-BE49-F238E27FC236}">
                  <a16:creationId xmlns:a16="http://schemas.microsoft.com/office/drawing/2014/main" id="{6D4F83E3-4171-4FB7-88DD-A8BC112D7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3430" y="15287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61" name="Rectangle 120">
              <a:extLst>
                <a:ext uri="{FF2B5EF4-FFF2-40B4-BE49-F238E27FC236}">
                  <a16:creationId xmlns:a16="http://schemas.microsoft.com/office/drawing/2014/main" id="{340EEF7B-4217-4474-86F3-C3B1B8F13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62" name="Rectangle 121">
              <a:extLst>
                <a:ext uri="{FF2B5EF4-FFF2-40B4-BE49-F238E27FC236}">
                  <a16:creationId xmlns:a16="http://schemas.microsoft.com/office/drawing/2014/main" id="{C4DEB32E-3CF7-456E-9F06-00CFE7DAA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63" name="Rectangle 122">
              <a:extLst>
                <a:ext uri="{FF2B5EF4-FFF2-40B4-BE49-F238E27FC236}">
                  <a16:creationId xmlns:a16="http://schemas.microsoft.com/office/drawing/2014/main" id="{7B53699C-BAF0-467D-B4AE-B070603B3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64" name="Rectangle 123">
              <a:extLst>
                <a:ext uri="{FF2B5EF4-FFF2-40B4-BE49-F238E27FC236}">
                  <a16:creationId xmlns:a16="http://schemas.microsoft.com/office/drawing/2014/main" id="{EC05CE4C-2D15-430A-9E87-875961478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65" name="Rectangle 124">
              <a:extLst>
                <a:ext uri="{FF2B5EF4-FFF2-40B4-BE49-F238E27FC236}">
                  <a16:creationId xmlns:a16="http://schemas.microsoft.com/office/drawing/2014/main" id="{1AE9BAC8-20D9-44C3-B5F9-03F5C4534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255588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66" name="Rectangle 125">
              <a:extLst>
                <a:ext uri="{FF2B5EF4-FFF2-40B4-BE49-F238E27FC236}">
                  <a16:creationId xmlns:a16="http://schemas.microsoft.com/office/drawing/2014/main" id="{126FAC21-2C52-43B6-BA76-F33A11CE4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67" name="Rectangle 126">
              <a:extLst>
                <a:ext uri="{FF2B5EF4-FFF2-40B4-BE49-F238E27FC236}">
                  <a16:creationId xmlns:a16="http://schemas.microsoft.com/office/drawing/2014/main" id="{9095FD09-78C2-4D53-8B11-DBFEC4C8F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68" name="Rectangle 127">
              <a:extLst>
                <a:ext uri="{FF2B5EF4-FFF2-40B4-BE49-F238E27FC236}">
                  <a16:creationId xmlns:a16="http://schemas.microsoft.com/office/drawing/2014/main" id="{6836D8E8-5B93-48BC-9ABF-36EF4B62A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69" name="Rectangle 128">
              <a:extLst>
                <a:ext uri="{FF2B5EF4-FFF2-40B4-BE49-F238E27FC236}">
                  <a16:creationId xmlns:a16="http://schemas.microsoft.com/office/drawing/2014/main" id="{C2952FC0-9606-48E7-AAF3-396126872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25558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70" name="Rectangle 129">
              <a:extLst>
                <a:ext uri="{FF2B5EF4-FFF2-40B4-BE49-F238E27FC236}">
                  <a16:creationId xmlns:a16="http://schemas.microsoft.com/office/drawing/2014/main" id="{64F1F697-ECA9-494F-9E92-5D0D53F65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71" name="Rectangle 130">
              <a:extLst>
                <a:ext uri="{FF2B5EF4-FFF2-40B4-BE49-F238E27FC236}">
                  <a16:creationId xmlns:a16="http://schemas.microsoft.com/office/drawing/2014/main" id="{A09D448C-90CA-40E0-9682-0840ACFDD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72" name="Rectangle 131">
              <a:extLst>
                <a:ext uri="{FF2B5EF4-FFF2-40B4-BE49-F238E27FC236}">
                  <a16:creationId xmlns:a16="http://schemas.microsoft.com/office/drawing/2014/main" id="{B818274B-22A6-43F4-80F8-1E81EFAEB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73" name="Rectangle 132">
              <a:extLst>
                <a:ext uri="{FF2B5EF4-FFF2-40B4-BE49-F238E27FC236}">
                  <a16:creationId xmlns:a16="http://schemas.microsoft.com/office/drawing/2014/main" id="{DC28649A-7996-4219-BD1B-B63FCFA83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25558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74" name="Rectangle 133">
              <a:extLst>
                <a:ext uri="{FF2B5EF4-FFF2-40B4-BE49-F238E27FC236}">
                  <a16:creationId xmlns:a16="http://schemas.microsoft.com/office/drawing/2014/main" id="{9BEF8267-7C10-4B77-BB8F-0BC089E00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75" name="Rectangle 134">
              <a:extLst>
                <a:ext uri="{FF2B5EF4-FFF2-40B4-BE49-F238E27FC236}">
                  <a16:creationId xmlns:a16="http://schemas.microsoft.com/office/drawing/2014/main" id="{7936EFBF-D46D-4153-B6C6-F52A595A6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76" name="Rectangle 135">
              <a:extLst>
                <a:ext uri="{FF2B5EF4-FFF2-40B4-BE49-F238E27FC236}">
                  <a16:creationId xmlns:a16="http://schemas.microsoft.com/office/drawing/2014/main" id="{45D51E1F-6CA5-4421-A88B-7187BE05B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77" name="Rectangle 136">
              <a:extLst>
                <a:ext uri="{FF2B5EF4-FFF2-40B4-BE49-F238E27FC236}">
                  <a16:creationId xmlns:a16="http://schemas.microsoft.com/office/drawing/2014/main" id="{7EA7D94C-DFF9-4708-BFA6-040AC4AA5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211138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78" name="Rectangle 137">
              <a:extLst>
                <a:ext uri="{FF2B5EF4-FFF2-40B4-BE49-F238E27FC236}">
                  <a16:creationId xmlns:a16="http://schemas.microsoft.com/office/drawing/2014/main" id="{DE78828D-7E0D-4793-9866-20591ED5E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79" name="Rectangle 138">
              <a:extLst>
                <a:ext uri="{FF2B5EF4-FFF2-40B4-BE49-F238E27FC236}">
                  <a16:creationId xmlns:a16="http://schemas.microsoft.com/office/drawing/2014/main" id="{8BF740A5-91AF-4F68-87DC-A911F48ED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80" name="Rectangle 139">
              <a:extLst>
                <a:ext uri="{FF2B5EF4-FFF2-40B4-BE49-F238E27FC236}">
                  <a16:creationId xmlns:a16="http://schemas.microsoft.com/office/drawing/2014/main" id="{9DF7DF71-1575-45E1-BD94-F6A5CE991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81" name="Rectangle 140">
              <a:extLst>
                <a:ext uri="{FF2B5EF4-FFF2-40B4-BE49-F238E27FC236}">
                  <a16:creationId xmlns:a16="http://schemas.microsoft.com/office/drawing/2014/main" id="{C08F9FC6-C7A5-4433-8BEF-088B7CBF9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82" name="Rectangle 141">
              <a:extLst>
                <a:ext uri="{FF2B5EF4-FFF2-40B4-BE49-F238E27FC236}">
                  <a16:creationId xmlns:a16="http://schemas.microsoft.com/office/drawing/2014/main" id="{1C74E9D7-AF2E-4F74-A40F-3DBF74331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83" name="Rectangle 142">
              <a:extLst>
                <a:ext uri="{FF2B5EF4-FFF2-40B4-BE49-F238E27FC236}">
                  <a16:creationId xmlns:a16="http://schemas.microsoft.com/office/drawing/2014/main" id="{199794B8-F3BC-4C06-828E-5A8606A51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84" name="Rectangle 143">
              <a:extLst>
                <a:ext uri="{FF2B5EF4-FFF2-40B4-BE49-F238E27FC236}">
                  <a16:creationId xmlns:a16="http://schemas.microsoft.com/office/drawing/2014/main" id="{245D052E-2F7F-4793-B752-4F1419BA6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85" name="Rectangle 144">
              <a:extLst>
                <a:ext uri="{FF2B5EF4-FFF2-40B4-BE49-F238E27FC236}">
                  <a16:creationId xmlns:a16="http://schemas.microsoft.com/office/drawing/2014/main" id="{40560A76-1CF0-477D-90EC-40F5EA3F7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86" name="Rectangle 145">
              <a:extLst>
                <a:ext uri="{FF2B5EF4-FFF2-40B4-BE49-F238E27FC236}">
                  <a16:creationId xmlns:a16="http://schemas.microsoft.com/office/drawing/2014/main" id="{3C70ABDD-E30C-4F00-9A00-B9161F89E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87" name="Rectangle 146">
              <a:extLst>
                <a:ext uri="{FF2B5EF4-FFF2-40B4-BE49-F238E27FC236}">
                  <a16:creationId xmlns:a16="http://schemas.microsoft.com/office/drawing/2014/main" id="{40528311-9507-4714-B4A3-4EC56FE7B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88" name="Rectangle 147">
              <a:extLst>
                <a:ext uri="{FF2B5EF4-FFF2-40B4-BE49-F238E27FC236}">
                  <a16:creationId xmlns:a16="http://schemas.microsoft.com/office/drawing/2014/main" id="{CDFEE492-6D14-47FF-9755-CE014E18C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16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89" name="Rectangle 148">
              <a:extLst>
                <a:ext uri="{FF2B5EF4-FFF2-40B4-BE49-F238E27FC236}">
                  <a16:creationId xmlns:a16="http://schemas.microsoft.com/office/drawing/2014/main" id="{10EF670B-BCBE-4A49-8993-35453A804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90" name="Freeform 149">
              <a:extLst>
                <a:ext uri="{FF2B5EF4-FFF2-40B4-BE49-F238E27FC236}">
                  <a16:creationId xmlns:a16="http://schemas.microsoft.com/office/drawing/2014/main" id="{DFA1ED8D-ABBA-47E3-ACBA-33A9DC18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91" name="Freeform 150">
              <a:extLst>
                <a:ext uri="{FF2B5EF4-FFF2-40B4-BE49-F238E27FC236}">
                  <a16:creationId xmlns:a16="http://schemas.microsoft.com/office/drawing/2014/main" id="{72C8C7AE-2F50-4001-8ED5-29746D221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92" name="Rectangle 151">
              <a:extLst>
                <a:ext uri="{FF2B5EF4-FFF2-40B4-BE49-F238E27FC236}">
                  <a16:creationId xmlns:a16="http://schemas.microsoft.com/office/drawing/2014/main" id="{5DA6520E-4956-47B4-8845-996A9714E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93" name="Rectangle 152">
              <a:extLst>
                <a:ext uri="{FF2B5EF4-FFF2-40B4-BE49-F238E27FC236}">
                  <a16:creationId xmlns:a16="http://schemas.microsoft.com/office/drawing/2014/main" id="{FCAE56C2-3CBD-42E2-9088-E2FB5EB52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94" name="Rectangle 153">
              <a:extLst>
                <a:ext uri="{FF2B5EF4-FFF2-40B4-BE49-F238E27FC236}">
                  <a16:creationId xmlns:a16="http://schemas.microsoft.com/office/drawing/2014/main" id="{241FCD37-C2BD-4B0F-8C51-999358602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95" name="Rectangle 154">
              <a:extLst>
                <a:ext uri="{FF2B5EF4-FFF2-40B4-BE49-F238E27FC236}">
                  <a16:creationId xmlns:a16="http://schemas.microsoft.com/office/drawing/2014/main" id="{DAECD4BF-43EE-442E-9B10-6ADAF016F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96" name="Rectangle 155">
              <a:extLst>
                <a:ext uri="{FF2B5EF4-FFF2-40B4-BE49-F238E27FC236}">
                  <a16:creationId xmlns:a16="http://schemas.microsoft.com/office/drawing/2014/main" id="{8A56147A-2973-407E-B939-A214C45B3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97" name="Rectangle 156">
              <a:extLst>
                <a:ext uri="{FF2B5EF4-FFF2-40B4-BE49-F238E27FC236}">
                  <a16:creationId xmlns:a16="http://schemas.microsoft.com/office/drawing/2014/main" id="{3C549933-9025-4CC9-B986-86648B0DA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98" name="Rectangle 157">
              <a:extLst>
                <a:ext uri="{FF2B5EF4-FFF2-40B4-BE49-F238E27FC236}">
                  <a16:creationId xmlns:a16="http://schemas.microsoft.com/office/drawing/2014/main" id="{9D6B10AA-7024-4D52-B58D-B0E4457DD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499" name="Rectangle 158">
              <a:extLst>
                <a:ext uri="{FF2B5EF4-FFF2-40B4-BE49-F238E27FC236}">
                  <a16:creationId xmlns:a16="http://schemas.microsoft.com/office/drawing/2014/main" id="{BD78010F-9B48-4DD2-9028-808C170FA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500" name="Freeform 159">
              <a:extLst>
                <a:ext uri="{FF2B5EF4-FFF2-40B4-BE49-F238E27FC236}">
                  <a16:creationId xmlns:a16="http://schemas.microsoft.com/office/drawing/2014/main" id="{339F4BD3-CCC3-4456-9F64-674CA6227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501" name="Line 160">
              <a:extLst>
                <a:ext uri="{FF2B5EF4-FFF2-40B4-BE49-F238E27FC236}">
                  <a16:creationId xmlns:a16="http://schemas.microsoft.com/office/drawing/2014/main" id="{AC48517B-AE87-4375-B2B2-67E523B7A3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502" name="Freeform 161">
              <a:extLst>
                <a:ext uri="{FF2B5EF4-FFF2-40B4-BE49-F238E27FC236}">
                  <a16:creationId xmlns:a16="http://schemas.microsoft.com/office/drawing/2014/main" id="{29F1DC74-358E-4548-90D8-BFC9F64A2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503" name="Freeform 162">
              <a:extLst>
                <a:ext uri="{FF2B5EF4-FFF2-40B4-BE49-F238E27FC236}">
                  <a16:creationId xmlns:a16="http://schemas.microsoft.com/office/drawing/2014/main" id="{98B2465C-1E8E-4794-BDEF-62CBEE00A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504" name="Rectangle 163">
              <a:extLst>
                <a:ext uri="{FF2B5EF4-FFF2-40B4-BE49-F238E27FC236}">
                  <a16:creationId xmlns:a16="http://schemas.microsoft.com/office/drawing/2014/main" id="{5D33F724-C5D7-4D69-9F22-C738207D5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505" name="Rectangle 164">
              <a:extLst>
                <a:ext uri="{FF2B5EF4-FFF2-40B4-BE49-F238E27FC236}">
                  <a16:creationId xmlns:a16="http://schemas.microsoft.com/office/drawing/2014/main" id="{14347A02-01A0-4077-A204-F8E6248B3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22225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506" name="Rectangle 165">
              <a:extLst>
                <a:ext uri="{FF2B5EF4-FFF2-40B4-BE49-F238E27FC236}">
                  <a16:creationId xmlns:a16="http://schemas.microsoft.com/office/drawing/2014/main" id="{6BFEB84B-C8F3-4541-A2FC-2698D7F15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42338" name="Rectangle 2">
            <a:extLst>
              <a:ext uri="{FF2B5EF4-FFF2-40B4-BE49-F238E27FC236}">
                <a16:creationId xmlns:a16="http://schemas.microsoft.com/office/drawing/2014/main" id="{51503C88-4D17-470E-8FB3-938699AB73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hierarchical carry-lookahead adder</a:t>
            </a:r>
          </a:p>
        </p:txBody>
      </p:sp>
      <p:sp>
        <p:nvSpPr>
          <p:cNvPr id="142339" name="Freeform 15">
            <a:extLst>
              <a:ext uri="{FF2B5EF4-FFF2-40B4-BE49-F238E27FC236}">
                <a16:creationId xmlns:a16="http://schemas.microsoft.com/office/drawing/2014/main" id="{7AE3819C-CCD4-4CD1-BCA3-EEF909133C0B}"/>
              </a:ext>
            </a:extLst>
          </p:cNvPr>
          <p:cNvSpPr>
            <a:spLocks/>
          </p:cNvSpPr>
          <p:nvPr/>
        </p:nvSpPr>
        <p:spPr bwMode="auto">
          <a:xfrm>
            <a:off x="120650" y="1900238"/>
            <a:ext cx="8458200" cy="4484687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2340" name="Rectangle 148">
            <a:extLst>
              <a:ext uri="{FF2B5EF4-FFF2-40B4-BE49-F238E27FC236}">
                <a16:creationId xmlns:a16="http://schemas.microsoft.com/office/drawing/2014/main" id="{09DCE0D0-F9F4-44CE-B3D0-4C534EFB34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713" y="3368675"/>
            <a:ext cx="10144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2341" name="Rectangle 151">
            <a:extLst>
              <a:ext uri="{FF2B5EF4-FFF2-40B4-BE49-F238E27FC236}">
                <a16:creationId xmlns:a16="http://schemas.microsoft.com/office/drawing/2014/main" id="{ADF04DD3-EFFB-46F7-9EC4-7DDDBA9E1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200" y="3465513"/>
            <a:ext cx="9715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2342" name="Freeform 15">
            <a:extLst>
              <a:ext uri="{FF2B5EF4-FFF2-40B4-BE49-F238E27FC236}">
                <a16:creationId xmlns:a16="http://schemas.microsoft.com/office/drawing/2014/main" id="{96905C73-0656-4D18-882B-273EFB1AA25A}"/>
              </a:ext>
            </a:extLst>
          </p:cNvPr>
          <p:cNvSpPr>
            <a:spLocks/>
          </p:cNvSpPr>
          <p:nvPr/>
        </p:nvSpPr>
        <p:spPr bwMode="auto">
          <a:xfrm>
            <a:off x="4745038" y="21097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2343" name="Freeform 15">
            <a:extLst>
              <a:ext uri="{FF2B5EF4-FFF2-40B4-BE49-F238E27FC236}">
                <a16:creationId xmlns:a16="http://schemas.microsoft.com/office/drawing/2014/main" id="{35D09A06-C157-4442-959D-3D8871437C28}"/>
              </a:ext>
            </a:extLst>
          </p:cNvPr>
          <p:cNvSpPr>
            <a:spLocks/>
          </p:cNvSpPr>
          <p:nvPr/>
        </p:nvSpPr>
        <p:spPr bwMode="auto">
          <a:xfrm>
            <a:off x="6743700" y="2106613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2344" name="Freeform 15">
            <a:extLst>
              <a:ext uri="{FF2B5EF4-FFF2-40B4-BE49-F238E27FC236}">
                <a16:creationId xmlns:a16="http://schemas.microsoft.com/office/drawing/2014/main" id="{76F41AAB-8421-4988-AE2F-847277D8EC9F}"/>
              </a:ext>
            </a:extLst>
          </p:cNvPr>
          <p:cNvSpPr>
            <a:spLocks/>
          </p:cNvSpPr>
          <p:nvPr/>
        </p:nvSpPr>
        <p:spPr bwMode="auto">
          <a:xfrm>
            <a:off x="1173163" y="20970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361" name="Group 1">
            <a:extLst>
              <a:ext uri="{FF2B5EF4-FFF2-40B4-BE49-F238E27FC236}">
                <a16:creationId xmlns:a16="http://schemas.microsoft.com/office/drawing/2014/main" id="{508D2785-6D9C-4F2C-8DB7-0AEB7197E3BC}"/>
              </a:ext>
            </a:extLst>
          </p:cNvPr>
          <p:cNvGrpSpPr>
            <a:grpSpLocks/>
          </p:cNvGrpSpPr>
          <p:nvPr/>
        </p:nvGrpSpPr>
        <p:grpSpPr bwMode="auto">
          <a:xfrm>
            <a:off x="101600" y="1112838"/>
            <a:ext cx="8966200" cy="5287962"/>
            <a:chOff x="101906" y="390525"/>
            <a:chExt cx="8966149" cy="5287963"/>
          </a:xfrm>
        </p:grpSpPr>
        <p:sp>
          <p:nvSpPr>
            <p:cNvPr id="143372" name="Rectangle 4">
              <a:extLst>
                <a:ext uri="{FF2B5EF4-FFF2-40B4-BE49-F238E27FC236}">
                  <a16:creationId xmlns:a16="http://schemas.microsoft.com/office/drawing/2014/main" id="{2F6C1787-9280-4D2D-90C6-25B205505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73" name="Rectangle 5">
              <a:extLst>
                <a:ext uri="{FF2B5EF4-FFF2-40B4-BE49-F238E27FC236}">
                  <a16:creationId xmlns:a16="http://schemas.microsoft.com/office/drawing/2014/main" id="{5D932F95-5109-4E75-8191-226EB9620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74" name="Freeform 6">
              <a:extLst>
                <a:ext uri="{FF2B5EF4-FFF2-40B4-BE49-F238E27FC236}">
                  <a16:creationId xmlns:a16="http://schemas.microsoft.com/office/drawing/2014/main" id="{3D8C3141-D63C-4DC0-9C78-D1294E627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75" name="Line 7">
              <a:extLst>
                <a:ext uri="{FF2B5EF4-FFF2-40B4-BE49-F238E27FC236}">
                  <a16:creationId xmlns:a16="http://schemas.microsoft.com/office/drawing/2014/main" id="{3F143B5A-0B57-46B1-AA0A-023E0F2AB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76" name="Freeform 8">
              <a:extLst>
                <a:ext uri="{FF2B5EF4-FFF2-40B4-BE49-F238E27FC236}">
                  <a16:creationId xmlns:a16="http://schemas.microsoft.com/office/drawing/2014/main" id="{C14DC497-44A5-4E4C-ACED-990916335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77" name="Line 9">
              <a:extLst>
                <a:ext uri="{FF2B5EF4-FFF2-40B4-BE49-F238E27FC236}">
                  <a16:creationId xmlns:a16="http://schemas.microsoft.com/office/drawing/2014/main" id="{B8B16E0D-C19E-4DCB-9C09-E94981E83F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78" name="Freeform 10">
              <a:extLst>
                <a:ext uri="{FF2B5EF4-FFF2-40B4-BE49-F238E27FC236}">
                  <a16:creationId xmlns:a16="http://schemas.microsoft.com/office/drawing/2014/main" id="{FB04D7D2-B2CF-413D-9C55-B59D91FEB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79" name="Line 11">
              <a:extLst>
                <a:ext uri="{FF2B5EF4-FFF2-40B4-BE49-F238E27FC236}">
                  <a16:creationId xmlns:a16="http://schemas.microsoft.com/office/drawing/2014/main" id="{9AF20A86-05F6-4DCF-85D7-A7A0D0FB16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80" name="Rectangle 12">
              <a:extLst>
                <a:ext uri="{FF2B5EF4-FFF2-40B4-BE49-F238E27FC236}">
                  <a16:creationId xmlns:a16="http://schemas.microsoft.com/office/drawing/2014/main" id="{18C6C32B-923C-4AF4-B99E-4E150C0A6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81" name="Rectangle 13">
              <a:extLst>
                <a:ext uri="{FF2B5EF4-FFF2-40B4-BE49-F238E27FC236}">
                  <a16:creationId xmlns:a16="http://schemas.microsoft.com/office/drawing/2014/main" id="{7EB9BAD1-05DA-4F35-BD19-4069DB8CE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82" name="Rectangle 14">
              <a:extLst>
                <a:ext uri="{FF2B5EF4-FFF2-40B4-BE49-F238E27FC236}">
                  <a16:creationId xmlns:a16="http://schemas.microsoft.com/office/drawing/2014/main" id="{29374EF7-9F3D-45DE-ADBD-A00B74D8F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83" name="Rectangle 15">
              <a:extLst>
                <a:ext uri="{FF2B5EF4-FFF2-40B4-BE49-F238E27FC236}">
                  <a16:creationId xmlns:a16="http://schemas.microsoft.com/office/drawing/2014/main" id="{DF87DB52-BA9E-4535-A484-87AFBF4FA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84" name="Freeform 16">
              <a:extLst>
                <a:ext uri="{FF2B5EF4-FFF2-40B4-BE49-F238E27FC236}">
                  <a16:creationId xmlns:a16="http://schemas.microsoft.com/office/drawing/2014/main" id="{171ECE42-68F1-471B-BCFD-3F1784518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85" name="Line 17">
              <a:extLst>
                <a:ext uri="{FF2B5EF4-FFF2-40B4-BE49-F238E27FC236}">
                  <a16:creationId xmlns:a16="http://schemas.microsoft.com/office/drawing/2014/main" id="{A1227027-49A8-474E-9DEE-CAEB25032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86" name="Freeform 18">
              <a:extLst>
                <a:ext uri="{FF2B5EF4-FFF2-40B4-BE49-F238E27FC236}">
                  <a16:creationId xmlns:a16="http://schemas.microsoft.com/office/drawing/2014/main" id="{55FAB171-F188-43B4-B83E-5A114D301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87" name="Line 19">
              <a:extLst>
                <a:ext uri="{FF2B5EF4-FFF2-40B4-BE49-F238E27FC236}">
                  <a16:creationId xmlns:a16="http://schemas.microsoft.com/office/drawing/2014/main" id="{5350FB84-B085-4BDD-99F6-0CC95629DC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88" name="Rectangle 20">
              <a:extLst>
                <a:ext uri="{FF2B5EF4-FFF2-40B4-BE49-F238E27FC236}">
                  <a16:creationId xmlns:a16="http://schemas.microsoft.com/office/drawing/2014/main" id="{497C27B8-8A79-45FC-AA14-EB76E87C5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89" name="Rectangle 21">
              <a:extLst>
                <a:ext uri="{FF2B5EF4-FFF2-40B4-BE49-F238E27FC236}">
                  <a16:creationId xmlns:a16="http://schemas.microsoft.com/office/drawing/2014/main" id="{E3F57AE5-2163-4EE0-AF72-A1A1E257E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90" name="Rectangle 22">
              <a:extLst>
                <a:ext uri="{FF2B5EF4-FFF2-40B4-BE49-F238E27FC236}">
                  <a16:creationId xmlns:a16="http://schemas.microsoft.com/office/drawing/2014/main" id="{0DBD1EED-AE65-4F9C-9446-691DE4D3E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91" name="Rectangle 23">
              <a:extLst>
                <a:ext uri="{FF2B5EF4-FFF2-40B4-BE49-F238E27FC236}">
                  <a16:creationId xmlns:a16="http://schemas.microsoft.com/office/drawing/2014/main" id="{D5DB39DA-C68B-4489-8B47-F0932E020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92" name="Freeform 24">
              <a:extLst>
                <a:ext uri="{FF2B5EF4-FFF2-40B4-BE49-F238E27FC236}">
                  <a16:creationId xmlns:a16="http://schemas.microsoft.com/office/drawing/2014/main" id="{B64C0BC7-E1D3-41E4-AC5B-2E1E5295D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93" name="Line 25">
              <a:extLst>
                <a:ext uri="{FF2B5EF4-FFF2-40B4-BE49-F238E27FC236}">
                  <a16:creationId xmlns:a16="http://schemas.microsoft.com/office/drawing/2014/main" id="{82504CD1-682A-4DFB-B020-8402EF8A24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91564" y="1581150"/>
              <a:ext cx="848819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94" name="Freeform 26">
              <a:extLst>
                <a:ext uri="{FF2B5EF4-FFF2-40B4-BE49-F238E27FC236}">
                  <a16:creationId xmlns:a16="http://schemas.microsoft.com/office/drawing/2014/main" id="{A52C7C61-523D-4A5F-A4EC-49AAE93BF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95" name="Line 27">
              <a:extLst>
                <a:ext uri="{FF2B5EF4-FFF2-40B4-BE49-F238E27FC236}">
                  <a16:creationId xmlns:a16="http://schemas.microsoft.com/office/drawing/2014/main" id="{D4CC1025-1BF3-44B5-B287-230C04A4E4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96" name="Freeform 28">
              <a:extLst>
                <a:ext uri="{FF2B5EF4-FFF2-40B4-BE49-F238E27FC236}">
                  <a16:creationId xmlns:a16="http://schemas.microsoft.com/office/drawing/2014/main" id="{00161C2F-71B7-427F-AD41-AD288A8A6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97" name="Line 29">
              <a:extLst>
                <a:ext uri="{FF2B5EF4-FFF2-40B4-BE49-F238E27FC236}">
                  <a16:creationId xmlns:a16="http://schemas.microsoft.com/office/drawing/2014/main" id="{EBB1040D-344F-4494-B148-24655200C4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98" name="Rectangle 30">
              <a:extLst>
                <a:ext uri="{FF2B5EF4-FFF2-40B4-BE49-F238E27FC236}">
                  <a16:creationId xmlns:a16="http://schemas.microsoft.com/office/drawing/2014/main" id="{8E6B46D9-2A30-47F8-8AD1-E6E574058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99" name="Rectangle 31">
              <a:extLst>
                <a:ext uri="{FF2B5EF4-FFF2-40B4-BE49-F238E27FC236}">
                  <a16:creationId xmlns:a16="http://schemas.microsoft.com/office/drawing/2014/main" id="{59CA819A-E1EB-4821-AB9F-F69EFADDE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00" name="Rectangle 32">
              <a:extLst>
                <a:ext uri="{FF2B5EF4-FFF2-40B4-BE49-F238E27FC236}">
                  <a16:creationId xmlns:a16="http://schemas.microsoft.com/office/drawing/2014/main" id="{515442D0-4802-4AFB-826A-4016861CB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01" name="Rectangle 33">
              <a:extLst>
                <a:ext uri="{FF2B5EF4-FFF2-40B4-BE49-F238E27FC236}">
                  <a16:creationId xmlns:a16="http://schemas.microsoft.com/office/drawing/2014/main" id="{E13A4F6C-E6E8-4222-8022-FD7CA047E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02" name="Rectangle 34">
              <a:extLst>
                <a:ext uri="{FF2B5EF4-FFF2-40B4-BE49-F238E27FC236}">
                  <a16:creationId xmlns:a16="http://schemas.microsoft.com/office/drawing/2014/main" id="{7126A4C3-C7E5-471A-BF58-7C0CC3EC0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03" name="Rectangle 35">
              <a:extLst>
                <a:ext uri="{FF2B5EF4-FFF2-40B4-BE49-F238E27FC236}">
                  <a16:creationId xmlns:a16="http://schemas.microsoft.com/office/drawing/2014/main" id="{907DEC03-640C-4823-B9F5-C5A8EFA82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04" name="Rectangle 36">
              <a:extLst>
                <a:ext uri="{FF2B5EF4-FFF2-40B4-BE49-F238E27FC236}">
                  <a16:creationId xmlns:a16="http://schemas.microsoft.com/office/drawing/2014/main" id="{1E4C7465-EE16-447A-A051-8452BEAC4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05" name="Rectangle 37">
              <a:extLst>
                <a:ext uri="{FF2B5EF4-FFF2-40B4-BE49-F238E27FC236}">
                  <a16:creationId xmlns:a16="http://schemas.microsoft.com/office/drawing/2014/main" id="{783A7BFE-96B4-4183-AEE6-5BAAA3AB8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06" name="Freeform 38">
              <a:extLst>
                <a:ext uri="{FF2B5EF4-FFF2-40B4-BE49-F238E27FC236}">
                  <a16:creationId xmlns:a16="http://schemas.microsoft.com/office/drawing/2014/main" id="{5A1C16D6-97CB-4073-88A4-C64328136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07" name="Freeform 39">
              <a:extLst>
                <a:ext uri="{FF2B5EF4-FFF2-40B4-BE49-F238E27FC236}">
                  <a16:creationId xmlns:a16="http://schemas.microsoft.com/office/drawing/2014/main" id="{2A1896FE-1EA4-4812-A01E-5E4DE9571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08" name="Freeform 40">
              <a:extLst>
                <a:ext uri="{FF2B5EF4-FFF2-40B4-BE49-F238E27FC236}">
                  <a16:creationId xmlns:a16="http://schemas.microsoft.com/office/drawing/2014/main" id="{7A39A2DC-876D-4C54-A714-EAB447A1D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09" name="Rectangle 41">
              <a:extLst>
                <a:ext uri="{FF2B5EF4-FFF2-40B4-BE49-F238E27FC236}">
                  <a16:creationId xmlns:a16="http://schemas.microsoft.com/office/drawing/2014/main" id="{3FF05DC1-49D4-4231-9ED9-E8550CB0F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10" name="Rectangle 42">
              <a:extLst>
                <a:ext uri="{FF2B5EF4-FFF2-40B4-BE49-F238E27FC236}">
                  <a16:creationId xmlns:a16="http://schemas.microsoft.com/office/drawing/2014/main" id="{A352DADD-0CCF-445C-B290-881F8045E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11" name="Rectangle 43">
              <a:extLst>
                <a:ext uri="{FF2B5EF4-FFF2-40B4-BE49-F238E27FC236}">
                  <a16:creationId xmlns:a16="http://schemas.microsoft.com/office/drawing/2014/main" id="{2623C7C3-9C1A-490B-9134-9D99BE718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12" name="Rectangle 44">
              <a:extLst>
                <a:ext uri="{FF2B5EF4-FFF2-40B4-BE49-F238E27FC236}">
                  <a16:creationId xmlns:a16="http://schemas.microsoft.com/office/drawing/2014/main" id="{FA0B3C1A-F218-41CA-996E-4D24F5DC8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13" name="Rectangle 45">
              <a:extLst>
                <a:ext uri="{FF2B5EF4-FFF2-40B4-BE49-F238E27FC236}">
                  <a16:creationId xmlns:a16="http://schemas.microsoft.com/office/drawing/2014/main" id="{C981EDA1-2B33-4CBA-AAF9-8AFDD24D8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14" name="Rectangle 46">
              <a:extLst>
                <a:ext uri="{FF2B5EF4-FFF2-40B4-BE49-F238E27FC236}">
                  <a16:creationId xmlns:a16="http://schemas.microsoft.com/office/drawing/2014/main" id="{4C2F91BE-BB7E-4BAD-901F-960D9AB8B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15" name="Rectangle 47">
              <a:extLst>
                <a:ext uri="{FF2B5EF4-FFF2-40B4-BE49-F238E27FC236}">
                  <a16:creationId xmlns:a16="http://schemas.microsoft.com/office/drawing/2014/main" id="{3AD653CA-2808-4CCD-95E1-C77371E01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16" name="Rectangle 48">
              <a:extLst>
                <a:ext uri="{FF2B5EF4-FFF2-40B4-BE49-F238E27FC236}">
                  <a16:creationId xmlns:a16="http://schemas.microsoft.com/office/drawing/2014/main" id="{DA475AB2-1BB5-483C-8BC5-7CEFFD94E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17" name="Freeform 49">
              <a:extLst>
                <a:ext uri="{FF2B5EF4-FFF2-40B4-BE49-F238E27FC236}">
                  <a16:creationId xmlns:a16="http://schemas.microsoft.com/office/drawing/2014/main" id="{7F1541DA-772D-4C80-8078-D91985469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18" name="Line 50">
              <a:extLst>
                <a:ext uri="{FF2B5EF4-FFF2-40B4-BE49-F238E27FC236}">
                  <a16:creationId xmlns:a16="http://schemas.microsoft.com/office/drawing/2014/main" id="{E486D46E-9A1D-4A9F-A118-AF00A6A6E6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19" name="Line 51">
              <a:extLst>
                <a:ext uri="{FF2B5EF4-FFF2-40B4-BE49-F238E27FC236}">
                  <a16:creationId xmlns:a16="http://schemas.microsoft.com/office/drawing/2014/main" id="{5BD25D51-60D9-4708-8886-ABE9DD3EE3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20" name="Freeform 52">
              <a:extLst>
                <a:ext uri="{FF2B5EF4-FFF2-40B4-BE49-F238E27FC236}">
                  <a16:creationId xmlns:a16="http://schemas.microsoft.com/office/drawing/2014/main" id="{32545873-54B4-44FA-AD1E-EAF2CF5A0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21" name="Freeform 53">
              <a:extLst>
                <a:ext uri="{FF2B5EF4-FFF2-40B4-BE49-F238E27FC236}">
                  <a16:creationId xmlns:a16="http://schemas.microsoft.com/office/drawing/2014/main" id="{925A11FD-2106-4444-A209-5E1EEF0D5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22" name="Freeform 54">
              <a:extLst>
                <a:ext uri="{FF2B5EF4-FFF2-40B4-BE49-F238E27FC236}">
                  <a16:creationId xmlns:a16="http://schemas.microsoft.com/office/drawing/2014/main" id="{8C9FEDC1-DD0B-4AF2-AD77-86DB94981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23" name="Freeform 55">
              <a:extLst>
                <a:ext uri="{FF2B5EF4-FFF2-40B4-BE49-F238E27FC236}">
                  <a16:creationId xmlns:a16="http://schemas.microsoft.com/office/drawing/2014/main" id="{8A81A122-D37C-4DE1-8C37-2BAFE2547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24" name="Freeform 56">
              <a:extLst>
                <a:ext uri="{FF2B5EF4-FFF2-40B4-BE49-F238E27FC236}">
                  <a16:creationId xmlns:a16="http://schemas.microsoft.com/office/drawing/2014/main" id="{04089003-6E01-4DE5-8342-A52CEE6AB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25" name="Freeform 57">
              <a:extLst>
                <a:ext uri="{FF2B5EF4-FFF2-40B4-BE49-F238E27FC236}">
                  <a16:creationId xmlns:a16="http://schemas.microsoft.com/office/drawing/2014/main" id="{5E0B6D3B-DC16-4E92-B10E-F0A210494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26" name="Freeform 58">
              <a:extLst>
                <a:ext uri="{FF2B5EF4-FFF2-40B4-BE49-F238E27FC236}">
                  <a16:creationId xmlns:a16="http://schemas.microsoft.com/office/drawing/2014/main" id="{963BF13A-C70E-43A3-A0B5-56BCD520B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27" name="Freeform 59">
              <a:extLst>
                <a:ext uri="{FF2B5EF4-FFF2-40B4-BE49-F238E27FC236}">
                  <a16:creationId xmlns:a16="http://schemas.microsoft.com/office/drawing/2014/main" id="{18872045-B82A-4A03-82B8-DFC7837AC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28" name="Freeform 60">
              <a:extLst>
                <a:ext uri="{FF2B5EF4-FFF2-40B4-BE49-F238E27FC236}">
                  <a16:creationId xmlns:a16="http://schemas.microsoft.com/office/drawing/2014/main" id="{66CDE5DB-C8FB-4031-98B7-7420FCE06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29" name="Line 61">
              <a:extLst>
                <a:ext uri="{FF2B5EF4-FFF2-40B4-BE49-F238E27FC236}">
                  <a16:creationId xmlns:a16="http://schemas.microsoft.com/office/drawing/2014/main" id="{AF28B6D7-4734-44AD-86C5-C95E0503AC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30" name="Rectangle 62">
              <a:extLst>
                <a:ext uri="{FF2B5EF4-FFF2-40B4-BE49-F238E27FC236}">
                  <a16:creationId xmlns:a16="http://schemas.microsoft.com/office/drawing/2014/main" id="{C77978E8-0B88-4A01-AA28-0FA2C4219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31" name="Freeform 63">
              <a:extLst>
                <a:ext uri="{FF2B5EF4-FFF2-40B4-BE49-F238E27FC236}">
                  <a16:creationId xmlns:a16="http://schemas.microsoft.com/office/drawing/2014/main" id="{B36E3959-17BA-4290-909A-19A439F89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32" name="Line 64">
              <a:extLst>
                <a:ext uri="{FF2B5EF4-FFF2-40B4-BE49-F238E27FC236}">
                  <a16:creationId xmlns:a16="http://schemas.microsoft.com/office/drawing/2014/main" id="{D7AB9CBF-7483-43A1-93C7-70D849E0A2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33" name="Freeform 65">
              <a:extLst>
                <a:ext uri="{FF2B5EF4-FFF2-40B4-BE49-F238E27FC236}">
                  <a16:creationId xmlns:a16="http://schemas.microsoft.com/office/drawing/2014/main" id="{EDEB1BBF-B0FF-47E1-841D-69D5E0546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34" name="Line 66">
              <a:extLst>
                <a:ext uri="{FF2B5EF4-FFF2-40B4-BE49-F238E27FC236}">
                  <a16:creationId xmlns:a16="http://schemas.microsoft.com/office/drawing/2014/main" id="{A233222B-A126-4583-8115-A69D23BB9B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35" name="Freeform 67">
              <a:extLst>
                <a:ext uri="{FF2B5EF4-FFF2-40B4-BE49-F238E27FC236}">
                  <a16:creationId xmlns:a16="http://schemas.microsoft.com/office/drawing/2014/main" id="{F4244D75-EE64-490D-B46B-0684F45BF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36" name="Line 68">
              <a:extLst>
                <a:ext uri="{FF2B5EF4-FFF2-40B4-BE49-F238E27FC236}">
                  <a16:creationId xmlns:a16="http://schemas.microsoft.com/office/drawing/2014/main" id="{11768935-963B-4B63-82DB-787C4A41C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37" name="Freeform 69">
              <a:extLst>
                <a:ext uri="{FF2B5EF4-FFF2-40B4-BE49-F238E27FC236}">
                  <a16:creationId xmlns:a16="http://schemas.microsoft.com/office/drawing/2014/main" id="{42B04C16-CD29-47EC-953E-6EF943675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38" name="Line 70">
              <a:extLst>
                <a:ext uri="{FF2B5EF4-FFF2-40B4-BE49-F238E27FC236}">
                  <a16:creationId xmlns:a16="http://schemas.microsoft.com/office/drawing/2014/main" id="{B6707DD6-6927-4E66-BEF4-C084AFB2F6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39" name="Line 71">
              <a:extLst>
                <a:ext uri="{FF2B5EF4-FFF2-40B4-BE49-F238E27FC236}">
                  <a16:creationId xmlns:a16="http://schemas.microsoft.com/office/drawing/2014/main" id="{569029B4-7B86-4296-84EF-A31F05EBFF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40" name="Line 72">
              <a:extLst>
                <a:ext uri="{FF2B5EF4-FFF2-40B4-BE49-F238E27FC236}">
                  <a16:creationId xmlns:a16="http://schemas.microsoft.com/office/drawing/2014/main" id="{9439FB00-5B25-4129-8225-382C67F6E9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41" name="Line 73">
              <a:extLst>
                <a:ext uri="{FF2B5EF4-FFF2-40B4-BE49-F238E27FC236}">
                  <a16:creationId xmlns:a16="http://schemas.microsoft.com/office/drawing/2014/main" id="{8EDD5680-62C4-4549-A361-92649162CB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42" name="Line 74">
              <a:extLst>
                <a:ext uri="{FF2B5EF4-FFF2-40B4-BE49-F238E27FC236}">
                  <a16:creationId xmlns:a16="http://schemas.microsoft.com/office/drawing/2014/main" id="{CC1FD4BB-8588-4A9B-AE33-4862AD3A77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43" name="Rectangle 75">
              <a:extLst>
                <a:ext uri="{FF2B5EF4-FFF2-40B4-BE49-F238E27FC236}">
                  <a16:creationId xmlns:a16="http://schemas.microsoft.com/office/drawing/2014/main" id="{9981198F-AE8C-4F3C-90BC-37903D083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44" name="Freeform 76">
              <a:extLst>
                <a:ext uri="{FF2B5EF4-FFF2-40B4-BE49-F238E27FC236}">
                  <a16:creationId xmlns:a16="http://schemas.microsoft.com/office/drawing/2014/main" id="{58CFA62F-FEB3-4F88-8690-CAE7813BD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45" name="Line 77">
              <a:extLst>
                <a:ext uri="{FF2B5EF4-FFF2-40B4-BE49-F238E27FC236}">
                  <a16:creationId xmlns:a16="http://schemas.microsoft.com/office/drawing/2014/main" id="{E8DA10BD-9899-4D70-AE5B-94B684A5BE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46" name="Freeform 78">
              <a:extLst>
                <a:ext uri="{FF2B5EF4-FFF2-40B4-BE49-F238E27FC236}">
                  <a16:creationId xmlns:a16="http://schemas.microsoft.com/office/drawing/2014/main" id="{A326B3F4-CF51-468B-99F1-831CCF1E2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47" name="Line 79">
              <a:extLst>
                <a:ext uri="{FF2B5EF4-FFF2-40B4-BE49-F238E27FC236}">
                  <a16:creationId xmlns:a16="http://schemas.microsoft.com/office/drawing/2014/main" id="{77CF216F-12BB-4A9A-8A74-A392D6FF1A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48" name="Line 80">
              <a:extLst>
                <a:ext uri="{FF2B5EF4-FFF2-40B4-BE49-F238E27FC236}">
                  <a16:creationId xmlns:a16="http://schemas.microsoft.com/office/drawing/2014/main" id="{C9CB5AC0-69E3-40E4-A466-66F234BFAE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49" name="Line 81">
              <a:extLst>
                <a:ext uri="{FF2B5EF4-FFF2-40B4-BE49-F238E27FC236}">
                  <a16:creationId xmlns:a16="http://schemas.microsoft.com/office/drawing/2014/main" id="{F6A1B4FB-5D12-4B2C-91BA-FB64E2736E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50" name="Freeform 82">
              <a:extLst>
                <a:ext uri="{FF2B5EF4-FFF2-40B4-BE49-F238E27FC236}">
                  <a16:creationId xmlns:a16="http://schemas.microsoft.com/office/drawing/2014/main" id="{F691C128-B409-48FA-BDBC-D64664C6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51" name="Freeform 83">
              <a:extLst>
                <a:ext uri="{FF2B5EF4-FFF2-40B4-BE49-F238E27FC236}">
                  <a16:creationId xmlns:a16="http://schemas.microsoft.com/office/drawing/2014/main" id="{8D1F32B3-6633-47AC-95A3-ABBFEF742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52" name="Freeform 84">
              <a:extLst>
                <a:ext uri="{FF2B5EF4-FFF2-40B4-BE49-F238E27FC236}">
                  <a16:creationId xmlns:a16="http://schemas.microsoft.com/office/drawing/2014/main" id="{E9C5744E-F298-4789-A006-3286DC4C3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53" name="Freeform 85">
              <a:extLst>
                <a:ext uri="{FF2B5EF4-FFF2-40B4-BE49-F238E27FC236}">
                  <a16:creationId xmlns:a16="http://schemas.microsoft.com/office/drawing/2014/main" id="{E35A5592-B835-4917-8C6A-588CD7CC2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54" name="Freeform 86">
              <a:extLst>
                <a:ext uri="{FF2B5EF4-FFF2-40B4-BE49-F238E27FC236}">
                  <a16:creationId xmlns:a16="http://schemas.microsoft.com/office/drawing/2014/main" id="{A17F940F-C383-4E05-B344-7E131F029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55" name="Freeform 87">
              <a:extLst>
                <a:ext uri="{FF2B5EF4-FFF2-40B4-BE49-F238E27FC236}">
                  <a16:creationId xmlns:a16="http://schemas.microsoft.com/office/drawing/2014/main" id="{F02F2741-792F-48DE-8B26-331F7E6F8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56" name="Freeform 88">
              <a:extLst>
                <a:ext uri="{FF2B5EF4-FFF2-40B4-BE49-F238E27FC236}">
                  <a16:creationId xmlns:a16="http://schemas.microsoft.com/office/drawing/2014/main" id="{EEB02C71-9E9A-4CC0-B3A6-DAD5D536B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57" name="Freeform 89">
              <a:extLst>
                <a:ext uri="{FF2B5EF4-FFF2-40B4-BE49-F238E27FC236}">
                  <a16:creationId xmlns:a16="http://schemas.microsoft.com/office/drawing/2014/main" id="{8D820B84-B6DE-451D-A733-4601A3357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58" name="Freeform 90">
              <a:extLst>
                <a:ext uri="{FF2B5EF4-FFF2-40B4-BE49-F238E27FC236}">
                  <a16:creationId xmlns:a16="http://schemas.microsoft.com/office/drawing/2014/main" id="{6A45BBC9-7A0C-47E7-A58D-270A36CB5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59" name="Freeform 91">
              <a:extLst>
                <a:ext uri="{FF2B5EF4-FFF2-40B4-BE49-F238E27FC236}">
                  <a16:creationId xmlns:a16="http://schemas.microsoft.com/office/drawing/2014/main" id="{A14BFDA0-DA7F-461C-8FAB-D50545E23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60" name="Freeform 92">
              <a:extLst>
                <a:ext uri="{FF2B5EF4-FFF2-40B4-BE49-F238E27FC236}">
                  <a16:creationId xmlns:a16="http://schemas.microsoft.com/office/drawing/2014/main" id="{AEFD4A04-C9D7-4633-A5D9-0372AF1CA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61" name="Freeform 93">
              <a:extLst>
                <a:ext uri="{FF2B5EF4-FFF2-40B4-BE49-F238E27FC236}">
                  <a16:creationId xmlns:a16="http://schemas.microsoft.com/office/drawing/2014/main" id="{0F679ABF-CA89-45C3-B2D0-DF3C7B100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62" name="Freeform 94">
              <a:extLst>
                <a:ext uri="{FF2B5EF4-FFF2-40B4-BE49-F238E27FC236}">
                  <a16:creationId xmlns:a16="http://schemas.microsoft.com/office/drawing/2014/main" id="{5247AB35-B1A2-4D02-B4A8-7C8C3F992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63" name="Freeform 95">
              <a:extLst>
                <a:ext uri="{FF2B5EF4-FFF2-40B4-BE49-F238E27FC236}">
                  <a16:creationId xmlns:a16="http://schemas.microsoft.com/office/drawing/2014/main" id="{B3DF1A84-0F6F-4C6F-8286-8A6E1DA18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64" name="Freeform 96">
              <a:extLst>
                <a:ext uri="{FF2B5EF4-FFF2-40B4-BE49-F238E27FC236}">
                  <a16:creationId xmlns:a16="http://schemas.microsoft.com/office/drawing/2014/main" id="{919E4F43-3F37-426F-A1E6-7DC456188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65" name="Freeform 97">
              <a:extLst>
                <a:ext uri="{FF2B5EF4-FFF2-40B4-BE49-F238E27FC236}">
                  <a16:creationId xmlns:a16="http://schemas.microsoft.com/office/drawing/2014/main" id="{3C17377F-35AA-446D-A058-332B7C704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66" name="Freeform 98">
              <a:extLst>
                <a:ext uri="{FF2B5EF4-FFF2-40B4-BE49-F238E27FC236}">
                  <a16:creationId xmlns:a16="http://schemas.microsoft.com/office/drawing/2014/main" id="{A83D7A11-901B-4C84-B6D9-7093FA953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67" name="Freeform 99">
              <a:extLst>
                <a:ext uri="{FF2B5EF4-FFF2-40B4-BE49-F238E27FC236}">
                  <a16:creationId xmlns:a16="http://schemas.microsoft.com/office/drawing/2014/main" id="{6AF38831-E70A-4AC1-A438-4DEE7F918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68" name="Freeform 100">
              <a:extLst>
                <a:ext uri="{FF2B5EF4-FFF2-40B4-BE49-F238E27FC236}">
                  <a16:creationId xmlns:a16="http://schemas.microsoft.com/office/drawing/2014/main" id="{B8403DFB-53DF-45AE-8CBB-A0A3194C3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69" name="Freeform 101">
              <a:extLst>
                <a:ext uri="{FF2B5EF4-FFF2-40B4-BE49-F238E27FC236}">
                  <a16:creationId xmlns:a16="http://schemas.microsoft.com/office/drawing/2014/main" id="{67D28CBC-D181-4806-B769-B2CC841CB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70" name="Freeform 102">
              <a:extLst>
                <a:ext uri="{FF2B5EF4-FFF2-40B4-BE49-F238E27FC236}">
                  <a16:creationId xmlns:a16="http://schemas.microsoft.com/office/drawing/2014/main" id="{C9D943E5-7322-4644-A23A-F7EEF53CC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71" name="Freeform 103">
              <a:extLst>
                <a:ext uri="{FF2B5EF4-FFF2-40B4-BE49-F238E27FC236}">
                  <a16:creationId xmlns:a16="http://schemas.microsoft.com/office/drawing/2014/main" id="{F7398E27-858B-4CCA-BD12-5BC893B8F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72" name="Freeform 104">
              <a:extLst>
                <a:ext uri="{FF2B5EF4-FFF2-40B4-BE49-F238E27FC236}">
                  <a16:creationId xmlns:a16="http://schemas.microsoft.com/office/drawing/2014/main" id="{DF0AC61F-EFAA-431E-BEEE-319E6D4D2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73" name="Freeform 105">
              <a:extLst>
                <a:ext uri="{FF2B5EF4-FFF2-40B4-BE49-F238E27FC236}">
                  <a16:creationId xmlns:a16="http://schemas.microsoft.com/office/drawing/2014/main" id="{1BEAB71C-83B4-4C07-8788-61F570EA4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74" name="Freeform 106">
              <a:extLst>
                <a:ext uri="{FF2B5EF4-FFF2-40B4-BE49-F238E27FC236}">
                  <a16:creationId xmlns:a16="http://schemas.microsoft.com/office/drawing/2014/main" id="{39D7FFFD-4C25-41E8-BD3B-6E4F442BE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75" name="Freeform 107">
              <a:extLst>
                <a:ext uri="{FF2B5EF4-FFF2-40B4-BE49-F238E27FC236}">
                  <a16:creationId xmlns:a16="http://schemas.microsoft.com/office/drawing/2014/main" id="{8CFD5C03-087B-4CD8-BDB3-588D532F9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76" name="Freeform 108">
              <a:extLst>
                <a:ext uri="{FF2B5EF4-FFF2-40B4-BE49-F238E27FC236}">
                  <a16:creationId xmlns:a16="http://schemas.microsoft.com/office/drawing/2014/main" id="{A1D59D00-2B5D-4270-AAE1-28F1F8C14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77" name="Freeform 109">
              <a:extLst>
                <a:ext uri="{FF2B5EF4-FFF2-40B4-BE49-F238E27FC236}">
                  <a16:creationId xmlns:a16="http://schemas.microsoft.com/office/drawing/2014/main" id="{8DCB6E0D-A221-4C2D-90DD-9E1FA7D57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78" name="Freeform 110">
              <a:extLst>
                <a:ext uri="{FF2B5EF4-FFF2-40B4-BE49-F238E27FC236}">
                  <a16:creationId xmlns:a16="http://schemas.microsoft.com/office/drawing/2014/main" id="{CDD0D770-327F-46D9-9722-0D9DAB091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79" name="Freeform 111">
              <a:extLst>
                <a:ext uri="{FF2B5EF4-FFF2-40B4-BE49-F238E27FC236}">
                  <a16:creationId xmlns:a16="http://schemas.microsoft.com/office/drawing/2014/main" id="{971E1824-206F-42D1-BAF3-4C3F07010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80" name="Freeform 112">
              <a:extLst>
                <a:ext uri="{FF2B5EF4-FFF2-40B4-BE49-F238E27FC236}">
                  <a16:creationId xmlns:a16="http://schemas.microsoft.com/office/drawing/2014/main" id="{BA5C4070-24F9-4FA8-84A9-CAA258BA1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81" name="Rectangle 113">
              <a:extLst>
                <a:ext uri="{FF2B5EF4-FFF2-40B4-BE49-F238E27FC236}">
                  <a16:creationId xmlns:a16="http://schemas.microsoft.com/office/drawing/2014/main" id="{3530A8BA-BF3E-48B6-B3B9-9D9B527F3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82" name="Freeform 114">
              <a:extLst>
                <a:ext uri="{FF2B5EF4-FFF2-40B4-BE49-F238E27FC236}">
                  <a16:creationId xmlns:a16="http://schemas.microsoft.com/office/drawing/2014/main" id="{A05FA40E-41D3-4ED9-BE06-27B613EB3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06" y="253524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83" name="Freeform 115">
              <a:extLst>
                <a:ext uri="{FF2B5EF4-FFF2-40B4-BE49-F238E27FC236}">
                  <a16:creationId xmlns:a16="http://schemas.microsoft.com/office/drawing/2014/main" id="{C7109A77-8CC2-49A7-95FA-237FE2640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01" y="2554287"/>
              <a:ext cx="1068388" cy="1941512"/>
            </a:xfrm>
            <a:custGeom>
              <a:avLst/>
              <a:gdLst>
                <a:gd name="T0" fmla="*/ 0 w 931"/>
                <a:gd name="T1" fmla="*/ 0 h 3673"/>
                <a:gd name="T2" fmla="*/ 2147483646 w 931"/>
                <a:gd name="T3" fmla="*/ 0 h 3673"/>
                <a:gd name="T4" fmla="*/ 2147483646 w 931"/>
                <a:gd name="T5" fmla="*/ 2147483646 h 3673"/>
                <a:gd name="T6" fmla="*/ 2147483646 w 93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31"/>
                <a:gd name="T13" fmla="*/ 0 h 3673"/>
                <a:gd name="T14" fmla="*/ 931 w 93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31" h="3673">
                  <a:moveTo>
                    <a:pt x="0" y="0"/>
                  </a:moveTo>
                  <a:lnTo>
                    <a:pt x="559" y="0"/>
                  </a:lnTo>
                  <a:lnTo>
                    <a:pt x="559" y="3673"/>
                  </a:lnTo>
                  <a:lnTo>
                    <a:pt x="93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84" name="Freeform 116">
              <a:extLst>
                <a:ext uri="{FF2B5EF4-FFF2-40B4-BE49-F238E27FC236}">
                  <a16:creationId xmlns:a16="http://schemas.microsoft.com/office/drawing/2014/main" id="{5DEE9B40-620A-4514-B5DB-2C21C2240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85" name="Rectangle 117">
              <a:extLst>
                <a:ext uri="{FF2B5EF4-FFF2-40B4-BE49-F238E27FC236}">
                  <a16:creationId xmlns:a16="http://schemas.microsoft.com/office/drawing/2014/main" id="{F688AC19-45A7-4CCC-919C-C441B9A98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2022475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Second-level lookahead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86" name="Rectangle 118">
              <a:extLst>
                <a:ext uri="{FF2B5EF4-FFF2-40B4-BE49-F238E27FC236}">
                  <a16:creationId xmlns:a16="http://schemas.microsoft.com/office/drawing/2014/main" id="{2C733E8F-4DCC-4F7C-A354-4D86A1099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1355" y="14319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87" name="Rectangle 119">
              <a:extLst>
                <a:ext uri="{FF2B5EF4-FFF2-40B4-BE49-F238E27FC236}">
                  <a16:creationId xmlns:a16="http://schemas.microsoft.com/office/drawing/2014/main" id="{C09465C1-1404-4A6F-A57D-90ECCA724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3430" y="15287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88" name="Rectangle 120">
              <a:extLst>
                <a:ext uri="{FF2B5EF4-FFF2-40B4-BE49-F238E27FC236}">
                  <a16:creationId xmlns:a16="http://schemas.microsoft.com/office/drawing/2014/main" id="{14141304-5E30-49D0-9E3F-45828ACC6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89" name="Rectangle 121">
              <a:extLst>
                <a:ext uri="{FF2B5EF4-FFF2-40B4-BE49-F238E27FC236}">
                  <a16:creationId xmlns:a16="http://schemas.microsoft.com/office/drawing/2014/main" id="{ABA0400F-AC45-4CC8-9A14-8E29A7FA1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90" name="Rectangle 122">
              <a:extLst>
                <a:ext uri="{FF2B5EF4-FFF2-40B4-BE49-F238E27FC236}">
                  <a16:creationId xmlns:a16="http://schemas.microsoft.com/office/drawing/2014/main" id="{6161191C-769F-43CD-8EC9-2C7391CCC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91" name="Rectangle 123">
              <a:extLst>
                <a:ext uri="{FF2B5EF4-FFF2-40B4-BE49-F238E27FC236}">
                  <a16:creationId xmlns:a16="http://schemas.microsoft.com/office/drawing/2014/main" id="{481E570B-5F10-4EB3-80F2-4F2AACF31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92" name="Rectangle 124">
              <a:extLst>
                <a:ext uri="{FF2B5EF4-FFF2-40B4-BE49-F238E27FC236}">
                  <a16:creationId xmlns:a16="http://schemas.microsoft.com/office/drawing/2014/main" id="{7BFF20AD-A6F2-4107-BFEB-3955D1FA9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255588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93" name="Rectangle 125">
              <a:extLst>
                <a:ext uri="{FF2B5EF4-FFF2-40B4-BE49-F238E27FC236}">
                  <a16:creationId xmlns:a16="http://schemas.microsoft.com/office/drawing/2014/main" id="{E1B076F8-1AAA-438F-B270-ED1F68D97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94" name="Rectangle 126">
              <a:extLst>
                <a:ext uri="{FF2B5EF4-FFF2-40B4-BE49-F238E27FC236}">
                  <a16:creationId xmlns:a16="http://schemas.microsoft.com/office/drawing/2014/main" id="{75055146-7208-4D64-9271-6C270C5B9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95" name="Rectangle 127">
              <a:extLst>
                <a:ext uri="{FF2B5EF4-FFF2-40B4-BE49-F238E27FC236}">
                  <a16:creationId xmlns:a16="http://schemas.microsoft.com/office/drawing/2014/main" id="{26D74DCF-EF58-42FD-9AF5-A7AF08359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96" name="Rectangle 128">
              <a:extLst>
                <a:ext uri="{FF2B5EF4-FFF2-40B4-BE49-F238E27FC236}">
                  <a16:creationId xmlns:a16="http://schemas.microsoft.com/office/drawing/2014/main" id="{ABDA273C-B3F5-4816-B5B3-463667DB0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25558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97" name="Rectangle 129">
              <a:extLst>
                <a:ext uri="{FF2B5EF4-FFF2-40B4-BE49-F238E27FC236}">
                  <a16:creationId xmlns:a16="http://schemas.microsoft.com/office/drawing/2014/main" id="{A64529EF-74FD-4D43-A670-9F1F879C6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98" name="Rectangle 130">
              <a:extLst>
                <a:ext uri="{FF2B5EF4-FFF2-40B4-BE49-F238E27FC236}">
                  <a16:creationId xmlns:a16="http://schemas.microsoft.com/office/drawing/2014/main" id="{64994C38-5AF7-4060-8776-277308A90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499" name="Rectangle 131">
              <a:extLst>
                <a:ext uri="{FF2B5EF4-FFF2-40B4-BE49-F238E27FC236}">
                  <a16:creationId xmlns:a16="http://schemas.microsoft.com/office/drawing/2014/main" id="{5208C1D9-F5AC-4D67-BDBF-E9E796A83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00" name="Rectangle 132">
              <a:extLst>
                <a:ext uri="{FF2B5EF4-FFF2-40B4-BE49-F238E27FC236}">
                  <a16:creationId xmlns:a16="http://schemas.microsoft.com/office/drawing/2014/main" id="{E1E8B81C-1D5D-435A-AC77-C9FC891FE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25558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01" name="Rectangle 133">
              <a:extLst>
                <a:ext uri="{FF2B5EF4-FFF2-40B4-BE49-F238E27FC236}">
                  <a16:creationId xmlns:a16="http://schemas.microsoft.com/office/drawing/2014/main" id="{A2EEB14A-5951-41A9-8B4A-6D972119B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02" name="Rectangle 134">
              <a:extLst>
                <a:ext uri="{FF2B5EF4-FFF2-40B4-BE49-F238E27FC236}">
                  <a16:creationId xmlns:a16="http://schemas.microsoft.com/office/drawing/2014/main" id="{44400941-BE99-4C24-8DC6-D1FBDE289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03" name="Rectangle 135">
              <a:extLst>
                <a:ext uri="{FF2B5EF4-FFF2-40B4-BE49-F238E27FC236}">
                  <a16:creationId xmlns:a16="http://schemas.microsoft.com/office/drawing/2014/main" id="{580D6CD8-7B7B-40C7-AFE4-2E9CC1B0B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04" name="Rectangle 136">
              <a:extLst>
                <a:ext uri="{FF2B5EF4-FFF2-40B4-BE49-F238E27FC236}">
                  <a16:creationId xmlns:a16="http://schemas.microsoft.com/office/drawing/2014/main" id="{E30D77CA-D891-469C-9EF6-8EFF35427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211138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05" name="Rectangle 137">
              <a:extLst>
                <a:ext uri="{FF2B5EF4-FFF2-40B4-BE49-F238E27FC236}">
                  <a16:creationId xmlns:a16="http://schemas.microsoft.com/office/drawing/2014/main" id="{90283838-9BEC-4340-A257-5D8186DFB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06" name="Rectangle 138">
              <a:extLst>
                <a:ext uri="{FF2B5EF4-FFF2-40B4-BE49-F238E27FC236}">
                  <a16:creationId xmlns:a16="http://schemas.microsoft.com/office/drawing/2014/main" id="{B4501A2F-AE65-46D5-9A4F-8D1507867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07" name="Rectangle 139">
              <a:extLst>
                <a:ext uri="{FF2B5EF4-FFF2-40B4-BE49-F238E27FC236}">
                  <a16:creationId xmlns:a16="http://schemas.microsoft.com/office/drawing/2014/main" id="{50F9799D-53C2-4F10-A981-9E357226C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08" name="Rectangle 140">
              <a:extLst>
                <a:ext uri="{FF2B5EF4-FFF2-40B4-BE49-F238E27FC236}">
                  <a16:creationId xmlns:a16="http://schemas.microsoft.com/office/drawing/2014/main" id="{67215110-33F7-487C-A525-EDCA072C9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09" name="Rectangle 141">
              <a:extLst>
                <a:ext uri="{FF2B5EF4-FFF2-40B4-BE49-F238E27FC236}">
                  <a16:creationId xmlns:a16="http://schemas.microsoft.com/office/drawing/2014/main" id="{69FAFD76-F7A2-40CD-BEB8-7F67D50CF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10" name="Rectangle 142">
              <a:extLst>
                <a:ext uri="{FF2B5EF4-FFF2-40B4-BE49-F238E27FC236}">
                  <a16:creationId xmlns:a16="http://schemas.microsoft.com/office/drawing/2014/main" id="{DED6DABE-352A-47BD-B74A-73CB44D7C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11" name="Rectangle 143">
              <a:extLst>
                <a:ext uri="{FF2B5EF4-FFF2-40B4-BE49-F238E27FC236}">
                  <a16:creationId xmlns:a16="http://schemas.microsoft.com/office/drawing/2014/main" id="{C401B66E-19FF-43F8-A0FA-E0C373DE2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12" name="Rectangle 144">
              <a:extLst>
                <a:ext uri="{FF2B5EF4-FFF2-40B4-BE49-F238E27FC236}">
                  <a16:creationId xmlns:a16="http://schemas.microsoft.com/office/drawing/2014/main" id="{D50A4BB6-EB86-4385-9F91-ECE3FFC2C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13" name="Rectangle 145">
              <a:extLst>
                <a:ext uri="{FF2B5EF4-FFF2-40B4-BE49-F238E27FC236}">
                  <a16:creationId xmlns:a16="http://schemas.microsoft.com/office/drawing/2014/main" id="{712C4613-054C-4AC2-8460-A1BBFF231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14" name="Rectangle 146">
              <a:extLst>
                <a:ext uri="{FF2B5EF4-FFF2-40B4-BE49-F238E27FC236}">
                  <a16:creationId xmlns:a16="http://schemas.microsoft.com/office/drawing/2014/main" id="{5B035477-89E9-4F48-AAA7-6A8AD1559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15" name="Rectangle 147">
              <a:extLst>
                <a:ext uri="{FF2B5EF4-FFF2-40B4-BE49-F238E27FC236}">
                  <a16:creationId xmlns:a16="http://schemas.microsoft.com/office/drawing/2014/main" id="{9D521536-ECAF-4C35-8B56-33C5151CD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16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16" name="Rectangle 148">
              <a:extLst>
                <a:ext uri="{FF2B5EF4-FFF2-40B4-BE49-F238E27FC236}">
                  <a16:creationId xmlns:a16="http://schemas.microsoft.com/office/drawing/2014/main" id="{9F572384-5ADC-4DE2-8151-71A8EDA44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17" name="Freeform 149">
              <a:extLst>
                <a:ext uri="{FF2B5EF4-FFF2-40B4-BE49-F238E27FC236}">
                  <a16:creationId xmlns:a16="http://schemas.microsoft.com/office/drawing/2014/main" id="{E658EF4B-0D1F-4B15-8CDC-D85454409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18" name="Freeform 150">
              <a:extLst>
                <a:ext uri="{FF2B5EF4-FFF2-40B4-BE49-F238E27FC236}">
                  <a16:creationId xmlns:a16="http://schemas.microsoft.com/office/drawing/2014/main" id="{2337A698-5E37-43C4-A672-82D1FDDC9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19" name="Rectangle 151">
              <a:extLst>
                <a:ext uri="{FF2B5EF4-FFF2-40B4-BE49-F238E27FC236}">
                  <a16:creationId xmlns:a16="http://schemas.microsoft.com/office/drawing/2014/main" id="{34CC10BC-507F-48BB-9B18-D5CF62245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20" name="Rectangle 152">
              <a:extLst>
                <a:ext uri="{FF2B5EF4-FFF2-40B4-BE49-F238E27FC236}">
                  <a16:creationId xmlns:a16="http://schemas.microsoft.com/office/drawing/2014/main" id="{A93A4B1E-48D0-469A-AAEC-E4A22447E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21" name="Rectangle 153">
              <a:extLst>
                <a:ext uri="{FF2B5EF4-FFF2-40B4-BE49-F238E27FC236}">
                  <a16:creationId xmlns:a16="http://schemas.microsoft.com/office/drawing/2014/main" id="{698DA1F0-B88F-44DC-9BE2-E3A53F57A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22" name="Rectangle 154">
              <a:extLst>
                <a:ext uri="{FF2B5EF4-FFF2-40B4-BE49-F238E27FC236}">
                  <a16:creationId xmlns:a16="http://schemas.microsoft.com/office/drawing/2014/main" id="{ED45931B-5870-4EAE-ADAB-DEF4A5347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23" name="Rectangle 155">
              <a:extLst>
                <a:ext uri="{FF2B5EF4-FFF2-40B4-BE49-F238E27FC236}">
                  <a16:creationId xmlns:a16="http://schemas.microsoft.com/office/drawing/2014/main" id="{B5C7CD72-3537-439E-8871-A64809C16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24" name="Rectangle 156">
              <a:extLst>
                <a:ext uri="{FF2B5EF4-FFF2-40B4-BE49-F238E27FC236}">
                  <a16:creationId xmlns:a16="http://schemas.microsoft.com/office/drawing/2014/main" id="{4B39AC86-4CCA-4305-8323-132B932CA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25" name="Rectangle 157">
              <a:extLst>
                <a:ext uri="{FF2B5EF4-FFF2-40B4-BE49-F238E27FC236}">
                  <a16:creationId xmlns:a16="http://schemas.microsoft.com/office/drawing/2014/main" id="{7F65B79F-BBFC-470A-866F-305DD1C77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26" name="Rectangle 158">
              <a:extLst>
                <a:ext uri="{FF2B5EF4-FFF2-40B4-BE49-F238E27FC236}">
                  <a16:creationId xmlns:a16="http://schemas.microsoft.com/office/drawing/2014/main" id="{EAAC88ED-1DC3-4916-A40D-540B63FCB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27" name="Freeform 159">
              <a:extLst>
                <a:ext uri="{FF2B5EF4-FFF2-40B4-BE49-F238E27FC236}">
                  <a16:creationId xmlns:a16="http://schemas.microsoft.com/office/drawing/2014/main" id="{F8892B33-59E2-46A1-9BDF-4268E51E3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28" name="Line 160">
              <a:extLst>
                <a:ext uri="{FF2B5EF4-FFF2-40B4-BE49-F238E27FC236}">
                  <a16:creationId xmlns:a16="http://schemas.microsoft.com/office/drawing/2014/main" id="{1BDAADB1-DA0E-49E0-B7E5-9E7B7732C2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29" name="Freeform 161">
              <a:extLst>
                <a:ext uri="{FF2B5EF4-FFF2-40B4-BE49-F238E27FC236}">
                  <a16:creationId xmlns:a16="http://schemas.microsoft.com/office/drawing/2014/main" id="{513A55C2-8FAD-4CA0-8C75-149BCC4C1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30" name="Freeform 162">
              <a:extLst>
                <a:ext uri="{FF2B5EF4-FFF2-40B4-BE49-F238E27FC236}">
                  <a16:creationId xmlns:a16="http://schemas.microsoft.com/office/drawing/2014/main" id="{987E9134-4114-4489-8847-F5E14FF73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31" name="Rectangle 163">
              <a:extLst>
                <a:ext uri="{FF2B5EF4-FFF2-40B4-BE49-F238E27FC236}">
                  <a16:creationId xmlns:a16="http://schemas.microsoft.com/office/drawing/2014/main" id="{69D9BE50-3977-4078-AF91-0C6681FD4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32" name="Rectangle 164">
              <a:extLst>
                <a:ext uri="{FF2B5EF4-FFF2-40B4-BE49-F238E27FC236}">
                  <a16:creationId xmlns:a16="http://schemas.microsoft.com/office/drawing/2014/main" id="{A6333F86-EFCD-4B6D-8916-23A3C0C6F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22225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533" name="Rectangle 165">
              <a:extLst>
                <a:ext uri="{FF2B5EF4-FFF2-40B4-BE49-F238E27FC236}">
                  <a16:creationId xmlns:a16="http://schemas.microsoft.com/office/drawing/2014/main" id="{3572F203-D116-461C-A76E-CF0BC61C3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43362" name="Rectangle 2">
            <a:extLst>
              <a:ext uri="{FF2B5EF4-FFF2-40B4-BE49-F238E27FC236}">
                <a16:creationId xmlns:a16="http://schemas.microsoft.com/office/drawing/2014/main" id="{2EB72CD5-B0AC-4A60-8543-8EB0DE2EB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hierarchical carry-lookahead adder</a:t>
            </a:r>
          </a:p>
        </p:txBody>
      </p:sp>
      <p:sp>
        <p:nvSpPr>
          <p:cNvPr id="143363" name="TextBox 1">
            <a:extLst>
              <a:ext uri="{FF2B5EF4-FFF2-40B4-BE49-F238E27FC236}">
                <a16:creationId xmlns:a16="http://schemas.microsoft.com/office/drawing/2014/main" id="{6AE13614-91EE-4415-BAA8-1FD919B80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8213" y="498633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?</a:t>
            </a:r>
          </a:p>
        </p:txBody>
      </p:sp>
      <p:sp>
        <p:nvSpPr>
          <p:cNvPr id="143364" name="TextBox 167">
            <a:extLst>
              <a:ext uri="{FF2B5EF4-FFF2-40B4-BE49-F238E27FC236}">
                <a16:creationId xmlns:a16="http://schemas.microsoft.com/office/drawing/2014/main" id="{D5A99958-3235-499F-B489-F105177324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29225" y="49911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?</a:t>
            </a:r>
          </a:p>
        </p:txBody>
      </p:sp>
      <p:sp>
        <p:nvSpPr>
          <p:cNvPr id="143365" name="TextBox 168">
            <a:extLst>
              <a:ext uri="{FF2B5EF4-FFF2-40B4-BE49-F238E27FC236}">
                <a16:creationId xmlns:a16="http://schemas.microsoft.com/office/drawing/2014/main" id="{AE5A2CFB-3CD1-40C8-87B1-A0FF92B62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70713" y="500538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?</a:t>
            </a:r>
          </a:p>
        </p:txBody>
      </p:sp>
      <p:sp>
        <p:nvSpPr>
          <p:cNvPr id="143366" name="Freeform 15">
            <a:extLst>
              <a:ext uri="{FF2B5EF4-FFF2-40B4-BE49-F238E27FC236}">
                <a16:creationId xmlns:a16="http://schemas.microsoft.com/office/drawing/2014/main" id="{DA54926E-99A9-45AC-9C7E-27E3EC33AC58}"/>
              </a:ext>
            </a:extLst>
          </p:cNvPr>
          <p:cNvSpPr>
            <a:spLocks/>
          </p:cNvSpPr>
          <p:nvPr/>
        </p:nvSpPr>
        <p:spPr bwMode="auto">
          <a:xfrm>
            <a:off x="120650" y="1900238"/>
            <a:ext cx="8458200" cy="4484687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3367" name="Rectangle 148">
            <a:extLst>
              <a:ext uri="{FF2B5EF4-FFF2-40B4-BE49-F238E27FC236}">
                <a16:creationId xmlns:a16="http://schemas.microsoft.com/office/drawing/2014/main" id="{6D5C7365-E741-4205-B1AA-31811C4B9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713" y="3368675"/>
            <a:ext cx="10144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5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c 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3368" name="Rectangle 151">
            <a:extLst>
              <a:ext uri="{FF2B5EF4-FFF2-40B4-BE49-F238E27FC236}">
                <a16:creationId xmlns:a16="http://schemas.microsoft.com/office/drawing/2014/main" id="{D12007ED-EEA1-470E-98B0-3A1C3E4DC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200" y="3465513"/>
            <a:ext cx="9715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32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3369" name="Freeform 15">
            <a:extLst>
              <a:ext uri="{FF2B5EF4-FFF2-40B4-BE49-F238E27FC236}">
                <a16:creationId xmlns:a16="http://schemas.microsoft.com/office/drawing/2014/main" id="{FC21B72F-545C-4033-B504-0AB752EA39C2}"/>
              </a:ext>
            </a:extLst>
          </p:cNvPr>
          <p:cNvSpPr>
            <a:spLocks/>
          </p:cNvSpPr>
          <p:nvPr/>
        </p:nvSpPr>
        <p:spPr bwMode="auto">
          <a:xfrm>
            <a:off x="4745038" y="21097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3370" name="Freeform 15">
            <a:extLst>
              <a:ext uri="{FF2B5EF4-FFF2-40B4-BE49-F238E27FC236}">
                <a16:creationId xmlns:a16="http://schemas.microsoft.com/office/drawing/2014/main" id="{66BF5527-9298-4183-9E3D-F81A6CAB5842}"/>
              </a:ext>
            </a:extLst>
          </p:cNvPr>
          <p:cNvSpPr>
            <a:spLocks/>
          </p:cNvSpPr>
          <p:nvPr/>
        </p:nvSpPr>
        <p:spPr bwMode="auto">
          <a:xfrm>
            <a:off x="6743700" y="2106613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3371" name="Freeform 15">
            <a:extLst>
              <a:ext uri="{FF2B5EF4-FFF2-40B4-BE49-F238E27FC236}">
                <a16:creationId xmlns:a16="http://schemas.microsoft.com/office/drawing/2014/main" id="{E043423F-1DB2-4E50-A72E-906DF5F3E048}"/>
              </a:ext>
            </a:extLst>
          </p:cNvPr>
          <p:cNvSpPr>
            <a:spLocks/>
          </p:cNvSpPr>
          <p:nvPr/>
        </p:nvSpPr>
        <p:spPr bwMode="auto">
          <a:xfrm>
            <a:off x="1173163" y="20970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A2BD6FFC-2E23-7D47-964D-F985CE1FBEE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The Hierarchical Carry Expression</a:t>
            </a:r>
          </a:p>
        </p:txBody>
      </p:sp>
      <p:sp>
        <p:nvSpPr>
          <p:cNvPr id="144386" name="TextBox 12">
            <a:extLst>
              <a:ext uri="{FF2B5EF4-FFF2-40B4-BE49-F238E27FC236}">
                <a16:creationId xmlns:a16="http://schemas.microsoft.com/office/drawing/2014/main" id="{B2E42131-2482-4284-A1ED-F9B0401223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244600"/>
            <a:ext cx="78486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8 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F2A9822-6C3E-484D-8790-DF5008C74562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The Hierarchical Carry Expression</a:t>
            </a:r>
          </a:p>
        </p:txBody>
      </p:sp>
      <p:sp>
        <p:nvSpPr>
          <p:cNvPr id="145410" name="TextBox 12">
            <a:extLst>
              <a:ext uri="{FF2B5EF4-FFF2-40B4-BE49-F238E27FC236}">
                <a16:creationId xmlns:a16="http://schemas.microsoft.com/office/drawing/2014/main" id="{110CA36E-4786-4A97-A415-B1E470AE28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244600"/>
            <a:ext cx="80010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8 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45411" name="Rectangle 10">
            <a:extLst>
              <a:ext uri="{FF2B5EF4-FFF2-40B4-BE49-F238E27FC236}">
                <a16:creationId xmlns:a16="http://schemas.microsoft.com/office/drawing/2014/main" id="{EBF778AF-D837-4F31-8FBB-379DA4EA2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5412" name="Rectangle 11">
            <a:extLst>
              <a:ext uri="{FF2B5EF4-FFF2-40B4-BE49-F238E27FC236}">
                <a16:creationId xmlns:a16="http://schemas.microsoft.com/office/drawing/2014/main" id="{B2F4668B-9EAF-42E8-9B94-3FF51E16A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5200" y="3140075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E1762C9D-FA70-CF4D-9E75-A2DA9466D9B8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The Hierarchical Carry Expression</a:t>
            </a:r>
          </a:p>
        </p:txBody>
      </p:sp>
      <p:sp>
        <p:nvSpPr>
          <p:cNvPr id="146434" name="TextBox 12">
            <a:extLst>
              <a:ext uri="{FF2B5EF4-FFF2-40B4-BE49-F238E27FC236}">
                <a16:creationId xmlns:a16="http://schemas.microsoft.com/office/drawing/2014/main" id="{52DDC741-79DC-4F34-9489-18F70B7D8A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244600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8 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46435" name="Rectangle 10">
            <a:extLst>
              <a:ext uri="{FF2B5EF4-FFF2-40B4-BE49-F238E27FC236}">
                <a16:creationId xmlns:a16="http://schemas.microsoft.com/office/drawing/2014/main" id="{4976346D-BD0A-4BDF-A5AA-A857444BE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36" name="Rectangle 11">
            <a:extLst>
              <a:ext uri="{FF2B5EF4-FFF2-40B4-BE49-F238E27FC236}">
                <a16:creationId xmlns:a16="http://schemas.microsoft.com/office/drawing/2014/main" id="{8229CC55-2AD7-4ADC-8CC3-53D86F6052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5200" y="3140075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6437" name="TextBox 12">
            <a:extLst>
              <a:ext uri="{FF2B5EF4-FFF2-40B4-BE49-F238E27FC236}">
                <a16:creationId xmlns:a16="http://schemas.microsoft.com/office/drawing/2014/main" id="{1C171A03-3C29-4CC4-80FF-3B283AA07F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2286000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46438" name="TextBox 13">
            <a:extLst>
              <a:ext uri="{FF2B5EF4-FFF2-40B4-BE49-F238E27FC236}">
                <a16:creationId xmlns:a16="http://schemas.microsoft.com/office/drawing/2014/main" id="{6D6DC599-E8D4-4800-8635-604661EC6E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3429000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cxnSp>
        <p:nvCxnSpPr>
          <p:cNvPr id="146439" name="Straight Arrow Connector 16">
            <a:extLst>
              <a:ext uri="{FF2B5EF4-FFF2-40B4-BE49-F238E27FC236}">
                <a16:creationId xmlns:a16="http://schemas.microsoft.com/office/drawing/2014/main" id="{BD54A6B2-6A56-4D1D-8E9B-4AB5F8548C11}"/>
              </a:ext>
            </a:extLst>
          </p:cNvPr>
          <p:cNvCxnSpPr>
            <a:cxnSpLocks noChangeShapeType="1"/>
            <a:stCxn id="146438" idx="3"/>
          </p:cNvCxnSpPr>
          <p:nvPr/>
        </p:nvCxnSpPr>
        <p:spPr bwMode="auto">
          <a:xfrm flipV="1">
            <a:off x="627063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6440" name="Straight Arrow Connector 17">
            <a:extLst>
              <a:ext uri="{FF2B5EF4-FFF2-40B4-BE49-F238E27FC236}">
                <a16:creationId xmlns:a16="http://schemas.microsoft.com/office/drawing/2014/main" id="{3B8D1C71-8E54-4A99-A09F-49FB67F4275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096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A4DC45C-CC29-DC45-B4F9-4D7CCFBBB873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The Hierarchical Carry Expression</a:t>
            </a:r>
          </a:p>
        </p:txBody>
      </p:sp>
      <p:sp>
        <p:nvSpPr>
          <p:cNvPr id="147458" name="TextBox 12">
            <a:extLst>
              <a:ext uri="{FF2B5EF4-FFF2-40B4-BE49-F238E27FC236}">
                <a16:creationId xmlns:a16="http://schemas.microsoft.com/office/drawing/2014/main" id="{3AB498EE-3405-4C19-8165-01821DFB5E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244600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8 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	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7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6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5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47459" name="Rectangle 10">
            <a:extLst>
              <a:ext uri="{FF2B5EF4-FFF2-40B4-BE49-F238E27FC236}">
                <a16:creationId xmlns:a16="http://schemas.microsoft.com/office/drawing/2014/main" id="{71F01513-3854-4E9D-A2ED-D7E417326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60" name="Rectangle 11">
            <a:extLst>
              <a:ext uri="{FF2B5EF4-FFF2-40B4-BE49-F238E27FC236}">
                <a16:creationId xmlns:a16="http://schemas.microsoft.com/office/drawing/2014/main" id="{47716E00-EF68-4781-912F-DA67556EE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5200" y="3140075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461" name="TextBox 12">
            <a:extLst>
              <a:ext uri="{FF2B5EF4-FFF2-40B4-BE49-F238E27FC236}">
                <a16:creationId xmlns:a16="http://schemas.microsoft.com/office/drawing/2014/main" id="{490BC650-5A5C-4380-BD97-66E3AE8039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2286000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47462" name="TextBox 13">
            <a:extLst>
              <a:ext uri="{FF2B5EF4-FFF2-40B4-BE49-F238E27FC236}">
                <a16:creationId xmlns:a16="http://schemas.microsoft.com/office/drawing/2014/main" id="{2F331A91-8B53-4669-BAD8-87FDE901FD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3429000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47463" name="TextBox 12">
            <a:extLst>
              <a:ext uri="{FF2B5EF4-FFF2-40B4-BE49-F238E27FC236}">
                <a16:creationId xmlns:a16="http://schemas.microsoft.com/office/drawing/2014/main" id="{423C16C2-F596-4C7C-9650-BA4EAFDAB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4535488"/>
            <a:ext cx="33543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8 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3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36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cxnSp>
        <p:nvCxnSpPr>
          <p:cNvPr id="147464" name="Straight Arrow Connector 16">
            <a:extLst>
              <a:ext uri="{FF2B5EF4-FFF2-40B4-BE49-F238E27FC236}">
                <a16:creationId xmlns:a16="http://schemas.microsoft.com/office/drawing/2014/main" id="{C6841F1E-DC53-4192-9DDF-AEBA1F03B2B1}"/>
              </a:ext>
            </a:extLst>
          </p:cNvPr>
          <p:cNvCxnSpPr>
            <a:cxnSpLocks noChangeShapeType="1"/>
            <a:stCxn id="147462" idx="3"/>
          </p:cNvCxnSpPr>
          <p:nvPr/>
        </p:nvCxnSpPr>
        <p:spPr bwMode="auto">
          <a:xfrm flipV="1">
            <a:off x="627063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7465" name="Straight Arrow Connector 17">
            <a:extLst>
              <a:ext uri="{FF2B5EF4-FFF2-40B4-BE49-F238E27FC236}">
                <a16:creationId xmlns:a16="http://schemas.microsoft.com/office/drawing/2014/main" id="{FCED427C-E779-4380-A5BD-927FA0E62D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096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itchFamily="34" charset="-128"/>
                <a:cs typeface="+mj-cs"/>
              </a:rPr>
              <a:t>The Hierarchical Carry Expression</a:t>
            </a:r>
          </a:p>
        </p:txBody>
      </p:sp>
      <p:sp>
        <p:nvSpPr>
          <p:cNvPr id="148482" name="TextBox 12">
            <a:extLst>
              <a:ext uri="{FF2B5EF4-FFF2-40B4-BE49-F238E27FC236}">
                <a16:creationId xmlns:a16="http://schemas.microsoft.com/office/drawing/2014/main" id="{48F7B0FE-6BC1-4D57-8F64-8D7FC69EF6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650" y="1371600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8 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48483" name="TextBox 12">
            <a:extLst>
              <a:ext uri="{FF2B5EF4-FFF2-40B4-BE49-F238E27FC236}">
                <a16:creationId xmlns:a16="http://schemas.microsoft.com/office/drawing/2014/main" id="{A1886F56-9AC8-42A0-A51F-8643363C5A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688" y="2474913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16 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8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=  G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48484" name="TextBox 12">
            <a:extLst>
              <a:ext uri="{FF2B5EF4-FFF2-40B4-BE49-F238E27FC236}">
                <a16:creationId xmlns:a16="http://schemas.microsoft.com/office/drawing/2014/main" id="{AF088FA0-DF01-43A1-9EE5-F3BC4461AF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688" y="3981450"/>
            <a:ext cx="6157912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24 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48485" name="TextBox 12">
            <a:extLst>
              <a:ext uri="{FF2B5EF4-FFF2-40B4-BE49-F238E27FC236}">
                <a16:creationId xmlns:a16="http://schemas.microsoft.com/office/drawing/2014/main" id="{05A489F6-F7D7-4B47-94B2-0F2977E958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5410200"/>
            <a:ext cx="86439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32 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505" name="Group 1">
            <a:extLst>
              <a:ext uri="{FF2B5EF4-FFF2-40B4-BE49-F238E27FC236}">
                <a16:creationId xmlns:a16="http://schemas.microsoft.com/office/drawing/2014/main" id="{BCF8E1BC-CE53-41DD-8B20-CCF45637C540}"/>
              </a:ext>
            </a:extLst>
          </p:cNvPr>
          <p:cNvGrpSpPr>
            <a:grpSpLocks/>
          </p:cNvGrpSpPr>
          <p:nvPr/>
        </p:nvGrpSpPr>
        <p:grpSpPr bwMode="auto">
          <a:xfrm>
            <a:off x="704850" y="1112838"/>
            <a:ext cx="8086725" cy="5287962"/>
            <a:chOff x="704850" y="390525"/>
            <a:chExt cx="8086725" cy="5287963"/>
          </a:xfrm>
        </p:grpSpPr>
        <p:sp>
          <p:nvSpPr>
            <p:cNvPr id="149510" name="Rectangle 4">
              <a:extLst>
                <a:ext uri="{FF2B5EF4-FFF2-40B4-BE49-F238E27FC236}">
                  <a16:creationId xmlns:a16="http://schemas.microsoft.com/office/drawing/2014/main" id="{15C6C763-D793-440B-9159-8C7ACB8DC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11" name="Rectangle 5">
              <a:extLst>
                <a:ext uri="{FF2B5EF4-FFF2-40B4-BE49-F238E27FC236}">
                  <a16:creationId xmlns:a16="http://schemas.microsoft.com/office/drawing/2014/main" id="{387F76E5-06BD-4506-8387-D3413055C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12" name="Freeform 6">
              <a:extLst>
                <a:ext uri="{FF2B5EF4-FFF2-40B4-BE49-F238E27FC236}">
                  <a16:creationId xmlns:a16="http://schemas.microsoft.com/office/drawing/2014/main" id="{7C8CB327-59E0-4AED-8328-B07A1A3F2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13" name="Line 7">
              <a:extLst>
                <a:ext uri="{FF2B5EF4-FFF2-40B4-BE49-F238E27FC236}">
                  <a16:creationId xmlns:a16="http://schemas.microsoft.com/office/drawing/2014/main" id="{5A8D48C7-18D2-4C50-8BCB-A3C087F419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14" name="Freeform 8">
              <a:extLst>
                <a:ext uri="{FF2B5EF4-FFF2-40B4-BE49-F238E27FC236}">
                  <a16:creationId xmlns:a16="http://schemas.microsoft.com/office/drawing/2014/main" id="{B88FFCDE-DDD8-4F40-8138-FEF86306B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15" name="Line 9">
              <a:extLst>
                <a:ext uri="{FF2B5EF4-FFF2-40B4-BE49-F238E27FC236}">
                  <a16:creationId xmlns:a16="http://schemas.microsoft.com/office/drawing/2014/main" id="{5D84C10C-6C0A-40EA-967F-BCED7A6FEF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16" name="Freeform 10">
              <a:extLst>
                <a:ext uri="{FF2B5EF4-FFF2-40B4-BE49-F238E27FC236}">
                  <a16:creationId xmlns:a16="http://schemas.microsoft.com/office/drawing/2014/main" id="{273648B9-FCC9-4242-B5F6-7850997D1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17" name="Line 11">
              <a:extLst>
                <a:ext uri="{FF2B5EF4-FFF2-40B4-BE49-F238E27FC236}">
                  <a16:creationId xmlns:a16="http://schemas.microsoft.com/office/drawing/2014/main" id="{F755F17C-51B7-4EE6-9AF6-C712ED61CA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18" name="Rectangle 12">
              <a:extLst>
                <a:ext uri="{FF2B5EF4-FFF2-40B4-BE49-F238E27FC236}">
                  <a16:creationId xmlns:a16="http://schemas.microsoft.com/office/drawing/2014/main" id="{648ED95D-99A2-41E0-9814-A3A8E0AE0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19" name="Rectangle 13">
              <a:extLst>
                <a:ext uri="{FF2B5EF4-FFF2-40B4-BE49-F238E27FC236}">
                  <a16:creationId xmlns:a16="http://schemas.microsoft.com/office/drawing/2014/main" id="{8E6EE2BB-0871-48DF-BC60-349A21EC4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20" name="Rectangle 14">
              <a:extLst>
                <a:ext uri="{FF2B5EF4-FFF2-40B4-BE49-F238E27FC236}">
                  <a16:creationId xmlns:a16="http://schemas.microsoft.com/office/drawing/2014/main" id="{4A9071ED-3820-47D9-BC12-CDF389794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21" name="Rectangle 15">
              <a:extLst>
                <a:ext uri="{FF2B5EF4-FFF2-40B4-BE49-F238E27FC236}">
                  <a16:creationId xmlns:a16="http://schemas.microsoft.com/office/drawing/2014/main" id="{0F1B7FFC-51C0-4E81-8024-75B07CDA8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22" name="Freeform 16">
              <a:extLst>
                <a:ext uri="{FF2B5EF4-FFF2-40B4-BE49-F238E27FC236}">
                  <a16:creationId xmlns:a16="http://schemas.microsoft.com/office/drawing/2014/main" id="{F7E8D662-15F3-4C99-8F53-339C79D2E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23" name="Line 17">
              <a:extLst>
                <a:ext uri="{FF2B5EF4-FFF2-40B4-BE49-F238E27FC236}">
                  <a16:creationId xmlns:a16="http://schemas.microsoft.com/office/drawing/2014/main" id="{4E9F8E7B-E8AA-4D60-B4A3-9909DD7D63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24" name="Freeform 18">
              <a:extLst>
                <a:ext uri="{FF2B5EF4-FFF2-40B4-BE49-F238E27FC236}">
                  <a16:creationId xmlns:a16="http://schemas.microsoft.com/office/drawing/2014/main" id="{8DC63264-5149-4DDA-869D-347CF4B0F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25" name="Line 19">
              <a:extLst>
                <a:ext uri="{FF2B5EF4-FFF2-40B4-BE49-F238E27FC236}">
                  <a16:creationId xmlns:a16="http://schemas.microsoft.com/office/drawing/2014/main" id="{9AD00C9D-7F1F-4417-BD60-ECEF49F77D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26" name="Rectangle 20">
              <a:extLst>
                <a:ext uri="{FF2B5EF4-FFF2-40B4-BE49-F238E27FC236}">
                  <a16:creationId xmlns:a16="http://schemas.microsoft.com/office/drawing/2014/main" id="{A16654E5-2533-4D82-B3FD-813A552CC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27" name="Rectangle 21">
              <a:extLst>
                <a:ext uri="{FF2B5EF4-FFF2-40B4-BE49-F238E27FC236}">
                  <a16:creationId xmlns:a16="http://schemas.microsoft.com/office/drawing/2014/main" id="{E7B32350-6DE6-4A06-AE54-7BB45B15B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28" name="Rectangle 22">
              <a:extLst>
                <a:ext uri="{FF2B5EF4-FFF2-40B4-BE49-F238E27FC236}">
                  <a16:creationId xmlns:a16="http://schemas.microsoft.com/office/drawing/2014/main" id="{BACAFB3A-B47C-43ED-850B-99E0F4A52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29" name="Rectangle 23">
              <a:extLst>
                <a:ext uri="{FF2B5EF4-FFF2-40B4-BE49-F238E27FC236}">
                  <a16:creationId xmlns:a16="http://schemas.microsoft.com/office/drawing/2014/main" id="{ADA09ABA-EF69-4580-90C4-5F0B3D5F1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30" name="Freeform 24">
              <a:extLst>
                <a:ext uri="{FF2B5EF4-FFF2-40B4-BE49-F238E27FC236}">
                  <a16:creationId xmlns:a16="http://schemas.microsoft.com/office/drawing/2014/main" id="{7B573F44-2A09-4FD4-BC93-816427FF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31" name="Line 25">
              <a:extLst>
                <a:ext uri="{FF2B5EF4-FFF2-40B4-BE49-F238E27FC236}">
                  <a16:creationId xmlns:a16="http://schemas.microsoft.com/office/drawing/2014/main" id="{69620268-7B84-420C-AEA2-79D72278F4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1581150"/>
              <a:ext cx="5270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32" name="Freeform 26">
              <a:extLst>
                <a:ext uri="{FF2B5EF4-FFF2-40B4-BE49-F238E27FC236}">
                  <a16:creationId xmlns:a16="http://schemas.microsoft.com/office/drawing/2014/main" id="{0A596E52-3C37-459B-B747-B93B39A9F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33" name="Line 27">
              <a:extLst>
                <a:ext uri="{FF2B5EF4-FFF2-40B4-BE49-F238E27FC236}">
                  <a16:creationId xmlns:a16="http://schemas.microsoft.com/office/drawing/2014/main" id="{D6CDC0E6-3A4C-4C60-814C-C3752BCB8E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34" name="Freeform 28">
              <a:extLst>
                <a:ext uri="{FF2B5EF4-FFF2-40B4-BE49-F238E27FC236}">
                  <a16:creationId xmlns:a16="http://schemas.microsoft.com/office/drawing/2014/main" id="{95567564-E30E-49EC-8021-C1EFFB059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35" name="Line 29">
              <a:extLst>
                <a:ext uri="{FF2B5EF4-FFF2-40B4-BE49-F238E27FC236}">
                  <a16:creationId xmlns:a16="http://schemas.microsoft.com/office/drawing/2014/main" id="{A180CE25-F6A1-4008-8110-17F6B8EB5A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36" name="Rectangle 30">
              <a:extLst>
                <a:ext uri="{FF2B5EF4-FFF2-40B4-BE49-F238E27FC236}">
                  <a16:creationId xmlns:a16="http://schemas.microsoft.com/office/drawing/2014/main" id="{5F52B14F-094F-4E75-9890-70E226222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37" name="Rectangle 31">
              <a:extLst>
                <a:ext uri="{FF2B5EF4-FFF2-40B4-BE49-F238E27FC236}">
                  <a16:creationId xmlns:a16="http://schemas.microsoft.com/office/drawing/2014/main" id="{3354F270-126A-43B5-83A0-0BE521092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38" name="Rectangle 32">
              <a:extLst>
                <a:ext uri="{FF2B5EF4-FFF2-40B4-BE49-F238E27FC236}">
                  <a16:creationId xmlns:a16="http://schemas.microsoft.com/office/drawing/2014/main" id="{CA0020EC-481C-4637-B2B2-90AE5B03A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39" name="Rectangle 33">
              <a:extLst>
                <a:ext uri="{FF2B5EF4-FFF2-40B4-BE49-F238E27FC236}">
                  <a16:creationId xmlns:a16="http://schemas.microsoft.com/office/drawing/2014/main" id="{04EF4E7B-FB90-417B-A4A6-D0F11E53B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40" name="Rectangle 34">
              <a:extLst>
                <a:ext uri="{FF2B5EF4-FFF2-40B4-BE49-F238E27FC236}">
                  <a16:creationId xmlns:a16="http://schemas.microsoft.com/office/drawing/2014/main" id="{F6E85B87-25AE-4EB3-B406-24F1B9D7C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41" name="Rectangle 35">
              <a:extLst>
                <a:ext uri="{FF2B5EF4-FFF2-40B4-BE49-F238E27FC236}">
                  <a16:creationId xmlns:a16="http://schemas.microsoft.com/office/drawing/2014/main" id="{FE849638-9149-4046-84F2-35F844A50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42" name="Rectangle 36">
              <a:extLst>
                <a:ext uri="{FF2B5EF4-FFF2-40B4-BE49-F238E27FC236}">
                  <a16:creationId xmlns:a16="http://schemas.microsoft.com/office/drawing/2014/main" id="{E2619366-2BB9-4272-B9FA-0C2C2EF05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43" name="Rectangle 37">
              <a:extLst>
                <a:ext uri="{FF2B5EF4-FFF2-40B4-BE49-F238E27FC236}">
                  <a16:creationId xmlns:a16="http://schemas.microsoft.com/office/drawing/2014/main" id="{5BE449C1-8D8A-48E9-B588-59E91E7C6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44" name="Freeform 38">
              <a:extLst>
                <a:ext uri="{FF2B5EF4-FFF2-40B4-BE49-F238E27FC236}">
                  <a16:creationId xmlns:a16="http://schemas.microsoft.com/office/drawing/2014/main" id="{2871F2A6-0F00-4703-8B3B-CFA1A6FA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45" name="Freeform 39">
              <a:extLst>
                <a:ext uri="{FF2B5EF4-FFF2-40B4-BE49-F238E27FC236}">
                  <a16:creationId xmlns:a16="http://schemas.microsoft.com/office/drawing/2014/main" id="{87AE512D-D0E0-443C-ABC8-7814C9BDC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46" name="Freeform 40">
              <a:extLst>
                <a:ext uri="{FF2B5EF4-FFF2-40B4-BE49-F238E27FC236}">
                  <a16:creationId xmlns:a16="http://schemas.microsoft.com/office/drawing/2014/main" id="{75A5665B-F66E-4A0B-8216-24066E539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47" name="Rectangle 41">
              <a:extLst>
                <a:ext uri="{FF2B5EF4-FFF2-40B4-BE49-F238E27FC236}">
                  <a16:creationId xmlns:a16="http://schemas.microsoft.com/office/drawing/2014/main" id="{4103E358-DFE0-414D-BDC9-387002D9E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48" name="Rectangle 42">
              <a:extLst>
                <a:ext uri="{FF2B5EF4-FFF2-40B4-BE49-F238E27FC236}">
                  <a16:creationId xmlns:a16="http://schemas.microsoft.com/office/drawing/2014/main" id="{58C6B577-81DC-43A9-B350-87714BF7F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49" name="Rectangle 43">
              <a:extLst>
                <a:ext uri="{FF2B5EF4-FFF2-40B4-BE49-F238E27FC236}">
                  <a16:creationId xmlns:a16="http://schemas.microsoft.com/office/drawing/2014/main" id="{4310C330-CE3B-4483-8E4C-0A602E287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50" name="Rectangle 44">
              <a:extLst>
                <a:ext uri="{FF2B5EF4-FFF2-40B4-BE49-F238E27FC236}">
                  <a16:creationId xmlns:a16="http://schemas.microsoft.com/office/drawing/2014/main" id="{29076B9F-FB23-4B4D-BBA1-17ED3409D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51" name="Rectangle 45">
              <a:extLst>
                <a:ext uri="{FF2B5EF4-FFF2-40B4-BE49-F238E27FC236}">
                  <a16:creationId xmlns:a16="http://schemas.microsoft.com/office/drawing/2014/main" id="{740E67AE-53F3-4A97-BF19-81841BD52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52" name="Rectangle 46">
              <a:extLst>
                <a:ext uri="{FF2B5EF4-FFF2-40B4-BE49-F238E27FC236}">
                  <a16:creationId xmlns:a16="http://schemas.microsoft.com/office/drawing/2014/main" id="{41DA055A-E8CC-4141-9C21-942340075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53" name="Rectangle 47">
              <a:extLst>
                <a:ext uri="{FF2B5EF4-FFF2-40B4-BE49-F238E27FC236}">
                  <a16:creationId xmlns:a16="http://schemas.microsoft.com/office/drawing/2014/main" id="{BF926398-6423-4971-BD2F-9A7E9C6BB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54" name="Rectangle 48">
              <a:extLst>
                <a:ext uri="{FF2B5EF4-FFF2-40B4-BE49-F238E27FC236}">
                  <a16:creationId xmlns:a16="http://schemas.microsoft.com/office/drawing/2014/main" id="{D9B8BF2D-391F-41D0-9D83-B9A99E069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55" name="Freeform 49">
              <a:extLst>
                <a:ext uri="{FF2B5EF4-FFF2-40B4-BE49-F238E27FC236}">
                  <a16:creationId xmlns:a16="http://schemas.microsoft.com/office/drawing/2014/main" id="{0B0A422E-C52B-4C8B-9F21-445A299D4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56" name="Line 50">
              <a:extLst>
                <a:ext uri="{FF2B5EF4-FFF2-40B4-BE49-F238E27FC236}">
                  <a16:creationId xmlns:a16="http://schemas.microsoft.com/office/drawing/2014/main" id="{E64F7796-15C1-4927-807B-8BFD61DD34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57" name="Line 51">
              <a:extLst>
                <a:ext uri="{FF2B5EF4-FFF2-40B4-BE49-F238E27FC236}">
                  <a16:creationId xmlns:a16="http://schemas.microsoft.com/office/drawing/2014/main" id="{33A2D945-EB50-4BA5-B6A5-1A2B1E6657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58" name="Freeform 52">
              <a:extLst>
                <a:ext uri="{FF2B5EF4-FFF2-40B4-BE49-F238E27FC236}">
                  <a16:creationId xmlns:a16="http://schemas.microsoft.com/office/drawing/2014/main" id="{1D0B3CED-DF71-45FE-8980-FBF041C9D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59" name="Freeform 53">
              <a:extLst>
                <a:ext uri="{FF2B5EF4-FFF2-40B4-BE49-F238E27FC236}">
                  <a16:creationId xmlns:a16="http://schemas.microsoft.com/office/drawing/2014/main" id="{0E169B08-225C-49C3-BA59-AF47512EB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60" name="Freeform 54">
              <a:extLst>
                <a:ext uri="{FF2B5EF4-FFF2-40B4-BE49-F238E27FC236}">
                  <a16:creationId xmlns:a16="http://schemas.microsoft.com/office/drawing/2014/main" id="{F796FB60-A678-4FAB-AB38-62002C4D2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61" name="Freeform 55">
              <a:extLst>
                <a:ext uri="{FF2B5EF4-FFF2-40B4-BE49-F238E27FC236}">
                  <a16:creationId xmlns:a16="http://schemas.microsoft.com/office/drawing/2014/main" id="{EA4CF58F-7DEF-43E9-9105-67459A742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62" name="Freeform 56">
              <a:extLst>
                <a:ext uri="{FF2B5EF4-FFF2-40B4-BE49-F238E27FC236}">
                  <a16:creationId xmlns:a16="http://schemas.microsoft.com/office/drawing/2014/main" id="{79ABDD5D-D705-432B-B6A1-EF059F0E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63" name="Freeform 57">
              <a:extLst>
                <a:ext uri="{FF2B5EF4-FFF2-40B4-BE49-F238E27FC236}">
                  <a16:creationId xmlns:a16="http://schemas.microsoft.com/office/drawing/2014/main" id="{AB8945F4-2CDB-4F45-80DE-B3F66F947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64" name="Freeform 58">
              <a:extLst>
                <a:ext uri="{FF2B5EF4-FFF2-40B4-BE49-F238E27FC236}">
                  <a16:creationId xmlns:a16="http://schemas.microsoft.com/office/drawing/2014/main" id="{8BD77066-6DDB-414A-9455-FA069269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65" name="Freeform 59">
              <a:extLst>
                <a:ext uri="{FF2B5EF4-FFF2-40B4-BE49-F238E27FC236}">
                  <a16:creationId xmlns:a16="http://schemas.microsoft.com/office/drawing/2014/main" id="{BE805458-DFC6-4B84-8223-82DC218F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66" name="Freeform 60">
              <a:extLst>
                <a:ext uri="{FF2B5EF4-FFF2-40B4-BE49-F238E27FC236}">
                  <a16:creationId xmlns:a16="http://schemas.microsoft.com/office/drawing/2014/main" id="{4EA5B507-2483-4983-A9EF-BDD8434AC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67" name="Line 61">
              <a:extLst>
                <a:ext uri="{FF2B5EF4-FFF2-40B4-BE49-F238E27FC236}">
                  <a16:creationId xmlns:a16="http://schemas.microsoft.com/office/drawing/2014/main" id="{0E6B1C58-E3BA-4ED7-9C06-3A3290D02B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68" name="Rectangle 62">
              <a:extLst>
                <a:ext uri="{FF2B5EF4-FFF2-40B4-BE49-F238E27FC236}">
                  <a16:creationId xmlns:a16="http://schemas.microsoft.com/office/drawing/2014/main" id="{C5EE1B53-7DA5-4862-96C2-430F1210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69" name="Freeform 63">
              <a:extLst>
                <a:ext uri="{FF2B5EF4-FFF2-40B4-BE49-F238E27FC236}">
                  <a16:creationId xmlns:a16="http://schemas.microsoft.com/office/drawing/2014/main" id="{DF10791B-CCE3-475E-B22E-4331B87F1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70" name="Line 64">
              <a:extLst>
                <a:ext uri="{FF2B5EF4-FFF2-40B4-BE49-F238E27FC236}">
                  <a16:creationId xmlns:a16="http://schemas.microsoft.com/office/drawing/2014/main" id="{1F6A62A6-64B8-4EC9-9AD7-B7AEF8501D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71" name="Freeform 65">
              <a:extLst>
                <a:ext uri="{FF2B5EF4-FFF2-40B4-BE49-F238E27FC236}">
                  <a16:creationId xmlns:a16="http://schemas.microsoft.com/office/drawing/2014/main" id="{C207CD74-6E3E-454E-BC19-9B59564AB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72" name="Line 66">
              <a:extLst>
                <a:ext uri="{FF2B5EF4-FFF2-40B4-BE49-F238E27FC236}">
                  <a16:creationId xmlns:a16="http://schemas.microsoft.com/office/drawing/2014/main" id="{5239871C-102A-47AA-800F-ACF6FA9F4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73" name="Freeform 67">
              <a:extLst>
                <a:ext uri="{FF2B5EF4-FFF2-40B4-BE49-F238E27FC236}">
                  <a16:creationId xmlns:a16="http://schemas.microsoft.com/office/drawing/2014/main" id="{BBF3D833-0E52-4E17-B812-0E28CC268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74" name="Line 68">
              <a:extLst>
                <a:ext uri="{FF2B5EF4-FFF2-40B4-BE49-F238E27FC236}">
                  <a16:creationId xmlns:a16="http://schemas.microsoft.com/office/drawing/2014/main" id="{A600C85C-1513-40B1-B525-11D6B7E245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75" name="Freeform 69">
              <a:extLst>
                <a:ext uri="{FF2B5EF4-FFF2-40B4-BE49-F238E27FC236}">
                  <a16:creationId xmlns:a16="http://schemas.microsoft.com/office/drawing/2014/main" id="{5EA14F3B-505C-4FF0-B300-94665C5A8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76" name="Line 70">
              <a:extLst>
                <a:ext uri="{FF2B5EF4-FFF2-40B4-BE49-F238E27FC236}">
                  <a16:creationId xmlns:a16="http://schemas.microsoft.com/office/drawing/2014/main" id="{C1022C7E-59E6-42E4-9693-D9F25981D7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77" name="Line 71">
              <a:extLst>
                <a:ext uri="{FF2B5EF4-FFF2-40B4-BE49-F238E27FC236}">
                  <a16:creationId xmlns:a16="http://schemas.microsoft.com/office/drawing/2014/main" id="{DE557C36-35B3-43B6-A0D9-991C193AFC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78" name="Line 72">
              <a:extLst>
                <a:ext uri="{FF2B5EF4-FFF2-40B4-BE49-F238E27FC236}">
                  <a16:creationId xmlns:a16="http://schemas.microsoft.com/office/drawing/2014/main" id="{2CF64035-3F9E-44A7-B61C-DF0CB13EA0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79" name="Line 73">
              <a:extLst>
                <a:ext uri="{FF2B5EF4-FFF2-40B4-BE49-F238E27FC236}">
                  <a16:creationId xmlns:a16="http://schemas.microsoft.com/office/drawing/2014/main" id="{80564C46-A7F3-4146-9B5C-71743A3495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80" name="Line 74">
              <a:extLst>
                <a:ext uri="{FF2B5EF4-FFF2-40B4-BE49-F238E27FC236}">
                  <a16:creationId xmlns:a16="http://schemas.microsoft.com/office/drawing/2014/main" id="{3E997154-802E-4315-BDE6-BE1D33EC36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81" name="Rectangle 75">
              <a:extLst>
                <a:ext uri="{FF2B5EF4-FFF2-40B4-BE49-F238E27FC236}">
                  <a16:creationId xmlns:a16="http://schemas.microsoft.com/office/drawing/2014/main" id="{F880B17B-078D-49E8-9994-5E51B909B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82" name="Freeform 76">
              <a:extLst>
                <a:ext uri="{FF2B5EF4-FFF2-40B4-BE49-F238E27FC236}">
                  <a16:creationId xmlns:a16="http://schemas.microsoft.com/office/drawing/2014/main" id="{1E720640-C4C6-40DC-BE2B-78568DA12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83" name="Line 77">
              <a:extLst>
                <a:ext uri="{FF2B5EF4-FFF2-40B4-BE49-F238E27FC236}">
                  <a16:creationId xmlns:a16="http://schemas.microsoft.com/office/drawing/2014/main" id="{BE89DEC7-F9C2-43A5-9847-D71BF649EA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84" name="Freeform 78">
              <a:extLst>
                <a:ext uri="{FF2B5EF4-FFF2-40B4-BE49-F238E27FC236}">
                  <a16:creationId xmlns:a16="http://schemas.microsoft.com/office/drawing/2014/main" id="{E26FE418-88D8-424B-99F2-8D039D5FC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85" name="Line 79">
              <a:extLst>
                <a:ext uri="{FF2B5EF4-FFF2-40B4-BE49-F238E27FC236}">
                  <a16:creationId xmlns:a16="http://schemas.microsoft.com/office/drawing/2014/main" id="{6690BE3D-213F-4491-B1E9-414B33B781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86" name="Line 80">
              <a:extLst>
                <a:ext uri="{FF2B5EF4-FFF2-40B4-BE49-F238E27FC236}">
                  <a16:creationId xmlns:a16="http://schemas.microsoft.com/office/drawing/2014/main" id="{078FF695-EEB5-4005-AD9C-CE18E7D19B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87" name="Line 81">
              <a:extLst>
                <a:ext uri="{FF2B5EF4-FFF2-40B4-BE49-F238E27FC236}">
                  <a16:creationId xmlns:a16="http://schemas.microsoft.com/office/drawing/2014/main" id="{881CD668-D943-4070-BF41-C58A0EC1F5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88" name="Freeform 82">
              <a:extLst>
                <a:ext uri="{FF2B5EF4-FFF2-40B4-BE49-F238E27FC236}">
                  <a16:creationId xmlns:a16="http://schemas.microsoft.com/office/drawing/2014/main" id="{D4493D02-02D6-42F1-A917-91DBE2232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89" name="Freeform 83">
              <a:extLst>
                <a:ext uri="{FF2B5EF4-FFF2-40B4-BE49-F238E27FC236}">
                  <a16:creationId xmlns:a16="http://schemas.microsoft.com/office/drawing/2014/main" id="{CEBA6343-DB39-4C7F-85B0-87F95E563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90" name="Freeform 84">
              <a:extLst>
                <a:ext uri="{FF2B5EF4-FFF2-40B4-BE49-F238E27FC236}">
                  <a16:creationId xmlns:a16="http://schemas.microsoft.com/office/drawing/2014/main" id="{52F703C0-4F0B-4390-BEB9-65268331A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91" name="Freeform 85">
              <a:extLst>
                <a:ext uri="{FF2B5EF4-FFF2-40B4-BE49-F238E27FC236}">
                  <a16:creationId xmlns:a16="http://schemas.microsoft.com/office/drawing/2014/main" id="{167617FF-3688-4D9B-B4A3-B87A4FB2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92" name="Freeform 86">
              <a:extLst>
                <a:ext uri="{FF2B5EF4-FFF2-40B4-BE49-F238E27FC236}">
                  <a16:creationId xmlns:a16="http://schemas.microsoft.com/office/drawing/2014/main" id="{BB59B106-E6EB-429F-83D2-DAAAE7564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93" name="Freeform 87">
              <a:extLst>
                <a:ext uri="{FF2B5EF4-FFF2-40B4-BE49-F238E27FC236}">
                  <a16:creationId xmlns:a16="http://schemas.microsoft.com/office/drawing/2014/main" id="{52068D11-37EC-4E92-A758-C62ADE17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94" name="Freeform 88">
              <a:extLst>
                <a:ext uri="{FF2B5EF4-FFF2-40B4-BE49-F238E27FC236}">
                  <a16:creationId xmlns:a16="http://schemas.microsoft.com/office/drawing/2014/main" id="{557C8C6B-5C06-4A5F-9F5D-FE797BE32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95" name="Freeform 89">
              <a:extLst>
                <a:ext uri="{FF2B5EF4-FFF2-40B4-BE49-F238E27FC236}">
                  <a16:creationId xmlns:a16="http://schemas.microsoft.com/office/drawing/2014/main" id="{CEA3B945-187C-495E-A2CE-9767A41CD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96" name="Freeform 90">
              <a:extLst>
                <a:ext uri="{FF2B5EF4-FFF2-40B4-BE49-F238E27FC236}">
                  <a16:creationId xmlns:a16="http://schemas.microsoft.com/office/drawing/2014/main" id="{9DBB7E7A-3927-4E94-9047-F31C9100F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97" name="Freeform 91">
              <a:extLst>
                <a:ext uri="{FF2B5EF4-FFF2-40B4-BE49-F238E27FC236}">
                  <a16:creationId xmlns:a16="http://schemas.microsoft.com/office/drawing/2014/main" id="{6C2A28F3-AA5C-453E-BAA3-E05AB75D8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98" name="Freeform 92">
              <a:extLst>
                <a:ext uri="{FF2B5EF4-FFF2-40B4-BE49-F238E27FC236}">
                  <a16:creationId xmlns:a16="http://schemas.microsoft.com/office/drawing/2014/main" id="{25920B5A-228E-4593-9C4A-EA087212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599" name="Freeform 93">
              <a:extLst>
                <a:ext uri="{FF2B5EF4-FFF2-40B4-BE49-F238E27FC236}">
                  <a16:creationId xmlns:a16="http://schemas.microsoft.com/office/drawing/2014/main" id="{7862F899-1285-4249-BD36-5C7C9EE27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0" name="Freeform 94">
              <a:extLst>
                <a:ext uri="{FF2B5EF4-FFF2-40B4-BE49-F238E27FC236}">
                  <a16:creationId xmlns:a16="http://schemas.microsoft.com/office/drawing/2014/main" id="{51F70BA9-EE2C-45FE-A928-1605A62BA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1" name="Freeform 95">
              <a:extLst>
                <a:ext uri="{FF2B5EF4-FFF2-40B4-BE49-F238E27FC236}">
                  <a16:creationId xmlns:a16="http://schemas.microsoft.com/office/drawing/2014/main" id="{541B8F9F-3C69-4E1F-B92F-5D45470FE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2" name="Freeform 96">
              <a:extLst>
                <a:ext uri="{FF2B5EF4-FFF2-40B4-BE49-F238E27FC236}">
                  <a16:creationId xmlns:a16="http://schemas.microsoft.com/office/drawing/2014/main" id="{11A68EB6-95D6-4A31-B7BA-BBF4C507C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3" name="Freeform 97">
              <a:extLst>
                <a:ext uri="{FF2B5EF4-FFF2-40B4-BE49-F238E27FC236}">
                  <a16:creationId xmlns:a16="http://schemas.microsoft.com/office/drawing/2014/main" id="{E497D581-03DA-4802-86DE-A8F2725D1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4" name="Freeform 98">
              <a:extLst>
                <a:ext uri="{FF2B5EF4-FFF2-40B4-BE49-F238E27FC236}">
                  <a16:creationId xmlns:a16="http://schemas.microsoft.com/office/drawing/2014/main" id="{1E484280-E686-49AB-B771-5F8A9F1B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5" name="Freeform 99">
              <a:extLst>
                <a:ext uri="{FF2B5EF4-FFF2-40B4-BE49-F238E27FC236}">
                  <a16:creationId xmlns:a16="http://schemas.microsoft.com/office/drawing/2014/main" id="{8765E728-0E73-4538-8C22-D154F4B36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6" name="Freeform 100">
              <a:extLst>
                <a:ext uri="{FF2B5EF4-FFF2-40B4-BE49-F238E27FC236}">
                  <a16:creationId xmlns:a16="http://schemas.microsoft.com/office/drawing/2014/main" id="{6CD1C23F-1413-4AEF-ADC7-CFB5A9176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7" name="Freeform 101">
              <a:extLst>
                <a:ext uri="{FF2B5EF4-FFF2-40B4-BE49-F238E27FC236}">
                  <a16:creationId xmlns:a16="http://schemas.microsoft.com/office/drawing/2014/main" id="{37E62B85-5F04-49B9-BE56-EFD228C24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8" name="Freeform 102">
              <a:extLst>
                <a:ext uri="{FF2B5EF4-FFF2-40B4-BE49-F238E27FC236}">
                  <a16:creationId xmlns:a16="http://schemas.microsoft.com/office/drawing/2014/main" id="{7F82C0F3-3D25-404C-A0B7-6BEC008CC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09" name="Freeform 103">
              <a:extLst>
                <a:ext uri="{FF2B5EF4-FFF2-40B4-BE49-F238E27FC236}">
                  <a16:creationId xmlns:a16="http://schemas.microsoft.com/office/drawing/2014/main" id="{AD7D2688-3FF0-4C0A-9340-316BF2752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0" name="Freeform 104">
              <a:extLst>
                <a:ext uri="{FF2B5EF4-FFF2-40B4-BE49-F238E27FC236}">
                  <a16:creationId xmlns:a16="http://schemas.microsoft.com/office/drawing/2014/main" id="{F798233E-277E-42F9-995F-B83F0F94A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1" name="Freeform 105">
              <a:extLst>
                <a:ext uri="{FF2B5EF4-FFF2-40B4-BE49-F238E27FC236}">
                  <a16:creationId xmlns:a16="http://schemas.microsoft.com/office/drawing/2014/main" id="{D6EC1CB9-3999-4CDB-9E69-E1757691B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2" name="Freeform 106">
              <a:extLst>
                <a:ext uri="{FF2B5EF4-FFF2-40B4-BE49-F238E27FC236}">
                  <a16:creationId xmlns:a16="http://schemas.microsoft.com/office/drawing/2014/main" id="{F4604894-3456-4A10-B40C-38E15C9FD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3" name="Freeform 107">
              <a:extLst>
                <a:ext uri="{FF2B5EF4-FFF2-40B4-BE49-F238E27FC236}">
                  <a16:creationId xmlns:a16="http://schemas.microsoft.com/office/drawing/2014/main" id="{169EF561-10A4-4A03-B284-79B0CB49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4" name="Freeform 108">
              <a:extLst>
                <a:ext uri="{FF2B5EF4-FFF2-40B4-BE49-F238E27FC236}">
                  <a16:creationId xmlns:a16="http://schemas.microsoft.com/office/drawing/2014/main" id="{7C4D29A5-DAE4-45B6-ACB6-8D91C3F03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5" name="Freeform 109">
              <a:extLst>
                <a:ext uri="{FF2B5EF4-FFF2-40B4-BE49-F238E27FC236}">
                  <a16:creationId xmlns:a16="http://schemas.microsoft.com/office/drawing/2014/main" id="{D1CF9D2E-CBC7-4255-A506-1D99F9929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6" name="Freeform 110">
              <a:extLst>
                <a:ext uri="{FF2B5EF4-FFF2-40B4-BE49-F238E27FC236}">
                  <a16:creationId xmlns:a16="http://schemas.microsoft.com/office/drawing/2014/main" id="{6BCA7AB8-B25C-4F14-BDBC-27557271C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7" name="Freeform 111">
              <a:extLst>
                <a:ext uri="{FF2B5EF4-FFF2-40B4-BE49-F238E27FC236}">
                  <a16:creationId xmlns:a16="http://schemas.microsoft.com/office/drawing/2014/main" id="{BA4A98E7-63A8-443C-B140-A72971774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8" name="Freeform 112">
              <a:extLst>
                <a:ext uri="{FF2B5EF4-FFF2-40B4-BE49-F238E27FC236}">
                  <a16:creationId xmlns:a16="http://schemas.microsoft.com/office/drawing/2014/main" id="{1BCA5808-47C8-460F-842F-61C00ED97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19" name="Rectangle 113">
              <a:extLst>
                <a:ext uri="{FF2B5EF4-FFF2-40B4-BE49-F238E27FC236}">
                  <a16:creationId xmlns:a16="http://schemas.microsoft.com/office/drawing/2014/main" id="{5D404160-B090-463D-B436-69AB75C19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0" name="Freeform 116">
              <a:extLst>
                <a:ext uri="{FF2B5EF4-FFF2-40B4-BE49-F238E27FC236}">
                  <a16:creationId xmlns:a16="http://schemas.microsoft.com/office/drawing/2014/main" id="{475812A5-1F74-4ED2-8379-39E12938F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1" name="Rectangle 117">
              <a:extLst>
                <a:ext uri="{FF2B5EF4-FFF2-40B4-BE49-F238E27FC236}">
                  <a16:creationId xmlns:a16="http://schemas.microsoft.com/office/drawing/2014/main" id="{90C032A2-160E-471A-8335-95D975559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2022475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Second-level lookahead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2" name="Rectangle 118">
              <a:extLst>
                <a:ext uri="{FF2B5EF4-FFF2-40B4-BE49-F238E27FC236}">
                  <a16:creationId xmlns:a16="http://schemas.microsoft.com/office/drawing/2014/main" id="{6EEA7E95-6898-4548-BB8C-62C35DA6B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4875" y="14319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3" name="Rectangle 119">
              <a:extLst>
                <a:ext uri="{FF2B5EF4-FFF2-40B4-BE49-F238E27FC236}">
                  <a16:creationId xmlns:a16="http://schemas.microsoft.com/office/drawing/2014/main" id="{84D86849-EE26-44AA-8286-625B765C1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6950" y="15287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4" name="Rectangle 120">
              <a:extLst>
                <a:ext uri="{FF2B5EF4-FFF2-40B4-BE49-F238E27FC236}">
                  <a16:creationId xmlns:a16="http://schemas.microsoft.com/office/drawing/2014/main" id="{5341A064-AC0C-42A4-8A0A-CBD999161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5" name="Rectangle 121">
              <a:extLst>
                <a:ext uri="{FF2B5EF4-FFF2-40B4-BE49-F238E27FC236}">
                  <a16:creationId xmlns:a16="http://schemas.microsoft.com/office/drawing/2014/main" id="{9538DB40-333B-41CD-81DC-C101924E0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6" name="Rectangle 122">
              <a:extLst>
                <a:ext uri="{FF2B5EF4-FFF2-40B4-BE49-F238E27FC236}">
                  <a16:creationId xmlns:a16="http://schemas.microsoft.com/office/drawing/2014/main" id="{B5A53CA4-1678-45DB-928E-36A5F99C1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7" name="Rectangle 123">
              <a:extLst>
                <a:ext uri="{FF2B5EF4-FFF2-40B4-BE49-F238E27FC236}">
                  <a16:creationId xmlns:a16="http://schemas.microsoft.com/office/drawing/2014/main" id="{05E24C13-89E0-4982-9AFF-B98CAFAD6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8" name="Rectangle 124">
              <a:extLst>
                <a:ext uri="{FF2B5EF4-FFF2-40B4-BE49-F238E27FC236}">
                  <a16:creationId xmlns:a16="http://schemas.microsoft.com/office/drawing/2014/main" id="{09906233-9909-4C1E-9370-6762157F6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255588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29" name="Rectangle 125">
              <a:extLst>
                <a:ext uri="{FF2B5EF4-FFF2-40B4-BE49-F238E27FC236}">
                  <a16:creationId xmlns:a16="http://schemas.microsoft.com/office/drawing/2014/main" id="{9346B0CC-ACB1-4AF5-B19C-5B5FE40BB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0" name="Rectangle 126">
              <a:extLst>
                <a:ext uri="{FF2B5EF4-FFF2-40B4-BE49-F238E27FC236}">
                  <a16:creationId xmlns:a16="http://schemas.microsoft.com/office/drawing/2014/main" id="{3CDFB07E-18AE-4940-964A-52476BA4E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1" name="Rectangle 127">
              <a:extLst>
                <a:ext uri="{FF2B5EF4-FFF2-40B4-BE49-F238E27FC236}">
                  <a16:creationId xmlns:a16="http://schemas.microsoft.com/office/drawing/2014/main" id="{3F886449-A797-4AA2-94DD-F13E2DE36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2" name="Rectangle 128">
              <a:extLst>
                <a:ext uri="{FF2B5EF4-FFF2-40B4-BE49-F238E27FC236}">
                  <a16:creationId xmlns:a16="http://schemas.microsoft.com/office/drawing/2014/main" id="{A7892CE1-C278-48A1-9E23-EF35C170D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25558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3" name="Rectangle 129">
              <a:extLst>
                <a:ext uri="{FF2B5EF4-FFF2-40B4-BE49-F238E27FC236}">
                  <a16:creationId xmlns:a16="http://schemas.microsoft.com/office/drawing/2014/main" id="{256E765A-948A-47AB-B7FD-2B73E1991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4" name="Rectangle 130">
              <a:extLst>
                <a:ext uri="{FF2B5EF4-FFF2-40B4-BE49-F238E27FC236}">
                  <a16:creationId xmlns:a16="http://schemas.microsoft.com/office/drawing/2014/main" id="{0C7B1444-0C8F-49FA-8510-EE91940BD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5" name="Rectangle 131">
              <a:extLst>
                <a:ext uri="{FF2B5EF4-FFF2-40B4-BE49-F238E27FC236}">
                  <a16:creationId xmlns:a16="http://schemas.microsoft.com/office/drawing/2014/main" id="{AF3FA614-6AC2-49D0-91B3-D77089872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6" name="Rectangle 132">
              <a:extLst>
                <a:ext uri="{FF2B5EF4-FFF2-40B4-BE49-F238E27FC236}">
                  <a16:creationId xmlns:a16="http://schemas.microsoft.com/office/drawing/2014/main" id="{7F8FA3C0-095D-4B19-B36D-BDDA02A87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25558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7" name="Rectangle 133">
              <a:extLst>
                <a:ext uri="{FF2B5EF4-FFF2-40B4-BE49-F238E27FC236}">
                  <a16:creationId xmlns:a16="http://schemas.microsoft.com/office/drawing/2014/main" id="{424078AC-AD2F-4C62-B8C6-7C5004FC4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8" name="Rectangle 134">
              <a:extLst>
                <a:ext uri="{FF2B5EF4-FFF2-40B4-BE49-F238E27FC236}">
                  <a16:creationId xmlns:a16="http://schemas.microsoft.com/office/drawing/2014/main" id="{01E45054-692D-44E5-B1F2-0019AD08D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39" name="Rectangle 135">
              <a:extLst>
                <a:ext uri="{FF2B5EF4-FFF2-40B4-BE49-F238E27FC236}">
                  <a16:creationId xmlns:a16="http://schemas.microsoft.com/office/drawing/2014/main" id="{DDEBBBCF-F546-4F51-9944-39E2EF0EB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0" name="Rectangle 136">
              <a:extLst>
                <a:ext uri="{FF2B5EF4-FFF2-40B4-BE49-F238E27FC236}">
                  <a16:creationId xmlns:a16="http://schemas.microsoft.com/office/drawing/2014/main" id="{08EA18BC-0F30-4541-86D0-66925DB7B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211138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1" name="Rectangle 137">
              <a:extLst>
                <a:ext uri="{FF2B5EF4-FFF2-40B4-BE49-F238E27FC236}">
                  <a16:creationId xmlns:a16="http://schemas.microsoft.com/office/drawing/2014/main" id="{1861B9EF-1A2A-43AE-9CED-53D13AE38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2" name="Rectangle 138">
              <a:extLst>
                <a:ext uri="{FF2B5EF4-FFF2-40B4-BE49-F238E27FC236}">
                  <a16:creationId xmlns:a16="http://schemas.microsoft.com/office/drawing/2014/main" id="{5FD4BD15-D5D6-40A8-A973-45DE353AA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3" name="Rectangle 139">
              <a:extLst>
                <a:ext uri="{FF2B5EF4-FFF2-40B4-BE49-F238E27FC236}">
                  <a16:creationId xmlns:a16="http://schemas.microsoft.com/office/drawing/2014/main" id="{DDF6D104-AAA7-4E78-98BA-F2235F193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4" name="Rectangle 140">
              <a:extLst>
                <a:ext uri="{FF2B5EF4-FFF2-40B4-BE49-F238E27FC236}">
                  <a16:creationId xmlns:a16="http://schemas.microsoft.com/office/drawing/2014/main" id="{80820F8F-D6FB-4392-803C-73AF11032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5" name="Rectangle 141">
              <a:extLst>
                <a:ext uri="{FF2B5EF4-FFF2-40B4-BE49-F238E27FC236}">
                  <a16:creationId xmlns:a16="http://schemas.microsoft.com/office/drawing/2014/main" id="{88C4A52E-B12F-4BB0-9ADA-ADF10B3EA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6" name="Rectangle 142">
              <a:extLst>
                <a:ext uri="{FF2B5EF4-FFF2-40B4-BE49-F238E27FC236}">
                  <a16:creationId xmlns:a16="http://schemas.microsoft.com/office/drawing/2014/main" id="{A4FA1BAE-209E-4AD8-B4B0-D5B965236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7" name="Rectangle 143">
              <a:extLst>
                <a:ext uri="{FF2B5EF4-FFF2-40B4-BE49-F238E27FC236}">
                  <a16:creationId xmlns:a16="http://schemas.microsoft.com/office/drawing/2014/main" id="{B0572770-B5DB-4EF6-B262-D8F087ABF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8" name="Rectangle 144">
              <a:extLst>
                <a:ext uri="{FF2B5EF4-FFF2-40B4-BE49-F238E27FC236}">
                  <a16:creationId xmlns:a16="http://schemas.microsoft.com/office/drawing/2014/main" id="{010D2B1A-A1C1-4169-8B27-C7424FCC9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49" name="Rectangle 145">
              <a:extLst>
                <a:ext uri="{FF2B5EF4-FFF2-40B4-BE49-F238E27FC236}">
                  <a16:creationId xmlns:a16="http://schemas.microsoft.com/office/drawing/2014/main" id="{E9735512-D918-41E1-A34B-D8996D17E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50" name="Rectangle 146">
              <a:extLst>
                <a:ext uri="{FF2B5EF4-FFF2-40B4-BE49-F238E27FC236}">
                  <a16:creationId xmlns:a16="http://schemas.microsoft.com/office/drawing/2014/main" id="{DDEAF0B2-A592-4605-AB6E-AF213C482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51" name="Rectangle 147">
              <a:extLst>
                <a:ext uri="{FF2B5EF4-FFF2-40B4-BE49-F238E27FC236}">
                  <a16:creationId xmlns:a16="http://schemas.microsoft.com/office/drawing/2014/main" id="{D641B902-CBB4-4AEC-9071-7F023A1ED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16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52" name="Rectangle 148">
              <a:extLst>
                <a:ext uri="{FF2B5EF4-FFF2-40B4-BE49-F238E27FC236}">
                  <a16:creationId xmlns:a16="http://schemas.microsoft.com/office/drawing/2014/main" id="{9F9FF21D-FE9F-4E15-A069-3DB712000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53" name="Freeform 149">
              <a:extLst>
                <a:ext uri="{FF2B5EF4-FFF2-40B4-BE49-F238E27FC236}">
                  <a16:creationId xmlns:a16="http://schemas.microsoft.com/office/drawing/2014/main" id="{48AEE8C5-5180-49AB-BBC6-8C20A46A0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54" name="Freeform 150">
              <a:extLst>
                <a:ext uri="{FF2B5EF4-FFF2-40B4-BE49-F238E27FC236}">
                  <a16:creationId xmlns:a16="http://schemas.microsoft.com/office/drawing/2014/main" id="{D77C7422-3FC6-418F-8BC2-BD7A204E3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55" name="Rectangle 151">
              <a:extLst>
                <a:ext uri="{FF2B5EF4-FFF2-40B4-BE49-F238E27FC236}">
                  <a16:creationId xmlns:a16="http://schemas.microsoft.com/office/drawing/2014/main" id="{118B9590-770C-4ED0-85FB-D256819A3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56" name="Rectangle 152">
              <a:extLst>
                <a:ext uri="{FF2B5EF4-FFF2-40B4-BE49-F238E27FC236}">
                  <a16:creationId xmlns:a16="http://schemas.microsoft.com/office/drawing/2014/main" id="{8357D20A-A71D-4A59-AE30-3B0ACCF43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57" name="Rectangle 153">
              <a:extLst>
                <a:ext uri="{FF2B5EF4-FFF2-40B4-BE49-F238E27FC236}">
                  <a16:creationId xmlns:a16="http://schemas.microsoft.com/office/drawing/2014/main" id="{89513D7A-F93C-4F37-9925-3B8A95C6D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58" name="Rectangle 154">
              <a:extLst>
                <a:ext uri="{FF2B5EF4-FFF2-40B4-BE49-F238E27FC236}">
                  <a16:creationId xmlns:a16="http://schemas.microsoft.com/office/drawing/2014/main" id="{A6030E67-8750-44A3-9C90-661C37BE3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59" name="Rectangle 155">
              <a:extLst>
                <a:ext uri="{FF2B5EF4-FFF2-40B4-BE49-F238E27FC236}">
                  <a16:creationId xmlns:a16="http://schemas.microsoft.com/office/drawing/2014/main" id="{1E0D3C49-2F17-46E1-9A89-108F526FE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60" name="Rectangle 156">
              <a:extLst>
                <a:ext uri="{FF2B5EF4-FFF2-40B4-BE49-F238E27FC236}">
                  <a16:creationId xmlns:a16="http://schemas.microsoft.com/office/drawing/2014/main" id="{33670AE6-857E-4B70-A013-386C82600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61" name="Rectangle 157">
              <a:extLst>
                <a:ext uri="{FF2B5EF4-FFF2-40B4-BE49-F238E27FC236}">
                  <a16:creationId xmlns:a16="http://schemas.microsoft.com/office/drawing/2014/main" id="{FBD0E6D4-4352-4376-8832-87AC87347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62" name="Rectangle 158">
              <a:extLst>
                <a:ext uri="{FF2B5EF4-FFF2-40B4-BE49-F238E27FC236}">
                  <a16:creationId xmlns:a16="http://schemas.microsoft.com/office/drawing/2014/main" id="{AA041475-F090-40F8-BE1C-220EEBC4C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63" name="Freeform 159">
              <a:extLst>
                <a:ext uri="{FF2B5EF4-FFF2-40B4-BE49-F238E27FC236}">
                  <a16:creationId xmlns:a16="http://schemas.microsoft.com/office/drawing/2014/main" id="{3CB6EC51-AA80-4B4E-813D-38C8E6F6E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64" name="Line 160">
              <a:extLst>
                <a:ext uri="{FF2B5EF4-FFF2-40B4-BE49-F238E27FC236}">
                  <a16:creationId xmlns:a16="http://schemas.microsoft.com/office/drawing/2014/main" id="{DF09DFA9-7D06-47BA-9FC2-8954E8279A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65" name="Freeform 161">
              <a:extLst>
                <a:ext uri="{FF2B5EF4-FFF2-40B4-BE49-F238E27FC236}">
                  <a16:creationId xmlns:a16="http://schemas.microsoft.com/office/drawing/2014/main" id="{C7BC3F9C-8AFB-40B5-ADFB-5B645F64E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66" name="Freeform 162">
              <a:extLst>
                <a:ext uri="{FF2B5EF4-FFF2-40B4-BE49-F238E27FC236}">
                  <a16:creationId xmlns:a16="http://schemas.microsoft.com/office/drawing/2014/main" id="{F443A6EA-10B7-4949-B688-2D51E13E0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67" name="Rectangle 163">
              <a:extLst>
                <a:ext uri="{FF2B5EF4-FFF2-40B4-BE49-F238E27FC236}">
                  <a16:creationId xmlns:a16="http://schemas.microsoft.com/office/drawing/2014/main" id="{85FCA8D9-78B2-4321-A39D-AA2C881A3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68" name="Rectangle 164">
              <a:extLst>
                <a:ext uri="{FF2B5EF4-FFF2-40B4-BE49-F238E27FC236}">
                  <a16:creationId xmlns:a16="http://schemas.microsoft.com/office/drawing/2014/main" id="{AB2DA889-DB1C-428D-9EA7-FCF52A5C7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22225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669" name="Rectangle 165">
              <a:extLst>
                <a:ext uri="{FF2B5EF4-FFF2-40B4-BE49-F238E27FC236}">
                  <a16:creationId xmlns:a16="http://schemas.microsoft.com/office/drawing/2014/main" id="{C742F656-C133-45C2-BDB2-6B57A50EF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49506" name="TextBox 125">
            <a:extLst>
              <a:ext uri="{FF2B5EF4-FFF2-40B4-BE49-F238E27FC236}">
                <a16:creationId xmlns:a16="http://schemas.microsoft.com/office/drawing/2014/main" id="{BE7D9F25-C6B9-42C4-BD60-63077820D3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3.17 from the textbook ]</a:t>
            </a:r>
          </a:p>
        </p:txBody>
      </p:sp>
      <p:sp>
        <p:nvSpPr>
          <p:cNvPr id="149507" name="Rectangle 2">
            <a:extLst>
              <a:ext uri="{FF2B5EF4-FFF2-40B4-BE49-F238E27FC236}">
                <a16:creationId xmlns:a16="http://schemas.microsoft.com/office/drawing/2014/main" id="{BE66BAB5-F72C-4F58-B878-DF3CF7F3D8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hierarchical carry-lookahead adder</a:t>
            </a:r>
          </a:p>
        </p:txBody>
      </p:sp>
      <p:sp>
        <p:nvSpPr>
          <p:cNvPr id="149508" name="Freeform 114">
            <a:extLst>
              <a:ext uri="{FF2B5EF4-FFF2-40B4-BE49-F238E27FC236}">
                <a16:creationId xmlns:a16="http://schemas.microsoft.com/office/drawing/2014/main" id="{18470137-DFA9-4899-A6DF-B638E7D0DE69}"/>
              </a:ext>
            </a:extLst>
          </p:cNvPr>
          <p:cNvSpPr>
            <a:spLocks/>
          </p:cNvSpPr>
          <p:nvPr/>
        </p:nvSpPr>
        <p:spPr bwMode="auto">
          <a:xfrm>
            <a:off x="101600" y="3257550"/>
            <a:ext cx="127000" cy="42863"/>
          </a:xfrm>
          <a:custGeom>
            <a:avLst/>
            <a:gdLst>
              <a:gd name="T0" fmla="*/ 2147483646 w 160"/>
              <a:gd name="T1" fmla="*/ 0 h 53"/>
              <a:gd name="T2" fmla="*/ 0 w 160"/>
              <a:gd name="T3" fmla="*/ 2147483646 h 53"/>
              <a:gd name="T4" fmla="*/ 2147483646 w 160"/>
              <a:gd name="T5" fmla="*/ 2147483646 h 53"/>
              <a:gd name="T6" fmla="*/ 2147483646 w 160"/>
              <a:gd name="T7" fmla="*/ 2147483646 h 53"/>
              <a:gd name="T8" fmla="*/ 2147483646 w 160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3"/>
              <a:gd name="T17" fmla="*/ 160 w 160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3">
                <a:moveTo>
                  <a:pt x="160" y="0"/>
                </a:moveTo>
                <a:lnTo>
                  <a:pt x="0" y="26"/>
                </a:lnTo>
                <a:lnTo>
                  <a:pt x="160" y="53"/>
                </a:lnTo>
                <a:lnTo>
                  <a:pt x="160" y="26"/>
                </a:lnTo>
                <a:lnTo>
                  <a:pt x="16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9509" name="Freeform 115">
            <a:extLst>
              <a:ext uri="{FF2B5EF4-FFF2-40B4-BE49-F238E27FC236}">
                <a16:creationId xmlns:a16="http://schemas.microsoft.com/office/drawing/2014/main" id="{4D3EA25B-B14A-44B2-B74B-42ECFB52FF8A}"/>
              </a:ext>
            </a:extLst>
          </p:cNvPr>
          <p:cNvSpPr>
            <a:spLocks/>
          </p:cNvSpPr>
          <p:nvPr/>
        </p:nvSpPr>
        <p:spPr bwMode="auto">
          <a:xfrm>
            <a:off x="228600" y="3276600"/>
            <a:ext cx="1068388" cy="1941513"/>
          </a:xfrm>
          <a:custGeom>
            <a:avLst/>
            <a:gdLst>
              <a:gd name="T0" fmla="*/ 0 w 931"/>
              <a:gd name="T1" fmla="*/ 0 h 3673"/>
              <a:gd name="T2" fmla="*/ 2147483646 w 931"/>
              <a:gd name="T3" fmla="*/ 0 h 3673"/>
              <a:gd name="T4" fmla="*/ 2147483646 w 931"/>
              <a:gd name="T5" fmla="*/ 2147483646 h 3673"/>
              <a:gd name="T6" fmla="*/ 2147483646 w 931"/>
              <a:gd name="T7" fmla="*/ 2147483646 h 3673"/>
              <a:gd name="T8" fmla="*/ 0 60000 65536"/>
              <a:gd name="T9" fmla="*/ 0 60000 65536"/>
              <a:gd name="T10" fmla="*/ 0 60000 65536"/>
              <a:gd name="T11" fmla="*/ 0 60000 65536"/>
              <a:gd name="T12" fmla="*/ 0 w 931"/>
              <a:gd name="T13" fmla="*/ 0 h 3673"/>
              <a:gd name="T14" fmla="*/ 931 w 931"/>
              <a:gd name="T15" fmla="*/ 3673 h 367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31" h="3673">
                <a:moveTo>
                  <a:pt x="0" y="0"/>
                </a:moveTo>
                <a:lnTo>
                  <a:pt x="559" y="0"/>
                </a:lnTo>
                <a:lnTo>
                  <a:pt x="559" y="3673"/>
                </a:lnTo>
                <a:lnTo>
                  <a:pt x="931" y="3673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529" name="Group 1">
            <a:extLst>
              <a:ext uri="{FF2B5EF4-FFF2-40B4-BE49-F238E27FC236}">
                <a16:creationId xmlns:a16="http://schemas.microsoft.com/office/drawing/2014/main" id="{7F96B0F9-0BC5-48B6-BA32-434C586E7F95}"/>
              </a:ext>
            </a:extLst>
          </p:cNvPr>
          <p:cNvGrpSpPr>
            <a:grpSpLocks/>
          </p:cNvGrpSpPr>
          <p:nvPr/>
        </p:nvGrpSpPr>
        <p:grpSpPr bwMode="auto">
          <a:xfrm>
            <a:off x="704850" y="1112838"/>
            <a:ext cx="8086725" cy="5287962"/>
            <a:chOff x="704850" y="390525"/>
            <a:chExt cx="8086725" cy="5287963"/>
          </a:xfrm>
        </p:grpSpPr>
        <p:sp>
          <p:nvSpPr>
            <p:cNvPr id="150537" name="Rectangle 4">
              <a:extLst>
                <a:ext uri="{FF2B5EF4-FFF2-40B4-BE49-F238E27FC236}">
                  <a16:creationId xmlns:a16="http://schemas.microsoft.com/office/drawing/2014/main" id="{7A52A150-8620-4FDA-B54C-E339B3495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38" name="Rectangle 5">
              <a:extLst>
                <a:ext uri="{FF2B5EF4-FFF2-40B4-BE49-F238E27FC236}">
                  <a16:creationId xmlns:a16="http://schemas.microsoft.com/office/drawing/2014/main" id="{F2900016-A6D1-4ED6-9FED-3BDD8BB9D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39" name="Freeform 6">
              <a:extLst>
                <a:ext uri="{FF2B5EF4-FFF2-40B4-BE49-F238E27FC236}">
                  <a16:creationId xmlns:a16="http://schemas.microsoft.com/office/drawing/2014/main" id="{3BDE8C77-70E9-487E-9CEA-D117A1512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40" name="Line 7">
              <a:extLst>
                <a:ext uri="{FF2B5EF4-FFF2-40B4-BE49-F238E27FC236}">
                  <a16:creationId xmlns:a16="http://schemas.microsoft.com/office/drawing/2014/main" id="{E2954E17-0FAC-4168-AC50-346EA27EB2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41" name="Freeform 8">
              <a:extLst>
                <a:ext uri="{FF2B5EF4-FFF2-40B4-BE49-F238E27FC236}">
                  <a16:creationId xmlns:a16="http://schemas.microsoft.com/office/drawing/2014/main" id="{686B48B9-F4C0-41E1-9510-091CEB30B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42" name="Line 9">
              <a:extLst>
                <a:ext uri="{FF2B5EF4-FFF2-40B4-BE49-F238E27FC236}">
                  <a16:creationId xmlns:a16="http://schemas.microsoft.com/office/drawing/2014/main" id="{8B3DCB95-5862-4625-8F6E-1E658AE6B8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43" name="Freeform 10">
              <a:extLst>
                <a:ext uri="{FF2B5EF4-FFF2-40B4-BE49-F238E27FC236}">
                  <a16:creationId xmlns:a16="http://schemas.microsoft.com/office/drawing/2014/main" id="{01994871-5A37-44DC-9BF4-E1F48331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44" name="Line 11">
              <a:extLst>
                <a:ext uri="{FF2B5EF4-FFF2-40B4-BE49-F238E27FC236}">
                  <a16:creationId xmlns:a16="http://schemas.microsoft.com/office/drawing/2014/main" id="{B1553CF0-12D4-4874-AF7F-E6B815B0FD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45" name="Rectangle 12">
              <a:extLst>
                <a:ext uri="{FF2B5EF4-FFF2-40B4-BE49-F238E27FC236}">
                  <a16:creationId xmlns:a16="http://schemas.microsoft.com/office/drawing/2014/main" id="{EAC80744-7228-47D0-95F9-60F15A228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46" name="Rectangle 13">
              <a:extLst>
                <a:ext uri="{FF2B5EF4-FFF2-40B4-BE49-F238E27FC236}">
                  <a16:creationId xmlns:a16="http://schemas.microsoft.com/office/drawing/2014/main" id="{EC880E1F-E0F9-41C6-9BF5-1D803C30D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47" name="Rectangle 14">
              <a:extLst>
                <a:ext uri="{FF2B5EF4-FFF2-40B4-BE49-F238E27FC236}">
                  <a16:creationId xmlns:a16="http://schemas.microsoft.com/office/drawing/2014/main" id="{C632F869-2BC4-4FBF-BBE1-3B8B9E0CF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48" name="Rectangle 15">
              <a:extLst>
                <a:ext uri="{FF2B5EF4-FFF2-40B4-BE49-F238E27FC236}">
                  <a16:creationId xmlns:a16="http://schemas.microsoft.com/office/drawing/2014/main" id="{CBF3A102-AA56-4591-BD30-60FAFADA8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49" name="Freeform 16">
              <a:extLst>
                <a:ext uri="{FF2B5EF4-FFF2-40B4-BE49-F238E27FC236}">
                  <a16:creationId xmlns:a16="http://schemas.microsoft.com/office/drawing/2014/main" id="{E36903EA-6D3E-4439-809C-D7D58F796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50" name="Line 17">
              <a:extLst>
                <a:ext uri="{FF2B5EF4-FFF2-40B4-BE49-F238E27FC236}">
                  <a16:creationId xmlns:a16="http://schemas.microsoft.com/office/drawing/2014/main" id="{EFE3FB04-BC0B-41B4-A4BD-C9E0AE6B62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51" name="Freeform 18">
              <a:extLst>
                <a:ext uri="{FF2B5EF4-FFF2-40B4-BE49-F238E27FC236}">
                  <a16:creationId xmlns:a16="http://schemas.microsoft.com/office/drawing/2014/main" id="{47A76BF0-BF82-4099-B296-F26AE7F7E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52" name="Line 19">
              <a:extLst>
                <a:ext uri="{FF2B5EF4-FFF2-40B4-BE49-F238E27FC236}">
                  <a16:creationId xmlns:a16="http://schemas.microsoft.com/office/drawing/2014/main" id="{02A2F1F6-5879-40B8-A8C8-9923D7C0B1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53" name="Rectangle 20">
              <a:extLst>
                <a:ext uri="{FF2B5EF4-FFF2-40B4-BE49-F238E27FC236}">
                  <a16:creationId xmlns:a16="http://schemas.microsoft.com/office/drawing/2014/main" id="{8905A72B-EA29-4B4D-BDD3-2215CFF5E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54" name="Rectangle 21">
              <a:extLst>
                <a:ext uri="{FF2B5EF4-FFF2-40B4-BE49-F238E27FC236}">
                  <a16:creationId xmlns:a16="http://schemas.microsoft.com/office/drawing/2014/main" id="{7859D5D4-9E35-4C59-AC7A-5994ABBA6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55" name="Rectangle 22">
              <a:extLst>
                <a:ext uri="{FF2B5EF4-FFF2-40B4-BE49-F238E27FC236}">
                  <a16:creationId xmlns:a16="http://schemas.microsoft.com/office/drawing/2014/main" id="{F5862A32-E7BC-403E-B1A0-C4991423C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56" name="Rectangle 23">
              <a:extLst>
                <a:ext uri="{FF2B5EF4-FFF2-40B4-BE49-F238E27FC236}">
                  <a16:creationId xmlns:a16="http://schemas.microsoft.com/office/drawing/2014/main" id="{2A208A4A-636B-488D-B102-52140C898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57" name="Freeform 24">
              <a:extLst>
                <a:ext uri="{FF2B5EF4-FFF2-40B4-BE49-F238E27FC236}">
                  <a16:creationId xmlns:a16="http://schemas.microsoft.com/office/drawing/2014/main" id="{40C0FE9E-ADD8-4559-9EAA-BD05E825D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58" name="Line 25">
              <a:extLst>
                <a:ext uri="{FF2B5EF4-FFF2-40B4-BE49-F238E27FC236}">
                  <a16:creationId xmlns:a16="http://schemas.microsoft.com/office/drawing/2014/main" id="{D95745F0-FFED-49DC-A860-65B8160244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1581150"/>
              <a:ext cx="5270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59" name="Freeform 26">
              <a:extLst>
                <a:ext uri="{FF2B5EF4-FFF2-40B4-BE49-F238E27FC236}">
                  <a16:creationId xmlns:a16="http://schemas.microsoft.com/office/drawing/2014/main" id="{8A78106C-5CEB-4EB0-9727-04DEAC0BB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60" name="Line 27">
              <a:extLst>
                <a:ext uri="{FF2B5EF4-FFF2-40B4-BE49-F238E27FC236}">
                  <a16:creationId xmlns:a16="http://schemas.microsoft.com/office/drawing/2014/main" id="{577BCBBF-CA72-4E9B-BDF7-D3E3AB5EDA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61" name="Freeform 28">
              <a:extLst>
                <a:ext uri="{FF2B5EF4-FFF2-40B4-BE49-F238E27FC236}">
                  <a16:creationId xmlns:a16="http://schemas.microsoft.com/office/drawing/2014/main" id="{6601820C-3694-4D54-986C-42B689BE0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62" name="Line 29">
              <a:extLst>
                <a:ext uri="{FF2B5EF4-FFF2-40B4-BE49-F238E27FC236}">
                  <a16:creationId xmlns:a16="http://schemas.microsoft.com/office/drawing/2014/main" id="{441253E7-27A2-47D7-9DE7-A6C2FBA6F3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63" name="Rectangle 30">
              <a:extLst>
                <a:ext uri="{FF2B5EF4-FFF2-40B4-BE49-F238E27FC236}">
                  <a16:creationId xmlns:a16="http://schemas.microsoft.com/office/drawing/2014/main" id="{6DC88FE5-9AD8-4D91-A567-646D9934C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64" name="Rectangle 31">
              <a:extLst>
                <a:ext uri="{FF2B5EF4-FFF2-40B4-BE49-F238E27FC236}">
                  <a16:creationId xmlns:a16="http://schemas.microsoft.com/office/drawing/2014/main" id="{5312D5F3-3280-442A-9793-338AA7A4F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65" name="Rectangle 32">
              <a:extLst>
                <a:ext uri="{FF2B5EF4-FFF2-40B4-BE49-F238E27FC236}">
                  <a16:creationId xmlns:a16="http://schemas.microsoft.com/office/drawing/2014/main" id="{00191141-3412-4F3E-B0A5-FE33881BC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66" name="Rectangle 33">
              <a:extLst>
                <a:ext uri="{FF2B5EF4-FFF2-40B4-BE49-F238E27FC236}">
                  <a16:creationId xmlns:a16="http://schemas.microsoft.com/office/drawing/2014/main" id="{D183BFC1-D123-447F-9431-95E5E9988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67" name="Rectangle 34">
              <a:extLst>
                <a:ext uri="{FF2B5EF4-FFF2-40B4-BE49-F238E27FC236}">
                  <a16:creationId xmlns:a16="http://schemas.microsoft.com/office/drawing/2014/main" id="{FD90FB65-BD05-41F0-9ADC-649353835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68" name="Rectangle 35">
              <a:extLst>
                <a:ext uri="{FF2B5EF4-FFF2-40B4-BE49-F238E27FC236}">
                  <a16:creationId xmlns:a16="http://schemas.microsoft.com/office/drawing/2014/main" id="{6630F17F-53BD-4598-A5E6-C4263F494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69" name="Rectangle 36">
              <a:extLst>
                <a:ext uri="{FF2B5EF4-FFF2-40B4-BE49-F238E27FC236}">
                  <a16:creationId xmlns:a16="http://schemas.microsoft.com/office/drawing/2014/main" id="{D9589EE8-220E-4357-813A-D93E2DACF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70" name="Rectangle 37">
              <a:extLst>
                <a:ext uri="{FF2B5EF4-FFF2-40B4-BE49-F238E27FC236}">
                  <a16:creationId xmlns:a16="http://schemas.microsoft.com/office/drawing/2014/main" id="{7A0B27CE-5A1F-4D50-912E-B4578E98A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71" name="Freeform 38">
              <a:extLst>
                <a:ext uri="{FF2B5EF4-FFF2-40B4-BE49-F238E27FC236}">
                  <a16:creationId xmlns:a16="http://schemas.microsoft.com/office/drawing/2014/main" id="{73BBC257-1EE1-4D5B-BD46-150DD5434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72" name="Freeform 39">
              <a:extLst>
                <a:ext uri="{FF2B5EF4-FFF2-40B4-BE49-F238E27FC236}">
                  <a16:creationId xmlns:a16="http://schemas.microsoft.com/office/drawing/2014/main" id="{FFC57222-42E9-4648-8A6E-964702DC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73" name="Freeform 40">
              <a:extLst>
                <a:ext uri="{FF2B5EF4-FFF2-40B4-BE49-F238E27FC236}">
                  <a16:creationId xmlns:a16="http://schemas.microsoft.com/office/drawing/2014/main" id="{C80DC52A-4167-4450-8345-4035FD9D1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74" name="Rectangle 41">
              <a:extLst>
                <a:ext uri="{FF2B5EF4-FFF2-40B4-BE49-F238E27FC236}">
                  <a16:creationId xmlns:a16="http://schemas.microsoft.com/office/drawing/2014/main" id="{BE900D24-A63D-4C40-987B-3598703E5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75" name="Rectangle 42">
              <a:extLst>
                <a:ext uri="{FF2B5EF4-FFF2-40B4-BE49-F238E27FC236}">
                  <a16:creationId xmlns:a16="http://schemas.microsoft.com/office/drawing/2014/main" id="{C607DB4B-01A3-430D-8E5A-ACBAA4926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76" name="Rectangle 43">
              <a:extLst>
                <a:ext uri="{FF2B5EF4-FFF2-40B4-BE49-F238E27FC236}">
                  <a16:creationId xmlns:a16="http://schemas.microsoft.com/office/drawing/2014/main" id="{3B84A1D5-6A5B-4A56-A2B3-26EA00AF6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77" name="Rectangle 44">
              <a:extLst>
                <a:ext uri="{FF2B5EF4-FFF2-40B4-BE49-F238E27FC236}">
                  <a16:creationId xmlns:a16="http://schemas.microsoft.com/office/drawing/2014/main" id="{4ECD2C92-896C-4BDF-A544-1CC734181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78" name="Rectangle 45">
              <a:extLst>
                <a:ext uri="{FF2B5EF4-FFF2-40B4-BE49-F238E27FC236}">
                  <a16:creationId xmlns:a16="http://schemas.microsoft.com/office/drawing/2014/main" id="{D92F4020-8BB4-47EA-BAED-C5AC4A563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79" name="Rectangle 46">
              <a:extLst>
                <a:ext uri="{FF2B5EF4-FFF2-40B4-BE49-F238E27FC236}">
                  <a16:creationId xmlns:a16="http://schemas.microsoft.com/office/drawing/2014/main" id="{BA12AB42-19B4-4B24-B98F-7AF815A53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80" name="Rectangle 47">
              <a:extLst>
                <a:ext uri="{FF2B5EF4-FFF2-40B4-BE49-F238E27FC236}">
                  <a16:creationId xmlns:a16="http://schemas.microsoft.com/office/drawing/2014/main" id="{8790F234-2EDB-4102-A0B0-C1C028D60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6159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Block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81" name="Rectangle 48">
              <a:extLst>
                <a:ext uri="{FF2B5EF4-FFF2-40B4-BE49-F238E27FC236}">
                  <a16:creationId xmlns:a16="http://schemas.microsoft.com/office/drawing/2014/main" id="{AA571095-6125-4A6A-838E-90A7CFD80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82" name="Freeform 49">
              <a:extLst>
                <a:ext uri="{FF2B5EF4-FFF2-40B4-BE49-F238E27FC236}">
                  <a16:creationId xmlns:a16="http://schemas.microsoft.com/office/drawing/2014/main" id="{7C753C76-6C5C-4DAD-AEEE-51A34A694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83" name="Line 50">
              <a:extLst>
                <a:ext uri="{FF2B5EF4-FFF2-40B4-BE49-F238E27FC236}">
                  <a16:creationId xmlns:a16="http://schemas.microsoft.com/office/drawing/2014/main" id="{1961CB69-E892-4F66-9D8A-FF3BBC853F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84" name="Line 51">
              <a:extLst>
                <a:ext uri="{FF2B5EF4-FFF2-40B4-BE49-F238E27FC236}">
                  <a16:creationId xmlns:a16="http://schemas.microsoft.com/office/drawing/2014/main" id="{23A319DB-1CC0-4489-AE40-B766CF3C1E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85" name="Freeform 52">
              <a:extLst>
                <a:ext uri="{FF2B5EF4-FFF2-40B4-BE49-F238E27FC236}">
                  <a16:creationId xmlns:a16="http://schemas.microsoft.com/office/drawing/2014/main" id="{044D870F-2F20-43CF-8724-C416394D9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86" name="Freeform 53">
              <a:extLst>
                <a:ext uri="{FF2B5EF4-FFF2-40B4-BE49-F238E27FC236}">
                  <a16:creationId xmlns:a16="http://schemas.microsoft.com/office/drawing/2014/main" id="{1029B548-3793-47FD-A27F-526B8B97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87" name="Freeform 54">
              <a:extLst>
                <a:ext uri="{FF2B5EF4-FFF2-40B4-BE49-F238E27FC236}">
                  <a16:creationId xmlns:a16="http://schemas.microsoft.com/office/drawing/2014/main" id="{C378B12D-7293-4704-9F7D-E6385355F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88" name="Freeform 55">
              <a:extLst>
                <a:ext uri="{FF2B5EF4-FFF2-40B4-BE49-F238E27FC236}">
                  <a16:creationId xmlns:a16="http://schemas.microsoft.com/office/drawing/2014/main" id="{17367663-A9D3-43D4-A1FD-176DC285A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89" name="Freeform 56">
              <a:extLst>
                <a:ext uri="{FF2B5EF4-FFF2-40B4-BE49-F238E27FC236}">
                  <a16:creationId xmlns:a16="http://schemas.microsoft.com/office/drawing/2014/main" id="{A2C72C74-6A53-488F-85CB-DE7A3BD5A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90" name="Freeform 57">
              <a:extLst>
                <a:ext uri="{FF2B5EF4-FFF2-40B4-BE49-F238E27FC236}">
                  <a16:creationId xmlns:a16="http://schemas.microsoft.com/office/drawing/2014/main" id="{8D5342C8-2F57-4DB5-9EB6-C7CFEEB05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91" name="Freeform 58">
              <a:extLst>
                <a:ext uri="{FF2B5EF4-FFF2-40B4-BE49-F238E27FC236}">
                  <a16:creationId xmlns:a16="http://schemas.microsoft.com/office/drawing/2014/main" id="{296B31F0-9C52-413F-859E-B7A684F63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92" name="Freeform 59">
              <a:extLst>
                <a:ext uri="{FF2B5EF4-FFF2-40B4-BE49-F238E27FC236}">
                  <a16:creationId xmlns:a16="http://schemas.microsoft.com/office/drawing/2014/main" id="{BA317B7A-EA9E-4703-8EA9-766DEFD85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93" name="Freeform 60">
              <a:extLst>
                <a:ext uri="{FF2B5EF4-FFF2-40B4-BE49-F238E27FC236}">
                  <a16:creationId xmlns:a16="http://schemas.microsoft.com/office/drawing/2014/main" id="{7FE10F8C-6D9A-42BC-AB97-D417D5BA3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94" name="Line 61">
              <a:extLst>
                <a:ext uri="{FF2B5EF4-FFF2-40B4-BE49-F238E27FC236}">
                  <a16:creationId xmlns:a16="http://schemas.microsoft.com/office/drawing/2014/main" id="{0B611071-CC71-43AE-A7BF-2C3E469B39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95" name="Rectangle 62">
              <a:extLst>
                <a:ext uri="{FF2B5EF4-FFF2-40B4-BE49-F238E27FC236}">
                  <a16:creationId xmlns:a16="http://schemas.microsoft.com/office/drawing/2014/main" id="{4BDFF7FC-EC5F-4DCD-93EB-E466B81A0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96" name="Freeform 63">
              <a:extLst>
                <a:ext uri="{FF2B5EF4-FFF2-40B4-BE49-F238E27FC236}">
                  <a16:creationId xmlns:a16="http://schemas.microsoft.com/office/drawing/2014/main" id="{5DC8E637-5579-4429-B883-BD8E2C9D1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97" name="Line 64">
              <a:extLst>
                <a:ext uri="{FF2B5EF4-FFF2-40B4-BE49-F238E27FC236}">
                  <a16:creationId xmlns:a16="http://schemas.microsoft.com/office/drawing/2014/main" id="{B7E089C5-37CF-433E-8969-8FE52D8EF2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98" name="Freeform 65">
              <a:extLst>
                <a:ext uri="{FF2B5EF4-FFF2-40B4-BE49-F238E27FC236}">
                  <a16:creationId xmlns:a16="http://schemas.microsoft.com/office/drawing/2014/main" id="{1AB7D4A2-2334-4C0B-A7D6-E35F382CA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599" name="Line 66">
              <a:extLst>
                <a:ext uri="{FF2B5EF4-FFF2-40B4-BE49-F238E27FC236}">
                  <a16:creationId xmlns:a16="http://schemas.microsoft.com/office/drawing/2014/main" id="{AB45C3F4-C016-4857-B4B8-9A80E066B1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00" name="Freeform 67">
              <a:extLst>
                <a:ext uri="{FF2B5EF4-FFF2-40B4-BE49-F238E27FC236}">
                  <a16:creationId xmlns:a16="http://schemas.microsoft.com/office/drawing/2014/main" id="{CC6EA1B1-76B7-4C6C-9D19-641D9AEDD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01" name="Line 68">
              <a:extLst>
                <a:ext uri="{FF2B5EF4-FFF2-40B4-BE49-F238E27FC236}">
                  <a16:creationId xmlns:a16="http://schemas.microsoft.com/office/drawing/2014/main" id="{E5FEC2B3-3EE3-438C-A554-7910119D4F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02" name="Freeform 69">
              <a:extLst>
                <a:ext uri="{FF2B5EF4-FFF2-40B4-BE49-F238E27FC236}">
                  <a16:creationId xmlns:a16="http://schemas.microsoft.com/office/drawing/2014/main" id="{5F5909CD-1794-4820-B573-D247900CF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03" name="Line 70">
              <a:extLst>
                <a:ext uri="{FF2B5EF4-FFF2-40B4-BE49-F238E27FC236}">
                  <a16:creationId xmlns:a16="http://schemas.microsoft.com/office/drawing/2014/main" id="{E90E9744-EDA6-4670-86B5-C91B909698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04" name="Line 71">
              <a:extLst>
                <a:ext uri="{FF2B5EF4-FFF2-40B4-BE49-F238E27FC236}">
                  <a16:creationId xmlns:a16="http://schemas.microsoft.com/office/drawing/2014/main" id="{2A0008AA-8F20-490A-8AE9-98B643ED65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05" name="Line 72">
              <a:extLst>
                <a:ext uri="{FF2B5EF4-FFF2-40B4-BE49-F238E27FC236}">
                  <a16:creationId xmlns:a16="http://schemas.microsoft.com/office/drawing/2014/main" id="{9C7163D7-CB50-4762-82D2-5AADC5CFC6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06" name="Line 73">
              <a:extLst>
                <a:ext uri="{FF2B5EF4-FFF2-40B4-BE49-F238E27FC236}">
                  <a16:creationId xmlns:a16="http://schemas.microsoft.com/office/drawing/2014/main" id="{B85B387A-9906-4917-8ACD-1DB05AFCF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07" name="Line 74">
              <a:extLst>
                <a:ext uri="{FF2B5EF4-FFF2-40B4-BE49-F238E27FC236}">
                  <a16:creationId xmlns:a16="http://schemas.microsoft.com/office/drawing/2014/main" id="{E1F79CD1-929B-43EF-A7DC-15F5BC2DBF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08" name="Rectangle 75">
              <a:extLst>
                <a:ext uri="{FF2B5EF4-FFF2-40B4-BE49-F238E27FC236}">
                  <a16:creationId xmlns:a16="http://schemas.microsoft.com/office/drawing/2014/main" id="{B93EAC6B-C0F8-4D04-A73D-FBC81CB10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09" name="Freeform 76">
              <a:extLst>
                <a:ext uri="{FF2B5EF4-FFF2-40B4-BE49-F238E27FC236}">
                  <a16:creationId xmlns:a16="http://schemas.microsoft.com/office/drawing/2014/main" id="{97A9EBFA-7B3C-47B3-8167-D3D21B4AA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10" name="Line 77">
              <a:extLst>
                <a:ext uri="{FF2B5EF4-FFF2-40B4-BE49-F238E27FC236}">
                  <a16:creationId xmlns:a16="http://schemas.microsoft.com/office/drawing/2014/main" id="{EF34C9B9-1BBA-4DA4-A7AE-391FAC8774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11" name="Freeform 78">
              <a:extLst>
                <a:ext uri="{FF2B5EF4-FFF2-40B4-BE49-F238E27FC236}">
                  <a16:creationId xmlns:a16="http://schemas.microsoft.com/office/drawing/2014/main" id="{D9A1F8A5-765F-4D86-A61E-9633BEADD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12" name="Line 79">
              <a:extLst>
                <a:ext uri="{FF2B5EF4-FFF2-40B4-BE49-F238E27FC236}">
                  <a16:creationId xmlns:a16="http://schemas.microsoft.com/office/drawing/2014/main" id="{C407EBE9-4EC0-4894-BCF2-35B2EF6E8E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13" name="Line 80">
              <a:extLst>
                <a:ext uri="{FF2B5EF4-FFF2-40B4-BE49-F238E27FC236}">
                  <a16:creationId xmlns:a16="http://schemas.microsoft.com/office/drawing/2014/main" id="{69A4A052-2A13-47AE-8AA1-7CB4803098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14" name="Line 81">
              <a:extLst>
                <a:ext uri="{FF2B5EF4-FFF2-40B4-BE49-F238E27FC236}">
                  <a16:creationId xmlns:a16="http://schemas.microsoft.com/office/drawing/2014/main" id="{8A9DD0F8-8566-48A0-BAED-5B6EF9706E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15" name="Freeform 82">
              <a:extLst>
                <a:ext uri="{FF2B5EF4-FFF2-40B4-BE49-F238E27FC236}">
                  <a16:creationId xmlns:a16="http://schemas.microsoft.com/office/drawing/2014/main" id="{EA3C1E9E-4E86-4E32-BF9A-B09AE5D00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16" name="Freeform 83">
              <a:extLst>
                <a:ext uri="{FF2B5EF4-FFF2-40B4-BE49-F238E27FC236}">
                  <a16:creationId xmlns:a16="http://schemas.microsoft.com/office/drawing/2014/main" id="{E6297689-46E5-40D8-A65F-BA8069B98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17" name="Freeform 84">
              <a:extLst>
                <a:ext uri="{FF2B5EF4-FFF2-40B4-BE49-F238E27FC236}">
                  <a16:creationId xmlns:a16="http://schemas.microsoft.com/office/drawing/2014/main" id="{C48B68C7-822A-4B35-AA4A-3F46699F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18" name="Freeform 85">
              <a:extLst>
                <a:ext uri="{FF2B5EF4-FFF2-40B4-BE49-F238E27FC236}">
                  <a16:creationId xmlns:a16="http://schemas.microsoft.com/office/drawing/2014/main" id="{5D6AAFA3-1F2F-4690-91D5-0AA4FC7FC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19" name="Freeform 86">
              <a:extLst>
                <a:ext uri="{FF2B5EF4-FFF2-40B4-BE49-F238E27FC236}">
                  <a16:creationId xmlns:a16="http://schemas.microsoft.com/office/drawing/2014/main" id="{5181B488-EFC9-4930-9745-1C0BFC75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20" name="Freeform 87">
              <a:extLst>
                <a:ext uri="{FF2B5EF4-FFF2-40B4-BE49-F238E27FC236}">
                  <a16:creationId xmlns:a16="http://schemas.microsoft.com/office/drawing/2014/main" id="{E9EBABFF-4957-4710-9549-955AB1800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21" name="Freeform 88">
              <a:extLst>
                <a:ext uri="{FF2B5EF4-FFF2-40B4-BE49-F238E27FC236}">
                  <a16:creationId xmlns:a16="http://schemas.microsoft.com/office/drawing/2014/main" id="{7C2EF616-282D-4A3F-A78E-687B7C5B4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22" name="Freeform 89">
              <a:extLst>
                <a:ext uri="{FF2B5EF4-FFF2-40B4-BE49-F238E27FC236}">
                  <a16:creationId xmlns:a16="http://schemas.microsoft.com/office/drawing/2014/main" id="{D5E68B77-9CFE-430D-8581-8BD90748D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23" name="Freeform 90">
              <a:extLst>
                <a:ext uri="{FF2B5EF4-FFF2-40B4-BE49-F238E27FC236}">
                  <a16:creationId xmlns:a16="http://schemas.microsoft.com/office/drawing/2014/main" id="{68CBC4BA-311A-47AE-80ED-8DC7B10B6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24" name="Freeform 91">
              <a:extLst>
                <a:ext uri="{FF2B5EF4-FFF2-40B4-BE49-F238E27FC236}">
                  <a16:creationId xmlns:a16="http://schemas.microsoft.com/office/drawing/2014/main" id="{177C8B3F-EFA0-4C3C-B495-5E342FA01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25" name="Freeform 92">
              <a:extLst>
                <a:ext uri="{FF2B5EF4-FFF2-40B4-BE49-F238E27FC236}">
                  <a16:creationId xmlns:a16="http://schemas.microsoft.com/office/drawing/2014/main" id="{5B49F87D-559A-4FD2-AD22-64EF53EAF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26" name="Freeform 93">
              <a:extLst>
                <a:ext uri="{FF2B5EF4-FFF2-40B4-BE49-F238E27FC236}">
                  <a16:creationId xmlns:a16="http://schemas.microsoft.com/office/drawing/2014/main" id="{D612D8D2-BF77-4CA9-BD3D-497189C6F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27" name="Freeform 94">
              <a:extLst>
                <a:ext uri="{FF2B5EF4-FFF2-40B4-BE49-F238E27FC236}">
                  <a16:creationId xmlns:a16="http://schemas.microsoft.com/office/drawing/2014/main" id="{4879861B-EAD2-4400-A74E-07AA6C4D5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28" name="Freeform 95">
              <a:extLst>
                <a:ext uri="{FF2B5EF4-FFF2-40B4-BE49-F238E27FC236}">
                  <a16:creationId xmlns:a16="http://schemas.microsoft.com/office/drawing/2014/main" id="{B3B52D87-7C0E-4867-B32F-02A516061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29" name="Freeform 96">
              <a:extLst>
                <a:ext uri="{FF2B5EF4-FFF2-40B4-BE49-F238E27FC236}">
                  <a16:creationId xmlns:a16="http://schemas.microsoft.com/office/drawing/2014/main" id="{CB059492-B130-4F65-8596-042EE675A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30" name="Freeform 97">
              <a:extLst>
                <a:ext uri="{FF2B5EF4-FFF2-40B4-BE49-F238E27FC236}">
                  <a16:creationId xmlns:a16="http://schemas.microsoft.com/office/drawing/2014/main" id="{744C9318-2E18-422D-B1F4-A0E3ADDA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31" name="Freeform 98">
              <a:extLst>
                <a:ext uri="{FF2B5EF4-FFF2-40B4-BE49-F238E27FC236}">
                  <a16:creationId xmlns:a16="http://schemas.microsoft.com/office/drawing/2014/main" id="{898E5159-9EBC-45D9-B2C7-6FB2B2BB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32" name="Freeform 99">
              <a:extLst>
                <a:ext uri="{FF2B5EF4-FFF2-40B4-BE49-F238E27FC236}">
                  <a16:creationId xmlns:a16="http://schemas.microsoft.com/office/drawing/2014/main" id="{9929B919-FF7E-4BB2-9791-3D00B8C1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33" name="Freeform 100">
              <a:extLst>
                <a:ext uri="{FF2B5EF4-FFF2-40B4-BE49-F238E27FC236}">
                  <a16:creationId xmlns:a16="http://schemas.microsoft.com/office/drawing/2014/main" id="{C0AAAD58-8ABC-4769-BE59-CEDA12D30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34" name="Freeform 101">
              <a:extLst>
                <a:ext uri="{FF2B5EF4-FFF2-40B4-BE49-F238E27FC236}">
                  <a16:creationId xmlns:a16="http://schemas.microsoft.com/office/drawing/2014/main" id="{A0736F53-A685-4443-9A74-245841008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35" name="Freeform 102">
              <a:extLst>
                <a:ext uri="{FF2B5EF4-FFF2-40B4-BE49-F238E27FC236}">
                  <a16:creationId xmlns:a16="http://schemas.microsoft.com/office/drawing/2014/main" id="{12ADB52B-D35D-42BF-A8F9-FE35B28B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36" name="Freeform 103">
              <a:extLst>
                <a:ext uri="{FF2B5EF4-FFF2-40B4-BE49-F238E27FC236}">
                  <a16:creationId xmlns:a16="http://schemas.microsoft.com/office/drawing/2014/main" id="{AF8C8F69-2DB7-4CDC-AD9C-FCFC23324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37" name="Freeform 104">
              <a:extLst>
                <a:ext uri="{FF2B5EF4-FFF2-40B4-BE49-F238E27FC236}">
                  <a16:creationId xmlns:a16="http://schemas.microsoft.com/office/drawing/2014/main" id="{4B486008-D3CA-4FC6-BFBF-892978A9E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38" name="Freeform 105">
              <a:extLst>
                <a:ext uri="{FF2B5EF4-FFF2-40B4-BE49-F238E27FC236}">
                  <a16:creationId xmlns:a16="http://schemas.microsoft.com/office/drawing/2014/main" id="{DBC5AB92-F94D-4D63-824A-E5CC2F735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39" name="Freeform 106">
              <a:extLst>
                <a:ext uri="{FF2B5EF4-FFF2-40B4-BE49-F238E27FC236}">
                  <a16:creationId xmlns:a16="http://schemas.microsoft.com/office/drawing/2014/main" id="{EEA9E400-5503-489A-AC90-F9B9C846A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40" name="Freeform 107">
              <a:extLst>
                <a:ext uri="{FF2B5EF4-FFF2-40B4-BE49-F238E27FC236}">
                  <a16:creationId xmlns:a16="http://schemas.microsoft.com/office/drawing/2014/main" id="{42CDE9D2-2C13-4FF2-ADAE-09A93E6A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41" name="Freeform 108">
              <a:extLst>
                <a:ext uri="{FF2B5EF4-FFF2-40B4-BE49-F238E27FC236}">
                  <a16:creationId xmlns:a16="http://schemas.microsoft.com/office/drawing/2014/main" id="{B80C577D-5EE3-4B56-A1D1-74E66E570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42" name="Freeform 109">
              <a:extLst>
                <a:ext uri="{FF2B5EF4-FFF2-40B4-BE49-F238E27FC236}">
                  <a16:creationId xmlns:a16="http://schemas.microsoft.com/office/drawing/2014/main" id="{4F5516FE-8F64-4F29-9EE5-B9BAB612C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43" name="Freeform 110">
              <a:extLst>
                <a:ext uri="{FF2B5EF4-FFF2-40B4-BE49-F238E27FC236}">
                  <a16:creationId xmlns:a16="http://schemas.microsoft.com/office/drawing/2014/main" id="{7502B9EF-01B0-4A3D-9BC4-9C48FD4B5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44" name="Freeform 111">
              <a:extLst>
                <a:ext uri="{FF2B5EF4-FFF2-40B4-BE49-F238E27FC236}">
                  <a16:creationId xmlns:a16="http://schemas.microsoft.com/office/drawing/2014/main" id="{2C51869D-44C2-45CF-A3F7-5635082AA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45" name="Freeform 112">
              <a:extLst>
                <a:ext uri="{FF2B5EF4-FFF2-40B4-BE49-F238E27FC236}">
                  <a16:creationId xmlns:a16="http://schemas.microsoft.com/office/drawing/2014/main" id="{ACD913A7-3611-4F34-9AE8-793206285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46" name="Rectangle 113">
              <a:extLst>
                <a:ext uri="{FF2B5EF4-FFF2-40B4-BE49-F238E27FC236}">
                  <a16:creationId xmlns:a16="http://schemas.microsoft.com/office/drawing/2014/main" id="{25EEE34E-0CA2-4961-93C1-B056BB24F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233362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47" name="Freeform 116">
              <a:extLst>
                <a:ext uri="{FF2B5EF4-FFF2-40B4-BE49-F238E27FC236}">
                  <a16:creationId xmlns:a16="http://schemas.microsoft.com/office/drawing/2014/main" id="{7A099C79-AC12-4BB1-B7BA-6097D5C3C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48" name="Rectangle 117">
              <a:extLst>
                <a:ext uri="{FF2B5EF4-FFF2-40B4-BE49-F238E27FC236}">
                  <a16:creationId xmlns:a16="http://schemas.microsoft.com/office/drawing/2014/main" id="{4AB24DB1-3EBA-4967-9AF4-A23150464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2022475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Second-level lookahead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49" name="Rectangle 118">
              <a:extLst>
                <a:ext uri="{FF2B5EF4-FFF2-40B4-BE49-F238E27FC236}">
                  <a16:creationId xmlns:a16="http://schemas.microsoft.com/office/drawing/2014/main" id="{9B1A255E-06AB-498C-A0B2-E90890A97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4875" y="14319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50" name="Rectangle 119">
              <a:extLst>
                <a:ext uri="{FF2B5EF4-FFF2-40B4-BE49-F238E27FC236}">
                  <a16:creationId xmlns:a16="http://schemas.microsoft.com/office/drawing/2014/main" id="{FFE91B11-EA41-416A-AB19-603211660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6950" y="15287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51" name="Rectangle 120">
              <a:extLst>
                <a:ext uri="{FF2B5EF4-FFF2-40B4-BE49-F238E27FC236}">
                  <a16:creationId xmlns:a16="http://schemas.microsoft.com/office/drawing/2014/main" id="{93A58543-3D20-41B6-A7E8-2C6A200DC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52" name="Rectangle 121">
              <a:extLst>
                <a:ext uri="{FF2B5EF4-FFF2-40B4-BE49-F238E27FC236}">
                  <a16:creationId xmlns:a16="http://schemas.microsoft.com/office/drawing/2014/main" id="{EDFE9332-0B3B-471A-B814-74D925E52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7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53" name="Rectangle 122">
              <a:extLst>
                <a:ext uri="{FF2B5EF4-FFF2-40B4-BE49-F238E27FC236}">
                  <a16:creationId xmlns:a16="http://schemas.microsoft.com/office/drawing/2014/main" id="{0BFB0F4D-4017-4756-9140-ABE67A83E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54" name="Rectangle 123">
              <a:extLst>
                <a:ext uri="{FF2B5EF4-FFF2-40B4-BE49-F238E27FC236}">
                  <a16:creationId xmlns:a16="http://schemas.microsoft.com/office/drawing/2014/main" id="{BB15BF70-5EA9-469D-8E8E-5C6EBCC06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55" name="Rectangle 124">
              <a:extLst>
                <a:ext uri="{FF2B5EF4-FFF2-40B4-BE49-F238E27FC236}">
                  <a16:creationId xmlns:a16="http://schemas.microsoft.com/office/drawing/2014/main" id="{F1946D8F-2950-4AA4-B2A6-A8F05C810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255588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56" name="Rectangle 125">
              <a:extLst>
                <a:ext uri="{FF2B5EF4-FFF2-40B4-BE49-F238E27FC236}">
                  <a16:creationId xmlns:a16="http://schemas.microsoft.com/office/drawing/2014/main" id="{1E0F30DA-D579-4CA7-83C6-C73DE7476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57" name="Rectangle 126">
              <a:extLst>
                <a:ext uri="{FF2B5EF4-FFF2-40B4-BE49-F238E27FC236}">
                  <a16:creationId xmlns:a16="http://schemas.microsoft.com/office/drawing/2014/main" id="{D01D7D9B-5D78-4BE5-B41F-CB8451BA5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58" name="Rectangle 127">
              <a:extLst>
                <a:ext uri="{FF2B5EF4-FFF2-40B4-BE49-F238E27FC236}">
                  <a16:creationId xmlns:a16="http://schemas.microsoft.com/office/drawing/2014/main" id="{9D73204C-7A1A-4E70-9C80-9B93EADCC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59" name="Rectangle 128">
              <a:extLst>
                <a:ext uri="{FF2B5EF4-FFF2-40B4-BE49-F238E27FC236}">
                  <a16:creationId xmlns:a16="http://schemas.microsoft.com/office/drawing/2014/main" id="{364CC679-31CF-4349-9C78-A06B41C78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25558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60" name="Rectangle 129">
              <a:extLst>
                <a:ext uri="{FF2B5EF4-FFF2-40B4-BE49-F238E27FC236}">
                  <a16:creationId xmlns:a16="http://schemas.microsoft.com/office/drawing/2014/main" id="{F9473276-CE3E-4D73-89F3-E62251FA8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61" name="Rectangle 130">
              <a:extLst>
                <a:ext uri="{FF2B5EF4-FFF2-40B4-BE49-F238E27FC236}">
                  <a16:creationId xmlns:a16="http://schemas.microsoft.com/office/drawing/2014/main" id="{22A33391-F2DD-4004-888A-4ABC2EF5E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62" name="Rectangle 131">
              <a:extLst>
                <a:ext uri="{FF2B5EF4-FFF2-40B4-BE49-F238E27FC236}">
                  <a16:creationId xmlns:a16="http://schemas.microsoft.com/office/drawing/2014/main" id="{889C0F60-C2A1-4D1E-B6E6-3B0C82ECB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63" name="Rectangle 132">
              <a:extLst>
                <a:ext uri="{FF2B5EF4-FFF2-40B4-BE49-F238E27FC236}">
                  <a16:creationId xmlns:a16="http://schemas.microsoft.com/office/drawing/2014/main" id="{B054B1A8-9FB8-4441-9739-2D7BE22AC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255587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P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64" name="Rectangle 133">
              <a:extLst>
                <a:ext uri="{FF2B5EF4-FFF2-40B4-BE49-F238E27FC236}">
                  <a16:creationId xmlns:a16="http://schemas.microsoft.com/office/drawing/2014/main" id="{A54A1503-1AA8-44F0-B98C-0DF9191A7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65" name="Rectangle 134">
              <a:extLst>
                <a:ext uri="{FF2B5EF4-FFF2-40B4-BE49-F238E27FC236}">
                  <a16:creationId xmlns:a16="http://schemas.microsoft.com/office/drawing/2014/main" id="{6C47FB46-6BCF-430F-9806-3FDED6593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27940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G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66" name="Rectangle 135">
              <a:extLst>
                <a:ext uri="{FF2B5EF4-FFF2-40B4-BE49-F238E27FC236}">
                  <a16:creationId xmlns:a16="http://schemas.microsoft.com/office/drawing/2014/main" id="{F463929D-28F6-4BF6-A64D-7F3AF11F7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67" name="Rectangle 136">
              <a:extLst>
                <a:ext uri="{FF2B5EF4-FFF2-40B4-BE49-F238E27FC236}">
                  <a16:creationId xmlns:a16="http://schemas.microsoft.com/office/drawing/2014/main" id="{CF5ECAFE-A2D8-42D7-8D6A-BF0CF3E2A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211138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68" name="Rectangle 137">
              <a:extLst>
                <a:ext uri="{FF2B5EF4-FFF2-40B4-BE49-F238E27FC236}">
                  <a16:creationId xmlns:a16="http://schemas.microsoft.com/office/drawing/2014/main" id="{8E8562E9-883E-456E-8FFE-546BFAE69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15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69" name="Rectangle 138">
              <a:extLst>
                <a:ext uri="{FF2B5EF4-FFF2-40B4-BE49-F238E27FC236}">
                  <a16:creationId xmlns:a16="http://schemas.microsoft.com/office/drawing/2014/main" id="{C993B903-3B35-453D-B22D-31CC449A4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70" name="Rectangle 139">
              <a:extLst>
                <a:ext uri="{FF2B5EF4-FFF2-40B4-BE49-F238E27FC236}">
                  <a16:creationId xmlns:a16="http://schemas.microsoft.com/office/drawing/2014/main" id="{480D8766-12F7-434F-996D-7C6CF490A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71" name="Rectangle 140">
              <a:extLst>
                <a:ext uri="{FF2B5EF4-FFF2-40B4-BE49-F238E27FC236}">
                  <a16:creationId xmlns:a16="http://schemas.microsoft.com/office/drawing/2014/main" id="{33A6190E-6372-49BA-AF0D-D64FC52CC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211137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s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72" name="Rectangle 141">
              <a:extLst>
                <a:ext uri="{FF2B5EF4-FFF2-40B4-BE49-F238E27FC236}">
                  <a16:creationId xmlns:a16="http://schemas.microsoft.com/office/drawing/2014/main" id="{D566DB4D-9693-4DD7-A622-3F1FD52A1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73" name="Rectangle 142">
              <a:extLst>
                <a:ext uri="{FF2B5EF4-FFF2-40B4-BE49-F238E27FC236}">
                  <a16:creationId xmlns:a16="http://schemas.microsoft.com/office/drawing/2014/main" id="{5F8316CC-2174-4757-82A4-82D68A96D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74" name="Rectangle 143">
              <a:extLst>
                <a:ext uri="{FF2B5EF4-FFF2-40B4-BE49-F238E27FC236}">
                  <a16:creationId xmlns:a16="http://schemas.microsoft.com/office/drawing/2014/main" id="{F54B3BF6-E29D-4431-8A10-81884B7A6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75" name="Rectangle 144">
              <a:extLst>
                <a:ext uri="{FF2B5EF4-FFF2-40B4-BE49-F238E27FC236}">
                  <a16:creationId xmlns:a16="http://schemas.microsoft.com/office/drawing/2014/main" id="{429939BE-E346-40BA-A439-EBEF4D3FF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76" name="Rectangle 145">
              <a:extLst>
                <a:ext uri="{FF2B5EF4-FFF2-40B4-BE49-F238E27FC236}">
                  <a16:creationId xmlns:a16="http://schemas.microsoft.com/office/drawing/2014/main" id="{61623E07-C7F4-40B9-8547-96016F38D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746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8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77" name="Rectangle 146">
              <a:extLst>
                <a:ext uri="{FF2B5EF4-FFF2-40B4-BE49-F238E27FC236}">
                  <a16:creationId xmlns:a16="http://schemas.microsoft.com/office/drawing/2014/main" id="{C04B01D5-7C9D-4B72-9DC1-D75331008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78" name="Rectangle 147">
              <a:extLst>
                <a:ext uri="{FF2B5EF4-FFF2-40B4-BE49-F238E27FC236}">
                  <a16:creationId xmlns:a16="http://schemas.microsoft.com/office/drawing/2014/main" id="{5D47A5AE-056F-4D4A-A185-642FDA79D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16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79" name="Rectangle 148">
              <a:extLst>
                <a:ext uri="{FF2B5EF4-FFF2-40B4-BE49-F238E27FC236}">
                  <a16:creationId xmlns:a16="http://schemas.microsoft.com/office/drawing/2014/main" id="{B35C9818-BEB3-4BE4-A131-1C52082B1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80" name="Freeform 149">
              <a:extLst>
                <a:ext uri="{FF2B5EF4-FFF2-40B4-BE49-F238E27FC236}">
                  <a16:creationId xmlns:a16="http://schemas.microsoft.com/office/drawing/2014/main" id="{A38F928F-5DE0-4BED-9C21-72708D4FA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81" name="Freeform 150">
              <a:extLst>
                <a:ext uri="{FF2B5EF4-FFF2-40B4-BE49-F238E27FC236}">
                  <a16:creationId xmlns:a16="http://schemas.microsoft.com/office/drawing/2014/main" id="{35FEA464-8842-4AE4-9C7F-8FFBB39CD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82" name="Rectangle 151">
              <a:extLst>
                <a:ext uri="{FF2B5EF4-FFF2-40B4-BE49-F238E27FC236}">
                  <a16:creationId xmlns:a16="http://schemas.microsoft.com/office/drawing/2014/main" id="{985A4D05-6E96-493A-8040-D2B4BF07D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32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83" name="Rectangle 152">
              <a:extLst>
                <a:ext uri="{FF2B5EF4-FFF2-40B4-BE49-F238E27FC236}">
                  <a16:creationId xmlns:a16="http://schemas.microsoft.com/office/drawing/2014/main" id="{6FE55B20-6D38-4CA8-A2AF-1F1D774BB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84" name="Rectangle 153">
              <a:extLst>
                <a:ext uri="{FF2B5EF4-FFF2-40B4-BE49-F238E27FC236}">
                  <a16:creationId xmlns:a16="http://schemas.microsoft.com/office/drawing/2014/main" id="{2ADFF4B5-0706-41C2-87B8-29C334F27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85" name="Rectangle 154">
              <a:extLst>
                <a:ext uri="{FF2B5EF4-FFF2-40B4-BE49-F238E27FC236}">
                  <a16:creationId xmlns:a16="http://schemas.microsoft.com/office/drawing/2014/main" id="{F99A8DE5-1F86-4A20-A7AF-39E30D5C5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86" name="Rectangle 155">
              <a:extLst>
                <a:ext uri="{FF2B5EF4-FFF2-40B4-BE49-F238E27FC236}">
                  <a16:creationId xmlns:a16="http://schemas.microsoft.com/office/drawing/2014/main" id="{BCCA265B-62EC-428D-A34E-84C638CCB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2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87" name="Rectangle 156">
              <a:extLst>
                <a:ext uri="{FF2B5EF4-FFF2-40B4-BE49-F238E27FC236}">
                  <a16:creationId xmlns:a16="http://schemas.microsoft.com/office/drawing/2014/main" id="{FE29C528-11EF-43C6-A429-A65F1501B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222250" cy="268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y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88" name="Rectangle 157">
              <a:extLst>
                <a:ext uri="{FF2B5EF4-FFF2-40B4-BE49-F238E27FC236}">
                  <a16:creationId xmlns:a16="http://schemas.microsoft.com/office/drawing/2014/main" id="{25B1D93C-0EBB-433D-B8E8-2A3FE2AAB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89" name="Rectangle 158">
              <a:extLst>
                <a:ext uri="{FF2B5EF4-FFF2-40B4-BE49-F238E27FC236}">
                  <a16:creationId xmlns:a16="http://schemas.microsoft.com/office/drawing/2014/main" id="{9F4684C3-881A-4188-BD6D-DD7F2F04E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90" name="Freeform 159">
              <a:extLst>
                <a:ext uri="{FF2B5EF4-FFF2-40B4-BE49-F238E27FC236}">
                  <a16:creationId xmlns:a16="http://schemas.microsoft.com/office/drawing/2014/main" id="{FB1C5543-EA43-4E12-A3CE-AD136C5D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91" name="Line 160">
              <a:extLst>
                <a:ext uri="{FF2B5EF4-FFF2-40B4-BE49-F238E27FC236}">
                  <a16:creationId xmlns:a16="http://schemas.microsoft.com/office/drawing/2014/main" id="{7E828828-A787-4BAB-ADD2-111B407384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92" name="Freeform 161">
              <a:extLst>
                <a:ext uri="{FF2B5EF4-FFF2-40B4-BE49-F238E27FC236}">
                  <a16:creationId xmlns:a16="http://schemas.microsoft.com/office/drawing/2014/main" id="{B0B5FB20-6FC4-4DEC-B691-6D908A134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93" name="Freeform 162">
              <a:extLst>
                <a:ext uri="{FF2B5EF4-FFF2-40B4-BE49-F238E27FC236}">
                  <a16:creationId xmlns:a16="http://schemas.microsoft.com/office/drawing/2014/main" id="{B68AE55F-390F-4F8F-92CA-B3FEFE807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94" name="Rectangle 163">
              <a:extLst>
                <a:ext uri="{FF2B5EF4-FFF2-40B4-BE49-F238E27FC236}">
                  <a16:creationId xmlns:a16="http://schemas.microsoft.com/office/drawing/2014/main" id="{93FADB09-E0D2-4201-A4B5-2AD23B0EA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–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95" name="Rectangle 164">
              <a:extLst>
                <a:ext uri="{FF2B5EF4-FFF2-40B4-BE49-F238E27FC236}">
                  <a16:creationId xmlns:a16="http://schemas.microsoft.com/office/drawing/2014/main" id="{5B6392AF-1498-4AF0-B009-6A2BD1926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222250" cy="26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c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696" name="Rectangle 165">
              <a:extLst>
                <a:ext uri="{FF2B5EF4-FFF2-40B4-BE49-F238E27FC236}">
                  <a16:creationId xmlns:a16="http://schemas.microsoft.com/office/drawing/2014/main" id="{897176DC-4AA3-435D-AAA2-6FA249975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212725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24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50530" name="TextBox 125">
            <a:extLst>
              <a:ext uri="{FF2B5EF4-FFF2-40B4-BE49-F238E27FC236}">
                <a16:creationId xmlns:a16="http://schemas.microsoft.com/office/drawing/2014/main" id="{0FDBD1C1-1E02-4FB7-AA5D-7F305740E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3.17 from the textbook ]</a:t>
            </a:r>
          </a:p>
        </p:txBody>
      </p:sp>
      <p:sp>
        <p:nvSpPr>
          <p:cNvPr id="150531" name="Rectangle 2">
            <a:extLst>
              <a:ext uri="{FF2B5EF4-FFF2-40B4-BE49-F238E27FC236}">
                <a16:creationId xmlns:a16="http://schemas.microsoft.com/office/drawing/2014/main" id="{A04C467A-3DB1-4796-85FF-B5CD7DC965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7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 hierarchical carry-lookahead adder</a:t>
            </a:r>
          </a:p>
        </p:txBody>
      </p:sp>
      <p:sp>
        <p:nvSpPr>
          <p:cNvPr id="150532" name="Freeform 114">
            <a:extLst>
              <a:ext uri="{FF2B5EF4-FFF2-40B4-BE49-F238E27FC236}">
                <a16:creationId xmlns:a16="http://schemas.microsoft.com/office/drawing/2014/main" id="{E4FF12BF-8639-428B-AFD3-4FBB9F87172C}"/>
              </a:ext>
            </a:extLst>
          </p:cNvPr>
          <p:cNvSpPr>
            <a:spLocks/>
          </p:cNvSpPr>
          <p:nvPr/>
        </p:nvSpPr>
        <p:spPr bwMode="auto">
          <a:xfrm>
            <a:off x="101600" y="3257550"/>
            <a:ext cx="127000" cy="42863"/>
          </a:xfrm>
          <a:custGeom>
            <a:avLst/>
            <a:gdLst>
              <a:gd name="T0" fmla="*/ 2147483646 w 160"/>
              <a:gd name="T1" fmla="*/ 0 h 53"/>
              <a:gd name="T2" fmla="*/ 0 w 160"/>
              <a:gd name="T3" fmla="*/ 2147483646 h 53"/>
              <a:gd name="T4" fmla="*/ 2147483646 w 160"/>
              <a:gd name="T5" fmla="*/ 2147483646 h 53"/>
              <a:gd name="T6" fmla="*/ 2147483646 w 160"/>
              <a:gd name="T7" fmla="*/ 2147483646 h 53"/>
              <a:gd name="T8" fmla="*/ 2147483646 w 160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3"/>
              <a:gd name="T17" fmla="*/ 160 w 160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3">
                <a:moveTo>
                  <a:pt x="160" y="0"/>
                </a:moveTo>
                <a:lnTo>
                  <a:pt x="0" y="26"/>
                </a:lnTo>
                <a:lnTo>
                  <a:pt x="160" y="53"/>
                </a:lnTo>
                <a:lnTo>
                  <a:pt x="160" y="26"/>
                </a:lnTo>
                <a:lnTo>
                  <a:pt x="16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0533" name="Freeform 115">
            <a:extLst>
              <a:ext uri="{FF2B5EF4-FFF2-40B4-BE49-F238E27FC236}">
                <a16:creationId xmlns:a16="http://schemas.microsoft.com/office/drawing/2014/main" id="{93F14D87-500F-403F-A64E-B5E9CEB45652}"/>
              </a:ext>
            </a:extLst>
          </p:cNvPr>
          <p:cNvSpPr>
            <a:spLocks/>
          </p:cNvSpPr>
          <p:nvPr/>
        </p:nvSpPr>
        <p:spPr bwMode="auto">
          <a:xfrm>
            <a:off x="228600" y="3276600"/>
            <a:ext cx="1068388" cy="1941513"/>
          </a:xfrm>
          <a:custGeom>
            <a:avLst/>
            <a:gdLst>
              <a:gd name="T0" fmla="*/ 0 w 931"/>
              <a:gd name="T1" fmla="*/ 0 h 3673"/>
              <a:gd name="T2" fmla="*/ 2147483646 w 931"/>
              <a:gd name="T3" fmla="*/ 0 h 3673"/>
              <a:gd name="T4" fmla="*/ 2147483646 w 931"/>
              <a:gd name="T5" fmla="*/ 2147483646 h 3673"/>
              <a:gd name="T6" fmla="*/ 2147483646 w 931"/>
              <a:gd name="T7" fmla="*/ 2147483646 h 3673"/>
              <a:gd name="T8" fmla="*/ 0 60000 65536"/>
              <a:gd name="T9" fmla="*/ 0 60000 65536"/>
              <a:gd name="T10" fmla="*/ 0 60000 65536"/>
              <a:gd name="T11" fmla="*/ 0 60000 65536"/>
              <a:gd name="T12" fmla="*/ 0 w 931"/>
              <a:gd name="T13" fmla="*/ 0 h 3673"/>
              <a:gd name="T14" fmla="*/ 931 w 931"/>
              <a:gd name="T15" fmla="*/ 3673 h 367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31" h="3673">
                <a:moveTo>
                  <a:pt x="0" y="0"/>
                </a:moveTo>
                <a:lnTo>
                  <a:pt x="559" y="0"/>
                </a:lnTo>
                <a:lnTo>
                  <a:pt x="559" y="3673"/>
                </a:lnTo>
                <a:lnTo>
                  <a:pt x="931" y="3673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0534" name="TextBox 12">
            <a:extLst>
              <a:ext uri="{FF2B5EF4-FFF2-40B4-BE49-F238E27FC236}">
                <a16:creationId xmlns:a16="http://schemas.microsoft.com/office/drawing/2014/main" id="{E3475467-7911-4A3A-B883-B52C66223F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5554663"/>
            <a:ext cx="1595437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16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8  </a:t>
            </a: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 G</a:t>
            </a:r>
            <a:r>
              <a:rPr kumimoji="0" lang="en-US" altLang="en-US" sz="16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16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16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50535" name="TextBox 12">
            <a:extLst>
              <a:ext uri="{FF2B5EF4-FFF2-40B4-BE49-F238E27FC236}">
                <a16:creationId xmlns:a16="http://schemas.microsoft.com/office/drawing/2014/main" id="{292B2E9C-3DCA-45E9-A690-4B9A7BEEC6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1588" y="5545138"/>
            <a:ext cx="250825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16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16  </a:t>
            </a: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 G</a:t>
            </a:r>
            <a:r>
              <a:rPr kumimoji="0" lang="en-US" altLang="en-US" sz="16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+ P</a:t>
            </a:r>
            <a:r>
              <a:rPr kumimoji="0" lang="en-US" altLang="en-US" sz="16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16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 P</a:t>
            </a:r>
            <a:r>
              <a:rPr kumimoji="0" lang="en-US" altLang="en-US" sz="16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16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16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  <p:sp>
        <p:nvSpPr>
          <p:cNvPr id="150536" name="TextBox 12">
            <a:extLst>
              <a:ext uri="{FF2B5EF4-FFF2-40B4-BE49-F238E27FC236}">
                <a16:creationId xmlns:a16="http://schemas.microsoft.com/office/drawing/2014/main" id="{E963670E-F7B6-40DD-89EC-FB37C2A286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9525" y="5600700"/>
            <a:ext cx="38893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32 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=G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+P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+P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+P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G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+P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 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P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553" name="Picture 5">
            <a:extLst>
              <a:ext uri="{FF2B5EF4-FFF2-40B4-BE49-F238E27FC236}">
                <a16:creationId xmlns:a16="http://schemas.microsoft.com/office/drawing/2014/main" id="{7C97290B-34BF-440C-8F53-23CE561B17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00250" y="147638"/>
            <a:ext cx="6753225" cy="665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3">
            <a:extLst>
              <a:ext uri="{FF2B5EF4-FFF2-40B4-BE49-F238E27FC236}">
                <a16:creationId xmlns:a16="http://schemas.microsoft.com/office/drawing/2014/main" id="{18F5E36A-9922-6041-B2F9-1E840F2C9A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6225" y="257175"/>
            <a:ext cx="3071813" cy="1325563"/>
          </a:xfrm>
        </p:spPr>
        <p:txBody>
          <a:bodyPr>
            <a:normAutofit fontScale="90000"/>
          </a:bodyPr>
          <a:lstStyle/>
          <a:p>
            <a:pPr>
              <a:defRPr/>
            </a:pPr>
            <a:r>
              <a:rPr lang="en-US" dirty="0">
                <a:latin typeface="+mn-lt"/>
              </a:rPr>
              <a:t>Hierarchical CLA Adder </a:t>
            </a:r>
            <a:br>
              <a:rPr lang="en-US" dirty="0">
                <a:latin typeface="+mn-lt"/>
              </a:rPr>
            </a:br>
            <a:r>
              <a:rPr lang="en-US" dirty="0">
                <a:latin typeface="+mn-lt"/>
              </a:rPr>
              <a:t>Carry Logic</a:t>
            </a:r>
          </a:p>
        </p:txBody>
      </p:sp>
      <p:sp>
        <p:nvSpPr>
          <p:cNvPr id="151555" name="TextBox 4">
            <a:extLst>
              <a:ext uri="{FF2B5EF4-FFF2-40B4-BE49-F238E27FC236}">
                <a16:creationId xmlns:a16="http://schemas.microsoft.com/office/drawing/2014/main" id="{2E6AF891-6B86-4065-84DD-CA47B81FFB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2286000"/>
            <a:ext cx="2351088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C8   – 5 gate delays</a:t>
            </a:r>
            <a:b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</a:b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C16 – 5 gate delays</a:t>
            </a:r>
            <a:b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</a:b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C24 – 5 Gate delays</a:t>
            </a:r>
            <a:b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</a:b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C32 – 5 Gate delays 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577" name="Picture 2">
            <a:extLst>
              <a:ext uri="{FF2B5EF4-FFF2-40B4-BE49-F238E27FC236}">
                <a16:creationId xmlns:a16="http://schemas.microsoft.com/office/drawing/2014/main" id="{38F5C9B4-7C1D-4B74-9864-75E51D49620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6750" y="147638"/>
            <a:ext cx="6807200" cy="6602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3">
            <a:extLst>
              <a:ext uri="{FF2B5EF4-FFF2-40B4-BE49-F238E27FC236}">
                <a16:creationId xmlns:a16="http://schemas.microsoft.com/office/drawing/2014/main" id="{28C94FA3-826E-3740-9E2F-0CA9EC0FDE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6225" y="257175"/>
            <a:ext cx="3071813" cy="1571625"/>
          </a:xfrm>
        </p:spPr>
        <p:txBody>
          <a:bodyPr>
            <a:normAutofit fontScale="90000"/>
          </a:bodyPr>
          <a:lstStyle/>
          <a:p>
            <a:pPr>
              <a:defRPr/>
            </a:pPr>
            <a:br>
              <a:rPr lang="en-US" altLang="en-US" sz="3200">
                <a:ea typeface="MS PGothic" charset="-128"/>
              </a:rPr>
            </a:br>
            <a:r>
              <a:rPr lang="en-US" altLang="en-US" sz="3200">
                <a:ea typeface="MS PGothic" charset="-128"/>
              </a:rPr>
              <a:t>Hierarchical CLA </a:t>
            </a:r>
            <a:br>
              <a:rPr lang="en-US" altLang="en-US" sz="3200">
                <a:ea typeface="MS PGothic" charset="-128"/>
              </a:rPr>
            </a:br>
            <a:r>
              <a:rPr lang="en-US" altLang="en-US" sz="3200">
                <a:ea typeface="MS PGothic" charset="-128"/>
              </a:rPr>
              <a:t>Critical Path</a:t>
            </a:r>
            <a:br>
              <a:rPr lang="en-US" altLang="en-US" sz="3200">
                <a:ea typeface="MS PGothic" charset="-128"/>
              </a:rPr>
            </a:br>
            <a:br>
              <a:rPr lang="en-US" altLang="en-US" sz="3200">
                <a:ea typeface="MS PGothic" charset="-128"/>
              </a:rPr>
            </a:br>
            <a:endParaRPr lang="en-US" altLang="en-US" sz="3200">
              <a:ea typeface="MS PGothic" charset="-128"/>
            </a:endParaRPr>
          </a:p>
        </p:txBody>
      </p:sp>
      <p:sp>
        <p:nvSpPr>
          <p:cNvPr id="152579" name="TextBox 1">
            <a:extLst>
              <a:ext uri="{FF2B5EF4-FFF2-40B4-BE49-F238E27FC236}">
                <a16:creationId xmlns:a16="http://schemas.microsoft.com/office/drawing/2014/main" id="{1F36D6F1-2A88-41FE-97E1-1DA22E48A0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2286000"/>
            <a:ext cx="2351088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C9   – 7 gate delays</a:t>
            </a:r>
            <a:b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</a:b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C17 – 7 gate delays</a:t>
            </a:r>
            <a:b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</a:b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C25 – 7 Gate delays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363F1D11-9C79-854D-91FC-763A590028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sz="3200" dirty="0">
                <a:latin typeface="+mn-lt"/>
                <a:ea typeface="+mj-ea"/>
                <a:cs typeface="+mj-cs"/>
              </a:rPr>
              <a:t>Total Gate Delay Through a </a:t>
            </a:r>
            <a:br>
              <a:rPr lang="en-US" sz="3200" dirty="0">
                <a:latin typeface="+mn-lt"/>
                <a:ea typeface="+mj-ea"/>
                <a:cs typeface="+mj-cs"/>
              </a:rPr>
            </a:br>
            <a:r>
              <a:rPr lang="en-US" sz="3200" dirty="0">
                <a:latin typeface="+mn-lt"/>
                <a:ea typeface="+mj-ea"/>
                <a:cs typeface="+mj-cs"/>
              </a:rPr>
              <a:t>Hierarchical Carry-</a:t>
            </a:r>
            <a:r>
              <a:rPr lang="en-US" sz="3200" dirty="0" err="1">
                <a:latin typeface="+mn-lt"/>
                <a:ea typeface="+mj-ea"/>
                <a:cs typeface="+mj-cs"/>
              </a:rPr>
              <a:t>Lookahead</a:t>
            </a:r>
            <a:r>
              <a:rPr lang="en-US" sz="3200" dirty="0">
                <a:latin typeface="+mn-lt"/>
                <a:ea typeface="+mj-ea"/>
                <a:cs typeface="+mj-cs"/>
              </a:rPr>
              <a:t> Adder </a:t>
            </a:r>
          </a:p>
        </p:txBody>
      </p:sp>
      <p:sp>
        <p:nvSpPr>
          <p:cNvPr id="153602" name="Rectangle 3">
            <a:extLst>
              <a:ext uri="{FF2B5EF4-FFF2-40B4-BE49-F238E27FC236}">
                <a16:creationId xmlns:a16="http://schemas.microsoft.com/office/drawing/2014/main" id="{81ECE8AC-30C3-4BF0-BE91-B85FC2AE22D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0" y="1295400"/>
            <a:ext cx="77724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</p:txBody>
      </p:sp>
      <p:sp>
        <p:nvSpPr>
          <p:cNvPr id="153603" name="Rectangle 3">
            <a:extLst>
              <a:ext uri="{FF2B5EF4-FFF2-40B4-BE49-F238E27FC236}">
                <a16:creationId xmlns:a16="http://schemas.microsoft.com/office/drawing/2014/main" id="{F2072113-9D61-443D-9B21-44BBB65DD6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990600"/>
            <a:ext cx="8305800" cy="198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Is 8 gates</a:t>
            </a:r>
          </a:p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3 to generate all </a:t>
            </a: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Gj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 and </a:t>
            </a:r>
            <a:r>
              <a:rPr kumimoji="0" lang="en-US" alt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Pj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+2 to generate c8, c16, c24, and c32</a:t>
            </a:r>
          </a:p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+2 to generate internal carries in the blocks</a:t>
            </a:r>
          </a:p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+1 to generate the sum bits (one extra XOR) 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6A6597-0E44-4F9E-9167-9A8E3C214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228600"/>
            <a:ext cx="8686800" cy="609600"/>
          </a:xfrm>
        </p:spPr>
        <p:txBody>
          <a:bodyPr/>
          <a:lstStyle/>
          <a:p>
            <a:r>
              <a:rPr lang="en-US" sz="4800" dirty="0"/>
              <a:t>END Slide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90BAC1C-2592-44F2-852C-C27A9C18F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5" name="Picture 2" descr="Q &amp; A – Mechatronics World">
            <a:extLst>
              <a:ext uri="{FF2B5EF4-FFF2-40B4-BE49-F238E27FC236}">
                <a16:creationId xmlns:a16="http://schemas.microsoft.com/office/drawing/2014/main" id="{B84F8481-55AC-4F48-B0CC-DA3B1C72777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934" y="1295400"/>
            <a:ext cx="7971420" cy="4782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61507520"/>
      </p:ext>
    </p:extLst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927F5C48263E44CA0E4BF48DA5842DF" ma:contentTypeVersion="10" ma:contentTypeDescription="Create a new document." ma:contentTypeScope="" ma:versionID="cc6a9fdc59c3920af0e32ab9cc6bc759">
  <xsd:schema xmlns:xsd="http://www.w3.org/2001/XMLSchema" xmlns:xs="http://www.w3.org/2001/XMLSchema" xmlns:p="http://schemas.microsoft.com/office/2006/metadata/properties" xmlns:ns3="2545ccdc-34fc-4cec-a48d-ba29d7877a97" targetNamespace="http://schemas.microsoft.com/office/2006/metadata/properties" ma:root="true" ma:fieldsID="7474bca7c2d6847eb37e3847f5421f7f" ns3:_="">
    <xsd:import namespace="2545ccdc-34fc-4cec-a48d-ba29d7877a97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AutoTags" minOccurs="0"/>
                <xsd:element ref="ns3:MediaServiceGenerationTime" minOccurs="0"/>
                <xsd:element ref="ns3:MediaServiceEventHashCode" minOccurs="0"/>
                <xsd:element ref="ns3:MediaServiceOCR" minOccurs="0"/>
                <xsd:element ref="ns3:MediaServiceAutoKeyPoints" minOccurs="0"/>
                <xsd:element ref="ns3:MediaServiceKeyPoints" minOccurs="0"/>
                <xsd:element ref="ns3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545ccdc-34fc-4cec-a48d-ba29d7877a97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Tags" ma:internalName="MediaServiceAutoTags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2C638D98-A44F-4A29-B2B9-D9FD8ACC44EE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E956FE2E-B4F1-4025-B184-05238CA68BD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545ccdc-34fc-4cec-a48d-ba29d7877a9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89D90360-3B21-4048-9E84-CD66033C6025}">
  <ds:schemaRefs>
    <ds:schemaRef ds:uri="http://schemas.microsoft.com/office/2006/metadata/properties"/>
    <ds:schemaRef ds:uri="http://purl.org/dc/elements/1.1/"/>
    <ds:schemaRef ds:uri="http://purl.org/dc/dcmitype/"/>
    <ds:schemaRef ds:uri="http://www.w3.org/XML/1998/namespac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2545ccdc-34fc-4cec-a48d-ba29d7877a97"/>
    <ds:schemaRef ds:uri="http://purl.org/dc/terms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8250</TotalTime>
  <Words>3658</Words>
  <Application>Microsoft Office PowerPoint</Application>
  <PresentationFormat>On-screen Show (4:3)</PresentationFormat>
  <Paragraphs>1812</Paragraphs>
  <Slides>79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79</vt:i4>
      </vt:variant>
    </vt:vector>
  </HeadingPairs>
  <TitlesOfParts>
    <vt:vector size="91" baseType="lpstr">
      <vt:lpstr>MS PGothic</vt:lpstr>
      <vt:lpstr>MS PGothic</vt:lpstr>
      <vt:lpstr>Arial</vt:lpstr>
      <vt:lpstr>Calibri</vt:lpstr>
      <vt:lpstr>Courier</vt:lpstr>
      <vt:lpstr>Helvetica</vt:lpstr>
      <vt:lpstr>Symbol</vt:lpstr>
      <vt:lpstr>Times</vt:lpstr>
      <vt:lpstr>Times New Roman</vt:lpstr>
      <vt:lpstr>Times-Roman</vt:lpstr>
      <vt:lpstr>Wingdings</vt:lpstr>
      <vt:lpstr>Default Design</vt:lpstr>
      <vt:lpstr>PowerPoint Presentation</vt:lpstr>
      <vt:lpstr>Administrative Stuff</vt:lpstr>
      <vt:lpstr>15–Fast Adders </vt:lpstr>
      <vt:lpstr>PowerPoint Presentation</vt:lpstr>
      <vt:lpstr>PowerPoint Presentation</vt:lpstr>
      <vt:lpstr>PowerPoint Presentation</vt:lpstr>
      <vt:lpstr>PowerPoint Presentation</vt:lpstr>
      <vt:lpstr>Quick Way to find 2’s complement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Practice Problem 2</vt:lpstr>
      <vt:lpstr>PowerPoint Presentation</vt:lpstr>
      <vt:lpstr>Can we perform addition even faster?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N-bit Carry-Lookahead Adder</vt:lpstr>
      <vt:lpstr>PowerPoint Presentation</vt:lpstr>
      <vt:lpstr>PowerPoint Presentation</vt:lpstr>
      <vt:lpstr>N-bit Carry-Lookahead Adder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Hierarchical CLA Adder  Carry Logic</vt:lpstr>
      <vt:lpstr> Hierarchical CLA  Critical Path  </vt:lpstr>
      <vt:lpstr>Total Gate Delay Through a  Hierarchical Carry-Lookahead Adder </vt:lpstr>
      <vt:lpstr>END Slide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Ahamed, Md Maruf [E CPE]</cp:lastModifiedBy>
  <cp:revision>226</cp:revision>
  <dcterms:created xsi:type="dcterms:W3CDTF">2003-05-23T15:49:24Z</dcterms:created>
  <dcterms:modified xsi:type="dcterms:W3CDTF">2022-02-24T17:07:19Z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0x010100D927F5C48263E44CA0E4BF48DA5842DF</vt:lpwstr>
  </property>
</Properties>
</file>