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4"/>
  </p:sldMasterIdLst>
  <p:notesMasterIdLst>
    <p:notesMasterId r:id="rId73"/>
  </p:notesMasterIdLst>
  <p:handoutMasterIdLst>
    <p:handoutMasterId r:id="rId74"/>
  </p:handoutMasterIdLst>
  <p:sldIdLst>
    <p:sldId id="788" r:id="rId5"/>
    <p:sldId id="774" r:id="rId6"/>
    <p:sldId id="773" r:id="rId7"/>
    <p:sldId id="1394" r:id="rId8"/>
    <p:sldId id="1395" r:id="rId9"/>
    <p:sldId id="1373" r:id="rId10"/>
    <p:sldId id="1038" r:id="rId11"/>
    <p:sldId id="1367" r:id="rId12"/>
    <p:sldId id="1050" r:id="rId13"/>
    <p:sldId id="1051" r:id="rId14"/>
    <p:sldId id="1048" r:id="rId15"/>
    <p:sldId id="1052" r:id="rId16"/>
    <p:sldId id="1053" r:id="rId17"/>
    <p:sldId id="1049" r:id="rId18"/>
    <p:sldId id="1054" r:id="rId19"/>
    <p:sldId id="1055" r:id="rId20"/>
    <p:sldId id="1057" r:id="rId21"/>
    <p:sldId id="1058" r:id="rId22"/>
    <p:sldId id="1059" r:id="rId23"/>
    <p:sldId id="1060" r:id="rId24"/>
    <p:sldId id="1061" r:id="rId25"/>
    <p:sldId id="1062" r:id="rId26"/>
    <p:sldId id="1063" r:id="rId27"/>
    <p:sldId id="1065" r:id="rId28"/>
    <p:sldId id="1067" r:id="rId29"/>
    <p:sldId id="1374" r:id="rId30"/>
    <p:sldId id="1056" r:id="rId31"/>
    <p:sldId id="1070" r:id="rId32"/>
    <p:sldId id="1413" r:id="rId33"/>
    <p:sldId id="1073" r:id="rId34"/>
    <p:sldId id="1414" r:id="rId35"/>
    <p:sldId id="1074" r:id="rId36"/>
    <p:sldId id="1415" r:id="rId37"/>
    <p:sldId id="1075" r:id="rId38"/>
    <p:sldId id="1379" r:id="rId39"/>
    <p:sldId id="1076" r:id="rId40"/>
    <p:sldId id="1077" r:id="rId41"/>
    <p:sldId id="1078" r:id="rId42"/>
    <p:sldId id="1079" r:id="rId43"/>
    <p:sldId id="1032" r:id="rId44"/>
    <p:sldId id="1080" r:id="rId45"/>
    <p:sldId id="1416" r:id="rId46"/>
    <p:sldId id="1040" r:id="rId47"/>
    <p:sldId id="1084" r:id="rId48"/>
    <p:sldId id="1041" r:id="rId49"/>
    <p:sldId id="1370" r:id="rId50"/>
    <p:sldId id="1033" r:id="rId51"/>
    <p:sldId id="1094" r:id="rId52"/>
    <p:sldId id="1376" r:id="rId53"/>
    <p:sldId id="1085" r:id="rId54"/>
    <p:sldId id="1088" r:id="rId55"/>
    <p:sldId id="1090" r:id="rId56"/>
    <p:sldId id="1377" r:id="rId57"/>
    <p:sldId id="1368" r:id="rId58"/>
    <p:sldId id="1089" r:id="rId59"/>
    <p:sldId id="1369" r:id="rId60"/>
    <p:sldId id="1095" r:id="rId61"/>
    <p:sldId id="1035" r:id="rId62"/>
    <p:sldId id="1417" r:id="rId63"/>
    <p:sldId id="1096" r:id="rId64"/>
    <p:sldId id="1099" r:id="rId65"/>
    <p:sldId id="1036" r:id="rId66"/>
    <p:sldId id="1408" r:id="rId67"/>
    <p:sldId id="1037" r:id="rId68"/>
    <p:sldId id="1409" r:id="rId69"/>
    <p:sldId id="1410" r:id="rId70"/>
    <p:sldId id="772" r:id="rId71"/>
    <p:sldId id="1418" r:id="rId7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92" autoAdjust="0"/>
    <p:restoredTop sz="94690"/>
  </p:normalViewPr>
  <p:slideViewPr>
    <p:cSldViewPr>
      <p:cViewPr varScale="1">
        <p:scale>
          <a:sx n="97" d="100"/>
          <a:sy n="97" d="100"/>
        </p:scale>
        <p:origin x="648" y="45"/>
      </p:cViewPr>
      <p:guideLst>
        <p:guide orient="horz" pos="9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handoutMaster" Target="handoutMasters/handoutMaster1.xml"/><Relationship Id="rId79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amed, Md Maruf [E CPE]" userId="6f647de5-aeca-43cd-b76c-e84c6089bcf4" providerId="ADAL" clId="{4B439E73-7744-4F22-9467-8D4144738D6B}"/>
  </pc:docChgLst>
  <pc:docChgLst>
    <pc:chgData name="Ahamed, Md Maruf [E CPE]" userId="6f647de5-aeca-43cd-b76c-e84c6089bcf4" providerId="ADAL" clId="{67F931BD-FD54-4379-97C0-7EAD6D53DBAB}"/>
  </pc:docChgLst>
  <pc:docChgLst>
    <pc:chgData name="Md Maruf" userId="6f647de5-aeca-43cd-b76c-e84c6089bcf4" providerId="ADAL" clId="{0D099B27-F231-46B7-A9FB-51EAFC49686D}"/>
  </pc:docChgLst>
  <pc:docChgLst>
    <pc:chgData name="Ahamed, Md Maruf [E CPE]" userId="6f647de5-aeca-43cd-b76c-e84c6089bcf4" providerId="ADAL" clId="{70F49E3E-D699-4D76-AE25-5A70A74D215B}"/>
    <pc:docChg chg="custSel addSld delSld modSld">
      <pc:chgData name="Ahamed, Md Maruf [E CPE]" userId="6f647de5-aeca-43cd-b76c-e84c6089bcf4" providerId="ADAL" clId="{70F49E3E-D699-4D76-AE25-5A70A74D215B}" dt="2022-02-14T23:22:42.269" v="750"/>
      <pc:docMkLst>
        <pc:docMk/>
      </pc:docMkLst>
      <pc:sldChg chg="delSp modSp">
        <pc:chgData name="Ahamed, Md Maruf [E CPE]" userId="6f647de5-aeca-43cd-b76c-e84c6089bcf4" providerId="ADAL" clId="{70F49E3E-D699-4D76-AE25-5A70A74D215B}" dt="2022-02-14T19:05:24.071" v="742" actId="20577"/>
        <pc:sldMkLst>
          <pc:docMk/>
          <pc:sldMk cId="661507520" sldId="772"/>
        </pc:sldMkLst>
        <pc:spChg chg="mod">
          <ac:chgData name="Ahamed, Md Maruf [E CPE]" userId="6f647de5-aeca-43cd-b76c-e84c6089bcf4" providerId="ADAL" clId="{70F49E3E-D699-4D76-AE25-5A70A74D215B}" dt="2022-02-14T19:05:24.071" v="742" actId="20577"/>
          <ac:spMkLst>
            <pc:docMk/>
            <pc:sldMk cId="661507520" sldId="772"/>
            <ac:spMk id="2" creationId="{FA6A6597-0E44-4F9E-9167-9A8E3C21418B}"/>
          </ac:spMkLst>
        </pc:spChg>
        <pc:picChg chg="del">
          <ac:chgData name="Ahamed, Md Maruf [E CPE]" userId="6f647de5-aeca-43cd-b76c-e84c6089bcf4" providerId="ADAL" clId="{70F49E3E-D699-4D76-AE25-5A70A74D215B}" dt="2022-02-14T19:05:11.826" v="725" actId="478"/>
          <ac:picMkLst>
            <pc:docMk/>
            <pc:sldMk cId="661507520" sldId="772"/>
            <ac:picMk id="5" creationId="{B84F8481-55AC-4F48-B0CC-DA3B1C727772}"/>
          </ac:picMkLst>
        </pc:picChg>
      </pc:sldChg>
      <pc:sldChg chg="modSp del">
        <pc:chgData name="Ahamed, Md Maruf [E CPE]" userId="6f647de5-aeca-43cd-b76c-e84c6089bcf4" providerId="ADAL" clId="{70F49E3E-D699-4D76-AE25-5A70A74D215B}" dt="2022-02-14T22:21:01.796" v="743" actId="20577"/>
        <pc:sldMkLst>
          <pc:docMk/>
          <pc:sldMk cId="1865281566" sldId="774"/>
        </pc:sldMkLst>
        <pc:spChg chg="mod">
          <ac:chgData name="Ahamed, Md Maruf [E CPE]" userId="6f647de5-aeca-43cd-b76c-e84c6089bcf4" providerId="ADAL" clId="{70F49E3E-D699-4D76-AE25-5A70A74D215B}" dt="2022-02-14T22:21:01.796" v="743" actId="20577"/>
          <ac:spMkLst>
            <pc:docMk/>
            <pc:sldMk cId="1865281566" sldId="774"/>
            <ac:spMk id="207875" creationId="{D583FDE5-0A59-BD41-A182-AC71C16B0812}"/>
          </ac:spMkLst>
        </pc:spChg>
      </pc:sldChg>
      <pc:sldChg chg="del">
        <pc:chgData name="Ahamed, Md Maruf [E CPE]" userId="6f647de5-aeca-43cd-b76c-e84c6089bcf4" providerId="ADAL" clId="{70F49E3E-D699-4D76-AE25-5A70A74D215B}" dt="2022-02-14T17:46:43.208" v="6" actId="2696"/>
        <pc:sldMkLst>
          <pc:docMk/>
          <pc:sldMk cId="1420216846" sldId="786"/>
        </pc:sldMkLst>
      </pc:sldChg>
      <pc:sldChg chg="addSp">
        <pc:chgData name="Ahamed, Md Maruf [E CPE]" userId="6f647de5-aeca-43cd-b76c-e84c6089bcf4" providerId="ADAL" clId="{70F49E3E-D699-4D76-AE25-5A70A74D215B}" dt="2022-02-14T23:22:42.269" v="750"/>
        <pc:sldMkLst>
          <pc:docMk/>
          <pc:sldMk cId="0" sldId="1032"/>
        </pc:sldMkLst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0" sldId="1032"/>
            <ac:inkMk id="2" creationId="{230534A2-C2A5-4D8A-BC57-CE7251DC5F8E}"/>
          </ac:inkMkLst>
        </pc:inkChg>
      </pc:sldChg>
      <pc:sldChg chg="delSp">
        <pc:chgData name="Ahamed, Md Maruf [E CPE]" userId="6f647de5-aeca-43cd-b76c-e84c6089bcf4" providerId="ADAL" clId="{70F49E3E-D699-4D76-AE25-5A70A74D215B}" dt="2022-02-14T17:59:48.453" v="65" actId="478"/>
        <pc:sldMkLst>
          <pc:docMk/>
          <pc:sldMk cId="0" sldId="1037"/>
        </pc:sldMkLst>
        <pc:inkChg chg="del">
          <ac:chgData name="Ahamed, Md Maruf [E CPE]" userId="6f647de5-aeca-43cd-b76c-e84c6089bcf4" providerId="ADAL" clId="{70F49E3E-D699-4D76-AE25-5A70A74D215B}" dt="2022-02-14T17:59:48.453" v="65" actId="478"/>
          <ac:inkMkLst>
            <pc:docMk/>
            <pc:sldMk cId="0" sldId="1037"/>
            <ac:inkMk id="4" creationId="{681FB3A8-C6FD-4015-9BC0-E6308E56A022}"/>
          </ac:inkMkLst>
        </pc:inkChg>
      </pc:sldChg>
      <pc:sldChg chg="del">
        <pc:chgData name="Ahamed, Md Maruf [E CPE]" userId="6f647de5-aeca-43cd-b76c-e84c6089bcf4" providerId="ADAL" clId="{70F49E3E-D699-4D76-AE25-5A70A74D215B}" dt="2022-02-14T17:49:41.446" v="49" actId="2696"/>
        <pc:sldMkLst>
          <pc:docMk/>
          <pc:sldMk cId="0" sldId="1046"/>
        </pc:sldMkLst>
      </pc:sldChg>
      <pc:sldChg chg="addSp">
        <pc:chgData name="Ahamed, Md Maruf [E CPE]" userId="6f647de5-aeca-43cd-b76c-e84c6089bcf4" providerId="ADAL" clId="{70F49E3E-D699-4D76-AE25-5A70A74D215B}" dt="2022-02-14T23:22:42.269" v="750"/>
        <pc:sldMkLst>
          <pc:docMk/>
          <pc:sldMk cId="0" sldId="1050"/>
        </pc:sldMkLst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0" sldId="1050"/>
            <ac:inkMk id="2" creationId="{6919DB49-4F65-48FA-9E76-3942A8E2BD0B}"/>
          </ac:inkMkLst>
        </pc:inkChg>
      </pc:sldChg>
      <pc:sldChg chg="addSp">
        <pc:chgData name="Ahamed, Md Maruf [E CPE]" userId="6f647de5-aeca-43cd-b76c-e84c6089bcf4" providerId="ADAL" clId="{70F49E3E-D699-4D76-AE25-5A70A74D215B}" dt="2022-02-14T23:22:42.269" v="750"/>
        <pc:sldMkLst>
          <pc:docMk/>
          <pc:sldMk cId="0" sldId="1052"/>
        </pc:sldMkLst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0" sldId="1052"/>
            <ac:inkMk id="2" creationId="{8F9B5338-632C-4822-9D61-AFD9E6F8F477}"/>
          </ac:inkMkLst>
        </pc:inkChg>
      </pc:sldChg>
      <pc:sldChg chg="addSp modSp">
        <pc:chgData name="Ahamed, Md Maruf [E CPE]" userId="6f647de5-aeca-43cd-b76c-e84c6089bcf4" providerId="ADAL" clId="{70F49E3E-D699-4D76-AE25-5A70A74D215B}" dt="2022-02-14T23:22:42.269" v="750"/>
        <pc:sldMkLst>
          <pc:docMk/>
          <pc:sldMk cId="0" sldId="1055"/>
        </pc:sldMkLst>
        <pc:spChg chg="mod">
          <ac:chgData name="Ahamed, Md Maruf [E CPE]" userId="6f647de5-aeca-43cd-b76c-e84c6089bcf4" providerId="ADAL" clId="{70F49E3E-D699-4D76-AE25-5A70A74D215B}" dt="2022-02-14T17:50:05.761" v="51" actId="113"/>
          <ac:spMkLst>
            <pc:docMk/>
            <pc:sldMk cId="0" sldId="1055"/>
            <ac:spMk id="21506" creationId="{52D3755A-3982-4168-8F71-79F3763A347F}"/>
          </ac:spMkLst>
        </pc:spChg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0" sldId="1055"/>
            <ac:inkMk id="2" creationId="{0E68B1CF-E06E-41CE-9D15-050728A9A308}"/>
          </ac:inkMkLst>
        </pc:inkChg>
      </pc:sldChg>
      <pc:sldChg chg="addSp delSp modSp">
        <pc:chgData name="Ahamed, Md Maruf [E CPE]" userId="6f647de5-aeca-43cd-b76c-e84c6089bcf4" providerId="ADAL" clId="{70F49E3E-D699-4D76-AE25-5A70A74D215B}" dt="2022-02-14T23:22:42.269" v="750"/>
        <pc:sldMkLst>
          <pc:docMk/>
          <pc:sldMk cId="0" sldId="1056"/>
        </pc:sldMkLst>
        <pc:inkChg chg="del mod">
          <ac:chgData name="Ahamed, Md Maruf [E CPE]" userId="6f647de5-aeca-43cd-b76c-e84c6089bcf4" providerId="ADAL" clId="{70F49E3E-D699-4D76-AE25-5A70A74D215B}" dt="2022-02-14T22:22:14.059" v="749" actId="478"/>
          <ac:inkMkLst>
            <pc:docMk/>
            <pc:sldMk cId="0" sldId="1056"/>
            <ac:inkMk id="2" creationId="{25FE1F27-335F-43BF-8850-6475F2EC27F0}"/>
          </ac:inkMkLst>
        </pc:inkChg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0" sldId="1056"/>
            <ac:inkMk id="3" creationId="{D173054E-A522-4539-815B-C5388D9C542B}"/>
          </ac:inkMkLst>
        </pc:inkChg>
      </pc:sldChg>
      <pc:sldChg chg="addSp">
        <pc:chgData name="Ahamed, Md Maruf [E CPE]" userId="6f647de5-aeca-43cd-b76c-e84c6089bcf4" providerId="ADAL" clId="{70F49E3E-D699-4D76-AE25-5A70A74D215B}" dt="2022-02-14T23:22:42.269" v="750"/>
        <pc:sldMkLst>
          <pc:docMk/>
          <pc:sldMk cId="0" sldId="1061"/>
        </pc:sldMkLst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0" sldId="1061"/>
            <ac:inkMk id="2" creationId="{183D3D84-C47B-4009-91A1-EFFB56F7574E}"/>
          </ac:inkMkLst>
        </pc:inkChg>
      </pc:sldChg>
      <pc:sldChg chg="addSp">
        <pc:chgData name="Ahamed, Md Maruf [E CPE]" userId="6f647de5-aeca-43cd-b76c-e84c6089bcf4" providerId="ADAL" clId="{70F49E3E-D699-4D76-AE25-5A70A74D215B}" dt="2022-02-14T23:22:42.269" v="750"/>
        <pc:sldMkLst>
          <pc:docMk/>
          <pc:sldMk cId="0" sldId="1062"/>
        </pc:sldMkLst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0" sldId="1062"/>
            <ac:inkMk id="2" creationId="{C2719138-6130-41D8-9F6B-7962FE44B724}"/>
          </ac:inkMkLst>
        </pc:inkChg>
      </pc:sldChg>
      <pc:sldChg chg="addSp delSp">
        <pc:chgData name="Ahamed, Md Maruf [E CPE]" userId="6f647de5-aeca-43cd-b76c-e84c6089bcf4" providerId="ADAL" clId="{70F49E3E-D699-4D76-AE25-5A70A74D215B}" dt="2022-02-14T23:22:42.269" v="750"/>
        <pc:sldMkLst>
          <pc:docMk/>
          <pc:sldMk cId="0" sldId="1070"/>
        </pc:sldMkLst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0" sldId="1070"/>
            <ac:inkMk id="2" creationId="{46C9EB20-030C-41F0-805C-AB85C616EBB2}"/>
          </ac:inkMkLst>
        </pc:inkChg>
        <pc:inkChg chg="del">
          <ac:chgData name="Ahamed, Md Maruf [E CPE]" userId="6f647de5-aeca-43cd-b76c-e84c6089bcf4" providerId="ADAL" clId="{70F49E3E-D699-4D76-AE25-5A70A74D215B}" dt="2022-02-14T17:54:31.873" v="52" actId="478"/>
          <ac:inkMkLst>
            <pc:docMk/>
            <pc:sldMk cId="0" sldId="1070"/>
            <ac:inkMk id="2" creationId="{D27BDC2E-901F-44A7-943D-DEF3D18D8296}"/>
          </ac:inkMkLst>
        </pc:inkChg>
      </pc:sldChg>
      <pc:sldChg chg="addSp delSp">
        <pc:chgData name="Ahamed, Md Maruf [E CPE]" userId="6f647de5-aeca-43cd-b76c-e84c6089bcf4" providerId="ADAL" clId="{70F49E3E-D699-4D76-AE25-5A70A74D215B}" dt="2022-02-14T23:22:42.269" v="750"/>
        <pc:sldMkLst>
          <pc:docMk/>
          <pc:sldMk cId="0" sldId="1073"/>
        </pc:sldMkLst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0" sldId="1073"/>
            <ac:inkMk id="2" creationId="{6BB46C09-EB1F-4F97-992E-D6ECF866F099}"/>
          </ac:inkMkLst>
        </pc:inkChg>
        <pc:inkChg chg="del">
          <ac:chgData name="Ahamed, Md Maruf [E CPE]" userId="6f647de5-aeca-43cd-b76c-e84c6089bcf4" providerId="ADAL" clId="{70F49E3E-D699-4D76-AE25-5A70A74D215B}" dt="2022-02-14T17:54:35.272" v="53" actId="478"/>
          <ac:inkMkLst>
            <pc:docMk/>
            <pc:sldMk cId="0" sldId="1073"/>
            <ac:inkMk id="2" creationId="{C410318D-DE77-4DE3-A377-0EDA8D9B5BE2}"/>
          </ac:inkMkLst>
        </pc:inkChg>
      </pc:sldChg>
      <pc:sldChg chg="addSp delSp">
        <pc:chgData name="Ahamed, Md Maruf [E CPE]" userId="6f647de5-aeca-43cd-b76c-e84c6089bcf4" providerId="ADAL" clId="{70F49E3E-D699-4D76-AE25-5A70A74D215B}" dt="2022-02-14T23:22:42.269" v="750"/>
        <pc:sldMkLst>
          <pc:docMk/>
          <pc:sldMk cId="0" sldId="1074"/>
        </pc:sldMkLst>
        <pc:inkChg chg="del">
          <ac:chgData name="Ahamed, Md Maruf [E CPE]" userId="6f647de5-aeca-43cd-b76c-e84c6089bcf4" providerId="ADAL" clId="{70F49E3E-D699-4D76-AE25-5A70A74D215B}" dt="2022-02-14T17:54:38.042" v="54" actId="478"/>
          <ac:inkMkLst>
            <pc:docMk/>
            <pc:sldMk cId="0" sldId="1074"/>
            <ac:inkMk id="2" creationId="{72D5AE02-75D5-4185-852F-3CD8181D5366}"/>
          </ac:inkMkLst>
        </pc:inkChg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0" sldId="1074"/>
            <ac:inkMk id="2" creationId="{C4240665-B0C8-4AA2-ACCA-46DA5D1DF079}"/>
          </ac:inkMkLst>
        </pc:inkChg>
      </pc:sldChg>
      <pc:sldChg chg="addSp delSp">
        <pc:chgData name="Ahamed, Md Maruf [E CPE]" userId="6f647de5-aeca-43cd-b76c-e84c6089bcf4" providerId="ADAL" clId="{70F49E3E-D699-4D76-AE25-5A70A74D215B}" dt="2022-02-14T23:22:42.269" v="750"/>
        <pc:sldMkLst>
          <pc:docMk/>
          <pc:sldMk cId="0" sldId="1078"/>
        </pc:sldMkLst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0" sldId="1078"/>
            <ac:inkMk id="2" creationId="{7F465719-8D9A-4F4A-990E-960B5080CAF7}"/>
          </ac:inkMkLst>
        </pc:inkChg>
        <pc:inkChg chg="del">
          <ac:chgData name="Ahamed, Md Maruf [E CPE]" userId="6f647de5-aeca-43cd-b76c-e84c6089bcf4" providerId="ADAL" clId="{70F49E3E-D699-4D76-AE25-5A70A74D215B}" dt="2022-02-14T17:54:52.900" v="56" actId="478"/>
          <ac:inkMkLst>
            <pc:docMk/>
            <pc:sldMk cId="0" sldId="1078"/>
            <ac:inkMk id="2" creationId="{ABB9B110-90A5-454C-856A-C08D50D2864B}"/>
          </ac:inkMkLst>
        </pc:inkChg>
      </pc:sldChg>
      <pc:sldChg chg="delSp">
        <pc:chgData name="Ahamed, Md Maruf [E CPE]" userId="6f647de5-aeca-43cd-b76c-e84c6089bcf4" providerId="ADAL" clId="{70F49E3E-D699-4D76-AE25-5A70A74D215B}" dt="2022-02-14T17:55:15.277" v="57" actId="478"/>
        <pc:sldMkLst>
          <pc:docMk/>
          <pc:sldMk cId="0" sldId="1080"/>
        </pc:sldMkLst>
        <pc:inkChg chg="del">
          <ac:chgData name="Ahamed, Md Maruf [E CPE]" userId="6f647de5-aeca-43cd-b76c-e84c6089bcf4" providerId="ADAL" clId="{70F49E3E-D699-4D76-AE25-5A70A74D215B}" dt="2022-02-14T17:55:15.277" v="57" actId="478"/>
          <ac:inkMkLst>
            <pc:docMk/>
            <pc:sldMk cId="0" sldId="1080"/>
            <ac:inkMk id="2" creationId="{0A0161A3-5133-46A8-88CA-8C66575B784A}"/>
          </ac:inkMkLst>
        </pc:inkChg>
      </pc:sldChg>
      <pc:sldChg chg="addSp delSp">
        <pc:chgData name="Ahamed, Md Maruf [E CPE]" userId="6f647de5-aeca-43cd-b76c-e84c6089bcf4" providerId="ADAL" clId="{70F49E3E-D699-4D76-AE25-5A70A74D215B}" dt="2022-02-14T23:22:42.269" v="750"/>
        <pc:sldMkLst>
          <pc:docMk/>
          <pc:sldMk cId="0" sldId="1084"/>
        </pc:sldMkLst>
        <pc:inkChg chg="del">
          <ac:chgData name="Ahamed, Md Maruf [E CPE]" userId="6f647de5-aeca-43cd-b76c-e84c6089bcf4" providerId="ADAL" clId="{70F49E3E-D699-4D76-AE25-5A70A74D215B}" dt="2022-02-14T17:55:44.577" v="59" actId="478"/>
          <ac:inkMkLst>
            <pc:docMk/>
            <pc:sldMk cId="0" sldId="1084"/>
            <ac:inkMk id="2" creationId="{52B18C24-7F8E-44EA-BB1C-DF2805BFD7BB}"/>
          </ac:inkMkLst>
        </pc:inkChg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0" sldId="1084"/>
            <ac:inkMk id="2" creationId="{EE55497C-2CB6-4978-B4FA-612D8A3C802E}"/>
          </ac:inkMkLst>
        </pc:inkChg>
      </pc:sldChg>
      <pc:sldChg chg="addSp">
        <pc:chgData name="Ahamed, Md Maruf [E CPE]" userId="6f647de5-aeca-43cd-b76c-e84c6089bcf4" providerId="ADAL" clId="{70F49E3E-D699-4D76-AE25-5A70A74D215B}" dt="2022-02-14T23:22:42.269" v="750"/>
        <pc:sldMkLst>
          <pc:docMk/>
          <pc:sldMk cId="0" sldId="1088"/>
        </pc:sldMkLst>
        <pc:spChg chg="add">
          <ac:chgData name="Ahamed, Md Maruf [E CPE]" userId="6f647de5-aeca-43cd-b76c-e84c6089bcf4" providerId="ADAL" clId="{70F49E3E-D699-4D76-AE25-5A70A74D215B}" dt="2022-02-14T17:58:04.122" v="63"/>
          <ac:spMkLst>
            <pc:docMk/>
            <pc:sldMk cId="0" sldId="1088"/>
            <ac:spMk id="7" creationId="{CCE8040E-53CA-45FE-A36B-0BC315B8D9B3}"/>
          </ac:spMkLst>
        </pc:spChg>
        <pc:graphicFrameChg chg="add">
          <ac:chgData name="Ahamed, Md Maruf [E CPE]" userId="6f647de5-aeca-43cd-b76c-e84c6089bcf4" providerId="ADAL" clId="{70F49E3E-D699-4D76-AE25-5A70A74D215B}" dt="2022-02-14T17:58:04.122" v="63"/>
          <ac:graphicFrameMkLst>
            <pc:docMk/>
            <pc:sldMk cId="0" sldId="1088"/>
            <ac:graphicFrameMk id="6" creationId="{CBEF0BFC-6B1F-431F-9468-20ACF3D7D878}"/>
          </ac:graphicFrameMkLst>
        </pc:graphicFrameChg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0" sldId="1088"/>
            <ac:inkMk id="2" creationId="{41E9FC3C-9C1B-4AAF-AA7F-4FF333E5F91D}"/>
          </ac:inkMkLst>
        </pc:inkChg>
      </pc:sldChg>
      <pc:sldChg chg="delSp">
        <pc:chgData name="Ahamed, Md Maruf [E CPE]" userId="6f647de5-aeca-43cd-b76c-e84c6089bcf4" providerId="ADAL" clId="{70F49E3E-D699-4D76-AE25-5A70A74D215B}" dt="2022-02-14T17:56:34.235" v="62" actId="478"/>
        <pc:sldMkLst>
          <pc:docMk/>
          <pc:sldMk cId="0" sldId="1090"/>
        </pc:sldMkLst>
        <pc:inkChg chg="del">
          <ac:chgData name="Ahamed, Md Maruf [E CPE]" userId="6f647de5-aeca-43cd-b76c-e84c6089bcf4" providerId="ADAL" clId="{70F49E3E-D699-4D76-AE25-5A70A74D215B}" dt="2022-02-14T17:56:34.235" v="62" actId="478"/>
          <ac:inkMkLst>
            <pc:docMk/>
            <pc:sldMk cId="0" sldId="1090"/>
            <ac:inkMk id="2" creationId="{C1065310-0D78-4306-A38F-3D4066E16EA9}"/>
          </ac:inkMkLst>
        </pc:inkChg>
      </pc:sldChg>
      <pc:sldChg chg="addSp delSp">
        <pc:chgData name="Ahamed, Md Maruf [E CPE]" userId="6f647de5-aeca-43cd-b76c-e84c6089bcf4" providerId="ADAL" clId="{70F49E3E-D699-4D76-AE25-5A70A74D215B}" dt="2022-02-14T23:22:42.269" v="750"/>
        <pc:sldMkLst>
          <pc:docMk/>
          <pc:sldMk cId="629504604" sldId="1094"/>
        </pc:sldMkLst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629504604" sldId="1094"/>
            <ac:inkMk id="5" creationId="{044728A3-FC59-4E0A-8548-1972FBE707A3}"/>
          </ac:inkMkLst>
        </pc:inkChg>
        <pc:inkChg chg="del">
          <ac:chgData name="Ahamed, Md Maruf [E CPE]" userId="6f647de5-aeca-43cd-b76c-e84c6089bcf4" providerId="ADAL" clId="{70F49E3E-D699-4D76-AE25-5A70A74D215B}" dt="2022-02-14T17:56:09.830" v="61" actId="478"/>
          <ac:inkMkLst>
            <pc:docMk/>
            <pc:sldMk cId="629504604" sldId="1094"/>
            <ac:inkMk id="5" creationId="{0B34506C-3A1A-4CAA-82BF-CA9EC1D47318}"/>
          </ac:inkMkLst>
        </pc:inkChg>
      </pc:sldChg>
      <pc:sldChg chg="addSp delSp">
        <pc:chgData name="Ahamed, Md Maruf [E CPE]" userId="6f647de5-aeca-43cd-b76c-e84c6089bcf4" providerId="ADAL" clId="{70F49E3E-D699-4D76-AE25-5A70A74D215B}" dt="2022-02-14T23:22:42.269" v="750"/>
        <pc:sldMkLst>
          <pc:docMk/>
          <pc:sldMk cId="0" sldId="1096"/>
        </pc:sldMkLst>
        <pc:inkChg chg="del">
          <ac:chgData name="Ahamed, Md Maruf [E CPE]" userId="6f647de5-aeca-43cd-b76c-e84c6089bcf4" providerId="ADAL" clId="{70F49E3E-D699-4D76-AE25-5A70A74D215B}" dt="2022-02-14T17:59:11.184" v="64" actId="478"/>
          <ac:inkMkLst>
            <pc:docMk/>
            <pc:sldMk cId="0" sldId="1096"/>
            <ac:inkMk id="2" creationId="{0F6BBCC1-D1D8-4F15-B88B-BD380E2C84A3}"/>
          </ac:inkMkLst>
        </pc:inkChg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0" sldId="1096"/>
            <ac:inkMk id="2" creationId="{C6E151A4-3C6A-4828-B4C8-AEE038C3318D}"/>
          </ac:inkMkLst>
        </pc:inkChg>
      </pc:sldChg>
      <pc:sldChg chg="addSp">
        <pc:chgData name="Ahamed, Md Maruf [E CPE]" userId="6f647de5-aeca-43cd-b76c-e84c6089bcf4" providerId="ADAL" clId="{70F49E3E-D699-4D76-AE25-5A70A74D215B}" dt="2022-02-14T23:22:42.269" v="750"/>
        <pc:sldMkLst>
          <pc:docMk/>
          <pc:sldMk cId="0" sldId="1368"/>
        </pc:sldMkLst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0" sldId="1368"/>
            <ac:inkMk id="2" creationId="{787B8A9A-EA8F-4B62-ACF2-EC52EC90939D}"/>
          </ac:inkMkLst>
        </pc:inkChg>
      </pc:sldChg>
      <pc:sldChg chg="addSp delSp">
        <pc:chgData name="Ahamed, Md Maruf [E CPE]" userId="6f647de5-aeca-43cd-b76c-e84c6089bcf4" providerId="ADAL" clId="{70F49E3E-D699-4D76-AE25-5A70A74D215B}" dt="2022-02-14T23:22:42.269" v="750"/>
        <pc:sldMkLst>
          <pc:docMk/>
          <pc:sldMk cId="3005705934" sldId="1370"/>
        </pc:sldMkLst>
        <pc:inkChg chg="del">
          <ac:chgData name="Ahamed, Md Maruf [E CPE]" userId="6f647de5-aeca-43cd-b76c-e84c6089bcf4" providerId="ADAL" clId="{70F49E3E-D699-4D76-AE25-5A70A74D215B}" dt="2022-02-14T17:55:50.100" v="60" actId="478"/>
          <ac:inkMkLst>
            <pc:docMk/>
            <pc:sldMk cId="3005705934" sldId="1370"/>
            <ac:inkMk id="2" creationId="{0E0900C1-9CB4-431B-8A3E-F4BB9965D86D}"/>
          </ac:inkMkLst>
        </pc:inkChg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3005705934" sldId="1370"/>
            <ac:inkMk id="2" creationId="{74A6474C-6A47-4E58-822B-5F1C8120B1D4}"/>
          </ac:inkMkLst>
        </pc:inkChg>
      </pc:sldChg>
      <pc:sldChg chg="del">
        <pc:chgData name="Ahamed, Md Maruf [E CPE]" userId="6f647de5-aeca-43cd-b76c-e84c6089bcf4" providerId="ADAL" clId="{70F49E3E-D699-4D76-AE25-5A70A74D215B}" dt="2022-02-14T17:46:40.111" v="3" actId="2696"/>
        <pc:sldMkLst>
          <pc:docMk/>
          <pc:sldMk cId="212713959" sldId="1373"/>
        </pc:sldMkLst>
      </pc:sldChg>
      <pc:sldChg chg="addSp">
        <pc:chgData name="Ahamed, Md Maruf [E CPE]" userId="6f647de5-aeca-43cd-b76c-e84c6089bcf4" providerId="ADAL" clId="{70F49E3E-D699-4D76-AE25-5A70A74D215B}" dt="2022-02-14T23:22:42.269" v="750"/>
        <pc:sldMkLst>
          <pc:docMk/>
          <pc:sldMk cId="2171213035" sldId="1377"/>
        </pc:sldMkLst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2171213035" sldId="1377"/>
            <ac:inkMk id="2" creationId="{A5FC40DA-CF29-482C-A88C-EC13E84C4DBE}"/>
          </ac:inkMkLst>
        </pc:inkChg>
      </pc:sldChg>
      <pc:sldChg chg="addSp delSp">
        <pc:chgData name="Ahamed, Md Maruf [E CPE]" userId="6f647de5-aeca-43cd-b76c-e84c6089bcf4" providerId="ADAL" clId="{70F49E3E-D699-4D76-AE25-5A70A74D215B}" dt="2022-02-14T23:22:42.269" v="750"/>
        <pc:sldMkLst>
          <pc:docMk/>
          <pc:sldMk cId="935480798" sldId="1379"/>
        </pc:sldMkLst>
        <pc:inkChg chg="del">
          <ac:chgData name="Ahamed, Md Maruf [E CPE]" userId="6f647de5-aeca-43cd-b76c-e84c6089bcf4" providerId="ADAL" clId="{70F49E3E-D699-4D76-AE25-5A70A74D215B}" dt="2022-02-14T17:54:44.288" v="55" actId="478"/>
          <ac:inkMkLst>
            <pc:docMk/>
            <pc:sldMk cId="935480798" sldId="1379"/>
            <ac:inkMk id="3" creationId="{4F889F0C-A68E-48B8-BB00-C7CDF651356A}"/>
          </ac:inkMkLst>
        </pc:inkChg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935480798" sldId="1379"/>
            <ac:inkMk id="3" creationId="{FA2A04DB-BC89-4F2C-AFBA-C09AE2CEB4DD}"/>
          </ac:inkMkLst>
        </pc:inkChg>
      </pc:sldChg>
      <pc:sldChg chg="modSp del">
        <pc:chgData name="Ahamed, Md Maruf [E CPE]" userId="6f647de5-aeca-43cd-b76c-e84c6089bcf4" providerId="ADAL" clId="{70F49E3E-D699-4D76-AE25-5A70A74D215B}" dt="2022-02-14T22:21:51.059" v="747" actId="20577"/>
        <pc:sldMkLst>
          <pc:docMk/>
          <pc:sldMk cId="2607089068" sldId="1394"/>
        </pc:sldMkLst>
        <pc:spChg chg="mod">
          <ac:chgData name="Ahamed, Md Maruf [E CPE]" userId="6f647de5-aeca-43cd-b76c-e84c6089bcf4" providerId="ADAL" clId="{70F49E3E-D699-4D76-AE25-5A70A74D215B}" dt="2022-02-14T22:21:51.059" v="747" actId="20577"/>
          <ac:spMkLst>
            <pc:docMk/>
            <pc:sldMk cId="2607089068" sldId="1394"/>
            <ac:spMk id="4" creationId="{3E35970F-ED5F-43BB-AD29-6CC7E96DD0E1}"/>
          </ac:spMkLst>
        </pc:spChg>
      </pc:sldChg>
      <pc:sldChg chg="del">
        <pc:chgData name="Ahamed, Md Maruf [E CPE]" userId="6f647de5-aeca-43cd-b76c-e84c6089bcf4" providerId="ADAL" clId="{70F49E3E-D699-4D76-AE25-5A70A74D215B}" dt="2022-02-14T17:46:38.993" v="2" actId="2696"/>
        <pc:sldMkLst>
          <pc:docMk/>
          <pc:sldMk cId="4260631305" sldId="1395"/>
        </pc:sldMkLst>
      </pc:sldChg>
      <pc:sldChg chg="addSp delSp">
        <pc:chgData name="Ahamed, Md Maruf [E CPE]" userId="6f647de5-aeca-43cd-b76c-e84c6089bcf4" providerId="ADAL" clId="{70F49E3E-D699-4D76-AE25-5A70A74D215B}" dt="2022-02-14T23:22:42.269" v="750"/>
        <pc:sldMkLst>
          <pc:docMk/>
          <pc:sldMk cId="2192510163" sldId="1409"/>
        </pc:sldMkLst>
        <pc:inkChg chg="del">
          <ac:chgData name="Ahamed, Md Maruf [E CPE]" userId="6f647de5-aeca-43cd-b76c-e84c6089bcf4" providerId="ADAL" clId="{70F49E3E-D699-4D76-AE25-5A70A74D215B}" dt="2022-02-14T17:59:55.588" v="66" actId="478"/>
          <ac:inkMkLst>
            <pc:docMk/>
            <pc:sldMk cId="2192510163" sldId="1409"/>
            <ac:inkMk id="2" creationId="{01648D19-A6C7-43DC-A7CC-2835695CD99F}"/>
          </ac:inkMkLst>
        </pc:inkChg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2192510163" sldId="1409"/>
            <ac:inkMk id="2" creationId="{08D68F66-587E-4011-BED3-90ECFFCEC5C1}"/>
          </ac:inkMkLst>
        </pc:inkChg>
      </pc:sldChg>
      <pc:sldChg chg="delSp">
        <pc:chgData name="Ahamed, Md Maruf [E CPE]" userId="6f647de5-aeca-43cd-b76c-e84c6089bcf4" providerId="ADAL" clId="{70F49E3E-D699-4D76-AE25-5A70A74D215B}" dt="2022-02-14T18:00:06.510" v="67" actId="478"/>
        <pc:sldMkLst>
          <pc:docMk/>
          <pc:sldMk cId="3472555018" sldId="1410"/>
        </pc:sldMkLst>
        <pc:inkChg chg="del">
          <ac:chgData name="Ahamed, Md Maruf [E CPE]" userId="6f647de5-aeca-43cd-b76c-e84c6089bcf4" providerId="ADAL" clId="{70F49E3E-D699-4D76-AE25-5A70A74D215B}" dt="2022-02-14T18:00:06.510" v="67" actId="478"/>
          <ac:inkMkLst>
            <pc:docMk/>
            <pc:sldMk cId="3472555018" sldId="1410"/>
            <ac:inkMk id="2" creationId="{F541B8C7-837D-4C0D-8A3D-781D7DFD235A}"/>
          </ac:inkMkLst>
        </pc:inkChg>
      </pc:sldChg>
      <pc:sldChg chg="del">
        <pc:chgData name="Ahamed, Md Maruf [E CPE]" userId="6f647de5-aeca-43cd-b76c-e84c6089bcf4" providerId="ADAL" clId="{70F49E3E-D699-4D76-AE25-5A70A74D215B}" dt="2022-02-14T17:46:41.764" v="5" actId="2696"/>
        <pc:sldMkLst>
          <pc:docMk/>
          <pc:sldMk cId="1813635454" sldId="1411"/>
        </pc:sldMkLst>
      </pc:sldChg>
      <pc:sldChg chg="del">
        <pc:chgData name="Ahamed, Md Maruf [E CPE]" userId="6f647de5-aeca-43cd-b76c-e84c6089bcf4" providerId="ADAL" clId="{70F49E3E-D699-4D76-AE25-5A70A74D215B}" dt="2022-02-14T17:46:40.941" v="4" actId="2696"/>
        <pc:sldMkLst>
          <pc:docMk/>
          <pc:sldMk cId="3498433364" sldId="1412"/>
        </pc:sldMkLst>
      </pc:sldChg>
      <pc:sldChg chg="addSp delSp">
        <pc:chgData name="Ahamed, Md Maruf [E CPE]" userId="6f647de5-aeca-43cd-b76c-e84c6089bcf4" providerId="ADAL" clId="{70F49E3E-D699-4D76-AE25-5A70A74D215B}" dt="2022-02-14T23:22:42.269" v="750"/>
        <pc:sldMkLst>
          <pc:docMk/>
          <pc:sldMk cId="1850469412" sldId="1416"/>
        </pc:sldMkLst>
        <pc:inkChg chg="add">
          <ac:chgData name="Ahamed, Md Maruf [E CPE]" userId="6f647de5-aeca-43cd-b76c-e84c6089bcf4" providerId="ADAL" clId="{70F49E3E-D699-4D76-AE25-5A70A74D215B}" dt="2022-02-14T23:22:42.269" v="750"/>
          <ac:inkMkLst>
            <pc:docMk/>
            <pc:sldMk cId="1850469412" sldId="1416"/>
            <ac:inkMk id="2" creationId="{4CFE1A0B-EC10-48F2-A352-B89A8A346241}"/>
          </ac:inkMkLst>
        </pc:inkChg>
        <pc:inkChg chg="del">
          <ac:chgData name="Ahamed, Md Maruf [E CPE]" userId="6f647de5-aeca-43cd-b76c-e84c6089bcf4" providerId="ADAL" clId="{70F49E3E-D699-4D76-AE25-5A70A74D215B}" dt="2022-02-14T17:55:40.124" v="58" actId="478"/>
          <ac:inkMkLst>
            <pc:docMk/>
            <pc:sldMk cId="1850469412" sldId="1416"/>
            <ac:inkMk id="2" creationId="{D0B5E3A3-B326-469C-925D-6F2A8BD117BC}"/>
          </ac:inkMkLst>
        </pc:inkChg>
      </pc:sldChg>
      <pc:sldChg chg="modSp add del">
        <pc:chgData name="Ahamed, Md Maruf [E CPE]" userId="6f647de5-aeca-43cd-b76c-e84c6089bcf4" providerId="ADAL" clId="{70F49E3E-D699-4D76-AE25-5A70A74D215B}" dt="2022-02-14T18:10:33.135" v="723" actId="2696"/>
        <pc:sldMkLst>
          <pc:docMk/>
          <pc:sldMk cId="1877866611" sldId="1418"/>
        </pc:sldMkLst>
        <pc:spChg chg="mod">
          <ac:chgData name="Ahamed, Md Maruf [E CPE]" userId="6f647de5-aeca-43cd-b76c-e84c6089bcf4" providerId="ADAL" clId="{70F49E3E-D699-4D76-AE25-5A70A74D215B}" dt="2022-02-14T18:09:04.897" v="722" actId="20577"/>
          <ac:spMkLst>
            <pc:docMk/>
            <pc:sldMk cId="1877866611" sldId="1418"/>
            <ac:spMk id="2" creationId="{7EE315E3-C2E8-4CE6-BD83-C1D0799F8193}"/>
          </ac:spMkLst>
        </pc:spChg>
      </pc:sldChg>
      <pc:sldChg chg="add del">
        <pc:chgData name="Ahamed, Md Maruf [E CPE]" userId="6f647de5-aeca-43cd-b76c-e84c6089bcf4" providerId="ADAL" clId="{70F49E3E-D699-4D76-AE25-5A70A74D215B}" dt="2022-02-14T17:49:36.276" v="48"/>
        <pc:sldMkLst>
          <pc:docMk/>
          <pc:sldMk cId="2143271868" sldId="1418"/>
        </pc:sldMkLst>
      </pc:sldChg>
      <pc:sldChg chg="add">
        <pc:chgData name="Ahamed, Md Maruf [E CPE]" userId="6f647de5-aeca-43cd-b76c-e84c6089bcf4" providerId="ADAL" clId="{70F49E3E-D699-4D76-AE25-5A70A74D215B}" dt="2022-02-14T19:05:09.351" v="724"/>
        <pc:sldMkLst>
          <pc:docMk/>
          <pc:sldMk cId="2836285579" sldId="141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16A246E-1165-E245-A7EB-0772963E03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440F699-AA4E-4A4F-915B-4E190BCFD0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EA62CF11-F0EA-0848-BA90-DDCC4F4E76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ABB4707E-3172-FE4D-BE44-CD82F8236D0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85064E9-D108-4958-BC0A-32345D0A6B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1T22:28:11.7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16811 16908 1036 0,'0'0'23'0,"0"0"5"0,0 0 0 0,0 0 1 0,0 0-29 0,0 0 0 0,0 0 0 0,0 0 0 16,0 0 57-16,-6-3 6 0,6 3 1 0,0 0 0 0,0 0-52 16,0 0-12-16,0 0 0 0,0 0 0 15,0 0 54-15,0 0 8 0,0 0 2 0,0 0 0 16,0 0-52-16,-3 6-12 0,0-1 0 0,0 3 0 15,0-3 0-15,3 3 0 0,-3 0 0 0,3 3 0 0,0-1 0 0,0 1 0 16,0-1 0-16,0 1 0 0,3-1 0 0,0 1 0 16,-3 0 0-16,3-1 0 0,3-2 0 15,-3 0 0-15,3 0 0 0,3 0 0 0,-3-3 54 0,3 1 8 16,3-1 2-16,-3 0 0 0,6-2-64 0,0-1 0 16,0-2-14-16,2 0 2 0,-2 0 12 0,3-2 8 15,0-3-8-15,3-1 11 0,0 1-11 0,3-6 10 16,-1-2-10-16,1 0 10 0,6-3-10 0,-3-3 0 15,2 1 0-15,4-9 0 0,0 1 42 0,0-6 6 0,2-2 2 16,1-3 0-16,0 0-33 0,-3-3-6 16,2 0-2-16,1-2 0 15,0 2-54-15,-3 1-11 0,-4-4-3 0,4 1-481 16,0 2-96-16</inkml:trace>
  <inkml:trace contextRef="#ctx0" brushRef="#br0" timeOffset="803.019">12093 17326 1497 0,'0'0'32'0,"0"0"8"16,0 0 0-16,-6 0 4 0,6 0-36 0,0 0-8 0,0 0 0 0,0 0 0 0,0 0 44 0,-6 5 8 16,6-5 0-16,-2 6 1 0,2-1-33 0,-3 3-8 15,3 0 0-15,0 2-1 0,0 1-11 0,0 5 0 16,3 0 0-16,-1 5 0 0,-2 3 0 0,6 2 0 16,-3 3 0-16,3 0 0 15,0 3-20-15,3-3-5 0,-3 3-2 0,3-3 0 16,0-5-10-16,-3 0-3 0,3-6 0 0,0 1 0 15,0-3 28-15,0-6 12 0,0 1-12 0,0-1 12 0,3-4 0 0,-4-1 0 16,4-2 0-16,0-1 0 0,3-2 0 0,-3 0 0 16,6-2 14-16,-3-1-4 0,3-5 62 0,2-3 12 15,1-2 2-15,3-3 1 0,3 0-21 0,0-5-4 16,-1-3-1-16,4-5 0 0,0-2-17 0,3-1-4 0,0-3-1 16,2-4 0-16,4 4-27 0,-3-4-12 0,2-1 10 15,4-5-10-15,0 0 0 0,-4-3-10 0,7 3 0 0,0-8-633 16,2 1-126-16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1T22:28:46.4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16814 16059 2156 0,'-9'-3'48'0,"0"0"9"0,-2 1 3 0,-1-4 0 0,0-2-48 0,0 0-12 0,0 3 0 0,0 0 0 15,0-3 9-15,-3 3 0 0,0-3 0 0,-3 2 0 16,1 1 59-16,-1 0 11 0,0-3 2 0,0 3 1 15,-3-3-45-15,0 0-9 0,-2 0-1 0,-1-3-1 16,0 3-5-16,0-2-1 0,0 2 0 0,-2-3 0 16,-1 3-20-16,0 0 0 0,3 0 0 0,-3-2 0 15,1-1 13-15,-1 1-1 0,3-4-1 0,-6 4 0 16,0-1-11-16,1 1-16 0,-1-1 4 0,-3 3 1 16,0-2 11-16,-2-1 0 0,-1 0 0 0,0-2 0 0,1 3 0 15,-1-1 0-15,0 3 0 0,-6 0 0 16,4 3 0-16,-1 2 0 0,-3 3 0 0,1 0 0 15,2 3 0-15,3-1 0 0,1 1 0 0,-4 2 0 0,6 3 0 0,0 0 0 16,-2 0 0-16,-1 3 0 0,3-1 0 0,0 4 0 16,1-4 0-16,-1 3 0 0,3 3 0 0,0 0 0 15,4 0 0-15,-1 3 0 0,0-1-16 0,3 1-2 16,0 2 0-16,4 3 0 16,-4-1 18-16,3 1-12 0,-3 0 12 0,0 2-10 0,6 4 26 0,-2-7 6 15,-1 4 1-15,3 2 0 16,3-5-70-16,0 5-13 0,3-3-4 0,0 6 0 0,6-5 52 0,-3 2 12 15,6 2 0-15,0 1 0 0,1 0 0 0,4-3 13 16,1 3-2-16,3 0-1 0,0-6-10 0,3 0-14 16,3 1 3-16,3-1 1 0,0 1 10 0,3-3 0 15,3-3 0-15,5 3 0 0,-2-1 0 0,0-1 12 16,3-1-2-16,6 3-1 0,-1-3-9 0,4 0-12 16,3-3 2-16,2 1 1 0,4-3 9 0,-3-3 14 0,-1 3-3 0,4-3-1 15,0 0-10-15,-4-2-14 0,7-3 3 0,0 0 1 16,2 0 19-16,-2-3 4 0,2-2 1 0,1-1 0 15,0 1-22-15,-1-3-5 0,-2 0-1 0,3-3 0 16,-1 1 26-16,-2-4 4 0,-1 1 2 0,1-3 0 16,-3 3-29-16,-4-3-5 0,1-3-2 0,0 1 0 15,-1-1 18-15,-5-2 0 0,3-3 0 0,-4 0 0 16,-2 0 48-16,-3 0 12 0,-3 1 4 0,-3-4 0 16,-1 1-52-16,-5-1-12 0,3-2 0 0,-3 0 0 15,-3 0 19-15,0-1 4 0,0 1 1 0,-3-3 0 0,-4 1 13 16,1-1 3-16,0-3 1 0,-3-4 0 0,0-4-33 0,-3-2-8 15,0 3 0-15,-3-6 0 0,0 6 0 0,0-3 0 16,-3 0 0-16,0-6 0 0,-3 1 0 0,3-3 0 16,-3-5 0-16,0-3 0 15,-3 2-49-15,1-2-12 0,-4 1-3 0,0-7 0 16,0 1-51-16,0-3-10 0,-6-5-3 0</inkml:trace>
  <inkml:trace contextRef="#ctx0" brushRef="#br0" timeOffset="3788.551">20699 3374 1958 0,'0'0'43'0,"-6"-3"9"0,0 0 1 0,3 3 3 0,3 0-45 0,-6-5-11 0,6 5 0 0,0 0 0 15,-3-3 104-15,3 3 20 0,0 0 3 0,0 0 1 16,0 0-52-16,-6 3-9 0,3 5-3 0,0 0 0 15,0 3-51-15,3 4-13 0,0 1 0 0,-3 5 0 16,3 1 54-16,0-4 8 0,0 3 2 0,0 0 0 16,0 3-64-16,0 3 0 0,0-9-9 0,0 9 0 15,0-3 9-15,-3 2 11 0,3-5-3 0,-3 11 0 16,3-8-8-16,0 2 0 0,-3 1 0 0,3-1 0 16,0-2 0-16,-3 0 0 0,3-3 0 0,0-3 0 15,0 1-148-15,3-6-36 0,-3 0-6 0,6-2-548 16,0-3-110-16</inkml:trace>
  <inkml:trace contextRef="#ctx0" brushRef="#br0" timeOffset="4188.854">21080 3522 1958 0,'0'-11'43'0,"3"1"9"0,-3-9 1 0,0 3 3 0,0-2-45 0,0 5-11 16,-3-6 0-16,0 3 0 0,0 6 104 0,0-1 20 15,-3 3 3-15,0 5 1 0,0-5-52 0,0 8-9 16,0-5-3-16,-3 10 0 0,3-5 0 0,-3 8 0 0,0-2 0 0,0 2 0 15,0 7-51-15,4-4-13 0,-4 8 0 0,3-1 0 16,-3 1 0-16,3 2 0 0,0 3 0 0,0-3 0 16,3 3 9-16,3 5-1 0,0-8 0 0,3 0 0 15,0 3-8-15,3-3-11 0,0-2 3 0,3 2 0 16,0-3-12-16,0 1-3 0,2-3 0 0,1-3 0 16,3 0 9-16,3-8 2 0,-3 3 0 0,6 0 0 31,-3-8-14-31,0 0-2 0,5 0-1 0,-2-8 0 0,0 0 29 0,0 3 0 0,-3-3 0 15,0-8 0-15,-1 6 37 0,-2-1 14 0,0-7 2 0,-3 2 1 16,0 0-9-16,-3 0-1 0,-3-8-1 0,0 3 0 16,0 0-10-16,0-3-1 0,-6 3-1 0,0-6 0 15,-3 4-31-15,0 1 0 0,-3 1 0 0,-3 0 0 16,3 3 0-16,-6-1 0 0,0 3 0 0,0 6 0 16,-6-6 0-16,1 5-8 0,-1 3-1 0,-3 0 0 15,0 3-25-15,3 2-5 16,-3 1-1-16,3 2 0 0,4 0-85 0,2 2-18 0,0 1-3 0,3 2-1011 15</inkml:trace>
  <inkml:trace contextRef="#ctx0" brushRef="#br0" timeOffset="4553.685">21610 3323 1892 0,'0'0'53'0,"0"0"13"0,0 0-53 0,0 0-13 0,0 0 0 0,0 0 0 0,0 0 140 0,-3 3 26 16,0 2 5-16,0 3 1 0,-3 5-79 0,0-5-15 15,-3 6-3-15,0 2-1 0,0-1-38 0,0 1-7 0,0 5-1 0,-3-5-1 32,3 3-11-32,0 5-1 0,3-8-1 0,0 5 0 0,3-8-14 0,1 5 0 15,4-2 8-15,1 3-8 0,0-9 0 0,6 4 9 16,3-1-9-16,0-5 8 0,6 2-8 0,3 1 0 0,-3-8 0 0,6 2-11 16,-4-2 11-16,7 2 8 0,0-5-8 0,-3 0 11 15,0-8 1-15,-1 3 1 0,1 2 0 0,0-8 0 16,0 3-22-16,-3-2-5 0,2-1-1 0,-2 1 0 15,-3 2 63-15,-3-8 13 0,-3 3 3 0,0-3 0 16,0-3-52-16,-3 3-12 0,-6-5 0 0,0 3 0 16,0-3 27-16,-6-1 2 0,-3 1 1 0,0 3 0 15,-3-1-22-15,-3 1-8 0,-3 4 0 0,-6-1 9 16,3 7-31-16,-5 2-6 0,-1 1-2 0,-3 2 0 16,-6 3-81-16,0 3-16 15,-8 5-3-15,-4 3-1 0,0 4-151 16,-5 7-30-16</inkml:trace>
  <inkml:trace contextRef="#ctx0" brushRef="#br0" timeOffset="4824.621">20505 4109 2419 0,'0'0'53'0,"0"0"11"0,0 0 3 0,6 3 1 0,0 2-55 0,0-2-13 15,3-3 0-15,3 2 0 0,0-2 54 0,0-2 8 16,6 2 2-16,2-3 0 0,1-2 0 0,6 2 0 15,6 1 0-15,6-4 0 0,2 4-52 0,4-4-12 0,0 1 0 0,8 0 0 16,1-3 0-16,2 3 0 0,10-3 0 0,2 0 0 16,-2 0 0-16,2 2 0 0,4-1 0 0,8-1 0 15,-9 0 16-15,1 0 0 0,-4 0 0 16,4 2 0-16,-4 1-16 16,1-3 8-16,-1 3-8 0,-2-3 0 0,-10 5 0 15,-2-2 8-15,-4 2-8 0,1-5 0 0,-9 6-13 0,-1-3-6 0,-2 2-1 16,0 0 0-1,-10 1-53-15,1-1-11 0,-6 0-3 0,-3 3 0 16,-3-5-219-16</inkml:trace>
  <inkml:trace contextRef="#ctx0" brushRef="#br0" timeOffset="5218.54">20946 4387 2005 0,'0'0'44'0,"0"0"8"0,0 0 3 0,0 0 2 0,0 0-45 15,0 0-12-15,0 0 0 0,0 0 0 0,0 0 68 0,0 0 11 0,0 0 2 0,0 5 1 16,0 9-27-16,-3-1-6 0,3 3-1 0,-3 2 0 16,0-2-15-16,-3 5-3 0,3 3-1 0,-3 5 0 15,0 0-11-15,0 3-2 0,0 2-1 0,0 1 0 16,0-3-15-16,0-1 8 0,0-2-8 0,0 1 0 15,0-4 8-15,0 0-8 0,4 1 0 0,-4-6 0 16,3 0-20-16,-3 3-9 0,3-3-3 16,3-2 0-1,-3-3-192-15,6 2-40 0</inkml:trace>
  <inkml:trace contextRef="#ctx0" brushRef="#br0" timeOffset="5714.576">21223 4538 1940 0,'0'-19'43'0,"0"6"9"0,0 3 1 0,3-4 1 0,-3 1-43 0,3 0-11 0,0-3 0 0,0 3 0 0,0-3 108 0,2 0 20 16,1 3 4-16,3 0 1 15,0 2-40-15,0-2-8 0,3 2-1 0,3 1-1 0,0-1-35 0,0 3-6 16,-3-3-2-16,3 6 0 0,-1-3-28 0,4 6-12 16,-3-1 11-16,0 3-11 0,3 0 0 0,-3 3 0 15,3 2 0-15,-3 0 0 0,-1 3 0 0,-2 0 0 16,0 0 0-16,-3 3 0 0,0-1 0 0,-3 1 0 15,0 2 0-15,-6 0 0 0,0 3 0 0,0-5 0 0,-6 2 0 16,0 0 0 0,-3-2-45-16,0 2-15 0,0-2-4 0,-3 2 0 0,-2 0 52 0,2 0 12 0,-3-2 0 0,3 2 0 15,-3-2 0-15,3-3-11 0,0 2 11 0,3-2-10 16,0-3 10-16,3 1 0 16,0-1 0-16,6-5 0 0,0 0 0 0,0 0 0 15,0 0 10-15,0 0-10 0,6-3 0 0,0 1 0 16,0 2 0-16,6-6 0 0,0 1 0 0,3 2 0 0,0-2 0 15,0 0 0-15,3 2 0 0,2 1 0 0,-2-1 0 16,3 3 0-16,0 0 57 0,-3 3 6 0,3-1 1 16,-6 3 0-16,-1 3-64 0,1-5-13 0,0 5-3 0,-6 0 0 15,0 0 16-15,0 2 13 0,-6-2-2 0,0 3-1 16,0 0-2-16,-3 2 0 0,-3 0 0 0,-3 0 0 16,-3 0 0-16,-3 3 0 0,0 0 0 0,-3-3 0 15,-3 3-8-15,1-5-14 0,-4 5 3 0,0-3 1 16,0 0 10-16,0 0 0 0,0-2 0 0,1 2 0 15,2-2-24-15,0-3-2 0,0 0-1 0,3-3 0 16,0 3-121-16,6-5-25 0,3 2-5 0,0-5-880 16</inkml:trace>
  <inkml:trace contextRef="#ctx0" brushRef="#br0" timeOffset="6082.322">22023 4464 2311 0,'0'0'51'0,"0"0"10"0,3-5 3 0,0 2 0 0,-3 3-51 0,0 0-13 15,0 0 0-15,0 0 0 0,0 0 114 0,0 0 20 16,0 0 4-16,-6 0 1 0,-3 3-67 0,3-1-14 16,-2 3-2-16,-4 1-1 0,3 4-31 0,-3-2-7 15,0 3-1-15,0-1 0 0,3 6-16 0,-3-2 8 16,3 4-8-16,0 1 0 0,0-1 0 0,6 1 0 0,0-1 0 0,0 1 0 16,3-1 0-16,3-2 0 0,3 0 0 0,3-3 0 15,0 0 0-15,3-5-9 0,3 0 9 0,3 0-8 16,0-2 8-16,3-1-8 0,-1-5 8 0,1 0-8 15,3-5 8-15,0-1 0 0,0 1 0 0,0-3 0 16,-1 3 0-16,-2-9 0 0,0 4 0 0,0-3 0 16,-3-3 8-16,3 0 1 0,-4-3 0 0,4-2 0 15,-3 0 12-15,-3 0 3 0,0 0 0 0,0 0 0 16,-3 2-4-16,-3 0 0 0,-3 6 0 0,-1-8 0 16,-5 5-9-16,0-5-3 0,-3 5 0 0,-5 0 0 15,-1 3-8-15,-3-3 10 0,-3 6-10 0,-3-1 10 16,0-2-10-16,-3 2-17 0,0 3 4 0,-2 3 1 31,-1-3-24-31,-3 3-4 0,0-1 0 0,-3 4-1 0,1-1-138 0,2 1-27 0,-3-4-6 0</inkml:trace>
  <inkml:trace contextRef="#ctx0" brushRef="#br0" timeOffset="6533.222">22800 3908 1537 0,'0'0'33'0,"0"0"7"0,0 0 2 0,0 0 2 0,3 5-35 0,0 3-9 0,3-8 0 0,0 3 0 15,0-3 96-15,3 5 16 0,3-5 4 0,0 0 1 16,0 0-31-16,3 0-6 0,-1 0-2 0,4-5 0 15,0 2-18-15,3 3-3 0,-3-5-1 0,0 2 0 16,3 1-21-16,-1 2-5 0,1-6-1 0,3 4 0 16,0-1-13-16,0 1-4 0,3-1 0 0,-4 0 0 0,4 3-12 15,-3-5 0-15,0 2 8 0,-3 3-8 0,-4-5 0 0,4 5 0 16,-6-3 0-16,3 3 0 16,-6 0-41-16,-3 0-5 0,0 0-1 0,-3 3 0 15,0 2-168-15,-6-5-33 0</inkml:trace>
  <inkml:trace contextRef="#ctx0" brushRef="#br0" timeOffset="6758.936">22955 4138 1522 0,'-9'3'33'0,"9"-3"7"0,-3 5 2 0,3-5 2 0,0 0-36 16,0 0-8-16,0 0 0 0,3 3 0 0,3 2 86 0,0-5 15 0,3 3 3 0,0-3 1 15,3 0-9-15,0-3-1 0,0 1-1 0,2-1 0 16,4-5-21-16,3 3-4 0,0-3-1 0,3 0 0 15,0 3-17-15,2-3-4 0,4 2-1 0,0-2 0 16,0 0-46-16,-1 0-13 0,1 1-1 16,3-1 0-1,-6-8-14-15,0 5-2 0,2 1-1 0,1-9 0 16,0 3-195-16,0 0-39 0,-1 0-8 0,4-2-2 0</inkml:trace>
  <inkml:trace contextRef="#ctx0" brushRef="#br0" timeOffset="6999.776">23863 3614 1728 0,'0'0'38'0,"-6"-2"8"0,-3 2 2 0,3 0 0 0,0 0-39 0,0 0-9 0,0 0 0 0,0 2 0 15,0 1 104-15,0 2 20 0,0-2 3 0,0 2 1 16,0 6-52-16,1-3-9 0,-1-3-3 0,0 6 0 0,3 2-12 0,0 0-2 16,-3 3-1-16,6 3 0 0,-3-1-17 0,0 1-3 15,3 2-1-15,-3 0 0 0,6 3-9 0,-3-3-3 16,0 0 0-16,3 0 0 0,-3-2-16 0,3 2 0 15,0-3 8-15,0 1-8 0,0 0 0 0,0-6 0 16,0 0 8-16,0 0-8 16,0-2-23-1,0-1-8-15,-3 4-1 0,3-6-1 0,2-6-147 0,-2 3-28 16,3 1-7-16</inkml:trace>
  <inkml:trace contextRef="#ctx0" brushRef="#br0" timeOffset="7383.508">24199 3744 1958 0,'0'0'43'0,"-6"-5"9"0,3 2 1 0,-6-2 3 0,6 2-45 0,-3 1-11 0,-2-1 0 0,2 3 0 15,-3 0 104-15,3 0 20 0,0 0 3 0,-3 0 1 16,0 3-52-16,0 2-9 0,0 3-3 0,0 0 0 16,0 2 0-16,0 4 0 0,3-1 0 0,-3 3 0 15,3 2-51-15,0-5-13 0,1 6 0 0,2-3 0 16,0 2 0-16,0-4 0 0,6 1 0 0,0 1 0 15,0-2 0-15,2 1 0 0,4-1 0 0,0 2 0 16,3-9-31-16,0 1-9 0,0 0-1 0,3-2-1 16,3 2 22-16,0-8 4 0,-3 2 0 0,2-2 1 0,1 0 7 15,-3-2 8-15,0-4-13 0,0 1 5 16,0-3 8-16,0 3 0 0,-3-1 0 0,2-1 0 0,-2-7 40 0,-3 1 11 16,0 0 1-16,-3 0 1 15,0-1-33-15,-3-7-8 0,0 5 0 0,0-5-1 16,-6 0 33-16,0 0 8 0,0 0 0 0,-3 2 1 15,-3 1-33-15,0 2-8 0,0 3 0 0,-3 2-1 0,1-5-11 0,-4 5-12 16,6 4 2-16,-6-1 1 16,3 5-12-16,-3-5-3 0,0 0 0 0,3 5 0 15,-3-2-20-15,6 2-5 0,1 1-1 0,2 2 0 16,6 0-115-16,0 0-23 0,0 0-5 0,0 0-863 0</inkml:trace>
  <inkml:trace contextRef="#ctx0" brushRef="#br0" timeOffset="7717.941">24673 3649 1958 0,'0'0'43'0,"0"0"9"0,0 0 1 0,0 0 3 0,0 0-45 0,0 0-11 0,0 0 0 0,0 0 0 16,0 0 104-16,-6 2 20 0,0 4 3 0,0-1 1 15,0 3-52-15,-3 0-9 0,3 0-3 0,-3-3 0 16,-3 3-51-16,3 3-13 0,-3 2 0 0,3-5 0 16,0 5 0-16,0 0 0 0,3 1 0 0,0-1 0 15,4 0 0-15,-1 3 0 0,0-3 0 0,6 3 0 16,-3-3 0-16,5 0 0 0,1 3 0 0,0-8 0 15,3 0 0-15,3 0 0 0,0 0 0 0,0-3 0 16,0 3 0-16,3-5 0 0,0-3 0 0,0 3 0 16,2-3 0-16,1 0 0 0,0-3 0 0,0 0 0 15,-3-2 24-15,3 2 3 0,-3-7 0 0,0 2 0 0,-1 0 11 16,-2-3 2-16,0-2 1 0,0 0 0 16,-3-3-3-16,-3 0-1 0,0 0 0 0,0-2 0 0,-3 2-13 0,-3-3-2 15,3 6-1-15,-6-5 0 0,3 2-11 0,-6 2-2 16,0 4-8-16,-3-3 12 0,0-1-12 0,-3 6 0 15,0 1 0-15,-3-1 0 0,1 2 0 0,-1-2 0 16,-3 3-9-16,0 2 9 16,-3 1-108-16,3 2-16 0,0 0-4 0,1 0-716 15,5 2-144-15</inkml:trace>
  <inkml:trace contextRef="#ctx0" brushRef="#br0" timeOffset="8280.475">25015 3781 1914 0,'-6'-10'54'0,"6"2"13"0,-3 2-54 0,0 1-13 0,3-3 0 0,-3 0 0 15,3 0 132-15,-3 3 23 0,3-3 5 0,0 3 0 16,-3 2-49-16,3-5-11 0,0 0-1 0,0 8-1 16,3-5-46-16,0 0-10 15,-3 2-2-15,0 3 0 0,6-5-21 0,-3 2-5 0,0 3-1 0,3-5 0 16,-3 2-13-16,3 0 0 0,-3 3 0 0,3 0 0 16,-6 0-9-16,6 3-5 0,0-3-1 0,0 8 0 15,-3-5-145-15,2 5-30 0,1 0-6 0</inkml:trace>
  <inkml:trace contextRef="#ctx0" brushRef="#br0" timeOffset="9038.554">25372 3728 1872 0,'0'0'41'0,"0"0"9"0,0 0 2 0,-3-2 0 0,3 2-42 0,0 0-10 15,-3-3 0-15,3 3 0 0,0 0 97 0,0 0 18 16,-3-5 3-16,-3 5 1 0,-3 0-47 0,3 5-8 16,0-2-3-16,-3 5 0 0,0 2-27 0,1 1-6 15,-4 5 0-15,-3 2-1 0,0 3-12 0,0-2-3 0,-3 2 0 0,3 3 0 16,-3-3-1-16,1 0-1 15,-1 3 0-15,0-3 0 0,0-2 1 0,0-1 0 16,3 1 0-16,-3-1 0 0,6 1-11 0,1-3 12 16,-1-1-12-16,-3 7 12 0,3-12-12 0,3 9 0 0,-3-9 0 0,0 4 0 15,3-1 0-15,0 0 8 0,0-2-8 0,0 2 0 16,0-5 0-16,3 0 0 0,-2 0 0 0,2 0 0 31,0-3-32-31,3-3-6 0,3-2-1 0,0 0 0 16,0 0-94-16,0 0-19 0,0 0-4 0,0 0-527 0,0 0-105 0</inkml:trace>
  <inkml:trace contextRef="#ctx0" brushRef="#br0" timeOffset="9361.34">25116 4167 1602 0,'0'0'35'0,"0"0"7"0,0 0 2 0,0 0 1 0,0 0-36 0,0 0-9 16,0 0 0-16,0 6 0 0,0-6 84 0,0 0 16 16,-3 5 2-16,3-5 1 0,0 0-23 0,0 8-4 15,0-8 0-15,0 0-1 0,0 0-3 0,3 5 0 0,-3-5 0 0,0 0 0 16,0 0-3-16,0 0-1 0,0 0 0 0,0 0 0 15,0 0-11-15,0 0-2 0,0 0-1 0,0 0 0 16,3 0-26-16,-3 0-4 0,6-5-2 0,-3 2 0 16,3-5-22-16,-3 6 0 0,0-6 0 0,3 0 0 31,-3 3-174-31,0-1-30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2:32:36.54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8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2-14T22:33:05.824"/>
    </inkml:context>
  </inkml:definitions>
  <inkml:trace contextRef="#ctx0" brushRef="#br0">11278 8367 1130 0,'0'0'24'0,"0"0"6"0,0 0 1 0,0 0 1 0,0 0-32 0,0 0 0 0,0 0 0 15,0 0 0-15,0 0 99 0,0 0 13 16,0-6 2-16,0 6 1 0,0-5-13 0,0 5-2 0,-3-5-1 0,3 5 0 15,0-6-22-15,-3 1-4 0,3 5-1 16,0-5 0-16,0 0-5 0,0 5-2 0,0-6 0 0,0 6 0 16,0-5-9-16,0 5-1 0,-3-5-1 0,3 5 0 15,0-3-12-15,0 3-2 0,0 0-1 0,0 0 0 16,0-5-11-16,0 5-1 0,0 0-1 0,0 0 0 16,0 0-5-16,0 0-1 0,0 0 0 0,0 0 0 15,0 0-7-15,0 0-1 0,0 0-1 0,0 0 0 16,0 0-11-16,0 0 8 0,-3 8-8 0,3 0 8 15,0 2-8-15,-3 1 0 0,3 2 0 0,0 0 8 16,-3 1-8-16,3 1 0 0,0 1 0 0,0 3 8 16,0-1-8-16,0 1 0 0,0-1 0 0,0-2 0 15,0 3 0-15,0-3 0 0,-3 0 0 0,3-1 0 16,0 4-16-16,0-3-6 0,0 0-1 0,0 2 0 16,-3-2 37-16,3 0 7 0,0 0 2 0,0 0 0 15,0-3-37-15,0 0-7 0,0 0-2 0,0 1 0 16,-3-1 23-16,3-3 0 0,0 1 0 0,0 0 0 15,0-3 0-15,0-1 16 0,0 1-2 0,0-2-1 16,3-1-37-16,-3 0-7 0,0-5-1 16,0 6-1-16,0-6-95 0,0 0-18 0,3 5-4 0,-3-5-591 15,0 0-119-15</inkml:trace>
  <inkml:trace contextRef="#ctx0" brushRef="#br0" timeOffset="996.003">11263 9385 1278 0,'0'0'28'0,"0"0"5"0,0 0 2 0,0 0 1 0,-6-2-28 0,0 2-8 0,-3 0 0 0,3 0 0 16,6 0 92-16,-6 0 18 0,0 0 3 0,0 0 1 16,3 0-24-16,-3 0-5 0,0 2-1 0,3 1 0 15,3-3-20-15,-6 3-4 0,-2 2 0 0,2-2-1 0,0 2-17 16,-3 0-3-16,3 0-1 0,0 1 0 15,0 2-14-15,0 0-4 0,0 0 0 0,0 2 0 0,0 1-11 0,3 2-9 16,-3 0 12-16,0 3-12 16,3-3 0-16,0 3 0 0,0 0 0 0,0 0 0 0,3 0 0 0,0 0 0 15,0-3 0-15,3 3 0 16,0-6 0-16,0 4 8 0,3-4-8 0,0 1 10 0,0-1-10 0,3 1-9 16,0-3 9-16,0 0-13 0,3 0 13 0,3-3 0 15,-3 0 0-15,2-2 0 0,1 2 0 0,0-5 0 16,0 3 0-16,0-3 0 0,3-3 0 0,-6 1 0 15,6-4 0-15,-4 1 0 0,1 0 0 0,0-1 0 16,0 1 0-16,0-3 0 0,-3 3 0 0,0-3 0 0,0 0 0 16,-3 0 0-16,0 0 48 0,-1 0 13 0,-2-2 3 0,-3-1 0 15,3 0-14-15,-6-2-2 0,3-3-1 0,-6 1 0 16,3-1-18-16,-6-3-3 16,0 3-1-16,0-2 0 0,1-1-25 0,-4 3 0 0,0 0-14 15,0 1 5-15,-3 4 9 0,0 3 0 0,0 0 0 16,0 3 0-16,0 0 19 0,0 2 5 0,0-2 2 0,1 5 0 31,-1 0-42-31,0 0-8 0,-3 0-1 0,-3 5-1 16,3-2-30-16,0 2-7 0,-3 3-1 0,3 0 0 15,1 0-102-15,-1 5-21 0,0 0-4 0,0 3-794 0</inkml:trace>
  <inkml:trace contextRef="#ctx0" brushRef="#br0" timeOffset="1630.244">11129 10441 1494 0,'0'0'32'0,"0"0"8"0,0 0 0 0,0 0 3 0,0 0-35 0,0 0-8 0,0 0 0 0,0 0 0 16,0 0 104-16,0 0 20 0,0 0 3 0,0 0 1 0,0 0-36 0,0 5-6 15,-3 3-2-15,3-2 0 0,0 2-14 0,-3 0-3 16,3 2-1-16,-3 1 0 16,3-1-18-16,0 3-3 0,-3 1-1 0,3 2 0 15,-3-1-16-15,3 1-4 0,-3 0-1 0,0 5 0 16,0 1-5-16,0-1-1 0,0 3 0 0,0 2 0 0,3 0-5 0,-3 1 0 16,0-3-1-16,0 0 0 0,3-1-11 0,-3-4 0 15,0-1 9-15,3 1-9 0,-3-1 0 0,3-2 0 16,-3 0 0-16,3-3 8 0,-3 1-8 0,3-1 0 15,-3 0 0-15,3-2 8 0,-3-1-8 0,3 1 0 16,0-1 0-16,0-2 0 0,0 0-14 0,0 0-7 0,0 0-2 16,3 0 0-1,0-3-125-15,0 1-24 0,0-4-6 0,3-2-878 0</inkml:trace>
  <inkml:trace contextRef="#ctx0" brushRef="#br0" timeOffset="2942.286">11302 11537 1404 0,'0'0'31'0,"0"0"6"0,-3-3 2 0,-3 0 0 0,3 1-31 0,-3-1-8 0,3 0 0 0,-3 3 0 16,0-2 93-16,3-1 18 0,-3 3 3 0,-3 0 1 16,3 0-39-16,0 0-8 0,-3 0-2 0,3 3 0 0,0-1-27 0,0 4-6 15,-3-4-1-15,3 4 0 16,0 1-9-16,-2-1-3 0,2 2 0 0,-3 2 0 16,0 1-4-16,3 2-2 0,0 0 0 0,0 1 0 0,0 1-14 0,3 1 8 15,-3 0-8-15,3 0 0 16,0 0 0-16,3 0 0 0,-3 0 0 0,3 0 0 0,3-1 0 0,0-1 0 15,0-1 0-15,0 0 0 0,3 0 0 0,0-2 0 16,0 0-9-16,3-1 9 16,0 1-27-16,0-3 1 0,3-3 0 0,-1 3 0 15,-2-3 26-15,3-2 9 0,3 2 0 0,-3-2 0 0,0-3-9 0,0-3-12 16,3 3 2-16,-3-5 1 0,0 0 9 0,-1-1 0 16,1 1 0-16,0-3 0 0,0 0 0 0,0-3 0 0,-3 4 0 15,3-4 0-15,-3 0 34 0,0 1 9 0,-3 2 1 16,-3-3 1-16,0 1 31 0,0-4 5 0,-3 4 2 0,0-3 0 15,-3 2-67-15,-3-2-16 0,0 0 0 0,0-1 0 16,-3 4 55-16,0-3 7 0,0-1 2 0,0 1 0 16,-3 3-56-16,0-1-8 0,0 3 0 0,1 0-10 15,-1 0 10-15,0 5 0 0,-3-2 0 0,0 3 8 16,0-1-8-16,0 3-8 0,0 3 8 16,0-1-12-1,1 1-20-15,2-1-4 0,-3 4 0 0,3 2-1 16,3 0-96-16,0 0-19 0,0 0-4 0,-3 2-896 0</inkml:trace>
  <inkml:trace contextRef="#ctx0" brushRef="#br0" timeOffset="3805.563">11281 12479 1314 0,'0'0'37'0,"0"0"8"0,0 0-36 0,-3-3-9 15,0-2 0-15,0 2 0 0,-3-2 129 0,3 2 24 16,-3 3 5-16,0-3 1 0,0 3-48 0,-3 0-10 15,3 0-1-15,-3 0-1 0,3 3-31 0,0-3-5 16,-3 3-2-16,0-1 0 0,4 1-18 0,-4 2-4 16,3 1-1-16,-3-1 0 0,0 0-13 0,3-2-2 15,0 5-1-15,-3-3 0 0,3 3-10 0,0 0-3 16,0 0 0-16,0 0 0 0,0 2-9 0,3 1 0 16,0 2 0-16,-3-2 8 0,3 2-8 0,0 3 0 15,3-3 0-15,0 3 0 0,0-3 0 0,0 3 0 0,3 3 0 16,0-1 0-16,0-2-9 0,0 2 9 0,3-2 0 15,-3 0 0-15,3 0-12 0,3-3 4 0,-3 1 8 0,3-4-13 16,0-2 13-16,0 3-12 0,0-3 12 0,3-3-12 16,0 0 12-16,-4 0-11 0,4-5 11 0,0 3-10 15,0-3 10-15,-3-3 0 0,3-2-9 0,-3 3 9 16,3-4 0-16,-3-2 0 0,3 0 0 0,-3-2 0 16,0-1 9-16,-1 1 0 0,-2-4 0 0,3-1 0 15,-3-1 0-15,0 0 0 0,0 0 0 0,-3-3 0 16,0 4 44-16,0-1 9 0,-3 0 2 0,0 0 0 15,-3 0-52-15,0 0-12 0,0 0 0 0,0 3 0 16,-3 0 9-16,3 2 3 0,-3-2 0 0,-3 5 0 16,3-3-12-16,-2 4 10 0,-1-1-10 0,3 2 10 15,-3 1-10-15,0 0 0 0,-3 2 0 0,3 0 0 16,-3 1 0-16,3 2-19 0,0-3 3 0,-3 6 1 16,3-3-40-16,-3 2-8 0,4 1-1 15,-4 0-1-15,3 2-158 0,3 3-31 0,-6 5-6 0,0-5-2 0</inkml:trace>
  <inkml:trace contextRef="#ctx0" brushRef="#br0" timeOffset="4674.124">11290 13447 1216 0,'0'0'27'0,"0"0"5"0,0 0 2 0,0 0 0 0,-3-3-34 0,3 3 0 0,-6 0 0 0,-3 3 0 15,9-3 91-15,-6 0 11 0,0 3 2 0,0-3 1 16,0 2-21-16,0 1-4 0,0 0 0 0,0 2-1 15,0-3-21-15,0 4-4 0,3-1-1 0,-3 0 0 16,0 3-20-16,3 0-4 0,-3 0-1 0,1 3 0 16,2-1-15-16,-3 1-3 0,3 2-1 0,0 3 0 15,-3 0-9-15,3 0 0 0,0 2 0 16,3 1 0-16,-3-3 0 0,3 0 0 16,3-1 0-16,-3 1 0 0,3-2 0 0,0-1 0 0,0 0 0 0,3-2 0 15,-3-1 0-15,3 1 0 0,-1 2 0 0,1-2 0 16,0-1 0-16,3-2-11 0,0 0 11 0,0 0-8 15,0-3 8-15,0 1-8 0,-3-1 8 0,3-2-8 16,0 2 8-16,0-5-13 0,0 0 5 0,-3 0 8 16,3-3-9-16,0 1 9 0,-1-4 0 0,1 1 0 15,0 0 0-15,0-3 0 0,0 0 0 0,0 0 0 16,-3 0 10-16,6-3 2 0,-3 1 1 0,-3-1 0 16,3-2 25-16,-3 2 5 0,-3-2 1 0,3 0 0 15,0-3 3-15,-3-3 1 0,0 4 0 0,-3-4 0 0,0 1-10 16,0 2-2-16,-3-3 0 0,0 3 0 0,-3 0-2 15,0 3-1-15,0 0 0 0,-3 2 0 0,0 1-15 16,0 2-3-16,-3 3-1 0,0-1 0 0,0 1 2 0,0 2 1 16,0 1 0-16,-2 2 0 0,-1 0-25 15,0 0-6-15,-3 2-1 0,0 1 0 16,3 0-27-16,0-1-6 0,0 4 0 0,1 1-1 16,2-1-12-16,0 2-3 0,0-3 0 0,0 6 0 15,6-3-127-15,0 2-25 0</inkml:trace>
  <inkml:trace contextRef="#ctx0" brushRef="#br0" timeOffset="5442.882">11352 14339 1389 0,'0'0'30'0,"-6"0"6"0,0 0 2 0,-3 0 2 0,3 2-32 0,-2-2-8 0,-1 3 0 16,-3-3 0-16,3 3 95 0,-6-1 17 0,3 4 3 0,0-1 1 15,0 0-38-15,0 0-7 0,-3 1-2 0,3 2 0 16,1 2-18-16,-1 1-4 0,0-3-1 0,0 5 0 16,3 0-14-16,0 0-4 0,3 1 0 0,-3-1 0 15,3 0-12-15,0 0-4 0,0-2 0 16,3 2 0-16,0 0 3 0,0-2 0 0,3 2 0 0,0 0 0 16,0-2-24-16,0 0-5 0,3-1-1 15,0 3 0-15,0-2 24 0,3 2 5 0,0-2 1 0,0-1 0 16,0 4-15-16,3-4 0 0,-3-2 0 0,3 3 0 15,3-1 0-15,-3 1 0 0,3-3 0 0,-3 2 0 16,2-4 0-16,-2 2 0 0,3-6 0 0,0 4 0 16,0-4 0-16,0 1 0 0,0-3 0 0,0 0 0 15,-3-3 0-15,0 1 0 0,0-1 0 0,0-2 0 16,-1-1-19 0,1-2-6-16,0 1-2 0,0-1 0 0,0 0 36 0,0-3 7 0,-3 0 2 0,3 4 0 15,-3-4-7-15,-3 0-2 0,0-2 0 0,0 3 0 16,-3-1 43-16,0-2 9 0,-3 2 2 0,0 1 0 0,-3-1 1 15,0 0 1-15,0 1 0 0,0-1 0 16,-3-2-52-16,0 5-13 0,0-3 0 0,0 1 0 0,0-1 0 16,-2 3 0-16,2 0 0 0,0 0 0 0,-3 3 0 15,0-3 0-15,0 3 0 0,-3 0 0 0,6-1 0 16,-3 4 0-16,0-1 0 0,0-2 0 16,3 5 0-16,1-3 0 0,-1 3 0 0,-3-2 0 15,3 2-48-15,3 0-13 0,0 2-3 0,3-2 0 16,-3 3-153-16,6-3-31 0</inkml:trace>
  <inkml:trace contextRef="#ctx0" brushRef="#br0" timeOffset="6308.99">11319 15312 1267 0,'0'0'28'0,"0"0"5"0,0 0 2 0,0 0 1 0,0 0-36 0,0 0 0 0,-5-2 0 0,2 2 0 16,3 0 116-16,-6 2 16 0,0-2 3 15,0 3 1-15,0 0-64 0,-3-1-13 0,0 4-3 0,0-1 0 16,0 0 3-16,0 0 0 0,0 3 0 0,-3 0 0 15,3 3-23-15,0-3-4 0,0 2 0 0,-2 4-1 16,2-4-14-16,0 4-2 0,0-1-1 0,0 3 0 16,3 0-14-16,0-1 0 0,3 1 8 0,-3 3-8 15,3-3 20-15,0 2 2 0,3 1 0 0,0-1 0 32,0 1-39-32,0-1-8 0,3 1-2 0,0-3 0 0,0 0 27 0,0-1-10 0,3-1 10 0,0-1 0 15,-3 0-34-15,3-5 0 16,3 3 0-16,-3-1 0 0,3-4 45 0,-3 1 9 0,2-1 1 0,1-1 1 15,3 0-22-15,-3-2 0 0,3 2 0 0,-3 1 0 16,3-6-8-16,0 2 8 0,-3 1-8 0,0-3 8 0,0 0 0 16,0 0-10-16,0-3 10 0,-1 3 0 0,1-2-16 15,0-4 3-15,0 1 1 0,0 2 0 0,0-5 12 16,0 3 13-16,3-3-2 0,-3-2-1 0,-3-1-10 0,3 0-14 16,0-2 3-16,0-3 1 0,-3 0 54 0,0 1 12 15,-1-4 1-15,1-2 1 0,0 2-14 0,-3 1-2 16,0-1-1-16,-3 1 0 0,0 2-9 0,0-3-3 15,-3 3 0-15,-3 1 0 0,3-1 28 0,-3 0 6 0,-2 3 1 16,2-1 0-16,-3 4-24 0,0-3-5 0,0 2-1 16,-3 0 0-16,3 1-14 0,-3-1-2 0,3 3-1 0,0 0 0 15,-3 0-9-15,3 3-8 0,0-3 9 0,-2 6-9 16,2-4 8-16,0 4-8 0,0-1 0 0,-3 0 0 16,3 3-13-16,0 0-9 0,3 0-2 15,-3 0 0 1,0 0-136-16,0 0-28 0,0 3-6 0</inkml:trace>
  <inkml:trace contextRef="#ctx1" brushRef="#br0">12861 17604 0,'0'0'16</inkml:trace>
  <inkml:trace contextRef="#ctx0" brushRef="#br0" timeOffset="33054.319">13742 11465 1497 0,'0'0'32'0,"0"0"8"0,0 0 0 0,0 0 4 0,0 0-36 0,0 0-8 0,0 0 0 0,0 0 0 16,0 0 90-16,0-5 16 0,0 5 3 0,0 0 1 15,0 0-22-15,0 0-5 0,0 0-1 0,0 0 0 16,0 0-66-16,0 0-16 0,0 0 0 0,0 0 0 15,0 0 55-15,0 0 7 0,-6 5 2 0,4 0 0 16,-1 1-22-16,0-1-4 0,0 3-1 0,0 0 0 16,3 2-8-16,-3 1-1 0,0 0-1 0,3 2 0 15,-3 0-27-15,3 3 0 0,-3-3 8 0,0 6-8 16,3-3 0-16,-3-1 0 0,3 1 0 0,0 0 8 16,-3 0-8-16,3-3 0 0,0 6 0 0,-3-3 0 15,3 0 0-15,0-1 0 0,0 1 0 0,0 3 0 16,0-6 0-16,0 3 0 0,0 0 0 0,0-3 0 15,0 3 0-15,0 0 0 0,0-3 0 0,3 0 0 16,-3 1 0-16,0-1 0 0,0-3 0 0,3 1 0 0,-3-1 0 16,0 1 0-16,0-3 0 0,3 0 0 0,-3-3 0 15,0 3 0-15,0-3 0 0,3 1 0 16,0 2 0-16,-3-8 0 0,0 5 0 0,3 0 0 16,-3-5-59-16,0 0-4 0,3 3-1 0,-3-3 0 15,0 0-51-15,3 3-10 0,-3-3-3 0,0 0-819 0</inkml:trace>
  <inkml:trace contextRef="#ctx0" brushRef="#br0" timeOffset="34342.122">13888 15680 1267 0,'0'0'28'0,"0"0"5"0,0 0 2 0,0 0 1 0,0 0-36 0,0 0 0 0,0 0 0 0,0 0 0 0,0 0 57 0,0 0 5 15,0 0 1-15,0 0 0 0,-3-2 6 0,3 2 2 16,0 0 0-16,0 0 0 0,0 0-6 0,0 0-1 16,0 0 0-16,0 0 0 0,0 0-10 0,0 0-2 15,-6 2-1-15,6-2 0 16,-3 5-3-16,-3 1-1 0,6-6 0 0,-3 8 0 16,0-3-4-16,1 3-1 0,-1 3 0 0,0-4 0 0,0 4-8 0,0-3-2 15,0 3 0-15,3-1 0 0,-3-2-14 0,0 5-3 16,3-2-1-16,-3-1 0 0,3 4-14 0,0-1 8 15,0 0-8-15,0 3 0 0,0-3 0 0,0 3 8 16,0 3-8-16,0-3 0 0,0 2 0 0,3 1 0 0,-3-1 0 0,3 1 0 16,0-1 0-16,-3-2 0 0,3 0 0 15,0-3 0-15,0 0 0 0,0 1 0 16,0-4 0-16,-3-2 0 0,2 0 0 0,1 0 0 0,0 0 0 0,-3-5 0 16,3 2-14-16,0-2 4 0,-3-3 1 0,3 5 0 15,-3-5-12-15,0 0-3 0,3 2 0 0,-3-2 0 31,0 0-22-31,0 0-5 0,0 0-1 0,3 0 0 0,-3 0-32 16,3-2-8-16,3-1 0 0,-3 1-859 0</inkml:trace>
  <inkml:trace contextRef="#ctx0" brushRef="#br0" timeOffset="37302.666">14106 8396 1552 0,'0'0'44'0,"0"0"10"0,0 0-43 0,-6-3-11 0,0 3 0 0,0-3 0 16,0 3 84-16,0 3 14 0,0-3 3 0,-3 3 1 16,0-1-39-16,0 1-8 15,-3 2-2-15,0 3 0 0,3-2-21 0,-3-1-4 0,1 5 0 0,-1-2-1 16,0 3-14-16,0 0-2 0,-3-1-1 0,3 3 0 16,0 1 0-16,0-1 0 0,3 0 0 0,-3 6 0 15,3-4-10-15,1 7-14 0,2-1 3 0,0 5 1 16,0-2 10-16,3 0 9 0,0 2-1 0,3-2-8 15,0 0 0-15,3-6 0 0,0 4-10 0,0-6 10 16,3 2 0-16,0-5 0 0,2 1 0 0,1-4 0 16,0 1 0-16,3-3 0 0,3 0 0 0,0-3 0 15,3 0-10-15,-3-2 10 0,6-1 0 0,-4-2-9 16,4-2 9-16,3-4 0 0,-3 1 0 0,-3-3 0 0,0 0 0 16,-3 0 12-16,-1-2-4 0,1-1 0 0,0 1 24 15,-6-1 6-15,3-2 1 0,-6-3 0 0,3 3 15 0,-6-6 3 16,3 1 1-16,-6-3 0 0,3 2-26 0,-6-2-4 15,0 0-2-15,0-1 0 0,-3 4 30 0,0 2 5 16,0 0 2-16,0 0 0 0,-3 3-50 0,0 0-13 16,-3 0 0-16,0-1 0 0,-3 6 0 0,1-2 0 15,-1 2 0-15,-3 3 0 0,-3-1 0 0,3 1 0 16,-3 2 0-16,3 1 0 0,1 2 0 0,-1 0 0 0,0 2 0 16,3 1 0-1,-3 0-49-15,6 2-12 0,-3 6-3 0,0-3-749 16,4 2-151-16</inkml:trace>
  <inkml:trace contextRef="#ctx0" brushRef="#br0" timeOffset="38006.865">13862 9573 1450 0,'0'0'32'0,"0"0"6"0,-9-2 2 0,3-1 1 0,0 3-33 0,0 0-8 0,0 0 0 0,0 0 0 16,6 0 64-16,-9 3 10 0,3 2 2 0,-3 0 1 15,3 0-13-15,0 1-2 0,0 2-1 0,3 0 0 16,-3 2-46-16,3-2-15 0,0 3 8 0,-3-1-8 16,3 1 0-16,3 5 0 0,0-3 0 15,-3 6 0-15,3-4 0 0,0 1 0 16,3-2 0-16,-3 1 0 0,3-1 0 0,3-1 0 0,-3 3 0 0,3-3 0 16,0-2 0-16,3 2 0 0,-3-3 0 0,3-2 0 15,3 0 0-15,-3 0 0 0,3-3 0 0,0 1 0 16,0-4 0-16,2 1 0 0,4-3 0 0,-3-3 0 15,6 1 0-15,-3-4 0 0,0-1 0 0,0 1 0 16,2-4 54-16,-2 2 7 0,0-3 2 0,0 1 0 16,-3-4 1-16,0 1 0 0,-3 0 0 0,-3 0 0 15,-1-3 0-15,1 3 0 0,-3-3 0 0,0 2 0 16,0-1-13-16,-3-1-3 0,-3-3 0 0,3 1 0 16,-3-1-24-16,-3 1-6 0,3-4-1 0,-3 4 0 0,-3-1 38 15,0 1 7-15,0 2 2 0,-5 0 0 0,2 0-52 16,-6 6-12-16,0-1 0 0,-3 0 0 0,0 4 0 0,-6-1 0 15,3 5 0-15,-2 0 0 0,-1 6 0 0,0 0 0 16,0 2 0-16,0 3 0 16,4 0-48-16,2 2-13 0,0 4-3 0,-3 1 0 15,6-1-153-15,-3 4-31 0,3 1-7 0,0-1-1 0</inkml:trace>
  <inkml:trace contextRef="#ctx0" brushRef="#br0" timeOffset="39029.26">13930 10515 1325 0,'0'0'37'0,"0"0"9"0,0 0-37 0,-6 0-9 0,6 0 0 0,-6 0 0 16,0 0 107-16,0 0 19 0,0 3 4 0,-3-3 1 16,3 2-43-16,0 1-9 0,0 0-2 0,-3 2 0 15,4 0-27-15,-1 1-6 0,-3-1 0 0,0 3-1 16,3-3-18-16,0 0-3 0,0 3-1 0,-3 3 0 16,3-3-32-16,-3 3-6 0,3-4-2 0,0 7 0 15,0-1 19-15,3 3 0 0,-3 2 0 0,3 1 0 16,0-1 18-16,0 4 7 0,3-1 2 0,0 0 0 15,0-3-27-15,0 4 0 0,0-4 0 0,3 1 0 0,0-4-12 16,0 1 3-16,0-5 0 0,0 2 0 16,3 0 1-16,0 1 0 0,0-4 0 0,0 1 0 0,0-3 8 15,0-3 0-15,3 3-9 0,0-3 9 16,-3-2 0-16,3 0-11 0,0-1 11 0,0 1-8 0,-1-1 8 0,1-2 0 16,3-2 0-16,-3-1 0 0,3 1 0 0,3-1 0 15,-3 0 0-15,0-2 0 0,3 0 19 0,-3-1 5 16,0 1 2-16,-1 0 0 0,1-1 5 0,0-1 1 0,-3-1 0 15,0 2 0-15,0-2 4 0,0 3 0 0,-3 0 1 16,0 0 0-16,0-3-3 0,0 2-1 0,0-2 0 0,-3 0 0 16,3 3-5-16,-3-3-2 0,0 0 0 0,-3 0 0 15,3 0-1-15,0 0 0 0,-3-2 0 16,3 2 0-16,-3-3 0 0,0 1 0 0,0 2 0 0,0-3 0 16,0 1-25-16,-3-1-14 0,3-2 2 0,-3 2 0 15,3-2 48-15,-3 2 11 0,0 1 1 0,0-1 1 16,-3-2-30-16,0 5-7 0,0-3 0 0,0 4-1 15,0-1-11-15,-3 0 8 0,0 0-8 0,0 2 8 16,-3-1-8-16,3 4 0 0,-3-2 9 0,0 2-9 16,1 0 0-16,-1 1 0 0,0-1-12 0,-3 3 4 31,3 0-33-31,0 0-7 0,0 0 0 0,0 3-1 0,0-3-130 0,3 2-25 0,-3 1-6 16</inkml:trace>
  <inkml:trace contextRef="#ctx0" brushRef="#br0" timeOffset="44499.141">13734 12680 1267 0,'0'0'28'0,"0"0"5"0,0 0 2 0,0 0 1 0,0 0-36 0,0 0 0 0,0 0 0 0,0 0 0 0,-6-6 109 0,6 6 15 16,-9 0 4-16,9 0 0 0,-6 0-46 0,-3 3-9 15,9-3-1-15,-6 0-1 0,6 0-14 0,-9 0-2 16,0 3-1-16,0-3 0 0,3 2-14 0,-3-2-2 16,3 0-1-16,-3 3 0 0,3 0-9 0,-3 2-1 15,0-2-1-15,0 2 0 16,-2 0-3-16,2 0-1 0,0 3 0 0,0 0 0 0,0 0 19 0,0 3 4 16,0-1 1-16,0 4 0 0,3 1-55 0,-3-1-11 15,3 2-3-15,-3 2 0 0,3-2 23 0,0 2 0 16,3-2 0-16,0 0 0 0,-3-3 19 0,6 3 1 0,0-2 1 15,0-1 0-15,3 0-21 0,-3 0 0 0,6-2 0 16,-3 2 0-16,6-2 0 0,-3-1 0 0,3 1 0 0,0-3 0 31,3 0-47-31,-3 0-13 0,3 0-4 0,3-3 0 0,-3 0 64 0,3 0 21 16,2-5 0-16,-5 3 0 0,3 0-21 0,0-3 0 0,-3-6 0 0,0 4-8 16,0-3 8-16,0-1-10 0,0-2 10 0,3 0-10 15,-4-2 10-15,1 2 0 0,3 0 0 16,-3-3-8-16,3 1 8 0,-3-1 0 0,0 1 10 0,0 2-10 15,0-3 20-15,-3 0-3 0,-1 1 0 0,1-1 0 16,-6-2 5-16,3 0 1 0,-6-3 0 0,3 0 0 16,-6-2-3-16,3-1 0 0,-6 1 0 0,3-4 0 15,-6 4-20-15,4-1-13 0,-7 3 1 0,3 3 1 16,0 0 44-16,-3 2 9 0,0 1 2 0,-3 2 0 16,3 0-20-16,0 3-3 0,0-1-1 0,0 6 0 15,1-2-20-15,-1 4-8 0,0-2 0 0,-3 3 0 16,0 2 8-16,-3 1-8 0,0 2 8 0,-3 2-8 15,1-2-36-15,2 5-6 0,-3 0-2 0,3 3 0 16,0 3 7-16,3-1 1 0,0-2 0 0,0 5 0 16,7-5-147-16,-4 5-29 0</inkml:trace>
  <inkml:trace contextRef="#ctx0" brushRef="#br0" timeOffset="45331.899">13698 13693 1515 0,'0'0'33'0,"0"0"7"0,-6 3 2 0,-3 2 1 0,0 3-35 0,-3-3-8 0,3 1 0 15,-3 4 0-15,0-2 59 0,0 0 9 0,-2 0 3 0,2 0 0 16,0 0-21-16,0 2-4 0,0 1-1 0,0-3 0 16,3 2-17-16,0 1-3 0,0 0-1 0,0 2 0 15,3-3-9-15,-3 4-3 16,3-1 0-16,0 3 0 0,4 2-12 0,-1 1 9 0,0-1-9 0,3 6 8 16,0-3-8-16,0 3 0 0,3-3 0 15,2 0 0-15,-2-2 0 0,3-3 0 0,0 2 0 16,0-4 0-16,3-1 0 0,0 0-11 0,0-2 11 0,0-1-8 15,0 3 8-15,0-5-10 0,3 0 10 0,0 0-10 16,3-2 10-16,-3-1-10 0,2 0 10 0,-2-2-10 16,3-3-6-16,-3 0 0 0,0 0-1 0,0-3 0 15,-3-2 17-15,3 0 0 0,0-1 0 0,0-2 0 16,-1 0 0-16,-2 0 0 0,3 1 0 0,-3-1 0 16,0-3 30-16,3 0 10 0,-3-2 1 0,0-3 1 15,0-2-4-15,0-1-1 0,-3-5 0 0,0 1 0 16,0-1 10-16,-3-3 1 0,3 4 1 0,-6-1 0 15,0 3-9-15,0 2-3 0,0 1 0 0,-3 2 0 0,0 0-8 16,-3 3-1-16,0 2-1 0,0-2 0 0,-3 5 5 16,0-3 2-16,0 3 0 0,-3 3 0 15,3-3-3-15,0 3-1 0,-3-1 0 0,3 4 0 0,0-1-30 0,-2 1 0 16,2 2 0-16,-3 0 0 0,0 2 0 16,0 1 0-16,-3 2-8 0,-3 0 8 0,3 1-24 0,-3 2 3 15,-2 2 0-15,2 1 0 16,3-1-27-16,-3 4-4 0,3-1-2 0,-3 3 0 15,3 5-96-15,3 0-19 0,3 3-4 0</inkml:trace>
  <inkml:trace contextRef="#ctx0" brushRef="#br0" timeOffset="46146.589">13754 14744 1497 0,'0'0'32'0,"-6"2"8"0,0 1 0 0,3-1 4 0,-2 4-36 0,-1-4-8 15,3 4 0-15,-3-1 0 0,0 0 87 0,-3 1 15 16,3 1 3-16,0 1 1 0,0 0-67 0,-3 0-14 16,3 3-2-16,-3-1-1 0,0 1 34 0,0 0 6 0,0 2 2 0,3-3 0 15,-3 4-30-15,3-1-6 0,0-3 0 0,1 4-1 16,-1-4-16-16,3 1-3 0,0-1-8 0,0 1 12 15,0 0-12-15,3 2 0 0,3-3 0 0,-3 4 0 16,3-4 0-16,3 4 0 0,-3-1 0 0,3 0 0 16,-1 3-15-16,4-3 4 0,-3 3 1 0,3-3 0 15,0 3-9-15,0-3-1 0,0 1-1 0,0-4 0 16,0 3 6-16,0-2 2 0,0-3 0 0,0 0 0 16,0 0 4-16,0-3 1 0,0-2 0 0,-1-1 0 15,1-2 0-15,0 0 0 0,-3-2 0 0,6-4 0 16,-3 1 8-16,3-6-8 0,-3 1 8 0,6-1-8 15,-3-2 8-15,0-3 12 0,0 3-2 0,2-3-1 0,-2 0 12 16,0 3 3-16,0 0 0 0,-3-3 0 16,0 3 12-16,0-1 4 0,-3 4 0 0,0-3 0 15,-3 2 9-15,0-2 3 0,-3 2 0 0,0-2 0 0,-3-3 4 16,0 0 2-16,-3-2 0 0,0 2 0 0,-3-5-14 0,-3 2-2 16,0 1-1-16,0 2 0 0,-3 0-12 0,1 0-2 15,-1 3-1-15,-3 2 0 0,3 3-12 0,0 0-2 16,0 6-1-16,3-4 0 0,-3 4-11 0,3 2 12 15,1 2-12-15,-1 1 12 0,3 0-12 0,-3 2 0 0,3 0 0 16,-3 3 0-16,0 0-18 0,0 3 1 0,0-1 0 16,-3 4 0-1,6 1-32-15,-3-1-7 0,4 2 0 0,-1-1-1 16,0-1-153-16,6 1-30 0</inkml:trace>
  <inkml:trace contextRef="#ctx0" brushRef="#br0" timeOffset="66453.6">5872 12714 888 0,'0'0'25'0,"0"0"6"0,0 0-31 0,0 0 0 0,0 0 0 0,-6 3 0 16,0-1 97-16,6-2 14 0,-6 0 2 0,0 3 1 16,6-3-27-16,-5 5-6 0,2-2-1 0,-3 0 0 15,6-3-26-15,-6 2-6 0,0 3 0 0,6-5-1 16,-3 6 3-16,-3-4 1 0,3 4 0 0,3-6 0 16,-6 5-2-16,3 0 0 0,3-5 0 0,-3 6 0 15,3-6-9-15,-3 5-1 0,3-5-1 0,-3 8 0 0,3-8-8 0,0 5-2 16,0-5 0-16,0 5 0 15,0 1-5-15,3-1-2 0,0 0 0 0,0-2 0 0,3 2-2 0,0-2-1 16,0 0 0-16,3-1 0 0,0 3-8 16,2-2-2-16,1-3 0 0,0 3 0 0,3-1-20 0,-3-2-5 15,3 0-1-15,3 0 0 0,0 0 32 0,-3-2 6 16,5 2 2-16,-2-3 0 0,-3 3-22 0,3 0 0 16,0 0 0-16,0-3 0 0,-3 3-15 0,5 0-7 15,-2 0-2-15,3 0 0 0,0 0 8 0,0 0 2 16,0 0 0-16,2 0 0 15,-2-2-131-15,3-1-27 0,0 3-4 0,0-5-2 0</inkml:trace>
  <inkml:trace contextRef="#ctx0" brushRef="#br0" timeOffset="67108.738">7617 12706 1149 0,'0'0'32'0,"0"0"8"0,0 0-32 0,0 0-8 0,3 0 0 0,-3 0 0 15,6 0 89-15,-4 3 16 0,4-1 3 0,0 1 1 16,0-3-24-16,0 0-5 0,0 3 0 0,3-1-1 16,0-2-25-16,3 0-5 0,-3 3-1 0,3-3 0 15,0-3-38-15,3 3-10 0,3 0 0 0,-4 0 0 16,7-2 48-16,0 2 7 0,3-3 1 0,0 0 1 16,2 3-41-16,-2-2-16 0,3-1 11 0,0 0-11 15,-3 3 8-15,-1-2-8 0,1-1 0 0,-3 1 0 16,-3-1 0-16,0 0 0 0,0 1 0 0,0-1 0 15,-4 0-17-15,1 3-10 0,0-2-1 16,-3 2-1-16,0 0-39 0,-3 0-7 0,0 2-1 0,0-4-774 16</inkml:trace>
  <inkml:trace contextRef="#ctx0" brushRef="#br0" timeOffset="67777.242">5834 13802 1558 0,'0'0'34'0,"0"0"7"0,0 0 2 0,-6 2 1 0,6-2-35 0,-6 0-9 0,6 0 0 0,-6-2 0 15,6 2 91-15,0 0 16 0,0 0 3 0,0 0 1 16,0 0-47-16,0 0-10 0,0 0-2 0,0 0 0 16,0 0-11-16,0 0-2 0,0 0-1 0,0 0 0 15,0 0-14-15,6 2-2 0,0 1-1 0,3-3 0 16,-1 2-4-16,4 1-1 0,0-3 0 0,3 3 0 15,3-3-16-15,-3 0 0 0,3 0 0 0,0 0 0 16,2 0 0-16,-2 0 0 0,3-3 0 0,0 3 0 16,0 0 0-16,0-5 0 0,0 5 0 0,2-3 0 31,1-2-54-31,3 2-5 0,3-2-1 0,-1 0-616 0,4-1-124 0</inkml:trace>
  <inkml:trace contextRef="#ctx0" brushRef="#br0" timeOffset="68348.026">7667 13852 1058 0,'0'0'23'0,"0"0"5"0,0 0 31 0,0 0-59 0,0 0 0 0,0 0 0 0,0 0 0 16,0 0 52-16,0 0 5 0,0 0 1 0,0 0 0 15,0 0 5-15,0 0 1 0,0 0 0 0,0 0 0 0,0 5 26 0,0-5 6 16,3 5 0-16,-3-5 1 16,6 3-53-16,0 0-10 0,0-1-2 0,3 1-1 15,0-3 26-15,0 3 6 0,6-3 1 0,-3 2 0 16,5-2-31-16,1 0-5 0,3 0-2 0,3 0 0 0,0 0-13 0,0 3-2 16,-1-3-1-16,4 0 0 15,-3 3-10-15,3-3 0 0,0 0 0 0,-7 0 0 0,4 0 0 0,-6 0 0 16,3-3 0-16,-3 3 0 15,0 0-28-15,0-3-7 0,-1 1-1 0,1-1-1 16,0 3-160-16,-3-3-32 0</inkml:trace>
  <inkml:trace contextRef="#ctx1" brushRef="#br0" timeOffset="39796.242">20178 16871 0,'0'0'0,"83"13"15,-83-13 1</inkml:trace>
  <inkml:trace contextRef="#ctx0" brushRef="#br0" timeOffset="70086.395">17719 12685 1486 0,'0'0'32'0,"0"0"8"0,0 0 43 0,0 0-75 0,0 0-8 16,0 0 0-16,0 0 0 0,0 0 100 0,0 0 17 0,0 0 4 0,-3 5 1 16,3-5-31-16,0 6-7 0,-3 1 0 0,0-1-1 15,0-1-23-15,0 3-5 0,0 0-1 0,0 0 0 16,0 0-9-16,0 2-1 0,0 1-1 0,0 0 0 15,0 2-18-15,3 0-3 0,-3 0-1 0,1 0 0 16,-1 3-9-16,0 0-3 0,3-3 0 0,-3 3 0 16,0 0-9-16,3 0 0 15,-3 0 0-15,0 0 8 0,0 0-8 0,0-3 0 0,0 3 0 0,3 0 0 16,-3-3 0-16,3-3 0 0,-3 4 0 0,3-1 8 16,-3 0-8-16,3 0 0 0,0-2 0 0,-3 2 0 15,3-2-13-15,0 2 1 0,0-2 1 0,-3-1 0 16,3-2-41-16,0 3-8 15,0-3-1-15,0 0-1 0,0 0-187 0,3-3-38 0</inkml:trace>
  <inkml:trace contextRef="#ctx0" brushRef="#br0" timeOffset="70723.481">17686 13918 1245 0,'0'0'27'0,"0"0"5"0,0 0 2 0,0 0 2 0,0 0-28 0,0 0-8 0,0 0 0 0,0 0 0 0,0 0 98 0,0 0 18 16,0 0 4-16,0 0 1 0,0 0-29 0,0 0-5 15,0 0-2-15,3 8 0 0,-3-3-23 0,0 0-5 16,3 1-1-16,-3-1 0 0,0 3 12 0,0 0 1 15,0 3 1-15,0-1 0 0,0-2-19 0,0 5-4 16,3-2-1-16,-3 2 0 0,0 0-14 0,0 1-2 16,0 1-1-16,0-1 0 0,0-1-12 0,0 0-2 15,0 0-1-15,-3 1 0 0,3-1-6 0,-3-3-8 16,3 4 11-16,-3 1-11 0,0-1 12 0,3-1-4 0,-3-2 0 16,1 2-8-16,-1-3 0 0,3 1 0 0,0 0 0 15,-3-4 0-15,3 4-9 0,0-3 9 0,-3 0-8 0,3 0 8 16,0 0-20-16,0-3 0 0,0 0 1 0,3 1 0 31,-3-6-83-31,0 0-17 0,0 5-3 0,0-5-607 0,6 3-122 0</inkml:trace>
  <inkml:trace contextRef="#ctx0" brushRef="#br0" timeOffset="73503.628">17460 14963 1728 0,'0'0'38'0,"-6"3"8"0,0 2 2 0,-3-2 0 0,0 2-39 0,4-2-9 0,-4 2 0 0,0-2 0 15,3 2 53-15,0 3 9 0,0-3 2 0,-3 3 0 16,6-3-52-16,-3 3-12 0,0 3 0 0,0-3 0 15,3 0 37-15,0 2 5 0,0 1 1 0,0-1 0 0,3 4-31 16,-3-1-12-16,3 0 8 0,0 0-8 16,0 3 0-16,3 3 0 0,-3-3 0 0,3 2 0 15,0-2-14-15,0 3 5 0,3-4 1 0,0 1 0 16,0-2-22-16,0-4-4 0,3 1-1 0,0-3 0 16,0 0 24-16,3 0 11 0,-1-3-10 0,1-3 10 0,3 1-12 15,0-3 3-15,0-3 1 0,3 1 0 16,0-3 8-16,0-1-10 0,-1-4 10 0,1-1-10 0,0 1 10 0,-3-6 0 15,3 0 8-15,0 0-8 0,0-3 16 0,-3 3-2 16,-1-2 0-16,-2-1 0 0,0 4 34 0,-3-1 6 16,0 0 2-16,-3 0 0 0,0 0-3 15,-3 3 0-15,0 0 0 0,0-1 0 0,-3 4 5 0,0-1 1 16,-3 3 0-16,3 0 0 0,-3 0-15 0,-3 3-2 0,0-3-1 0,-3 6 0 16,-3-1-17-16,3 0-4 0,-3 1-1 0,-3 2 0 15,1 0-9-15,-1 2-2 0,0-2 0 0,-6 3 0 16,3 0-8-16,3 2 0 0,-3 0 0 0,1 0-11 15,-1 3-18 1,0 0-4-16,3 3-1 0,3-1 0 16,0 4-84-16,0-1-17 0,0 0-3 0,3 3-570 0,0 0-113 15</inkml:trace>
  <inkml:trace contextRef="#ctx0" brushRef="#br0" timeOffset="74416.03">17555 15791 1767 0,'0'0'39'0,"0"0"8"0,0 0 1 0,-5 6 2 0,-1-4-40 0,0 1-10 15,0 0 0-15,3 2 0 0,-3-3 44 0,0 4 8 16,6-6 0-16,-6 5 1 0,3 0 7 0,-3 1 2 15,3-1 0-15,-3 0 0 0,3 3-33 0,-3-3-6 0,3 3-2 0,0 3 0 16,0-3-32 0,0 0-6-16,0 2-2 0,0 1 0 0,0 2 19 0,3 0 0 15,-3 3 0-15,3 0 0 0,0 3 0 0,0-3 0 16,0 5 0-16,0-3 0 0,0-2 0 0,3 3 0 0,0-3 0 0,0-1 0 16,0-1 0-16,0-1 0 0,3-2 0 0,-3 2 0 15,3-5 0-15,0 0 0 0,3-3 0 0,-3 3 0 16,6-3 0-16,-3-2 11 0,3-3-2 0,-1 0 0 15,1 0-9-15,3-3-9 0,0 1 9 0,0-6-13 16,0 2 13-16,3-2-11 0,-3-2 11 0,3-3-10 16,-4-1 10-16,-2 1 0 0,3-5 0 0,-3-1-8 15,0 1 8-15,0-4 9 0,-3-1-1 0,0 1-8 16,0 1 24-16,0 3-1 0,-3-4-1 0,0 4 0 16,-1-1 14-16,-2 4 4 0,-3-1 0 0,3 2 0 15,-6 1 19-15,3 0 4 0,-3 0 1 0,-2 0 0 16,-1 2 0-16,0-2 0 0,0 2 0 0,-3-2 0 15,3 2-56-15,-6 1-8 0,3-1 0 0,-6 3-10 16,0 0 10-16,0 0 16 0,0 3-4 0,-2 0-1 16,-1 2-11-16,0-2 8 0,-3 5-8 0,0 0 8 15,0 0-8-15,3 0 0 0,4 5 0 0,-4-2 0 0,0-1 0 0,6 4-14 16,-3-4 3-16,3 4 1 16,0-4-43-16,0 4-9 0,0-1-2 0,7-2-751 15,-4-1-150-15</inkml:trace>
  <inkml:trace contextRef="#ctx0" brushRef="#br0" timeOffset="75872.608">17737 11566 1556 0,'0'0'44'0,"0"0"10"0,0 0-43 0,-9 0-11 16,3-3 0-16,0 3 0 0,0 0 52 16,3 0 9-16,-3 3 2 0,0-1 0 15,0 1 17-15,0 2 3 0,1 1 1 0,-1 1 0 0,-3 1-40 0,3 0-8 16,-3 3-2-16,0 0 0 0,3 2-22 0,-6 0-4 15,3 0 0-15,0 3-8 0,0 0 0 0,3 0 0 16,-3 2 0-16,0 4 0 0,3-7 0 0,0 7 0 16,0-1 0-16,1 0 0 0,2 0 0 15,3-2 0-15,0 4-12 0,0-4 12 0,0-1-12 0,6 1 12 16,-4-3-13-16,7-3 5 0,-3 0 8 0,3 1-10 0,0-4 10 16,3-2-10-16,0 0-4 0,0-3-1 15,3-2 0-15,0 0 0 16,0-1-9-16,-1-4-3 0,1-1 0 0,0 0 0 0,0-2 37 0,-3 0 7 0,3-3 2 15,-3 0 0-15,0 0-31 0,-3-3-5 0,3-2-2 0,-1 0 0 16,-2-3 67-16,3-3 12 0,-3 1 4 16,0 2 0-16,0-2-12 0,0 2-1 0,-3-3-1 15,-3 3 0-15,3-2 1 0,-6 2 0 0,0 0 0 0,0 0 0 16,-3 0-19-16,-3 0-4 0,0 0-1 0,0 1 0 16,-3-1 14-16,0 0 3 0,-3 0 1 0,3 3 0 15,-3 0-29-15,4-1-7 0,-4 4-1 0,3-1 0 16,-3 3 0-16,0 3 0 0,-3 0 0 0,-3-1 0 15,3 4-8-15,0-1-17 0,1 3 4 0,-4 0 1 16,3 0-28-16,-3 0-4 16,0 3-2-16,0-1 0 0,3 1-122 0,3 0-24 0,-2-1-4 15</inkml:trace>
  <inkml:trace contextRef="#ctx0" brushRef="#br0" timeOffset="76719.703">17686 10483 1958 0,'0'0'43'0,"0"0"9"0,0 0 1 0,-6-2 3 0,6 2-45 0,-5 0-11 16,-1 0 0-16,-3 0 0 0,0 0 45 0,0 2 7 15,0-2 2-15,-3 6 0 0,0-4-16 0,0 4-3 16,0-1-1-16,-3 3 0 0,0 0-11 0,4 0-3 0,-1 2 0 16,-3 1 0-16,3 2-20 0,3 0 0 15,0 1 0-15,0 2 8 0,3-1-8 0,0 1 0 0,3 3 0 0,3-3 0 16,-3 2 0-16,3-2-10 0,3 3 10 0,3-6-10 15,0 0 10-15,0 0-13 16,6 1 5-16,-3-4 8 0,6-2-22 0,0 0 3 16,0 0 1-16,2-3 0 0,1-2-2 0,3-3-1 0,0 0 0 15,0-3 0-15,0 1 21 0,-1-4-9 0,-2 1 9 16,-3-3 0-16,3 0 0 0,-6 0 9 0,3-5 1 0,-3 2 0 16,3-2-10-16,-3 0 0 0,-4 0 0 0,4-1 0 15,-3 1 53-15,-3 0 9 0,3 0 2 0,-3-1 0 16,0 4-2-16,-3-3 0 0,0 2 0 0,0-2 0 15,0 2-13-15,-3-2-2 0,-3 0-1 0,3 2 0 16,-6 1-21-16,3-4-4 0,-3 4-1 0,0-1 0 16,0 3-20-16,-3-2 0 0,0 2 0 0,0-3 0 15,3 3 0-15,-2 0 0 0,-4 0 0 0,3 3 0 16,0 0 31-16,-3 2 1 0,-3 1 1 0,0-1 0 16,-3 3-33-16,0 3 0 0,1-3-10 0,-4 2 10 15,3 1-32-15,-3 2 2 0,3 0 0 0,0 1 0 16,0-4-74-16,4 6-14 0,-1-2-3 0,0-1-1 15,6 0-109-15,-3 3-21 0,-15 11-5 0,15-9-1 0</inkml:trace>
  <inkml:trace contextRef="#ctx0" brushRef="#br0" timeOffset="77504.797">17788 9351 1494 0,'0'0'32'0,"-6"-5"8"0,-3-1 43 0,3 4-75 0,3 2-8 16,-3-3 0-16,0 3 0 0,0 3 80 0,-3-3 15 15,0 2 2-15,0 1 1 0,0 0-36 0,0 2-7 16,0-2-2-16,-3 2 0 0,1 0-17 0,2 0-4 0,-3 3-1 0,0 0 0 15,0 0-9-15,0 3-2 0,0-1 0 0,0 4 0 16,0-1-4-16,0 3 0 0,3 0-1 0,1 2 0 16,2-2-15-16,0 3 8 0,3-1-8 0,0-2 0 15,0 0 0 1,3 0 0-16,0 0 0 0,3-3 0 0,3 0-23 0,0-2-1 0,3-1 0 0,-1-2 0 16,1 3 33-16,0-1 7 0,6-4 0 0,-3-1 1 15,3 0-17-15,3 1 0 0,3-4-8 0,-3 1 8 16,-1-3-10-16,1 0 10 0,-3-3-10 0,3-2 10 15,-3 0-12-15,0-1 12 0,0-2-13 0,0 3 5 16,-1-3 8-16,4-2 0 0,-3-1 0 0,0 0 0 16,0-2 48-16,-3 0 12 0,-3-3 3 0,3 0 0 15,-3 0-5-15,-3-2-1 0,0-1 0 0,-4-2 0 16,1 3-3-16,-3-1-1 0,0 1 0 0,-3-1 0 16,-2 0-17-16,-1 4-4 0,0-1-1 0,-3 0 0 15,-3 3-31-15,3-1-13 0,-3 4 1 0,0-3 0 0,0 2 34 16,0 3 7-16,-3 3 2 0,3-3 0 0,1 3-31 15,-1-1 0-15,0 4 0 0,-3 2 0 16,3 0-19-16,-3 0-9 0,-3 2-3 0,3 4 0 16,-3-4-26-16,4 3-6 0,-1 1-1 15,0 2 0-15,3 0-102 0,0 0-21 0,3-1-4 0,0 1-1 16</inkml:trace>
  <inkml:trace contextRef="#ctx0" brushRef="#br0" timeOffset="78253.472">17889 8438 1267 0,'0'0'28'0,"0"0"5"0,-3-5 2 0,0-3 1 0,0 0-36 15,0 3 0-15,3-1 0 0,-3 1 0 0,0 0 109 0,-3-1 15 16,3 1 4-16,-3 3 0 0,3-1-52 0,-3 3-9 15,0 0-3-15,-3 0 0 0,3 3 0 0,-3-1 0 0,3 1 0 0,1 2 0 16,-1 0-18-16,-3 3-4 0,3-2-1 16,0 2 0-16,-3 0-15 0,3 2-3 0,-3 1-1 0,3-1 0 15,0 3-22-15,0 3 9 0,0-2-9 0,3-1 0 16,0 0 0-16,3 0 0 0,0 1 0 0,0-4 0 16,3 3 0-16,0-2 0 0,3-1-10 0,-3 1 10 15,3-3 0-15,0 0-9 0,3-3 9 0,-3 1 0 16,3-1 0-16,0-3 0 0,0-2 10 0,3 0-2 15,-4-5-8-15,7 3-13 0,0-6 3 0,0 2 1 16,0-2 9-16,3 0 16 0,-3-2-4 0,3-1-1 16,2 1 17-16,-2-1 3 0,-3 1 1 0,3-1 0 15,-3 0 4-15,-3 1 0 0,0-1 1 0,-3-2 0 16,0 2 3-16,-3-2 0 0,-1-3 0 0,-5 3 0 16,3-3-7-16,-6 0-1 0,0-2 0 0,-2-1 0 15,-4-2-14-15,0 3-3 0,-3-1-1 0,-3 0 0 16,0 4-6-16,0-1 0 0,-6 3-8 0,3 2 12 15,1 0-38-15,-1 6-8 0,0-3-2 0,0 5 0 16,3 1 47-16,-3 2 9 0,3 0 1 0,0 2 1 16,4 1-110-16,-4 2-21 15,-3 1-5-15,-3 4-694 0,0 1-138 0</inkml:trace>
  <inkml:trace contextRef="#ctx0" brushRef="#br0" timeOffset="94508.001">18151 9229 1209 0,'0'0'26'16,"-6"3"6"-16,-3 0 0 0,3-3 4 0,-3 0-36 0,0 0 0 0,0-3 0 0,3 3 0 0,-3-3 73 16,3 3 8-16,0 0 2 0,-3 0 0 0,1-2-15 0,2 2-2 15,-6 0-1-15,3-3 0 0,0 0-2 0,0 3-1 16,-3-2 0-16,3 2 0 0,-3-3-10 0,0 3-1 16,0-3-1-16,-3 3 0 0,4-2-11 0,-4 2-3 0,0 0 0 0,-3-3 0 15,0 0-8-15,0 1-1 16,0-1-1-16,0 3 0 0,1-3-2 0,-4 1-1 0,-3-1 0 0,-3 3 0 15,0-2-1-15,1-1 0 0,-4 0 0 0,-3 1 0 16,3-1-8-16,1-2-2 16,-1 2 0-16,0-2 0 0,0-1-4 0,0 1 0 0,-2 0-8 0,-1 0 12 15,-3-1-3-15,-2 1-1 0,-1 0 0 0,-3-1 0 16,1 1-8-16,2 0 12 0,0 0-12 0,0 2 12 16,1-2-12-16,-4 2 0 0,0-2 0 0,-2-1 0 15,-1 1 16-15,0 0 0 0,1-1 1 0,-1 4 0 16,3-3-27-16,1 2-6 0,-4-5 0 0,-2 3-1 15,-1-1 32-15,0-2 6 0,1 3 2 0,-1 0 0 16,6 0-37-16,-2-1-7 0,-1 1-2 0,-3 0 0 16,1-1 39-16,-1-2 8 0,1 3 2 0,-4 0 0 15,6 0-42-15,1-1-8 16,-1 1-1-16,-3 0-1 0,1-3 42 0,-4 0 9 0,1 0 2 0,-7 3 0 16,9-3-43-16,-2 0-9 0,2 0-2 0,-5 0 0 0,-1 0 43 0,-3 3 9 15,1-1 2-15,-4-2 0 16,7 0-43-16,-4 3-9 0,4 0-2 0,-10-3 0 0,4 3 41 0,-1 2 8 15,1-2 2-15,-1-1 0 0,0 1-24 0,4 0 0 16,-4 2 0-16,-5 1 0 0,8-1-15 0,1 0-7 16,2 1-2-16,-2-1 0 0,-1 3 24 0,1 0 0 15,-1-3 0-15,-6 3 0 0,13-2 0 0,-4-1 0 16,10 3 0-16,-7 0 0 0,3 3 0 0,-2-3 10 0,2 0-1 16,-2 2 0-16,2 1-9 0,6 0-12 0,1-3 2 15,-1 2 1-15,3 1 9 0,-2 0 0 0,-1 2 0 0,-3 0 8 16,4 0-8-16,-1 1-8 0,3-4 8 0,1 4-12 15,2-4 12-15,0 4-12 0,6-1 12 16,-5 0-12-16,-1 0 12 0,0 1-12 0,0-1 12 0,1-2-12 16,2 2 12-16,0 3 0 15,0-3-9-15,1 0 9 0,2 1 0 0,3 2 0 0,0-3-9 16,-2 0 9-16,2 3 0 0,0-2 0 0,-3-1 0 0,1 0 0 16,-1 0 0-16,3 1 0 0,0-1 0 0,-3 0 0 15,4-2-8-15,2 5 8 0,0-3 0 0,-3 0 0 16,3 3 0-16,4-2 0 0,-1-1 0 0,-3 3 0 15,3-3 0-15,-3 3 0 0,0-3 0 0,1 3 0 16,-4-2 0-16,3-1 0 0,-3 0 0 0,0 1 0 16,4 1 0-16,-1-1 0 0,-3-1 0 0,0 3 0 15,6-3 12-15,1 3 8 0,-4-2 3 0,3-1 0 0,3 0-23 16,-3 3 0-16,-3-3 0 0,1 3 0 0,2-2-12 16,-3 2-8-16,3-3 0 0,-3 0-1 0,0 3 21 15,1-3 0-15,2 1 0 0,-3-1 0 0,0 0 12 0,0-2 8 16,4 2 0-16,-1-2 1 0,0 2-33 0,0 0-6 15,3-2-2-15,-3 2 0 0,1-2 20 16,-1 2 0-16,-3-2 0 0,0 2 0 0,0 0 0 0,3 1 0 16,-2-1 0-16,-1 0 0 15,0 1 0-15,0 2 0 0,0-6 0 0,1 6 0 0,2-3 0 0,3 1 0 16,0 2 0-16,0-3 0 0,3 3 0 0,-3 0 0 16,6 0 0-16,-2 0 0 0,2 2 0 0,-3-2 0 15,3 3 0-15,0-3 0 0,0 0 0 0,0 0 0 16,0 0 0-16,3 0 0 0,0 2 0 0,0-2 0 0,1 3 0 0,-1-3 0 15,3 5-8-15,0-5 8 0,0 2 0 0,3 1 0 16,0-3 0-16,0 2-8 0,0-2 8 0,3 3 0 16,0-3 0-16,3 2-8 0,0 1 8 15,0-3 0-15,0 0-8 0,3 0 8 0,0 0 0 0,3 0 0 16,0 0-9-16,-1 0 9 0,4-3 0 0,-3 3-9 16,3 0 9-16,0 0 0 0,-3-3-9 0,3 3 9 15,0 0-28-15,0 0 0 16,-3 0-1-16,3 0 0 0,-1 0 29 0,4 0 0 0,0 0 0 0,0-1 0 15,0 1 0-15,3 0 0 0,0 0 0 0,3 0 0 16,-1 0 12-16,1 0 9 0,3-3 2 0,0 3 0 16,3 0-23-16,-1 0 0 0,-2 0 0 0,3 0 0 15,-3-3 0-15,3 3 0 0,-4-2 0 0,4 2 0 16,0-1 0-16,3-1 0 0,-3 2 0 0,5 0 0 16,-2 0 0-16,3 0 0 0,0-1 0 0,-1 1 0 0,1 0 0 0,-6-2 0 15,3 2 0-15,-1-3 0 16,1 3 0-16,0-3 0 0,0 0 0 0,5 1 0 0,-2 2 0 0,0-3 0 15,3-2 0-15,-4 2 0 0,4 0 0 0,-3-2 0 16,-3 2 0-16,2 0 0 0,1 1 0 0,-3-1 0 16,6-2 0-16,-1 2 0 0,1-2 0 0,3-1 0 15,-1 1 0-15,1-3 0 0,-3 2 0 0,0 1 9 16,-4 0-9-16,4-3 0 0,3 2 8 0,-4 1-8 16,7-3 0-16,0 0 0 0,-1 0 0 0,-2 0 0 0,3-3 0 0,-1 3 0 15,-2 0 8-15,-3 3-8 0,6-3 0 0,-1 0 0 16,4 0 0-16,0 0 0 0,-4 0 0 15,7 0 0-15,-9 0 0 0,-1 0 0 16,4 3 8-16,-3-3-8 0,-1 2 0 0,4 1 0 16,-3 0 0-16,5-3 0 0,-2 2 0 0,-3-2 0 15,-1 3 0-15,1-3 0 0,-3 3 8 0,0 2-8 0,2-5 0 16,1 3 0-16,0-1 0 0,-1 1 0 0,1-3 0 0,3 2 0 16,-4 1 0-16,1-3 0 0,-3 3 0 0,-1-1 0 15,1 1 0-15,3 0 0 0,-3-3 0 0,2 5 0 16,1-5 0-16,0 3 0 0,2-3 0 0,-2 2 0 15,0 1 0-15,-4-3 0 0,4 5 0 0,0-2 0 16,0-3 0-16,-1 2 0 0,4-2 0 0,0 3 0 16,-1-3 8-16,-2 0-8 0,0 3 0 0,2-3 0 15,-2 0 0-15,0 0 8 0,2 0-8 0,1 0 0 0,0 2 8 16,2-2-8-16,-2 0 0 0,3 3 0 16,-4-3 9-16,-2 0-9 0,3 0 0 0,2 0 9 0,-2 0-9 15,0-3 0-15,5 3 0 0,-2 0 0 0,0 0 0 0,-1-2 0 16,-5 2 0-16,6 0 0 0,-4 0 0 0,4 0 0 15,-3-3 0-15,5 3 0 0,-2-3 0 16,0 3 8-16,-4 0-8 0,1 0 0 0,0 0 8 16,-1 0-8-16,-2-2 8 0,6 2-8 15,-1-3 8-15,-2 3-8 0,6-2 0 0,-7-1 8 0,1 3-8 0,0 0 0 16,-4-3 0-16,4 3 8 0,0-2-8 0,-1-1 0 16,1 0 0-16,0 1 0 0,-1-1 0 0,1 0 0 15,-3 1 0-15,-1-1 0 0,-2-2 0 0,3 2 8 16,-3 1-8-16,2-1 0 0,1-2 10 0,-3-1-10 15,-1 1 12-15,1-3-12 0,-3 3 10 0,-3-1-10 0,2 4 8 0,-2-3-8 16,-3-1 8-16,3 1-8 16,-1 0 0-16,4-1 8 0,-6 1-8 0,6 0 0 0,-4-3 9 0,1 3-9 15,-3-1 0-15,3 1 0 0,0 0 0 0,-4-1 8 16,-2-2-8-16,3 3 0 0,-3 0 8 0,0-3-8 16,2-3 0-16,-2 6 8 0,3-3-8 0,-3 3 0 15,0-6 0-15,2 6 9 0,-2-3-9 0,0 3 0 16,0-1 12-16,0 1-4 0,-1 0 0 0,1 0-8 15,-3-1 10-15,0-2-10 0,0 3 8 0,0 0-8 16,-1450-3 8-16,2896 0-8 0,-1446 0 0 0,-3 3 8 16,3-3-8-16,0 0 0 0,0 2 0 0,-4-1 0 15,1 1 0-15,3-2 0 0,-6 3 0 0,3-3 0 16,-3 3 8-16,-3-1-8 0,2-1 8 0,-2 1-8 16,0-2 11-16,-3 3-3 0,3-3-8 0,-6 3 12 0,3-1-1 15,-3-1-1-15,0-1 0 0,-3 0 0 16,3 2-1-16,-3-2 0 0,-3-2 0 0,0 2 0 0,0-3-1 0,0 1 0 15,0-1 0-15,-3 1 0 0,0-1-8 0,0-2 10 16,0 0-10-16,0-1 10 0,-3 1-10 0,-3 0 8 16,3 0-8-16,-3-3 8 0,0 3-8 0,-3-1 0 15,0 1 9-15,1 0-9 0,-4 0 0 0,3 2 0 16,-6 0 0-16,3 1 8 0,-3-1-8 0,0 1 0 16,-3-4 8-16,4 4-8 0,-4-1 0 0,0 1 0 15,0 2 0-15,0-3 8 0,3 3-8 0,-5 0 0 0,2 0 0 16,-6 0 0-16,3 3 0 0,-6 0 0 0,1-3 0 15,-4 3 0-15,0-1-18 0,0-2 2 0,1 3 0 16,-1 0 0 0,0-1-10-16,0 4-2 0,1-1 0 0,-1 3 0 15,-3-2-75-15,0 4-15 0,1-2-3 0,-4 5-1 16,6-2-85-16,-5 5-17 0</inkml:trace>
  <inkml:trace contextRef="#ctx0" brushRef="#br0" timeOffset="97739.999">18231 14987 1179 0,'-12'3'33'0,"6"-3"8"0,0 2-33 0,0 1-8 0,0-3 0 0,-2 3 0 15,-1-1 23-15,0 1 2 0,0-3 1 0,-6 2 0 16,3-2-13-16,0 3-2 0,-3-3-1 0,3 0 0 16,-6 0 43-16,3 0 9 0,1 0 2 0,-1-3 0 15,-3 1-12-15,3-1-3 0,0 1 0 0,-3-4 0 16,0 4-27-16,1-4-6 0,-1 1 0 0,0 0-1 16,0 2 17-16,0-2 4 0,-3-1 1 0,-3 1 0 15,4 0-18-15,-4 0-4 0,-3-1-1 0,0 4 0 16,0-4 6-16,1 4 0 0,-4-1 1 0,0 0 0 0,0-2 8 15,1 2 2-15,-4-2 0 0,3 3 0 0,3-4-5 16,-2 4-1-16,-1-4 0 0,0 4 0 16,3-1-1-16,-3 0-1 0,4 1 0 0,-4 2 0 0,6-6-23 0,-3 4 0 15,0-1 0-15,4-2 0 0,-4 2-19 0,3 1-1 16,0-1-1-16,-3-2 0 0,4 2 21 0,-4 0 0 16,0 1 0-16,-3-1 0 0,4 0 23 0,-4 3 9 15,0 0 1-15,0-2 1 0,0 2-9 0,1 0-1 16,-1-3-1-16,0 3 0 0,0-3-13 0,4 3-2 15,-1 0-8-15,-3-2 12 0,0 2 14 0,0 0 2 16,-2-3 1-16,-1 3 0 0,0-2-13 0,1 2-4 16,-1 0 0-16,-3-3 0 0,3 3-4 0,1-3-8 15,-1 3 11-15,-6-2-11 0,3 2 13 0,-2 0-4 0,-1-3-1 0,-3 3 0 16,1-3 1-16,2 1 0 0,-3 2 0 16,1-3 0-16,2 0-9 0,-3 3 8 0,-2-2-8 15,-4-1 8-15,3 0-8 0,1 3 0 0,-1-2 0 0,-3 2-11 16,7-3 22-16,-4 0 4 0,0 1 1 0,-2-1 0 15,2-2-8-15,1 2-8 0,-1-2 11 16,-3 0-11-16,4-1-11 0,2 1-9 16,0 0-1-16,1 0-1 0,-4-1 40 0,3-2 8 0,-2 0 2 0,2 0 0 15,0 0-45 1,1 3-9-16,2-3-2 0,-6 3 0 0,7 0 28 0,-1-3 0 0,-3 0 0 0,-2 0 0 16,5 0 0-16,-3 0 0 0,1 0 0 0,-1 0 0 15,3 0 0-15,0 0 0 0,4 0 0 0,-7 3 0 16,3-3 17-16,-2 3 9 0,2-1 2 0,-3 1 0 15,1-3-45-15,2 3-9 0,0-3-2 0,4 0 0 0,-1 3 28 16,0-1 0-16,-3 1 0 0,4 0 0 16,-4-3 14-16,3 5 8 0,-2-2 2 0,-1-3 0 0,3 3-39 0,-3-1-7 15,7-1-2-15,-4 1 0 0,0-2 38 0,1 3 7 16,-1-3 2-16,-6 3 0 0,6 0-37 0,1-1-7 16,-4-2-2-16,0 3 0 0,4 0 23 0,2-3 0 15,0 5 0-15,-3-5 0 0,4 3 14 0,-1 0 7 16,3-3 2-16,-6 2 0 0,4-2-23 0,-1 3 0 15,-3-5 0-15,3 4 0 0,1-2-16 0,2 0-5 16,0 3-1-16,-3 0 0 0,4-3 34 16,-1 3 6-16,-3-3 2 0,-3 2 0 0,4-2-20 0,-1 0 0 15,0 3 0-15,-2 0 0 0,-1-3-15 0,6 3-3 0,-3-1-1 16,1 1 0-16,2 0 31 0,0-1 5 0,-3-1 2 0,-2 4 0 16,2-2-19-16,0-1 0 0,0 1 0 0,-2 0 0 15,2-1-12-15,0 4-5 0,3-4-2 0,1 1 0 16,2 3 31-16,-3-4 5 0,0 4 2 0,1-1 0 15,-1 0-19-15,0 1 0 0,3-1 0 0,-6 0 0 16,7 3 0-16,-1 0 0 0,0-2 0 0,0 2 0 16,3-3-12-16,1 0-5 0,-1 1-2 0,0 2 0 15,3 0 29-15,0-3 6 0,1 3 0 0,-4 0 1 16,0 0-17-16,3 3 0 0,0-3 0 0,-3 2 0 16,1 1 0-16,2 2 0 0,-3-2 0 0,3 0 0 15,0 2-12-15,0 0-4 0,1 1 0 0,-1-1 0 0,0 3 16 16,3 2 0-16,3 1 0 0,-3 0 0 15,3-1 0-15,-2 1 0 0,-1 2 0 0,0 0 0 0,3 0 0 16,-3 1 0-16,0 1 0 0,0 4 0 0,1-3 0 16,2 2 0-16,0 1 0 0,0 2 10 0,0-2-10 15,0-1 0-15,3 1 0 0,0-1 0 0,3 1-12 0,0-1 12 16,4 1-12-16,-4-1 12 0,3-2-11 0,3 3 11 16,0-1-8-16,0 1 8 0,3-1 0 0,0 1-10 15,3-1 10-15,0 3 0 0,0 1-13 0,3-4 4 16,0 3 1-16,-1 0 0 0,7-2-1 0,-3 0 0 15,3-1 0-15,3 1 0 0,-3-4 9 0,6 1-13 16,-3-2 5-16,0-1 8 0,3 3-13 0,-1-6 5 16,1 3 8-16,0-2-13 0,0 2-7 0,-3-2 0 15,3 2-1-15,0-2 0 0,-1 2 21 0,4-5 0 16,-3 2 0-16,3 1 0 0,3-3 0 0,-3 0 0 0,2 2 10 16,1-2-10-16,0 0 0 0,0 0 0 15,3 0 0-15,-4 0 0 0,1 0 0 0,0 0 0 0,0-3-8 0,0 3 8 16,-3-5 0-16,2 2 0 0,1 1 0 0,3-1 0 15,-3 0 0-15,3-2-9 16,2 2 9-16,1-2 0 0,0-1 0 0,-3 1-8 0,2 0 8 16,4-1 0-16,-6 1 0 0,0-3 0 0,5 3 0 0,-2-3 0 15,-3 0 0-15,3 0 0 0,3 0 0 0,-1 2 8 16,1-2-8-16,0 0-8 0,-1 0 8 0,1 3-12 16,-3-3 12-16,0 0 0 0,0 2 0 0,-1-2 0 15,-2 3 0-15,0 0 0 0,3-1 0 0,-1 1 0 16,1-3 0-16,3 5 0 0,-3-5 0 0,2 3 0 15,1 0 0-15,0-1 0 0,-3-2 0 0,-1 3 0 16,-2 0 0-16,3-1 0 0,0-2 0 0,3 6 0 16,-1-6 0-16,1 2 0 0,0-2 0 0,-1 3 0 0,4-3 0 0,-3 0 0 15,3 0 8-15,-4 0-8 0,1 2 0 0,-3-2 0 16,6 3 0-16,-1 0-8 0,1-1 8 0,0-2 0 16,2 0 0-16,1 3 0 0,0-3 0 0,0 3 0 15,-7-1 0-15,4 1 0 0,0 0 0 0,-1-1 8 16,4 1-8-16,0 0 11 0,-3-1-11 0,5 1 0 15,-2-3-12-15,3 3 12 0,-4-3 0 16,1 2 0-16,-3 1 0 0,2-1 0 0,1 1 0 16,3-3 0-16,-1 3 0 0,4-3 0 0,-3 0 0 0,-1 2 0 15,4-2 0-15,-3 3 0 0,-4 0 0 0,1-3 0 16,6 2 0-16,-1 1 0 0,-2 0 0 0,0-3 0 0,2 0 0 16,-2 2 0-16,0 1 0 0,-3 0 0 0,2-1 0 0,1 3 0 15,0-2 0-15,-1 0 0 0,1-1 0 0,0 4 0 16,2-6 0-16,-5 2 0 0,3 1 0 0,-1 2 0 15,-2-2 0-15,0 2 0 0,2-2 0 0,1 0 0 16,3-1 0-16,-4 1 0 16,1-3 0-16,3 2 0 0,-7-2 0 0,4 3 0 0,0-3 0 0,2 3 0 15,-2-3 0-15,0 2 0 0,-1-4 0 0,4 2 0 16,-3 2 0-16,-4-2 0 0,1 3 0 0,3 0 0 16,-4-1 0-16,-2-2 0 0,3 3 8 0,3 0-8 15,-4-1 0-15,-2 4 0 0,3-4 0 0,-1 1 0 16,-5 2 0-16,3-2 0 0,-3 2 0 0,2-2 0 15,-2-1 0-15,0 4 0 0,-1-4 0 0,4 4 0 16,-3-4 0-16,0 1 0 0,2 2 0 0,-2-2 0 16,0 2 0-16,-3-2 0 0,-1-1 0 0,1 1 0 15,0 0 0-15,0-1 0 0,-1 1 0 0,4 0 0 0,-3 2 0 0,0-2 0 16,0-1 0-16,-1 1 0 0,1 2 0 0,-3-2 0 16,3-1 0-16,-4 1 8 0,1 0-8 0,0-1 0 15,0 1 0-15,0-3 0 0,-1 3 0 0,4-1 0 16,-3 1 0-16,3 0 0 0,-4-1 0 0,4 1 0 15,0 0 0-15,0 2 0 0,-6-2 0 0,2-1 0 16,1 1 0-16,-3 2 0 0,0-5 0 0,3 3 0 16,-4-1 0-16,4 1 0 0,0 0 0 0,0 2 0 15,0-2 0-15,-1-1 0 0,1 1 0 0,0-3 8 0,-3 3-8 16,2-3 12-16,-2 0-12 0,0 0 0 0,-3 0 0 0,3 0 0 16,-3 0 0-16,-1-3 0 0,1 3-12 0,0-3 12 15,0 1 0-15,0-1 0 0,0 0 0 0,2 1 0 16,-2-4 0-16,0 4 8 0,-3-4 2 15,3 1 0-15,-3 0-10 0,0 0 0 16,-4-1 0-16,4 1 8 0,-3-3-8 0,0 3-17 0,0-3 4 0,0 3 1 16,-3-3 60-16,0 0 13 0,0 0 3 0,-4-3 0 31,4 1-72-31,-3 2-15 0,3-6-2 0,-3 4-1 0,-3-1 42 0,3 1 8 0,-3-1 1 0,0-2 1 16,-3 2-26-16,0-2 0 0,0 0 0 0,-3 0 0 15,-3-3 0-15,0-3 0 0,0 3 0 0,-6-5 0 16,0 3 0-16,0-4 0 0,-3 4 0 0,0-3 0 15,-3 0 0-15,-2-1 0 0,-7-1 0 0,-3-1 0 16,0 0-34-16,-6 0-12 0,-5-5-2 0,-7 0-1081 16</inkml:trace>
  <inkml:trace contextRef="#ctx0" brushRef="#br0" timeOffset="100116.222">21863 15341 1497 0,'0'0'32'0,"0"0"8"0,0 0 0 0,0 0 4 0,-6-2-36 0,3-1-8 16,0 1 0-16,3 2 0 0,-6-6 104 0,6 6 20 0,-6 0 3 0,6 0 1 15,0 0-52-15,-6-2-9 0,6 2-3 0,-6 2 0 16,0 1-21-16,3 0-5 0,-3-1-1 0,3 3 0 15,-3 1-17-15,3-1-4 0,0 0-1 0,-3 3 0 16,3 0-3-16,0 3 0 16,0-1 0-16,-3 4 0 0,3 2-12 0,3-1-12 0,0 4 3 0,-3-1 0 15,6 1 9-15,-3-1 0 0,3 1 0 16,0 0 0-16,0-4-15 0,3 1 3 0,3-2 0 0,-3-1 0 31,3-5-24-31,0 0-5 0,0-6-1 0,3 1 0 0,0-3 42 0,0-5 0 0,2-1 13 0,1-2-3 16,0-2-10-16,0-3 0 0,3-1-10 0,0-2 10 15,0 1 0-15,0 1-9 0,-4-2 9 0,1 1 0 16,0-1 0-16,-3 3-8 0,0-1 8 0,0 4 0 16,-3-4 53-16,-3 4 16 0,0-1 3 0,-6 1 1 15,3 2-13-15,-6 0-4 0,0-3 0 0,0 3 0 16,-3-2-8-16,-3 2-1 0,0-3-1 0,-3 3 0 16,0-2-20-16,0 2-4 0,0 0-1 0,-2 0 0 15,-1 3-10-15,3-1-3 0,-3 4 0 0,0 2 0 0,3-3-8 16,-3 3-17-16,3 0 4 0,0 3 1 0,3-1 2 15,-2 4 1-15,-1-1 0 0,3 0 0 16,3 3-139-16,-3 0-28 0,3 0-6 0,3 3-552 16,-3-1-110-16</inkml:trace>
  <inkml:trace contextRef="#ctx0" brushRef="#br0" timeOffset="100659.436">21994 15942 1908 0,'0'0'42'0,"0"0"9"0,0 0 1 0,0 0 1 0,0 0-42 16,0 0-11-16,-6 5 0 0,3 3 0 0,0-2 76 0,0-1 14 15,0 3 2-15,0 0 1 0,0 2-23 0,3-2-5 16,-3 3-1-16,0 2 0 0,0-2-16 0,3 2-3 16,-3 0-1-16,0 0 0 0,3 1-31 0,-3 2-13 15,3-3 11-15,0 3-11 0,0-3 0 0,0 3 0 0,0-3 0 16,0-2 0-16,0 2 31 0,0 0 0 0,0-2 0 0,0 2 0 31,0-3-50-31,0 1-9 0,0 2-3 0,0-2 0 0,0-3 48 16,0 2 10-16,0 1 1 0,0-3 1 0,0 0-41 0,0 0-8 0,3-3-1 15,-3 3-1 1,0 0-39-16,3-3-8 0,-3-5-2 0,0 0 0 16,0 3-163-16,0-3-33 0</inkml:trace>
  <inkml:trace contextRef="#ctx0" brushRef="#br0" timeOffset="104874.707">21794 7882 1267 0,'0'0'28'0,"0"0"5"0,0 0 2 16,0 0 1-16,0 0-36 0,0 0 0 0,0 0 0 0,0 0 0 15,3-5 108-15,-3 5 16 0,0 0 2 0,0 0 1 0,0 0-50 0,0 0-9 16,0 0-3-16,0 0 0 0,0 0-1 0,0 0 0 15,0 0 0-15,0 0 0 0,0 5-1 0,3 3-1 16,-3 0 0-16,0 3 0 0,0-1-48 0,0 4-14 16,0-1 0-16,0 3 8 0,0 0-8 0,0-3 0 15,0 3 0-15,0 0 0 0,0 2 52 0,0 1 10 16,0-3 2-16,0 2 0 16,0 1-103-16,0-1-20 0,0 1-4 0,0-1-1 0,0 1 103 0,0-1 20 15,0 1 4-15,0-1 1 0,-3 1-52 16,3-3-12-16,0 0 0 0,-3 2 0 15,3-5-21-15,0 1-7 0,-3-1-2 0,3 0 0 0,0-2 48 0,-3-1 10 16,3-2 1-16,0 0 1 16,0 0-75-16,0 0-15 0,0-3-4 0,3-2 0 15,-3 2-102-15,0-5-21 0,0 0-4 0,0 0-692 0</inkml:trace>
  <inkml:trace contextRef="#ctx0" brushRef="#br0" timeOffset="105746.104">21821 9084 1552 0,'0'0'44'0,"0"0"10"0,0 0-43 0,0 0-11 0,0 0 0 0,-6-3 0 16,6 3 102-16,-6 0 18 0,0 0 4 0,0 0 1 16,0 3-43-16,0-1-9 0,0 1-1 0,0 0-1 15,-3 2-9-15,0 0-2 0,1 3 0 0,-1 3 0 16,0-1-48-16,-3 4-12 0,3 1 0 0,-3 1 0 15,3 0 0-15,0 0 0 0,0 0 0 0,0 0 0 0,3 0 0 0,0 0 0 16,0-3 0-16,3 3 0 0,0 0 0 0,3-3 0 16,0 0 0-16,3 3 0 15,0-6-23-15,3 4-7 0,-3-4-2 0,6 1 0 16,-3-1 0-16,6 1 0 0,0-3 0 0,0 0 0 0,0-3 32 0,3 1 0 16,0-4 0-16,-1 1 0 0,-2-3-10 0,3 0 10 15,-3-3-10-15,3-2 10 0,0-3 0 0,0 3 0 16,0-3 0-16,3-3 10 0,-4 1-10 0,1-1 0 0,0 3 0 0,0-3 0 15,0 1 36-15,-3-1 4 0,0-2 2 16,-3 2 0-16,-3-2 21 0,0 3 4 16,0-4 1-16,-6-1 0 0,3 1-13 0,-6-2-3 0,0 1 0 0,-3-4 0 15,0 0-19-15,-3 1-4 0,0-3-1 0,-3 2 0 16,0 1-20-16,-3 2-8 0,0 0 0 16,0 5 0-16,3 1 0 0,-2 2 0 0,-1 0 0 0,0 5 0 15,0 1 16-15,3 2-4 0,-3 2 0 0,0 1 0 31,3 0-32-31,-6 2-6 0,1 0-2 0,-1 3 0 16,3 0-44-16,-3 3-8 0,3 2-3 0,0-3-703 0,0 4-141 0</inkml:trace>
  <inkml:trace contextRef="#ctx0" brushRef="#br0" timeOffset="107240.137">21812 10285 1443 0,'0'0'32'0,"0"0"6"0,0 0 2 0,0-5 0 0,0 5-32 0,0-6-8 16,0 6 0-16,0 0 0 0,0 0 65 0,0 0 11 15,0 0 3-15,0 0 0 0,0 0 16 0,0 0 3 16,0 0 1-16,0 0 0 0,0 0-35 0,0 0-6 15,0 8-2-15,0 3 0 0,0 0-5 0,0-1-2 16,0 6 0-16,0 0 0 0,0 2-23 0,-3 4-5 16,3-4-1-16,-3 1 0 0,3 2-7 0,0-3-1 15,-3 1-1-15,3-1 0 0,-3 3-11 0,0 1 0 0,3-4 9 16,-3 1-9-16,0 2 0 0,3-3 0 0,-3 1 0 0,3-1 8 16,0 1-8-16,-3-1 0 0,3-2 0 0,0 3 8 15,3-3-8-15,-3-3 0 0,0 3 0 0,0-3 0 16,0-2 0-16,3-1-8 0,-3 1 8 0,0-1-12 31,3-2-26-31,0 0-6 0,0-2 0 0,-3-1-1 16,3 0-155-16,-3-5-32 0,0 0-5 0,0 3-2 0</inkml:trace>
  <inkml:trace contextRef="#ctx0" brushRef="#br0" timeOffset="107938.32">21833 11407 1267 0,'0'0'28'15,"0"0"5"-15,0 0 2 0,0 0 1 0,0 0-36 0,0 0 0 0,0 0 0 0,0 0 0 16,0 0 124-16,0 0 17 0,-6-3 4 0,6 3 1 0,0 0-52 0,0 0-10 16,0 0-3-16,0 0 0 0,0 0-24 15,0 0-5-15,0 0 0 0,0 0-1 0,0 0-7 0,0 0-2 16,0 0 0-16,-3 6 0 16,0-1-6-16,0 3 0 0,3 0-1 0,-3 2 0 0,3 1-17 0,-3 2-3 15,3 0-1-15,0 3 0 0,-3 3 1 0,3-1 0 16,0 3 0-16,0-2 0 0,0-1-15 0,3 4-15 15,-3-4 3-15,0 1 1 0,0-3 11 0,0 2 16 16,0-2-4-16,0 2-1 0,0-2-11 0,-3 0 0 16,3 0 0-16,-3-3 0 0,3 3 0 0,0-3-12 15,0 1 2-15,-3-4 1 0,3 1 9 0,0 2 12 0,0-5-2 16,0 3-1-16,0-3-9 0,0 2 0 0,0-2 0 16,0-3 0-1,0 1-51-15,0-6-12 0,0 5-2 0,0-5-1 16,0 0-27-16,0 0-6 0,0 0-1 0,0 0-554 0,0 0-111 0</inkml:trace>
  <inkml:trace contextRef="#ctx0" brushRef="#br0" timeOffset="108891.544">21836 12616 1515 0,'0'0'33'0,"0"0"7"0,0 0 2 0,0 0 1 0,0 0-35 0,0 0-8 0,0 0 0 0,0 0 0 15,0 0 81-15,0 0 15 0,0 0 2 0,0 0 1 16,0 0-15-16,0 0-2 0,0 0-1 0,0 0 0 15,0 0-8-15,0 0-1 0,0 8-1 0,0 0 0 16,0 0-6-16,-3 5-1 0,3 0 0 0,0 1 0 16,-3 4-51-16,3 1-13 0,-3 2 0 0,0 0 0 15,3 3 0-15,-3 0 0 0,3-3 0 0,-3 3 0 16,3-6 0-16,-3 3 0 0,0-2 0 0,3-1 0 16,-3 1 0-16,0-3 0 0,3 2 0 0,-3-2 0 15,3-3 8-15,-3 1-8 0,0 1 11 0,3-1-11 16,-3-1 0-16,3-2 0 0,0 2 0 0,-3-3-12 15,3-2 12-15,0 3 0 0,0-3 12 0,0-3-12 16,0 3 0-16,3-3-16 0,-3 1 2 0,3-1 0 16,-3-5-34-16,0 5-8 0,0-5 0 15,3 3-1-15,-3-3-107 0,0 0-22 0,0 0-4 0,0 0-693 16</inkml:trace>
  <inkml:trace contextRef="#ctx0" brushRef="#br0" timeOffset="109500.121">21824 13865 1314 0,'0'0'37'0,"0"0"8"0,0 0-36 0,0 0-9 15,0 0 0-15,0 0 0 0,0 0 104 16,0 0 20-16,0 0 3 0,0 0 1 0,0 0-57 0,0 0-11 15,0 0-3-15,0 0 0 0,0 5 11 0,0 3 3 16,0 0 0-16,0 0 0 0,0 5-6 0,0 1-1 16,0 1 0-16,3 4 0 0,-3 2 0 0,0 0 0 15,0 3 0-15,3 3 0 0,-3-4-51 0,0 1-13 16,0 0 0-16,-3 0 0 0,3 0 0 0,0-1 0 0,-3 1 0 16,3-3 0-16,0 3 0 0,0-3 0 0,0 1 0 0,0 1 0 15,0-1 0-15,0-4 0 0,0 1 0 0,0-1 0 16,0-2 0-16,3-3 0 0,-3-2 0 0,0 2 0 15,3-5 0-15,-3 0 0 0,0-3 0 16,3 1 0 0,-3-6-48-16,0 0-13 0,3 5-3 0,-3-5-682 15,0 0-137-15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2:34:58.2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11555 7276 1164 0,'0'0'32'0,"0"0"9"0,0 0-33 0,0 0-8 0,0 0 0 0,0 0 0 16,0 0 94-16,0 0 17 0,0 0 3 0,0 0 1 15,-9 3-34-15,9-3-6 0,0 0-2 0,-6 0 0 16,6 0-20-16,0 0-4 0,0 0-1 0,-6 0 0 16,6 0-5-16,-9 0-2 0,9 0 0 0,-6 0 0 15,0 3-8-15,0-1-1 0,-3 1-1 0,3 0 0 16,-3-1-13-16,0 1-2 0,0 2-1 0,0 1 0 16,0-1-34-16,1 0-6 0,-1 0-2 15,0 3 0-15,0 0 27 0,3 0 0 0,-3 0 0 0,3 3 0 16,0-1 0-16,0-2 0 0,3 0 0 0,0 3 0 15,0-3 0-15,3 2 0 0,-3-2 0 0,6 0 0 16,-3 0 16-16,3-3 8 0,3 1 1 0,0-1 1 0,0-2-26 16,0-1-12-16,3 1 0 0,0 0 1 0,3-3-3 15,-3-3-1-15,2 0 0 0,4 1 0 0,-3-4 15 16,3-2 12-16,0 6-3 0,-3-6 0 0,3 0-9 16,-3 3 0-16,0-3 0 0,-3 0 0 0,2 0 22 15,-2 3-1-15,-3-3 0 0,3 0 0 0,-3-3 7 0,-3 3 0 16,0 0 1-16,0 0 0 0,0-2-6 0,-3-1-2 15,0 1 0-15,-3-1 0 0,0-2-9 16,0 2-3-16,0 1 0 0,-3-1 0 0,0 3-9 0,0 0 12 16,-3 3-12-16,1 0 12 0,-1-1-12 0,0 1 0 15,-3 2 0-15,0 3 0 16,0 0-24-16,0 0-8 0,-3 3 0 0,0 2-1 16,6 1-127-16,-3-4-24 0,3 6-6 0,-2-3-1 0</inkml:trace>
  <inkml:trace contextRef="#ctx0" brushRef="#br0" timeOffset="610.221">12489 7314 1382 0,'0'0'30'0,"0"0"6"0,0 0 2 0,0 0 2 0,0 0-32 0,0 0-8 0,0 0 0 0,0 0 0 16,0 0 88-16,0 0 16 0,0 0 3 0,0 0 1 15,0 0-35-15,0 0-6 0,0 0-2 0,0 0 0 16,0 0-17-16,-6 5-4 0,0 0-1 0,3 0 0 16,-3 1-15-16,3 2-2 0,-2 0-1 0,2 0 0 15,-3-1-16-15,3 7-9 0,0-4 10 0,0 4-10 16,0-1 9-16,0 3-9 0,-3-3 8 0,3 3-8 15,3 0 9-15,-3-3-9 0,0 3 10 0,0 0-10 16,0-3 12-16,0 0-3 0,0-2-1 0,0 2 0 16,3 0-8-16,-3-2 12 0,0-3-12 0,0 2 12 15,3-2-12-15,-3 0 0 0,3-3 0 0,-3 3 0 16,3-2-95-16,0-6-17 0,0 5-4 16</inkml:trace>
  <inkml:trace contextRef="#ctx0" brushRef="#br0" timeOffset="8424.25">6119 5996 1497 0,'0'0'32'0,"0"-8"8"0,0 0 0 0,0 0 4 0,0-3-36 0,-3-2-8 0,3 0 0 0,-3 2 0 0,3-2 53 16,-3 3 9-16,3-1 2 0,-3 3 0 15,0 0 51-15,3 3 10 0,-3 0 3 0,3 5 0 16,0 0-52-16,0 0-9 0,0 0-3 0,0 0 0 0,-5 2 0 0,-1 6 0 15,0 3 0-15,3-1 0 0,0 6-51 0,0 0-13 16,0 0 0-16,0 2 0 0,0 1 0 0,3 2 0 16,-3 0 0-16,3 0 0 0,-3-2-13 0,3 2-6 15,0 0-1-15,0 0 0 0,0 3 20 0,0-3 0 16,0 3 0-16,0-3 0 0,0 3 12 0,3-3 7 16,-3 1 1-16,0-1 0 15,0-5-68-15,3 0-12 0,-3-1-4 0,0-1 0 16,3-4-74-16,-3 1-15 0,3-3-3 0,-3 2-763 15</inkml:trace>
  <inkml:trace contextRef="#ctx0" brushRef="#br0" timeOffset="9042.556">7896 5813 1544 0,'0'0'34'0,"0"-5"7"0,-3 0 2 0,0-1 0 0,3 1-35 0,0 5-8 0,-3-5 0 0,3 5 0 16,0 0 88-16,-3-5 16 0,3 5 4 0,0 0 0 15,0 0-40-15,0 0-7 0,0 0-1 0,0 0-1 16,-5 5-26-16,-1 3-5 0,3 5 0 0,-3 3-1 16,0 5-8-16,0 3-2 0,0 2 0 0,0 1 0 15,0-1-8-15,-3 1-1 0,3-1-8 0,0-2 12 16,0 2-12-16,0-2 0 0,3 3 0 0,-3 2 0 16,3 0 0-16,0 3 0 0,3-3 0 0,-3 2 0 15,0-1-15-15,3-7-9 0,0 1-1 16,-3-5-1-1,3-1-27-15,0-2-6 0,-3 0-1 0,3-5-567 0,0-1-113 0</inkml:trace>
  <inkml:trace contextRef="#ctx0" brushRef="#br0" timeOffset="9425.226">7572 6292 1317 0,'0'0'37'0,"0"0"9"0,-6 3-37 0,6-3-9 0,0 0 0 0,0 0 0 16,0 0 104-16,0 8 18 0,0-8 4 0,0 5 1 15,0-5-51-15,3 5-9 0,-3-5-3 0,3 6 0 16,0 2 0-16,0-3 0 0,3 0 0 0,-3 0 0 16,3 3 0-16,-3-2 0 0,3-1 0 0,0 3 0 15,-3 0-56-15,3 0-8 0,0 0 0 0,-1 0-12 16,1 0 12-16,0-3 0 0,3 3 0 0,0-3 0 15,0 0 0-15,3-2 10 0,-3 0-10 0,3-1 8 16,-3 1-8-16,3-3 0 0,0 0-12 0,3 0 12 16,-4-5 0-16,1 2 0 0,3-2 0 0,0 2 0 15,0-5 0-15,3 0 0 0,0-2 0 0,0-1 0 16,-1-2 0-16,4 0 0 0,0-6 0 0,-3 1 0 16,3 2 0-16,-3-5 0 0,0 2 0 0,-1-2 12 15,-2 2-61-15,0 1-12 0,-3-3-3 0,0 2 0 16,0 3-12-16,0 0-4 0,0 3 0 0,-6 0-520 15,0 0-105-15</inkml:trace>
  <inkml:trace contextRef="#ctx0" brushRef="#br0" timeOffset="10197.131">5759 6178 1138 0,'0'0'32'0,"0"0"8"0,0 0-32 0,0 0-8 0,0 0 0 0,0 0 0 16,0 0 94-16,0 0 18 0,0 0 3 0,0 0 1 16,0 0-46-16,0 0-9 0,0 0-1 0,3 6-1 15,-3-6 21-15,3 8 5 0,0-3 1 0,0 0 0 16,0 3-46-16,0-3-10 0,0 3-2 0,0 0 0 16,0 3-11-16,3-3-2 0,-3 2-1 0,3 4 0 15,0-1-14-15,0-3 0 0,3 4 0 0,0-4 0 16,0 4 0-16,-1-4 0 0,1 1 0 15,0-3 0-15,6 0 0 0,-6 0 0 0,3-3 0 0,-3 0 0 16,3-2 0-16,0 2 0 0,0-2 0 0,0 2 0 16,-3-5 0-16,-1 3 0 0,4-3 0 0,-3 0 0 15,0 0 0-15,0 0 0 0,0-3 0 0,0 0 0 16,0-2 0-16,3 0 0 0,-3-1 0 0,3-1 0 16,0-1 0-16,2 0 0 0,1-3 0 0,0-2 0 15,3 0 0-15,-3-1 0 0,6-4 0 0,0 2 0 16,-3-3-8-16,2 4-5 0,1-1-1 0,-3 2 0 15,3-1-29 1,-3 1-5-16,0 4-2 0,-1-3 0 0,-2 5-23 0,0-3-5 16,-3 3-1-16,-3 0 0 0</inkml:trace>
  <inkml:trace contextRef="#ctx0" brushRef="#br0" timeOffset="11830.501">14811 7321 1735 0,'0'0'38'0,"0"0"8"0,0 0 2 0,0 0 0 0,0 0-38 0,0 0-10 0,0 0 0 0,0 0 0 15,0 0 69-15,0 0 12 0,0 0 3 0,-6 0 0 16,6 0-23-16,0 0-4 0,-6 3-1 0,0 2 0 16,3 1-22-16,0 2-5 0,0 0-1 0,0 2 0 15,-3 3-8-15,3 1-1 0,0 4-1 0,-3 3 0 0,3 0-4 0,-3 3-1 16,1 5 0-16,-1-2 0 0,0-3-13 0,0-3 8 16,0 3-8-16,0-3 0 0,0 0 0 0,0-2-13 15,0-1 1-15,3-2 0 0,-3-3 21 0,0 3 5 16,3-3 1-16,-3-2 0 15,3 2-24-15,0-2-5 0,0-1-1 0,3 1 0 0,-3-3 15 16,3-3 0-16,0 3 0 0,0-3 0 16,0-5-208-16,0 0-38 0,12-5-8 0,0-3-565 0</inkml:trace>
  <inkml:trace contextRef="#ctx0" brushRef="#br0" timeOffset="12373.129">15478 7382 1497 0,'0'0'32'0,"0"0"8"0,0 0 0 0,0 0 4 0,0 0-36 0,0 0-8 16,0 0 0-16,0 0 0 0,0 0 104 0,0 0 20 15,0 0 3-15,0 0 1 0,0 0-51 0,0 0-9 16,0 0-3-16,0 0 0 0,-3 8-21 0,0-2-5 0,-3 2-1 0,3 2 0 16,0 1-11-16,-3 2-3 0,3 3 0 0,0 0 0 15,-3 5-7-15,3-3-1 0,0 1-1 0,0 5 0 16,0-6-23-16,-3 1-5 15,3-1-1-15,0 1 0 0,0-3 14 0,3 2 0 16,-3-2 0-16,0-3 0 0,0 1 0 0,3-1 0 0,-3 0 0 0,0 0 0 16,0-2 14-16,3-1 6 0,0 1 0 0,-3 0 1 15,3-4-37-15,0 1-7 0,0 0-1 0,0 0-1 16,3-2-45 0,0-4-9-16,-3-2-1 0,3 3-584 0,3-3-117 0</inkml:trace>
  <inkml:trace contextRef="#ctx0" brushRef="#br0" timeOffset="18247.09">18130 7308 1728 0,'0'0'38'0,"0"0"8"0,0 0 2 0,-6 3 0 0,0 0-39 0,-3-3-9 0,3 2 0 0,0-2 0 0,0 3 53 0,0-1 9 16,0-2 2-16,-3 3 0 0,3 0 0 0,1-1 0 16,-4-2 0-16,0 3 0 0,3 0 0 0,-3-1 0 0,3 4 0 0,-3-1 0 15,3-2-52-15,-3 2-12 0,3 0 0 0,-3 0 0 16,3 3 0-16,0 0 0 0,0 0 0 0,-3 0 0 16,3 5 0-16,0 1 0 15,0-4 0-15,1 3 0 0,2 1 16 0,0 2 1 16,0-3 0-16,3 0 0 0,-3 0-27 0,3 1-6 15,3-4 0-15,-3 1-1 0,3-1 17 0,0 1 0 0,3-6 0 16,-1 3 0-16,1 0 0 0,3-5 0 0,0 2 0 16,0-2 0-16,3-3 0 0,0 0 0 0,3 0 0 0,-3 0 0 15,3-3 0-15,0-2 0 0,2-1 0 0,-2 1 0 16,0-6 0-16,0 4 0 0,0-4 0 0,0-2 0 16,0 0 0-16,-6-1 0 0,3-2 0 0,-4 1 0 15,1-4 48-15,-3 0 12 0,0-2 4 0,0 3 0 16,-3-3-52-16,0 2-12 0,0 1 0 0,-3-1 0 15,-3 3 54-15,0 0 8 0,0 0 2 0,-3 1 0 16,0 1-52-16,0 4-12 0,-3 2 0 0,-2 0 0 16,-1 0 0-16,-3 0 0 0,-3 5 0 0,-3-2 0 15,3 2-48-15,-6 3-13 16,4 0-3-16,-4 0 0 0,3 0-63 16,0 3-13-16,3 0-2 0,0 2-893 0</inkml:trace>
  <inkml:trace contextRef="#ctx0" brushRef="#br0" timeOffset="19011.608">19124 7335 1314 0,'0'0'37'0,"0"0"8"0,-6 2-36 0,0-2-9 15,0 0 0-15,-3 3 0 0,3 0 53 0,0-1 9 0,-2 4 2 0,2-4 0 16,0 4 0-16,0-1 0 0,0 0 0 16,0 6 0-16,0-3-52 0,0 2-12 0,0 3 0 0,3 1 0 15,-3-1 0-15,0 3 0 16,3 0 0-16,0 0 0 0,0-3 0 0,0 3 0 15,3 0 0-15,-3-3 0 0,3 0 0 0,0-2 0 16,0-1 0-16,0 1 0 0,3-3 0 0,0 0 0 0,0 0 0 0,3-3 0 16,-3 0 0-16,3 0 0 0,0 1 0 0,0-4 0 15,0 1 0-15,3-3 0 0,0 0 0 0,0 0 0 16,2-3 53-16,-2 3 8 0,3-2 2 0,3-4 0 16,0 1-11-16,0-3-1 0,0 0-1 0,0 0 0 15,0-2-5-15,2-4-1 0,-2 4 0 0,-3-6 0 16,0 3-10-16,0-3-2 0,-3 3-1 0,0-3 0 15,-3-3 29-15,0 3 7 0,-3 1 1 0,0-1 0 16,-3 2-68-16,0 1 0 0,-3 0 0 0,-3 2-12 16,0 1 20-16,-3-1 5 0,0 3 1 0,-3 0 0 15,0 3-14-15,-3 0 0 0,0-1 0 0,-2 4 0 16,2-1-24-16,-3 3-10 0,0 0-2 0,0 0-1 16,-3 3-151-16,-2-1-31 0,-31-2-5 0,15 8-2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2:37:08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18996 7647 1552 0,'0'0'44'0,"0"0"10"0,0 0-43 0,0 0-11 16,0 0 0-16,-3 8 0 0,0 0 88 0,0 2 16 0,0 1 4 16,0 2 0-16,0 3-20 0,3 0-3 15,-3 2-1-15,3 6 0 0,-3 0-16 0,3 5-3 0,0 0-1 0,-3 6 0 16,3-4-51-16,-3 4-13 0,0-1 0 0,0 3 0 15,0-2 16-15,-2-1 1 0,-1 1 0 0,-3 4 0 16,3 1-17-16,-3 0 0 0,0-3 0 0,0 0 0 16,0 0 0-16,0-3-22 0,0-5 3 0,0 3 1 31,0-3-37-31,-3-2-7 0,3-4-2 0,3-1-947 0</inkml:trace>
  <inkml:trace contextRef="#ctx0" brushRef="#br0" timeOffset="358.594">18907 7848 2419 0,'-3'-3'53'0,"-3"-5"11"0,0-2 3 0,0 2 1 0,3-3-55 0,0 3-13 0,0 0 0 0,0 3 0 0,3-3 54 15,0 3 8-15,0-3 2 0,3 5 0 0,3-2 0 0,0 2 0 16,6 1 0-16,-3-1 0 0,3 0-52 0,0 1-12 15,0 2 0-15,-1-3 0 0,1 3 0 0,3 0 0 16,0-2 0-16,3 2 0 0,0 0 0 0,3 0 0 16,0 2 0-16,2 1 0 0,1 2 23 0,0 3 1 15,0 0 1-15,-3 3 0 0,2 2-25 16,-5 3 0-16,0 0 0 0,-3 2 0 0,-3-2-24 0,0 5 2 16,-6-2 1-16,0 2 0 0,-3-3 21 0,-6 1 0 15,0-1 0-15,-3 4 0 0,-3-7 0 0,-3 4 0 16,-3-3 0-16,-6 0 0 15,3-3-31-15,-5 0-1 0,-1 0-1 0,3-2 0 16,-3 0 1-16,3-1 1 0,3-2 0 0,1 0 0 0,2-3 31 0,0 1 0 0,3-4 0 16,3-2 0-1,0-2-239-15,0-4-41 0,-6-12-9 0,12 2-2 0</inkml:trace>
  <inkml:trace contextRef="#ctx0" brushRef="#br0" timeOffset="747.461">19684 7848 1792 0,'0'0'51'0,"0"0"10"0,0 0-49 0,0 0-12 0,-6 3 0 0,0-1 0 15,0 1 105-15,-3 2 19 0,3 1 3 0,-3-1 1 16,-3 0-52-16,3 3-9 0,0 0-3 0,0 3 0 16,0-1 0-16,1 1 0 0,2-1 0 0,-3 4 0 15,3-1-51-15,0 3-13 0,0-6 0 0,0 6 0 16,3-3-8-16,0 1-5 0,0-1-1 0,3 0 0 0,3 0 14 15,0 1 0-15,0-1 0 0,3-3 0 16,0 1 0-16,3 0 18 0,3-4-2 0,-1 1-1 0,4 0-15 0,0-2 0 16,3-1 0-16,0-2 0 0,0-1 0 0,3-2 0 15,-1 0 0-15,-2-2 0 0,0-4 0 0,-3 1 0 16,3-3 0-16,-3 0 0 0,-3 0 54 0,3-2 8 16,-3-1 2-16,-1 0 0 0,1-2-52 0,-3 0-12 15,-3 0 0-15,3-1 0 0,-6-1 56 0,0-4 9 0,0-2 2 16,-3 0 0-16,0 0-56 0,-3-1-11 0,-3-1 0 15,0 1 0-15,-3 4 0 0,0 2 0 0,-3 0 0 0,1 3 0 16,-4 2 0-16,0 1 0 0,-3-1 0 0,-3 6 0 31,0-3-108-31,-6 5-16 0,1 1-3 0,2 2-717 0,-3-3-144 16</inkml:trace>
  <inkml:trace contextRef="#ctx0" brushRef="#br0" timeOffset="1263.004">20467 7816 1792 0,'0'0'51'0,"0"0"10"0,0 0-49 0,0 0-12 15,0 0 0-15,-6-5 0 0,3 2 132 0,-3 1 24 16,0-1 5-16,0 0 1 16,-3 1-69-16,-3-1-13 0,0 3-4 0,-3 0 0 0,-3 0-37 0,0 0-8 15,1 3-2-15,-1 2 0 0,-3-2-10 0,3 2-3 16,0 3 0-16,0-3 0 0,3 3-8 0,4 0-8 0,-1 0 12 15,3 3-12-15,0-1 0 0,3 1 0 16,0 2 0-16,0 0 0 0,6 0 0 0,0 1 0 16,0 2 0-16,6-3-12 0,0 3 12 0,3-3-11 0,0 0 11 0,3 3-10 15,2-3 10-15,4 3 0 0,0-5 0 0,6 2-8 16,-3-2 8-16,3 2 0 0,-1-5 0 0,1 5 0 16,-3-5 11-16,-3 2-3 0,-3-2 0 15,-3 3 0-15,0 0 5 0,-3-4 1 0,-6 4 0 0,0-3 0 16,0 3 4-16,-6-3 1 0,0 2 0 0,-6 1 0 15,0-1 1-15,-6 1 1 0,0-1 0 0,-3 1 0 16,-3 0-1-16,-3 2-1 0,1-3 0 0,-1 1 0 16,0 0 5-16,0-3 0 0,0 2 1 0,4-2 0 15,-4 0-25-15,3 0 0 0,-6 0 0 0,3 0 0 16,3 0-46-16,1-3-14 0,-1 0-4 16,0-2 0-16,0-3-128 15,6 3-27-15</inkml:trace>
  <inkml:trace contextRef="#ctx0" brushRef="#br0" timeOffset="22212.595">11058 14693 1486 0,'0'0'32'0,"0"0"8"0,0 0 0 0,0 0 3 0,0 0-35 0,0 0-8 16,0 0 0-16,3 3 0 0,2 0 72 0,1-1 12 16,0 1 2-16,0-1 1 0,0 1-19 0,3 0-3 15,0-1-1-15,0 4 0 16,0-4-14-16,3 1-3 0,0 0-1 0,0-1 0 0,3 1-18 0,-3 0-3 16,2-1-1-16,1-2 0 15,3 0-40-15,-3 3-8 0,-3-3-1 0,3 0-1 0,0 0 26 0,-3 0 0 0,2 0 0 16,-2 0 0-16,3-3 0 0,0 3 0 0,0 0 0 0,0 0 0 15,-3 0 0-15,3 0 14 0,-3 3-2 0,0-3 0 32,-4 3-74-32,1-3-15 0,0 2-3 0,-3-2-832 0</inkml:trace>
  <inkml:trace contextRef="#ctx0" brushRef="#br0" timeOffset="22481.542">11090 15101 1958 0,'0'0'43'0,"0"0"9"0,0 0 1 0,6 2 3 0,3-2-45 0,0 0-11 0,0 0 0 0,3-2 0 15,0-1 53-15,3 3 9 0,0-3 2 0,-1 1 0 16,4-1-52-16,-3 3-12 0,3-5 0 0,-3 2 0 0,6 1 29 0,-6-1 3 15,3 0 1-15,-1 1 0 0,1-1-25 0,0 0-8 16,3-2 0-16,0 2 0 0,3 1 0 0,-4-1-16 16,4 0 2-16,3 1 0 15,0-1-108-15,-3 1-22 0,5-1-4 16</inkml:trace>
  <inkml:trace contextRef="#ctx0" brushRef="#br0" timeOffset="23127.934">12492 14582 1508 0,'0'0'33'0,"0"0"7"0,0 0 2 0,0 0 0 0,0 0-34 0,0 0-8 0,0 0 0 0,0 0 0 16,0 0 92-16,0 0 16 15,0 0 3-15,0 0 1 0,0 0-27 0,0 0-5 16,0 0 0-16,0 0-1 0,0 0-19 0,0 0-3 0,0 0-1 0,0 0 0 15,0 8-10-15,0-3-2 0,-3 3-1 0,3 0 0 16,0 0-13-16,-3 5-2 0,3-2-1 0,-3 2 0 16,3 3-1-16,-3 3 0 0,0 2 0 0,0 0 0 15,3 5 10-15,-3 1 1 0,0-1 1 16,-3 6 0-16,1-3-49 0,2 0-9 0,-3 0-3 16,0 3 0-16,0 0 23 0,0 0 0 0,3 2 0 15,-3 6 0-15,3-3 8 0,0 2-8 0,0-2 0 0,0 1 8 16,0-9-8-16,3 0 0 0,-3-3 0 15,3 1 0-15,0-6 0 0,0 0 0 0,0-2 0 0,0 2-11 32,0-3-12-32,3 1-2 0,-3-6-1 0,0 3 0 15,3-3-30-15,-3-2-7 0,3-3-1 0,-3 0 0 16,0-3-118-16,3 0-24 0,-3-5-5 0</inkml:trace>
  <inkml:trace contextRef="#ctx0" brushRef="#br0" timeOffset="24300.71">12492 14590 682 0,'0'0'19'0,"0"0"5"0,0 0-24 0,0 0 0 0,0 0 0 0,0 0 0 16,0 0 56-16,6-3 7 0,-3 1 1 0,-3 2 0 16,0 0-19-16,0 0-3 0,6-3-1 0,-6 3 0 0,0 0-3 0,0 0-1 15,3 0 0-15,-3 0 0 0,0 0-4 0,6-3-1 16,-6 3 0-16,0 0 0 0,0 0 8 15,0 0 2-15,0 0 0 0,0 0 0 0,0 0-5 16,3-2-1-16,-3 2 0 0,0 0 0 16,0 0-6-16,0 0-2 0,6-3 0 0,-3 3 0 0,-3 0-8 15,6-2-3-15,-6 2 0 0,3 0 0 0,3 0-17 0,0 0 0 16,0 0 0-16,0 0 0 0,0 0 30 0,0 0 2 16,0 0 1-16,0 0 0 0,2 0-22 0,-2-3-11 15,3 3 10-15,0-3-10 0,0 3 13 0,0 0-3 16,3 0-1-16,0-2 0 0,0 2-9 0,0-3 0 0,0 3 0 15,0 0 0-15,2 0 0 0,1 0 0 16,-3-3 0-16,3 3 0 0,0 0 0 0,-3 0 0 0,3 0 0 0,0 0 0 16,-3 0 0-16,0 0 0 0,-1 0 0 15,1 0 0-15,0 0 0 0,-3 0 0 0,-3 0 0 16,3 0 0-16,-3 3 0 0,3-3 0 0,-3 0 0 0,0 3 0 16,-3-3 0-16,3 0 0 0,0 2 0 15,-3-2 0-15,3 0 0 0,-6 0 8 0,6 0-8 0,0 3 0 16,-1-3 0-16,-5 0 0 0,3 3 0 0,3-3 0 15,-6 0 0-15,6 0 0 0,-3 0 0 0,-3 0 0 16,6 0 9-16,-6 0-9 0,6 2 10 0,-6-2-10 16,6 0 22-16,-6 0-2 0,0 0 0 0,0 0 0 15,6 3 7-15,-6-3 1 0,6 2 0 0,-6-2 0 16,0 0-5-16,6 3-1 0,-6-3 0 0,0 0 0 16,3 3 3-16,-3-3 1 0,0 0 0 0,3 2 0 15,-3-2-6-15,0 0 0 0,3 6-1 0,-3-6 0 16,3 5 1-16,-3 3 0 0,3-3 0 0,-3 3 0 15,0-3-20-15,0 1 0 0,0 2 8 0,0 0-8 0,0-3 0 0,0 3 0 16,-3 0 0-16,3 2 0 0,0-2 31 0,-3 3 2 16,0-1 1-16,3 4 0 0,-3-1-3 0,0 3-1 15,3-3 0-15,-3 3 0 0,0 2-30 0,0-2 0 16,0 0 0-16,0 0 0 0,3 0 0 0,-3 0 0 16,0-3 0-16,3 0 0 0,-3 0 0 15,3 1 0-15,-3-4 0 0,3 4 0 0,0-4 0 0,0 1 0 16,0-3 0-16,-3 2 0 0,3 1 0 15,0-1-12-15,0 1 1 0,0 2 0 0,0-2 11 0,0-1 0 16,0 4 0-16,0-4 0 0,0 3 0 0,0 1 0 0,0-1 0 16,-3 3 0-16,3-3 0 0,0 3 0 0,0 0 0 15,0 0 0-15,0 2 0 0,0-2 0 0,0 0 0 0,0 0 0 16,0 0 0-16,0 0 16 0,0-3-4 0,-3 0-1 16,3 0-11-16,0 0 8 0,0 1-8 0,-3-4 8 15,3 3 2-15,0-2 0 0,0 0 0 0,-3-1 0 16,3 1-2-16,0 2 0 0,-3 0 0 0,3 1 0 15,0-4-24-15,0 3-4 0,0 1-2 0,0-1 0 16,0 0 22-16,0-2 0 0,0 4 0 0,0-1 0 16,0-4 0-16,0 4 0 0,0-4 0 0,3 1 0 15,-3 2 25-15,0-5 10 0,3 0 1 0,-3 0 1 16,3 0-8-16,-3-3-1 0,3 0-1 0,-3-5 0 16,0 0-42-16,0 0-8 0,0 3-1 0,0-3-1 15,0 0-11-15,0 0-3 0,0 0 0 0,0 0 0 16,3-5 39-16,0-3 0 0,0-3 0 0,0-5-792 15,3 0-152-15</inkml:trace>
  <inkml:trace contextRef="#ctx0" brushRef="#br0" timeOffset="25124.643">13579 14744 1245 0,'0'0'27'0,"0"0"5"0,0-6 2 0,0 1 2 0,0 0-28 0,0-1-8 0,0 1 0 0,3 0 0 16,-3-1 93-16,0 1 18 16,0 3 3-16,3-4 1 0,-3 6-23 0,0-2-4 0,0 2 0 0,0 0-1 15,0 0-19-15,3-6-3 0,-3 6-1 0,0 0 0 16,0 0-4-16,0 0 0 0,0 0-1 0,0 0 0 15,0 0-11-15,0 0-3 0,0 0 0 0,0 0 0 16,-3 6-11-16,3 2-2 0,-3-1-1 0,0 1 0 16,0 6-9-16,0-4-2 0,0 6 0 0,0 3 0 15,0-1-6-15,-3 3-2 0,3 0 0 16,0 1 0-16,0-1-12 0,0 0 0 0,0-3 8 0,0 1-8 16,0 0 0-16,0-1 0 0,0-2 8 0,0 2-8 15,0 1 0-15,3-3 0 0,-3 5 0 0,0-2 0 16,3 2 0-16,0 0 0 0,-3 0 0 0,3 3 0 15,0-3 0-15,3 0 0 0,-3 0 0 0,3 1 0 16,0-7-20-16,-3 1 2 0,3-2 1 0,0-1 0 16,0-3-11-16,0 1-1 0,0-3-1 15,0 0 0-15,0 0-15 0,0-3-3 16,0-2-1-16,-3-3 0 0,0 0-79 0,0 0-15 0,0 0-3 16,3 2-802-16</inkml:trace>
  <inkml:trace contextRef="#ctx0" brushRef="#br0" timeOffset="25995.435">13653 14759 922 0,'0'0'26'0,"0"0"6"0,0 0-32 0,0 0 0 0,-3-2 0 0,0-4 0 15,3 4 84-15,-3-3 10 0,3-1 2 0,-3 1 1 16,3 2-16-16,0-2-3 0,0 0-1 0,0-1 0 15,0 1-9-15,0 2-3 0,0-2 0 0,0 3 0 16,0-4-26-16,3 4-6 0,-3-4-1 0,3 1 0 16,0 2-13-16,0-2-3 0,3 2-1 0,0-2 0 0,0 0-4 0,0 0-1 15,3-1 0-15,-3 1 0 16,0 0 3-16,3 2 1 0,0-2 0 0,-3 2 0 0,3 0 0 0,-4-2 0 16,4 5 0-16,-3-3 0 15,3 1 2-15,-3-1 0 0,3 3 0 0,-3 0 0 16,0 0 1-16,0 0 1 0,0 0 0 0,-3 0 0 0,3 0-2 15,-6 0 0-15,6 3 0 0,-6-3 0 0,0 0-16 0,6 2-17 16,-3 4 3-16,0-1 1 0,0 3 33 0,0-3 8 16,0 3 0-16,-3 0 1 0,0 3-21 0,3-1-8 15,-3 4 0-15,0-4 9 16,0 3-33-16,-3 1-6 0,3 2-2 0,0-3 0 16,0 3 32-16,-3-3 0 0,3 0 0 0,0-2 0 0,-3 2-10 0,3-5-2 0,-3 2-1 0,3-2 0 15,0 0 13-15,0-2 15 0,0-4-3 0,0-2-1 31,0 0-39-31,0 0-7 0,0 0-1 0,0 0-1 0,0 0 20 0,0 0 4 0,6-2 1 0,0-6 0 16,-3 2 12-16,6-4-12 16,-3-1 12-16,2 1-12 0,1-6 12 0,0 2 0 0,3-1 12 0,0-1-12 15,0 3 36-15,3-3 1 0,-3 2 0 16,0 1 0-16,0 0 10 0,0 2 1 0,-1-2 1 0,1 5 0 16,0-2-10-16,0 4-3 0,-3-2 0 0,-3 3 0 15,3 2-36-15,-3 1 0 0,0-1-14 0,-3 3 4 16,3-3 45-16,-3 3 9 0,0 0 1 0,-3 0 1 15,3 6-23-15,0-1-5 0,0 0-1 0,0 3 0 16,0 0-7-16,-3 3-2 0,0-1 0 0,3 4 0 16,-3 2-8-16,0-1-9 0,0 1 9 0,0 5-13 15,0 1 13-15,-3-1 0 0,3 3 0 0,0-3 0 16,0 3 0-16,-3-3 0 0,3 0 0 0,-3-3 0 16,3 1 0-16,-3-1 0 0,3-2 0 0,-3 3 0 0,0-1 0 0,0 1 0 15,0-3 0-15,0 0 0 0,3 0 0 0,-3-1 0 16,0 1 0-16,3-2 0 0,-3-1 0 0,3-3 0 15,0 4 0-15,0-4 0 0,0-2-13 0,0-3 0 16,0 3 0-16,3-5 0 16,0 0-39-16,-3-3-8 0,3-3-2 0,3 0 0 15,0 1-179-15,-3-9-36 0,0-13-7 16,0 0-2-16</inkml:trace>
  <inkml:trace contextRef="#ctx0" brushRef="#br0" timeOffset="26506.515">14567 14521 1728 0,'0'0'38'0,"0"0"8"0,0 0 2 0,0 0 0 0,0 0-39 0,0 0-9 15,0 0 0-15,0 0 0 0,0 0 91 0,0 0 16 16,0 0 3-16,0 0 1 0,0 0-40 0,-3 8-8 15,0 0-2-15,-3-3 0 0,0 3-33 0,3 0-6 16,-3 0-2-16,0 3 0 0,3 2 36 0,-3 0 6 16,-3 6 2-16,3 2 0 0,-3 0-52 0,1 8-12 15,-4 6 0-15,3 2 0 0,0 0 0 0,0 0 0 16,0 0 0-16,0 0 0 0,3-3 0 0,0 1 0 0,0 2 0 16,3 8 0-16,3-3 0 0,0 3 0 0,0-3 0 0,6 1 0 15,-3-6 0-15,3-3 0 0,3-5 0 16,0 0 0-16,0-2 0 0,0-1 0 0,3 1 0 0,-3-3 0 15,2-3 0-15,-2-3 0 0,0 1 0 0,3-3 0 16,-3-3 0-16,0-3 0 0,3-2 0 0,0-2 0 16,3-1 0-16,-3-5 0 0,3 0 0 0,-3-3 0 31,2-2-19-31,4-3-6 0,0 0-2 0,-3 0 0 16,3-2-129-16,-3-1-25 0,0-2-6 0,2 0-1 0</inkml:trace>
  <inkml:trace contextRef="#ctx0" brushRef="#br0" timeOffset="29597.443">13138 13434 1074 0,'0'0'30'0,"0"0"8"0,0 0-30 0,0 0-8 0,0 0 0 0,-3-3 0 16,3-2 0-16,-3 0 0 0,3-1 0 0,-3 1 0 16,0 0 0-16,0 2 0 0,0-2 0 0,0 2 0 15,0-2 31-15,0 2 5 0,0-2 0 0,3 5 1 16,-3-3 17-16,3 3 3 0,-6-2 1 0,6 2 0 16,-2-6-27-16,-1 1-6 0,3 5-1 0,0 0 0 15,-3-3-12-15,3 3-2 0,0 0-1 0,0 0 0 0,0 0-9 0,0 0 0 16,0 0 0-16,0 0 0 0,0 0 40 0,0 0 5 15,0 0 2-15,3-2 0 0,2-1-24 0,1 3-5 16,3 0-1-16,0 0 0 0,0 0-17 0,3 0 0 16,3 0 0-16,-3 3 0 0,6-3 32 0,0 2 2 15,0-2 1-15,2 0 0 0,4 0-14 16,0 0-2-16,0 0-1 0,0 0 0 0,2 0-6 0,1 0-2 16,0 0 0-16,3-2 0 0,-3 2-10 15,2-3 0-15,1 0 0 0,0 3 0 0,3-2 11 0,-4-1-3 16,4 0-8-16,0 3 12 0,0-2-12 0,-1-1-8 15,4 3 8-15,0-3-13 0,-1 1 13 0,1-1 0 16,0 1 0-16,3-1 0 0,-1 0 15 0,1 1 5 0,-3-1 2 16,2 3 0-16,-2 0-4 0,3 0-1 15,0 0 0-15,-4 0 0 0,1-3-1 0,0 3-1 16,-1 0 0-16,1-2 0 0,0 2-3 0,0 2 0 0,-4-2 0 0,7 3 0 16,-6-3-12-16,2 3 0 0,1-3 0 0,0 0 0 15,-3 0 0-15,-1 0 11 0,4 0-2 0,-3 2 0 16,3-2-9-16,-4 0 0 0,4 3 9 0,0-3-9 15,-1 0 0-15,-2 0-15 0,0 0 3 0,3 0 0 16,-4 0 26-16,1 0 6 0,0 0 0 0,0 0 1 16,-1 0-21-16,1 3 9 0,0-1-9 0,0 1 0 15,-4-3 0-15,4 2 0 0,-3 1 0 0,0-3 0 16,-1 3-12-16,-2-1-10 0,3-2-2 0,0 3 0 16,-1 0 24-16,1-1 0 0,-3 1 0 0,3 0 0 15,-3-1 31-15,2 1 10 0,1-3 3 0,0 5 0 0,0-5-36 16,-1 3-8-16,1-3 0 0,0 3 0 0,0-3 18 15,2 2 2-15,1-2 0 0,-3 3 0 16,3-3-20-16,-4 2 0 0,1-2 0 0,0 3 0 0,0 0 0 0,3-1 0 16,-4 1 0-16,1 0 0 15,0-1 0-15,0 1 0 0,-4-3 0 0,4 5 0 0,0-5 0 16,-3 3 0-16,-1 0 0 0,1-3 0 0,3 0 55 0,-3 0 7 16,0 0 2-16,2 0 0 0,1 0-52 0,-3 0-12 15,3 0 0-15,-1-3 0 0,-2 3 0 0,3-3 0 16,0 1 0-16,0-1 0 0,-1 3-11 0,-2-3-5 15,0-2 0-15,3 2-1 0,-7 3 27 0,4-5 6 0,-3 2 0 16,3-2 1-16,-3 3-17 0,-3-4 0 0,-1 4 0 16,4-4 0-16,-3 1 0 0,0 2 0 0,0-2-8 0,-3 0 8 15,2 2 0-15,-2-2 12 0,0 2-1 16,0-2 0-16,0 2 1 0,0 1 1 0,-3-1 0 16,2 3 0-16,-2-3-25 0,0 1-6 0,3-1-1 15,-3 0 0-15,0 1 51 0,0-1 11 0,0 3 1 0,-4-3 1 16,4 1-28-16,0-1-5 15,0 0-2-15,0 1 0 0,0-1-1 0,0 1 0 0,-3-1 0 0,3 3 0 16,-1-3-58 0,-2 1-12-16,3-1-3 0,-3 0 0 0,0 1-39 15,0-4-8-15,-3 4-1 0,0-6-1 0</inkml:trace>
  <inkml:trace contextRef="#ctx0" brushRef="#br0" timeOffset="42444.173">14969 14733 1552 0,'0'0'44'0,"-3"-5"10"0,0-3-43 0,3 2-11 0,-6-2 0 0,3 1 0 16,0 1 156-16,3-2 28 0,-3 0 7 0,0 3 1 15,0 0-110-15,3-1-22 0,0 6-4 0,0 0 0 16,0 0 13-16,0 0 3 0,0 0 1 0,0 0 0 15,0 0-7-15,-6 0-2 0,6 0 0 0,-6 6 0 16,3-1-51-16,-3 3-13 0,3 0 0 0,0 3 0 0,0-1 0 16,0 6 0-16,0 0 0 0,0 5 0 15,0 3 0-15,0 2 8 0,0 3-8 0,3 1 0 0,-3-1 0 16,3 0 8-16,0 0-8 0,-3 3 0 0,3-3 0 0,0 2 0 16,-3 1-9-16,3 3 9 0,-3-1-19 0,3 0 3 15,0-2 0-15,-2-3 0 16,2 0-12-16,0-2-1 0,0-6-1 0,0 0 0 15,0-5-74-15,0-3-16 0,0 0-2 0,2-2-607 16,1-6-122-16</inkml:trace>
  <inkml:trace contextRef="#ctx0" brushRef="#br0" timeOffset="42690.281">15079 15085 1908 0,'0'0'42'0,"0"0"9"0,0 0 1 0,0 0 1 0,0 0-42 0,0 0-11 0,0 0 0 0,0 5 0 15,3 0 90-15,-3-5 16 0,3 6 3 0,0-1 1 16,-3 0-35-16,3 1-7 0,0 2-2 0,-3-1 0 16,0 1-38-16,0 3-7 0,0 0-1 0,0 2-1 15,-3 0-11-15,0 3-8 0,-3-3 12 0,3 3-12 16,-3 3-11-16,0-4-9 0,0-1-1 0,-3 2-1 15,3-6-114-15,-3 3-24 0,0-2-4 0</inkml:trace>
  <inkml:trace contextRef="#ctx0" brushRef="#br0" timeOffset="43693.614">15472 14878 1911 0,'0'0'42'0,"0"0"9"0,-3-5 1 0,3-3 2 0,-3-2-43 16,3 2-11-16,0-6 0 0,0 4 0 0,0-1 72 0,3 1 12 0,-3-4 2 0,3 4 1 15,3-1-23-15,-3 1-5 0,3 2-1 0,3-3 0 16,3 3 2-16,-1 0 0 0,4 0 0 0,0 0 0 16,3 3-50-16,0-3-10 0,0 6 0 0,3-4 0 15,-3 1 0-15,-1 0 10 0,1 2-2 0,-3 0 0 16,-3 3-8-16,3 0 0 0,-3 0-12 0,-3 3 12 16,0 2 0-16,-3 1 0 0,0 2 0 0,0 2 0 15,-3 1 0-15,-3-1 0 0,-3 6 0 0,0 3 0 16,0-3 0-16,-3 2 0 0,0 1 0 0,-3-1 0 15,0 1-59 1,-3-1-4-16,0-2-1 0,-3 3 0 0,3-6 64 0,0 3 12 0,0-3 2 0,0-2 1 16,1-1-15-16,2-2 0 0,0 0-9 0,0-3 9 15,3 1-8-15,3-1 8 0,3-5 0 0,0 0-9 16,0 0 1-16,0 0 0 0,0 0 0 0,0 0 0 16,6 0 0-16,0-3 0 0,3 1 0 0,0 2 0 0,3-3 8 0,-4-2 12 15,4 2-2-15,0 0-1 0,-3 1-9 16,3-1 0-16,-3 0 0 0,0 3 0 0,3 0 0 0,-3 0 0 15,0 0 0-15,-3 3 0 0,3 0 53 0,-3-1 9 16,0 1 2-16,-1 2 0 0,1 1-52 16,-3 2-12-16,0-1 0 0,0 1 0 0,0 3 0 0,-3 2 0 15,-3-2 0-15,3 2 0 0,-3 3 0 0,-3 0 0 16,3 0 0-16,-2 5 0 16,-1-3-48-16,-3 6-13 0,0-3-3 0,-3 3 0 0,0 0 52 0,-3 0 12 15,0 0 0-15,0-3 0 16,0-3-54-16,-3 3-8 0,4-5-2 0,-4 0 0 0,3-3 52 0,0 3 12 0,0-2 0 0,3-1 0 31,0-5-156-31,0 0-29 0,0 0-6 0,4-3-1 0</inkml:trace>
  <inkml:trace contextRef="#ctx0" brushRef="#br0" timeOffset="44207.375">15939 14659 1450 0,'0'0'32'0,"0"0"6"0,0 0 2 0,0 0 1 0,-3-5-33 0,0-1-8 16,3 1 0-16,0 5 0 15,0 0 78-15,-3-5 14 0,3 5 2 0,0 0 1 0,0 0-6 0,0 0-1 16,0 0 0-16,0 0 0 0,0 0-9 0,0 0-3 15,0 0 0-15,0 0 0 0,0 0-22 0,0 0-5 16,0 0-1-16,0 0 0 0,0 0-19 0,0 0-4 16,6 2-1-16,-3 4 0 0,3-1-1 0,0 0-1 15,0 0 0-15,3 3 0 0,0 0-2 0,0 0 0 16,0 0 0-16,0 0 0 16,3 3-4-16,-3-1 0 0,-1 4-1 0,4-1 0 0,-3 3-15 15,0 0 11-15,0 2-11 0,0 1 10 0,-3-4-10 0,0 7 0 16,0-6 9-16,0 5-9 0,-3-3 8 0,-3 1-8 15,3-1 10-15,-6 1-10 0,0 2 8 0,0-3-8 0,-3 4 0 0,0-1 9 16,-6-3-9-16,3 3 0 0,-6 1 0 16,0 1 0-16,1 4 0 0,-4-3 8 0,3 2-8 0,-3 1 0 15,0-1 0-15,-3-2-11 16,3 0 1-16,1-3 0 0,-1-3 10 0,3 1 0 0,0-3 0 0,0 2 0 16,0-4 0-16,0 1 0 0,6-1 0 0,-3-1 0 15,3 0 0-15,1 0 0 0,-1-2 0 0,3-3 0 16,-3 2 0-16,3-2 0 0,3 0 0 0,-3-2 0 15,0-1-53-15,6-5-9 16,0 0-2-16,0 0 0 0,0 0-84 0,0 0-18 0,0 0-3 16,0 0-514-16,0 0-102 0</inkml:trace>
  <inkml:trace contextRef="#ctx0" brushRef="#br0" timeOffset="45050.602">11206 16588 1623 0,'0'0'36'0,"-3"2"7"0,-3 4 1 0,0-4 2 0,1 1-37 0,5-3-9 0,-6 3 0 0,6-3 0 15,0 0 33-15,0 0 5 16,0 0 1-16,0 0 0 0,0 0-4 0,0 0-1 0,0 0 0 0,3 2 0 16,3 1 3-16,-1 0 1 0,1-3 0 0,0 2 0 15,3 1 10-15,0-3 3 0,3 3 0 0,-3-1 0 16,3 1-6-16,-3-1-1 0,3 1 0 0,0 0 0 15,0-1-23-15,0 1-5 0,2 0 0 0,1 2-1 16,0-2-15-16,3-1 0 0,0 1 0 16,3 0 0-16,0-1 28 0,2 1 2 0,-2-3 1 0,3 0 0 15,0 2-31-15,0-2 0 0,-1 0 0 0,4 0 0 16,-6 0 0-16,0 0 8 0,0 0-8 0,-6 3 0 16,0 0 0-16,-1-1-16 0,-2-2 3 0,-3 3 1 15,0 0-29-15,-3-1-6 16,0 1-1-16,-6-3 0 0,3 5-41 0,-3-5-9 15,0 6-2-15,-3 2-527 0,-3-3-105 0</inkml:trace>
  <inkml:trace contextRef="#ctx0" brushRef="#br0" timeOffset="45261.579">11337 16940 1728 0,'0'0'38'0,"-3"2"8"0,-3 1 2 15,0 0 0-15,6-3-39 0,0 0-9 0,0 0 0 0,0 0 0 0,0 0 53 0,0 0 9 16,0 0 2-16,0 0 0 0,0 0 0 0,0 0 0 0,6-3 0 0,0 3 0 15,3 0-24-15,3-3-5 0,0 3-1 0,3-2 0 16,3 2-3-16,0-3-1 0,3 0 0 0,-1 3 0 16,7-2-39-16,-3-1-8 15,3 0-2-15,0 1 0 16,2-1-21-16,-2 1-4 0,0-1 0 0,0 0-1 16,-1 3-67-16,1-2-12 0,3-1-4 0,3 0-716 0</inkml:trace>
  <inkml:trace contextRef="#ctx0" brushRef="#br0" timeOffset="45889.142">12647 16371 1728 0,'0'0'38'0,"0"0"8"0,0 0 2 0,0 0 0 0,0 0-39 15,0 0-9-15,0 0 0 0,0 0 0 0,0 0 102 0,0 0 18 0,0 0 4 0,-3 8 1 16,3 0-46-16,0 2-10 0,0 1-1 0,-3-1-1 16,3 6-3-16,0-2 0 0,-3 4 0 0,3 1 0 15,0 2-51-15,-3 0-13 0,3 0 0 0,-3 0 0 0,3 0 0 0,-3 1 0 16,3 1 0-16,-3 1 0 0,0-3 0 15,-3 6 0-15,3-3 0 0,0 2 0 16,0 1 0-16,0-1 0 0,0 0 0 0,0 1 0 0,0-3 0 16,3-3 0-16,0 0 0 0,0-2 0 0,0-4 0 15,0 1 0-15,0-5 0 0,0 0 0 16,3-4-48-16,-3 1-13 0,3 0-3 16,-3-5 0-16,0-3-153 0,0 0-31 0,0 0-7 0,0 0-1 0</inkml:trace>
  <inkml:trace contextRef="#ctx0" brushRef="#br0" timeOffset="46486.891">12617 16493 1267 0,'0'0'28'0,"0"0"5"0,-3-8 2 0,3 2 1 0,0-2-36 0,0 3 0 0,0-3 0 0,0 0 0 15,0 0 109-15,3-2 15 0,0-1 4 0,0 3 0 16,3-2-71-16,-3-1-13 0,3 0-4 0,3 1 0 16,0-1-4-16,0 3 0 0,3-2-1 0,-3 2 0 15,3-3-8-15,3 3-2 0,-4 0 0 0,4 0 0 16,-3 3-13-16,3 0-2 0,0-1-1 0,-3 4 0 16,0-1 2-16,0 3 0 0,3 3 0 0,-6 2 0 15,2 0-11-15,-2 3 12 0,0 3-12 0,-3 2 12 16,0 3-25-16,-3 0-5 0,3 2-1 0,-3 4 0 15,-3-4-19-15,0 3-4 0,0 0-1 0,0-2 0 0,-3 0 20 16,0-1 4-16,0-5 1 0,0 3 0 0,3-5 6 16,-3-3 0-16,0 0 1 0,3-3 0 0,0-5-1 15,0 0 0-15,0 0 0 0,0 0 0 0,3-5-8 16,0-3-3-16,0-6 0 0,3 1 0 0,0-3 23 16,-3-2-9-16,3-3 9 0,3-1 0 0,-3-1 0 15,3 1 0-15,0 1 0 0,0 0 0 0,0 3 0 0,3-1 0 16,-4 3 0-16,1 0 0 0,3 3 54 0,-3 0 8 15,0 2 2-15,0 3 0 0,0 0-21 0,0 3-4 16,-3 0-1-16,3 2 0 0,-3 1-6 0,0-1-2 16,0 3 0-16,-6 0 0 0,6 5 5 0,0-2 1 15,3 2 0-15,-4 3 0 0,-2 0-17 0,3 3-3 0,0 2-1 16,-3 0 0-16,0 0-7 0,0 6 0 0,0-1-8 0,0 6 12 16,0 3 2-16,0 2 0 0,-3 0 0 0,3 3 0 15,-3-3-2-15,0-3-1 0,-3 3 0 0,3-2 0 16,-3 2-11-16,0-3 0 0,0 1 9 0,-3 4-9 15,0 1 0-15,0 3 9 0,-3 2-9 0,1 0 0 16,2-3 0-16,-3-2 0 0,0-3-12 0,0-3 3 16,3-2-30-16,-3 0-5 15,3-5-2-15,-3 2 0 0,3-5-148 16,3 0-30-16,-3-1-5 0,3-7-2 0</inkml:trace>
  <inkml:trace contextRef="#ctx0" brushRef="#br0" timeOffset="46757.81">13263 16945 1497 0,'0'0'32'0,"0"0"8"0,0 0 0 0,0 0 4 0,0 0-36 0,0 0-8 16,0 0 0-16,0 0 0 0,0 0 72 0,-3 8 12 16,3-3 2-16,-3 3 1 0,0 0 14 0,3 0 3 15,-3 0 1-15,0 0 0 0,3 0-84 0,0 2-21 0,-3-2 0 16,3 6 0-16,0-4 56 0,0 3 6 0,0 3 2 0,0 3 0 15,-3-1-52-15,0 1-12 0,3 2 0 0,-3 3 0 16,3 0 0-16,-3-1 0 16,0 1 0-16,0 0 0 0,3-3 0 0,-2-2 0 0,2 2 0 15,0-5 0 1,-3-3-48-16,3-2-13 0,0 2-3 0,0-5 0 16,0 0-102-16,0-3-21 0,3 6-4 0,-3-11-1 0</inkml:trace>
  <inkml:trace contextRef="#ctx0" brushRef="#br0" timeOffset="47258.991">13805 16940 1728 0,'0'0'38'0,"0"0"8"0,0 0 2 0,0 0 0 0,0 0-39 0,0 0-9 16,0 0 0-16,0 0 0 0,0 0 52 0,0 0 9 0,0 0 2 0,0 0 0 15,0 0-50-15,-3 8-13 0,3 0 0 0,0-1 0 16,0 1 23-16,0 3-1 16,0-3 0-16,0 0 0 15,0 2-39-15,3-4-8 0,-3-1-2 0,3 0 0 16,-3-5-25-16,3 6-6 0,-3-6-1 0,6 5 0 0,-3-5 47 0,-3 0 12 0,6 0 0 0,-3 0 0 16,3-3 0-16,-3 1 0 0,3-4 0 0,-3 1 0 15,3 0 29-15,-3-1 8 0,3-4 2 0,-4 2 0 16,4-3-11-16,-3 3-3 0,0-2 0 0,0-1 0 15,0 1 31-15,-3-1 7 0,0 3 1 0,0 0 0 16,0 0-23-16,0-2-4 0,-3 2-1 0,0 5 0 16,0-2-12-16,0 0-2 0,-3 2-1 0,4 0 0 15,2 3-11-15,-6 0-2 0,3 3-8 0,3-3 12 16,0 0-106-16,-6 3-22 0,0 2-4 16,0 0-834-16</inkml:trace>
  <inkml:trace contextRef="#ctx0" brushRef="#br0" timeOffset="47803.108">14591 16522 1695 0,'0'0'37'0,"0"0"8"0,0 0 2 0,0 0 1 0,0 0-39 0,0-6-9 0,0 6 0 0,0 0 0 15,0 0 98-15,0 0 18 0,0 0 3 0,0 0 1 16,0 0-41-16,0 0-8 0,0 0-2 0,3 6 0 15,0 2-18-15,0-1-4 0,0 7-1 0,0-4 0 16,0 4-13-16,0-1-2 0,0 3-1 0,-3 2 0 0,3 1-30 16,-3 4 0-16,3 4 0 0,-3 2 0 15,0 8 0-15,0 0 0 0,0 5 0 0,0 1 0 16,0-6 0-16,0-3 0 0,0-2 0 0,0-3 0 0,0-2 0 16,0-4 0-16,0 1 0 0,3 0 0 15,-3-3-45-15,0-2-15 16,2-1-4-16,-2 1 0 0,3-6-5 0,-3 3-2 0,0-6 0 0,3 1 0 15,-3-3-143-15,-3 0-29 0,3-8-5 0,0 0-2 0</inkml:trace>
  <inkml:trace contextRef="#ctx0" brushRef="#br0" timeOffset="48409.203">14647 16551 1497 0,'0'0'32'0,"3"-11"8"0,-3 3 0 0,3-2 4 0,0-4-36 0,0 1-8 0,3 0 0 0,0 0 0 16,0-3 51-16,0 3 8 0,0-3 1 0,3 2 1 16,-3 4-6-16,3-1-2 0,0-2 0 0,-3 5 0 15,3-2-19-15,0 4-4 0,-3-2-1 0,2 3 0 16,1 2 4-16,-3 1 1 0,0-1 0 0,3 3 0 15,-3 0-6-15,0 3 0 0,-3 2-1 0,3 0 0 16,-3 6-8-16,0 2-2 0,0 3 0 0,0 3 0 16,-3 2-17-16,0 0 0 0,3 3-13 0,-3 0 5 15,0-1 8-15,-3-2-13 0,3-2 5 0,-3 0 8 16,0-6-20-16,3 0 3 0,-3-2 1 0,0 2 0 0,3-5-4 16,-3 0-1-16,3-3 0 0,0-5 0 0,0 0 4 0,0 0 1 15,0 0 0-15,0 0 0 0,0 0-2 0,3-3 0 16,3-2 0-16,0-3 0 0,0 0 10 0,3-2 8 15,0-4-12-15,0 1 12 0,0 0 0 0,0-3 14 16,2-3-1-16,-2 4 0 0,0-4 29 0,0 1 6 0,-3 2 0 16,3 2 1-16,-3-1-39 0,3 4-10 15,-3 0 0-15,0 3 0 0,3 1 53 0,-3 1 9 16,0 1 2-16,0 2 0 0,0 3-52 16,0 0-12-16,-3 0 0 0,3 6 0 0,-3-1 54 0,-1 3 8 0,4 2 2 15,-3 1 0-15,3 8-52 0,-3-4-12 16,0 7 0-16,3 1 0 0,-3-1 0 0,3 1 0 0,-3-1 0 15,0 1 0-15,0 1 0 0,0 0 0 0,-3 2 0 16,3 4 0-16,-3 4 0 0,0 0 0 0,3 6 0 0,-3 0 0 16,0-3 0-16,0-3 0 0,0-2 0 0,0-3 0 15,0-3 0-15,0-2 0 0,-3-3 0 0,3 1 0 16,0-4 0-16,-3 1 0 0,3-3 0 0,0-3 0 16,-3-3-48-1,3 1-13-15,0 0-3 0,0-6 0 0,0 3-68 0,0-8-15 0,0 0-2 16,0 0-776-16</inkml:trace>
  <inkml:trace contextRef="#ctx0" brushRef="#br0" timeOffset="49025.174">15394 17061 1728 0,'0'0'38'0,"0"0"8"0,0 0 2 0,0 0 0 0,0 0-39 0,-3-2-9 16,1-4 0-16,-1 4 0 0,0-3 53 0,0-1 9 15,6 1 2-15,-3 0 0 0,3-1 0 0,-3-2 0 0,5 0 0 0,-2 3 0 16,3-3-5-16,3 0-1 0,-3 0 0 0,3 0 0 15,3 3-42-15,0-3-8 0,0 3-8 0,3 0 12 16,0-1 20-16,0 1 5 0,-1 2 1 0,1 3 0 16,0-2-24-16,0 2-5 0,-3 2-1 0,0 1 0 15,-3 0 1-15,0 2 0 0,-3 0 0 16,0 3 0-16,0 0-9 0,-6 0 0 0,0 3 0 16,-3-1 0-1,0 1-19-15,-6 2-9 0,0 0-1 0,-3 1-1 0,0-1-2 0,0 3-1 16,-3-6 0-16,0 6 0 0,0-3 21 0,1-2 4 0,2 2 8 0,0-2-13 15,3-3 13-15,0 0 0 0,3 0-10 0,0-6 10 16,6-2 9-16,0 0 7 0,0 0 0 0,0 0 1 16,0 0-17-16,0 0 0 0,6 0 0 0,0-2 0 15,0-1-18-15,3-2-7 0,0 2-2 16,0 0 0-16,3 1 27 0,2-4 14 0,-2 6-2 0,0-2 0 0,3 2-2 16,-3 0-1-16,0-3 0 0,-3 6 0 0,3-1 12 0,-6 1 3 15,3 0 0-15,0 2 0 0,-3 0-4 16,-3 1 0-16,2 1 0 0,-5 1 0 0,3 6-7 0,-3-4-1 15,0 3-1-15,-5 3 0 0,2 0-3 0,-3 0-8 16,-3 3 12-16,-3-4-4 0,0 4-8 0,0 0 12 16,-6-1-12-16,3 1 12 0,-3-4-12 0,0 1 0 15,-2-2 0-15,2-1 8 0,0 0-8 16,0 0 0-16,0 0 0 0,3 1 0 0,0-4 0 16,4 1 0-16,-1-3 0 0,0 0 0 15,3 0-114-15,0-3-25 0,0-5-5 0,0 0-888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2:39:05.5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11111 10735 1465 0,'0'0'32'0,"0"0"6"0,0 0 2 0,0 0 2 0,0 0-34 0,0 0-8 0,0 0 0 0,-6-3 0 16,6 3 92-16,0 0 16 0,-3-2 3 0,3 2 1 15,0 0-21-15,0 0-4 0,0 0-1 0,0 0 0 16,0 0-15-16,0 0-3 0,-6 0-1 0,6 0 0 15,0 0-3-15,0 0 0 0,0 0 0 0,0 0 0 16,0 0-51-16,0 0-13 0,0 0 0 0,0 0 0 16,0 0 44-16,0 0 5 0,0 0 2 0,0 0 0 15,0 0-31-15,0 0-5 0,6 2-2 0,3 1 0 16,0-1-13-16,0-2 0 0,6 0 0 0,-3 0 0 16,6 0 0-16,-3 0 0 0,2-2 0 0,1-1 0 15,0 1 0-15,0-1 0 0,3 0 0 0,0-2 0 0,-1 0 18 16,1 2 1-16,3-2 0 0,0-1 0 0,-3 4-35 15,0-4-6-15,-1 4-2 0,1-3 0 16,-3 2-28-16,-3 3-5 0,0-3-2 0,-3 3 0 16,-3 0-165-16,0 3-32 0,-9-3-8 0,0 0 0 0</inkml:trace>
  <inkml:trace contextRef="#ctx0" brushRef="#br0" timeOffset="235.404">11183 10965 1868 0,'-6'5'41'0,"0"1"9"0,0-4 2 0,0 4 0 0,0-4-42 0,6-2-10 0,0 0 0 0,0 0 0 16,0 0 109-16,0 0 20 0,0 0 4 0,0 0 1 15,3 5-41-15,0-2-8 0,3 2-1 0,3-5-1 16,-3 3-24-16,3-3-5 0,-1 0-1 0,4 0 0 16,0 0-33-16,0 0-8 0,3-3 0 0,0 1-1 15,3-1-11-15,-3 0 0 0,0 1 0 0,-1-3 0 16,4 2 0-16,0-2 0 0,0-1 0 0,6 1 0 31,-3 0-49-31,2-1-12 0,1-2-3 0,6 3-751 0,-6-3-150 0</inkml:trace>
  <inkml:trace contextRef="#ctx0" brushRef="#br0" timeOffset="1729.848">12180 10399 2023 0,'0'0'44'0,"0"-3"10"0,-3-2 2 0,0 0 0 0,3-1-44 0,-3 1-12 0,-3 0 0 0,3 2 0 15,-3-2 79-15,-3 2 13 0,0 0 4 0,-3 1 0 16,0 2-15-16,-3 0-2 0,-3 2-1 0,1 1 0 15,-4 2-60-15,0 1-18 0,-3 2 8 0,0 2-8 16,1 3 0-16,2 1 0 0,0-4 0 0,0 6 0 16,3-3 20-16,3 3 8 0,3-3 3 0,0 6 0 15,7-1-50-15,-1-2-9 16,3 3-3-16,3-3 0 0,0 2 31 0,6 1 0 0,-1 2 0 0,4 0 0 16,3 3 0-16,3 0 0 0,-3 0 0 0,3-1 0 0,0 1 0 15,0-5 0-15,0 2 0 0,-3 0 0 0,-4-5 0 16,-2 2 0-16,0-2 0 0,-3 0 0 0,-3 0 0 15,-3 0 0-15,0 0 0 0,-6-3 0 0,1 0 0 16,-4 1 0-16,-3-4 0 0,0 3 0 0,-3-2 0 0,3 0 0 16,-3 2 0-16,0-3 0 0,4-2 0 0,-1 3 0 15,0-1 0-15,3-2 0 0,0 0 0 0,3 0 0 16,3-2 0-16,0-1 0 0,6-5 0 0,0 0 0 16,0 0 0-16,-3 5 0 0,3-5 0 0,3 5 0 15,0-2 0-15,3 0 0 0,0-1 0 0,3 4 0 16,3-6 0-16,0 2 0 0,0 4 0 0,3-1 0 15,-4 0 0-15,4 3 0 0,0 0 0 0,0 0 0 16,0 3 0-16,0-1 0 0,0 3 27 0,-3 1 11 0,0-1 2 16,-1 0 1-16,1 3-22 0,-3 0-5 0,3 0-1 15,-3 2 0-15,-3 3-3 0,0-2-1 16,3-1 0-16,-6 4 0 0,3-1-9 0,-3 0 10 0,-3 0-10 16,3 0 10-16,-3 0-10 0,3-2 0 0,-3-1 9 0,0 1-9 15,-3 0 0-15,3-4 0 0,-3 1 0 0,3-2 0 16,-3-1-14-16,0-3-7 0,3 1-2 0,-3-3 0 31,0 0-85-31,3-3-16 0,0-5-4 0,0 5-998 0</inkml:trace>
  <inkml:trace contextRef="#ctx0" brushRef="#br0" timeOffset="2353.324">12692 10528 1497 0,'0'0'32'0,"0"0"8"0,0 0 0 0,-6-2 4 0,3-1-36 0,3 3-8 0,-6-3 0 0,0 3 0 16,0-2 94-16,0 2 17 0,0 2 3 0,0-2 1 15,0 3-31-15,0 0-5 0,0-1-2 0,-3 4 0 16,3 2-10-16,-3 0-3 0,3 2 0 0,-3 3 0 15,1 1 0-15,-1 4 0 0,0 1 0 0,0 4 0 16,0 4-74-16,0 2-15 0,3 3-3 0,0 2-1 0,3-2 29 0,0 2 0 16,0 3 0-16,3 0 10 0,0-5-10 0,3 3 12 15,0-1-12-15,0 0 12 0,6 3 0 0,-3-2 0 16,3-3 0-16,0-1 0 0,3-2 8 0,0 1 3 16,2-7 0-16,1-1 0 0,0-1 19 0,0-3 4 15,0-2 1-15,3-3 0 0,-3 1-38 0,3-4-9 16,-1-2 0-16,-2-3 0 0,3 1-16 0,0-1-6 15,0-5-1-15,-3 3 0 16,3-3-83-16,0-3-17 0,-1 0-3 0,-2-2-990 0</inkml:trace>
  <inkml:trace contextRef="#ctx0" brushRef="#br0" timeOffset="2983.21">13415 10605 1958 0,'0'0'43'0,"0"0"9"0,0 0 1 0,0-5 3 0,0 0-45 0,0 5-11 0,3-3 0 0,-3 3 0 15,0 0 104-15,0 0 20 0,0 0 3 0,0 0 1 16,0 0-52-16,0 0-9 0,-6-3-3 0,0 3 0 16,-3 3-30-16,0 2-6 0,0 3-2 0,0 3 0 15,-3-1-13-15,1 4-2 0,-4 4-1 0,-3 3 0 16,0 0-10-16,-6 3 0 0,6 3 0 0,-6-1 0 16,4-2 0-16,-1 2 0 0,0-2 0 0,0-3 0 15,0 1-32-15,3-4-1 0,1 1-1 16,-1-1 0-16,0-5-24 15,3 3-5-15,3-5-1 0,-3-1 0 0,3-2-112 16,3 0-24-16,0-2-4 0</inkml:trace>
  <inkml:trace contextRef="#ctx0" brushRef="#br0" timeOffset="3225.412">13040 10671 2091 0,'-3'-8'46'0,"3"0"10"0,-3 0 1 0,0 1 2 0,0 1-47 0,3 1-12 16,0 0 0-16,0 5 0 0,0 0 75 0,0 0 13 15,0 0 2-15,0 0 1 0,0 0-43 0,0 0-8 0,0 0-1 0,0 8-1 16,3-3-10-16,3 5-1 0,-3 1-1 0,3 5 0 16,0 0 30-16,0 0 7 15,0 2 1-15,3 1 0 0,0 2-52 0,0 0-12 0,-1-2 0 0,4-1 0 16,0 1 0-16,0-3 0 16,3-1 0-16,-3 1 0 0,3 0 0 0,0 0 0 0,0 0 0 0,0-3 0 15,-1 3 0-15,1-5 0 0,0-1 0 0,0 1 0 16,-3-1 0-16,3-2 0 0,-3-2 0 0,0-1 0 31,0-2-48-31,-1-1-13 0,1-2-3 0,0-2-751 0,0-1-150 0</inkml:trace>
  <inkml:trace contextRef="#ctx0" brushRef="#br0" timeOffset="3491.982">13611 10822 1825 0,'0'0'40'0,"0"0"8"0,0 0 1 0,0 0 3 0,-3 5-41 0,3-5-11 0,-2 6 0 0,-4-1 0 0,6 0 102 0,-3 3 18 16,3-8 4-16,0 6 1 0,0-1-29 0,0 3-5 16,0 0-2-16,3 0 0 0,-3 0-23 0,3 0-5 15,0-1-1-15,-3 4 0 0,2 0-32 0,1-1-8 16,-3 3 0-16,3-2-1 0,-3 2 36 16,0-2 7-16,3 2 2 0,-3 0 0 0,0 1-52 0,0-1-12 15,0 3 0-15,0 0 0 0,-3-1 8 0,3 1 0 16,0 0-8-16,-3-3 12 0,3 3-12 0,-3-3-8 15,3 1 8-15,-2-4-13 16,2 1-63-16,0-3-13 0,-3 2-3 0,3-4-774 16,0 2-155-16</inkml:trace>
  <inkml:trace contextRef="#ctx0" brushRef="#br0" timeOffset="6920.792">13909 10846 1728 0,'0'0'38'0,"6"0"8"0,3 0 2 0,0 0 0 0,3-3-39 0,0 3-9 0,3 0 0 0,0-2 0 0,-1 2 53 0,1-3 9 16,3 3 2-16,-3-3 0 15,3 3 0-15,0 0 0 0,-3 0 0 0,-3 0 0 0,2 0-52 0,-2 0-12 16,0 0 0-16,0 0 0 0,0 0 0 0,-3 3 0 16,3 0 0-16,-3-1 0 0,0 1 0 0,0 0 0 15,0-1 0-15,-3-2 0 0,2 3-17 0,-2-3-7 16,0 0 0-16,-6 0-1 16,3 3-36-16,-3-3-7 0,0 0-2 0,3 2-510 15,-3-2-101-15</inkml:trace>
  <inkml:trace contextRef="#ctx0" brushRef="#br0" timeOffset="7196.56">14120 10708 1659 0,'0'0'36'0,"-3"-5"8"0,1 2 2 0,2 3 1 0,-6-5-38 0,6 0-9 0,0 5 0 0,0 0 0 15,0 0 103-15,0 0 18 0,-3-5 4 0,3 5 1 16,0 0-33-16,0 0-6 0,0 0-2 0,0 0 0 15,0 0-17-15,0 0-3 0,0 0-1 0,3 7 0 16,0 1-51-16,0 3-13 0,-1 0 0 0,-2 2 0 16,3 0 54-16,0 3 8 0,0 0 2 0,-3 2 0 15,3-2-52-15,0 0-12 0,0 0 0 0,-3 2 0 16,3-2 0-16,-3 0 0 0,3 0 0 0,-3 0 0 16,0 0-16-16,3 0-7 0,-3-3-1 0,0 0 0 15,3 0-76-15,-3-2-15 0,3 0-3 0,0-1-638 16,0-2-128-16</inkml:trace>
  <inkml:trace contextRef="#ctx0" brushRef="#br0" timeOffset="7578.41">14826 10647 1987 0,'0'0'44'0,"0"0"8"0,0 0 3 0,0 0 1 0,0 0-45 0,-3-5-11 0,3 5 0 0,0 0 0 16,0 0 90-16,0 0 16 0,0 0 3 0,-3-5 1 15,3 5-29-15,0 0-5 0,0 0-2 0,-6 0 0 16,0 3-59-16,0 2-15 0,-3-3 0 0,0 6 0 16,0 3 54-16,-3 0 8 0,1 2 2 0,-4 3 0 15,0 5-64-15,0 0-18 0,0 0-1 0,0 3 0 16,-3-3 3-16,3-2 1 0,-3 2 0 0,4 0 0 16,-1-2-40-1,0 2-8-15,0-3-1 0,-3 1-1 0,3-3-177 16,-3-3-35-16</inkml:trace>
  <inkml:trace contextRef="#ctx0" brushRef="#br0" timeOffset="8241.305">14534 10756 2084 0,'0'0'46'0,"0"-8"10"0,-3 0 1 0,3 0 1 0,0 3-46 16,0-3-12-16,0 3 0 0,0 5 0 0,0 0 76 0,0 0 14 15,0 0 2-15,0 0 1 0,0 0-23 0,0 0-5 0,3 5-1 16,3 3 0-16,-3 0-51 0,3 2-13 0,0 4 0 0,0-1 0 16,0 0 0-16,3 3 0 0,-3 0 0 0,3-3 0 15,0 3 0-15,-3-3 0 0,3 0 0 0,2 3 0 16,-2-2 0-16,3-1 0 0,0 0 0 16,3 0 0-1,-3-2-167-15,-3-1-36 0,6 1-7 0,-3-3-2 16,0 0 32-16,0 0 7 0,-4 0 1 0,4 0 0 15,-3-6 35-15,-3 4 7 0,3-4 2 0,-3 4 0 16,0-6 61-16,0 2 13 0,0 1 2 0,0-3 1 0,-6 0 129 0,0 0 26 0,6-3 4 0,-3 1 2 16,0-1 29-16,0 0 5 0,0-2 2 0,0 0 0 15,-3-1 0-15,0 1 0 0,3-3 0 0,-3 3 0 16,3-3-31-16,-3 0-7 0,3 0 0 0,0 0-1 16,-3 0-35-16,3 3-6 0,3 0-2 0,0-1 0 15,0-2-18-15,0 3-4 0,-1 2-1 0,4-2 0 0,-3 2-22 16,0 1-5-16,3-1-1 0,-3 1 0 15,3 2-13-15,-3 0 0 0,0 0 0 0,0 0 0 0,0 0 31 16,0 2 3-16,0 1 1 0,-3 2 0 0,3-2-35 16,-3 2 0-16,0 0 0 0,0 1 0 15,-3 2-8-15,0-3-9 0,0 0-2 0,0 3 0 16,0 0-11-16,-3-3-2 0,0 3-1 0,0 0 0 0,3-3 6 16,-3 1 2-16,0-1 0 0,3-5 0 0,0 5 7 15,0-5 2-15,0 0 0 0,0 0 0 0,0 6 3 0,0-6 1 16,0 0 0-16,6 2 0 0,0-2 0 0,0 0 0 15,3 0 0-15,0-2 0 0,-1-1 12 0,4 0 0 16,0-2 0-16,0 2-9 0,0-2 22 0,0 0 5 0,0 2 1 0,0 1 0 16,0-4-19-16,0 6 0 0,-3-2 0 0,-4 2 0 15,4 0 0-15,-3 0 0 0,-6 0 0 0,3 5 0 16,-3-5 44-16,3 5 3 0,-3 3 0 0,-6 0 0 16,3 0-25-16,-3 3-5 0,-2-1-1 0,-1 1 0 15,-3 2-16-15,0 0 0 0,0 0 0 0,-3 1 0 31,3-1-47-31,-3 0-13 0,0 0-2 0,0 1-1 16,1-1-1-16,-1-3 0 0,0 1 0 0,0-3 0 16,0 0-164-16,-3 2-32 0,-15 6-8 0,7-8 0 0</inkml:trace>
  <inkml:trace contextRef="#ctx0" brushRef="#br0" timeOffset="8628.367">14406 10520 1564 0,'0'0'44'0,"0"0"10"0,0 0-43 0,0 0-11 0,0 0 0 0,0 0 0 15,6 0 102-15,0 0 18 0,-3-2 4 16,3 2 1-16,0-3-49 0,3 3-9 0,0-2-3 0,3-1 0 16,0 3 0-16,0-3 0 0,-1 3 0 0,4-2 0 15,0 2 0-15,-3-3 0 0,6 3 0 0,-3 0 0 16,6-3-51-16,-3 1-13 0,5 2 0 0,1-3 0 15,3 0 0-15,0 1 0 0,0-1 0 0,2 0 0 32,1-2-48-32,-3 3-13 0,3-4-3 0,-6 4-1049 0</inkml:trace>
  <inkml:trace contextRef="#ctx0" brushRef="#br0" timeOffset="9215.339">15317 10449 1864 0,'0'0'41'0,"0"0"9"0,0 0 2 0,0 0 0 0,0 0-42 0,0 0-10 0,3 0 0 0,3 3 0 16,0-1 82-16,0 1 14 0,0 2 4 0,0 1 0 15,3-4-29-15,0 6-6 0,0-3-1 0,0 3 0 16,2 0-8-16,1 0-1 0,0 5-1 0,3-2 0 16,0 2-43-16,0 3-11 0,0 0 0 0,-3 3 0 15,3 2 0-15,-1 0 0 0,-2 5 0 0,0 1 0 16,-3 2 0-16,-3 0 0 0,0 0 0 0,0-2 0 15,-3-4 0-15,-3 4 0 0,0-3 0 0,-3 2 0 16,-3-5 0-16,-3 3-12 0,0 0 2 0,-3 0 1 16,-3 0 9-16,1-1 12 0,-4 1-2 0,0 3-1 0,0-4-9 0,0 1 0 15,0-3 0-15,-3 3 0 0,7-5-16 16,-4-3-6-16,0 0-1 0,0-1 0 0,3-1 23 0,0-1 0 16,0-3 0-16,3 1 0 15,3-6-36-15,1 1 0 0,-1 2 0 0,3-6 0 16,6-2-114-16,0 0-22 0,0 0-5 0,0 0-727 15</inkml:trace>
  <inkml:trace contextRef="#ctx0" brushRef="#br0" timeOffset="9725.446">15817 10838 1314 0,'0'0'37'0,"0"0"8"15,0 0-36-15,0 0-9 0,3 5 0 0,3-2 0 0,0 0 104 0,3-1 20 16,0 1 3-16,0 0 1 0,6-1-20 0,-3-2-4 16,2 0-1-16,7 3 0 0,0-3-63 0,0-3-12 0,3 3-2 0,3-2-1 15,-4-1 20-15,4 3 4 0,-3-3 1 0,0-2 0 16,0 2-29-16,-4 1-5 0,1-1-2 0,0 0 0 16,0 1-14-16,-3-4 0 0,3 4 0 15,-3-4 0 1,-4 4-48-16,1-3-13 0,-3 2-3 0,-3-2-614 15,0 2-123-15</inkml:trace>
  <inkml:trace contextRef="#ctx0" brushRef="#br0" timeOffset="10011.839">15990 10679 2088 0,'0'0'46'0,"0"0"10"0,-3-5 1 0,0 0 1 16,3-1-46-16,0 6-12 0,3-5 0 0,-3 5 0 16,0 0 98-16,0 0 18 0,3-3 3 0,-3 3 1 0,0 0-47 0,3-2-9 15,-3 2-1-15,6 0-1 0,0 2-22 0,0 1-5 16,-3 2-1-16,3 1 0 0,-1 2-10 0,-2 0-3 16,0 5 0-16,3 0 0 0,-3 3-7 0,0 0-2 15,0 5 0-15,0 0 0 0,0-2-12 16,-3 2 0-16,3-3 8 0,0 3-8 15,-3-2 0-15,3 0 0 0,0-1 0 0,-3 3 0 16,3-5-14-16,0 3-2 0,0-4-1 0,0 1 0 16,0 0-31-16,3 0-5 0,-3-3-2 0,3 1 0 15,-3-4-127-15,3 1-26 0,0-3-4 0</inkml:trace>
  <inkml:trace contextRef="#ctx0" brushRef="#br0" timeOffset="10432.527">16767 10544 1728 0,'0'0'38'0,"0"0"8"0,0 0 2 0,0 0 0 0,3-2-39 0,-3 2-9 16,0 0 0-16,0 0 0 0,0 0 104 0,0 0 20 15,0 0 3-15,0 0 1 0,0 0-52 0,0 0-9 16,0 0-3-16,0 0 0 0,0 0 0 0,0 0 0 15,0 0 0-15,-3 2 0 0,-3 1-51 0,-3 2-13 16,3 1 0-16,-3 1 0 0,3 1 54 0,-6 0 8 16,3 3 2-16,-6 5 0 0,3 0-64 0,-3 2-15 0,1 3-1 15,-1 1-1-15,0 1 5 0,3-1 0 0,-3-1 1 0,3 0 0 32,-3-3-29-32,0 1-5 0,0-1-2 0,1-2 0 15,-1 0-102-15,0-5-21 0,0-1-4 0,3 1-811 0</inkml:trace>
  <inkml:trace contextRef="#ctx0" brushRef="#br0" timeOffset="10696.124">16520 10571 2160 0,'0'0'48'0,"3"-8"9"0,-3 3 3 0,3-1 0 0,-3-2-48 0,3 6-12 0,-3 2 0 0,0 0 0 16,3-6 68-16,-3 6 11 0,0 0 2 0,5 0 1 15,-2 3-26-15,3 0-6 0,-3 2-1 0,3 0 0 16,0 3-13-16,-3 0-4 0,3 0 0 0,0 3 0 16,0 2-15-16,3 0-3 0,-3 3-1 0,3 0 0 15,-3 2 9-15,3 1 2 0,3 2 0 0,-3 0 0 0,3-2-24 16,-1 2 0-16,1-3 0 0,0 1 0 16,0-3-47-16,0-3-13 15,3 0-4-15,-3 1 0 0,-3-7-102 0,3 1-21 0,0 0-4 16,0-2-478-16,-4-4-96 0</inkml:trace>
  <inkml:trace contextRef="#ctx0" brushRef="#br0" timeOffset="10985.063">16898 10894 1566 0,'0'0'34'0,"0"0"7"0,0 0 2 0,0 0 1 0,0 0-35 0,0 0-9 15,3-3 0-15,0 0 0 0,3-2 127 0,-3 2 23 16,0 1 5-16,2-1 1 0,-2 0-49 0,0 1-10 16,3-4-1-16,0 4-1 0,-3-1-36 0,3 1-7 0,0-1-2 0,0 0 0 15,-3 1 11-15,3 2 3 0,0-3 0 0,0 3 0 16,-6 0-52-16,3 0-12 0,3 0 0 0,0 5 0 15,-3-2 0-15,0 0 0 0,0 2 0 0,0 3 0 16,-3-3 0-16,0 3 0 16,-3 0 0-16,0 3 0 0,0-1 0 0,-3 1 0 0,0-1 0 0,0 3 0 15,0-2 0-15,0 2 0 0,0 1 0 16,-3-4 0 0,3 3-29-16,0 1-9 0,3-4-2 0,-3 3 0 0,3-2 16 0,3 0 2 0,0-3 1 0,3-1 0 15,-3 1 5-15,3 0 2 0,3-2 0 0,0-1 0 16,0 0 14-16,3-2 15 0,0-3-3 0,0 0-1 15,3 0-67 1,-3-3-14-16,3 1-2 0,0-4-1 0,0-2-139 0,-1 0-28 16,16-18-6-16,-3 7-1 0</inkml:trace>
  <inkml:trace contextRef="#ctx0" brushRef="#br0" timeOffset="11865.181">17067 10401 1314 0,'3'-8'37'0,"0"3"8"0,3 0-36 0,-3-3-9 0,3 0 0 0,3-3 0 15,0 3 132-15,3-2 25 0,-3-1 5 0,3 3 1 0,0 0-67 0,0 1-14 16,-1 1-2-16,4-2-1 0,0 3-20 0,-3 0-4 16,3-1-1-16,0 4 0 0,-3-1-24 0,3 3-5 15,-3 0-1-15,0 0 0 16,-1 0-24-16,-2 0 0 0,0 3 0 0,-3 2 0 15,0 0 56-15,-3 1 7 0,3 2 1 0,-6 2 0 0,3 3-52 16,-3 1-12-16,0 1 0 0,-3 4 0 0,0 0 0 16,0 2 0-16,-3-3 0 0,0 6 0 0,3-3 0 0,0 3 0 15,-3 0 0-15,3 0 0 0,0-3 0 0,3 3 0 16,3-1 0-16,0 4 0 0,0-6 0 0,3 3 0 16,0-3 0-16,3 0 0 0,0 0 0 0,0-2 0 0,3-3 0 15,0-3 0-15,-3 0 0 0,3-2 0 0,3 2 0 16,-4-5 0-16,1-3 0 0,-3 1 0 0,3-1 0 15,-3-2 0-15,-3-1 0 0,3-2 0 16,-9 0 0-16,0 0 0 0,0 0-11 0,0 0-5 16,0 0 0-16,0 0-1 0,0 0 27 0,0 0 6 0,0 0 0 0,-3 5 1 15,-3-2 38-15,0 2 7 0,3 1 2 0,-3-1 0 16,0 0-64-16,0 1 0 0,3 2-12 0,-3-1 2 16,0 1 10-16,3 3 0 0,0 2 0 0,-2-2 0 15,2 2 8-15,3 0 1 0,-3 0 0 0,3 3 0 16,0-2-17-16,0 1-4 0,0 1-1 0,0 3 0 15,3-1 13-15,-3 4 0 0,3-4 0 0,-3 1 0 16,2 2 0-16,1-3 0 0,-3 1 0 0,3-3 0 16,-3 0 0-16,0 2-12 0,0-5 12 0,0 3-12 15,0-3 12-15,0 1 0 0,0 2 0 0,-3-1 0 16,3-1 0-16,-3-1 0 0,1 0 0 0,-4 0 0 16,3-2 0-16,-3 2 0 0,3-2 0 0,-3-1 0 0,3 1 0 0,0-1 0 15,-3-2 0-15,3 3 0 0,0-3 0 0,-3 0 0 16,3 0-13-16,0-3 5 0,3 3-13 15,0-8-3-15,-3 5 0 0,3-5 0 16,0 0-44-16,0 0-10 16,0 0-2-16,0 0 0 0,0 0-100 0,0 0-20 0</inkml:trace>
  <inkml:trace contextRef="#ctx0" brushRef="#br0" timeOffset="12617.748">17934 10793 1728 0,'0'0'38'0,"0"0"8"0,0 0 2 16,0 0 0-16,0 0-39 0,-3 5-9 0,0 1 0 0,0-1 0 0,-3 0 53 0,3 3 9 16,-3 0 2-16,0 0 0 0,3 0-3 0,-3 0 0 15,3 0 0-15,-3-3 0 0,3 3-46 0,0 0-15 16,0-3 8-16,3-5-8 0,-3 6 0 0,0-1 10 16,3-5-10-16,0 0 8 0,0 0-8 0,0 0 0 15,0 0 0-15,0 0-11 0,3 5 11 0,-3-5 0 16,0 0 0-16,0 0 0 0,0 0 49 0,0 0 12 15,3 0 3-15,-3 0 0 0,0 0 0 0,0 0 0 16,3-2 0-16,-3 2 0 0,0-6-52 0,0 6-12 0,0-8 0 16,-3 3 0-16,3 2 54 0,0 3 8 0,-3-5 2 0,3 5 0 15,-3-5-52-15,3 5-12 0,-6-3 0 0,6 3 0 16,0 0 0-16,-3-3 0 0,3 3 0 0,0 0 0 16,-6 3 0-16,6-3 0 0,0 0 0 0,0 0 0 15,0 0 0-15,-6 5 0 0,6-5 0 0,0 6 0 16,0-1 0-16,0 3 0 0,3-5 0 0,3 2 0 15,0-2 0-15,0-1 0 0,0 1 0 0,3-1 0 16,0-2-48 0,0 3-13-16,0-3-3 0,0 0 0 0,0 0 76 0,-1 0 14 0,1-3 3 0,-3 1 1 15,3-1-48 1,-3 3-10-16,0-2-1 0,0 2-1 0,-6 0 75 0,0 0 15 0,0 0 4 0,0 0 0 16,0 0-52-16,0 0-12 0,0-6 0 0,0 6 0 15,-6-5 33-15,3 2 4 0,-3-2 1 0,0 2 0 16,0-2-18-16,-3 2-3 0,3 1-1 0,-2-1 0 15,2 0-4-15,0 1-2 0,-3-1 0 0,3 1 0 0,0 2-22 16,6 0-4-16,-6-3 0 0,6 3-1 16,0 0-127-16,0 0-24 0,0 0-6 0,0 0-1006 0</inkml:trace>
  <inkml:trace contextRef="#ctx0" brushRef="#br0" timeOffset="13592.414">18749 10417 2188 0,'0'0'48'0,"3"-5"11"0,-3 0 1 0,3-6 1 0,0 3-49 0,0 0-12 0,0-2 0 0,0 2 0 15,-3-3 105-15,3 3 19 0,-3 3 3 0,-3-3 1 16,0 5-52-16,0-2-9 0,-3 2-3 0,0 1 0 16,0-1-51-16,-3 3-13 0,-3 3 0 0,0 2 0 15,0 0 0-15,-2 1 0 0,-1 2 0 0,0-1 0 16,0 4 26-16,3 2 2 0,-3 1 1 0,3-1 0 15,0 3-29-15,0-3 0 0,1 3 0 16,-1 2 0-16,3-2 0 0,3 3 0 0,0-1 0 0,3 3 0 16,0 1 0-16,6-1-8 0,0 0 8 0,0 3 0 15,6-3-9-15,-3 3 9 0,3 2 0 0,0-2-9 16,-1 0 9-16,1-3 0 0,3 0-9 0,-3 0 9 16,-3-2 0-16,3-1 0 0,-3-2-9 0,-3 0 9 15,0 0-10-15,-3 2 2 0,0-4 0 0,-3 2 0 16,0-3 8-16,-3 0-8 0,-3 0 8 0,3 0-8 15,-3 1-6-15,-3-4-1 0,0 4 0 0,-2-4 0 16,2 1 0-16,-3-1 0 0,0-2 0 0,0 3 0 0,0-3 2 0,3 2 0 16,-3-4 0-16,6 2 0 0,1-1-9 0,-1-1-2 15,3-1 0-15,0 0 0 0,6-5 24 16,0 0 0-16,0 0 0 0,0 0 0 0,6 3 0 0,0 2-9 16,0-2 9-16,2 0 0 0,4 2-9 0,-3-2 9 15,6 2 0-15,-3-3-9 0,3 4 9 16,-3-1 0-16,3 0 0 0,-3 6-8 0,3-3 8 0,-4 2 0 15,1-2 0-15,0 3 0 0,-3 0 0 16,0 2 0-16,0-3 0 0,0 4 8 0,-3-4-8 0,3 3 9 0,-3-2-9 16,-3 2 10-16,3 0-10 0,-3 1 0 0,0 2 0 0,0-1 0 15,0 1 53-15,-3-2 9 0,0 1 2 0,0 1 0 32,0 0-73-32,0 0-15 0,0 0-2 0,0 0-1 0,3-3 27 0,-3 3 0 0,0-3 0 0,3 0 0 15,-3-2 0-15,3 0 0 0,0-1 0 0,0-2 0 31,0 0-32-31,-1-3-5 0,1 1-1 0,3-4-765 0,0 1-153 0</inkml:trace>
  <inkml:trace contextRef="#ctx0" brushRef="#br0" timeOffset="14165.175">19508 10595 2026 0,'0'0'44'0,"0"0"10"0,0 0 2 0,0 0 1 0,0 0-45 0,0 0-12 0,0 0 0 0,0 0 0 16,0 0 67-16,-6 2 11 0,0 1 2 0,0-3 1 0,6 0-12 15,-6 3-2-15,0 2-1 0,0-3 0 16,0 1-22-16,1 2-4 0,-1 1 0 0,0 2-1 15,-3 0 9-15,0 2 3 0,0 3 0 0,-3 1 0 0,3 4-51 0,-6 1-14 16,0-1-1-16,0 6 0 0,-3-3 15 0,1 3 0 16,-1-3 0-16,0 0 0 0,-3-2 14 0,3-1-1 15,-3 1 0-15,1-3 0 16,2 0-61-16,0-1-13 0,0-1-3 0,0-1 0 16,0 0-103-16,3-5-21 0,0 3-4 0</inkml:trace>
  <inkml:trace contextRef="#ctx0" brushRef="#br0" timeOffset="14451">19100 10716 1958 0,'3'-13'43'0,"-3"5"9"0,3 0 1 0,0-2 3 0,-3 2-45 16,3 0-11-16,0 0 0 0,0 0 0 0,0 3 104 0,-3 2 20 0,3-2 3 0,-3 5 1 15,0 0-52-15,0 0-9 0,3-3-3 0,-3 3 0 16,0 0-51-16,6 3-13 15,0-3 0-15,3 5 0 0,-3-2 54 0,0 4 8 0,3 1 2 0,-3 3 0 16,3 0-52-16,3 2-12 0,-3 3 0 0,2 0 0 16,1 2 0-16,0 1 0 0,0-1 8 0,0 3-8 15,3-5 0-15,-3 3 0 0,3-3 8 0,0-1-8 16,-1 1 0-16,1 0 8 0,-3 0-8 0,0 0 0 16,3-3 0-16,-3 0 0 0,0-2 0 0,-3 2 0 15,6-5-51 1,-3 0-16-16,0 0-3 0,-4-3-1 0,4-2-148 0,0 0-29 15,0-3-7-15</inkml:trace>
  <inkml:trace contextRef="#ctx0" brushRef="#br0" timeOffset="14699.992">19648 10917 1958 0,'0'0'43'0,"0"-5"9"0,0 0 1 0,0 0 3 0,-3-1-45 0,3 1-11 16,-3-3 0-16,3 3 0 0,-3-1 104 0,3 1 20 16,0 5 3-16,-3-5 1 0,3 5-28 0,0 0-4 15,-3-5-2-15,3 5 0 0,0 0-48 0,0 0-10 16,0 0-1-16,0 0-1 0,0 0 9 0,0 0 1 15,-3 7 1-15,3 1 0 0,-3 0-27 0,3 0-6 16,0 0 0-16,0 3-1 0,0-1-3 0,0 4-8 16,3-4 12-16,-3 3-4 0,0 1-8 0,0-1 0 0,0 0 0 15,0 0 0-15,0 3 0 0,0 0 0 0,0-3 0 16,0 3 0-16,-3-3 0 0,0 3 0 0,3-2 0 16,-3-1 0-1,0-3-46-15,0-2-14 0,0 0-4 0,0 0 0 16,0-3-94-16,-3 1-19 0,6-6-4 0,0 0-917 0</inkml:trace>
  <inkml:trace contextRef="#ctx0" brushRef="#br0" timeOffset="17920.211">19094 10452 1911 0,'0'0'42'0,"0"0"9"0,-3-6 1 0,-3 4 2 0,0 2-43 0,1-3-11 0,-1 0 0 0,0 3 0 16,0 0 79-16,0 0 13 0,6 0 4 0,-6 0 0 16,0 6-33-16,0-4-7 0,0 4 0 0,0 2-1 15,-3 0-1-15,3 0 0 0,0 5 0 0,0 0 0 16,-3 3-54-16,3 0 0 0,-3 2-16 0,-3 1 4 16,4 5 12-16,-7 2 0 0,0 0 0 15,0 9 0-15,0-1 0 0,0 1 0 0,0-1 0 16,0-2 0-16,3-3 0 0,6 0 0 0,1 0 0 0,-1 0 0 15,6-5 0-15,3 3 0 0,3 2 0 0,2-3 0 16,4 1 0-16,0-4 0 0,6 4 0 0,0-6 0 16,3-2 0-16,-3-1 0 0,0-2 0 0,2-5 0 15,-2 2 0-15,6-5 14 0,0-3-2 0,0 0 0 16,-4-2-36-16,4-6-7 16,3 1-1-16,-3-4-1 0,0-2-190 0,0 0-37 0</inkml:trace>
  <inkml:trace contextRef="#ctx0" brushRef="#br0" timeOffset="18415.25">19978 10870 1267 0,'0'0'28'0,"0"0"5"0,0 0 2 0,0 0 1 0,0 0-36 0,0 0 0 0,0 0 0 0,-6 2 0 16,6-2 109-16,0 0 15 0,0 0 4 0,-5 3 0 15,5-3-52-15,0 0-9 0,0 0-3 0,0 0 0 16,0 0 0-16,0 0 0 0,0 0 0 0,5 5 0 16,1 1 0-16,0-1 0 0,3-2 0 0,3-1 0 15,0 1 0-15,3 0 0 0,0-3 0 0,6 2 0 16,-3-2 0-16,2 0 0 0,-2 0 0 0,3 0 0 15,-3 0-51-15,0-2-13 0,3 2 0 0,0-3 0 0,-1 0 0 16,1-2 0-16,0 2 0 0,0 1 0 0,-3-1 0 16,3-2 0-16,-4 2 0 0,-2-2 0 15,0-1-48-15,-3 1-13 0,0 0-3 0,-3 0 0 16,-3-1-99-16,0 1-20 0,-3 0-4 0,0 2-485 16,-3 3-96-16</inkml:trace>
  <inkml:trace contextRef="#ctx0" brushRef="#br0" timeOffset="18673.011">20199 10727 2120 0,'0'0'47'0,"-6"-5"9"0,3-1 3 0,0 1 0 0,0 0-47 0,3-3-12 0,-3 5 0 0,3-2 0 16,0 0 68-16,0-1 12 0,0 4 3 0,0 2 0 16,0 0-15-16,0 0-4 0,0 0 0 0,0 0 0 15,0 0 0-15,0 0 0 0,6 2 0 0,-3 4 0 16,0 4-51-16,0-2-13 0,-3 5 0 0,3 3 0 15,0 3 54-15,-3-1 8 0,0 6 2 0,3-3 0 16,-3 0-64-16,0 1 0 0,3-1 0 0,-3 0-10 16,0 0 10-16,3 0 0 0,-3 0 0 0,0 1 0 15,0 1 0-15,3-1 0 0,-3 1-9 0,0 1 9 16,3-3-48-16,-3 0-4 0,3-2-2 16,0 0 0-16,-1-1-59 0,1-5-12 0,0 1-3 0,0-4-1024 15</inkml:trace>
  <inkml:trace contextRef="#ctx0" brushRef="#br0" timeOffset="19077.716">21056 10759 1314 0,'0'0'37'0,"-3"-6"8"0,0 4-36 0,0-4-9 0,3 1 0 0,-3 0 0 16,3 0 122-16,0-1 22 0,0 1 5 0,0 2 1 15,0-2-39-15,0 2-8 0,0-2-2 0,0 5 0 16,0-3-25-16,0 3-6 0,0 0-1 0,0 0 0 15,0 0 15-15,0 0 2 0,0 0 1 0,0 0 0 16,0 0-35-16,0 0-8 0,0 0 0 0,-9 3-1 16,3 5-43-16,-3 0 0 0,-3 0 0 0,3 2 0 15,-5 4 22-15,-1 2 2 0,0 2 1 0,-6 3 0 16,-3-2-25-16,-3-1 0 0,4 1 0 0,-4-1 0 16,0-2-20-16,3 0-2 0,0 0-1 0,0-3 0 15,4 0-135 1,2 1-27-16,0-4-6 0,0-2-547 0,3 0-110 0</inkml:trace>
  <inkml:trace contextRef="#ctx0" brushRef="#br0" timeOffset="19715.882">20648 10764 1958 0,'0'-8'43'0,"3"0"9"0,0-3 1 0,0 1 3 0,0 2-45 0,0 0-11 15,0 0 0-15,3 3 0 0,-3 2 53 0,-3 3 9 16,0 0 2-16,0 0 0 0,3 0 0 0,3 5 0 15,0 3 0-15,3 3 0 0,-3 0 0 0,0 2 0 0,3 3 0 0,0 2 0 16,-4-2-52-16,4 0-12 0,3 0 0 0,-3 2 0 16,3-2 0-16,0 0 0 0,0 0 0 0,0 0 0 15,3-3 0-15,-3 3 0 0,3 0 0 0,-4-3 0 32,4 0-62-32,0 0-15 0,-3-2-3 0,0 0-1 15,0-1-24-15,0-2-5 0,-3 0-1 0,0 0 0 0,0-3 83 0,-3 1 17 0,0-4 11 16,0 1-13-16,-1-3 13 0,1 0 0 0,-3 0 0 0,0-3 0 15,-3 3 8-15,3 0 4 0,3-2 0 0,-3-4 1 16,0 1 35-16,-3-3 8 0,3 0 0 0,0 3 1 16,0-3 8-16,0 0 2 0,0-3 0 0,0 3 0 15,0-2-4-15,3-1-1 0,0 3 0 0,0-2 0 16,0 2-15-16,3 0-3 0,0 0-1 0,0 0 0 16,3 3-18-16,-3-1-3 0,2 1-1 0,1 3 0 15,0-4-21-15,-3 6 0 0,3-2 0 0,-3 2 0 16,0 0 0-16,0 2 0 0,-6-2 0 0,3 3 0 15,-6-3 0-15,0 0 0 0,3 5 0 0,-3 0 0 16,0 3 0-16,0-2 0 0,-3-1 0 0,0 3 0 16,-3-3 0-16,3 3 0 0,-6 0 0 0,3-3 0 15,0 3-47-15,0-2-13 0,0-1-4 16,0 0 0-16,3 0 52 0,3-5 12 0,-3 6 0 0,3-6 0 0,0 0-11 16,0 0 1-16,0 0 0 0,3 5 0 0,3-2 10 0,0-1 14 15,3-2-3-15,0 0-1 0,3 0-10 16,0 0 0-16,0 0 0 0,3 0 0 0,-1 0 0 0,-2-2 0 15,3 2 0-15,-3-3 0 0,0 3 0 0,0 0 0 16,0 0 0-16,-3 3 0 0,0-3 0 0,-3 2 0 16,0-2 0-16,0 6 0 0,-3-4 0 0,-3 4 0 0,0-1 0 15,-3 0 0-15,0 6 53 0,-3-3 9 0,0 0 2 0,-6 2 0 16,0 1-52-16,0-3-12 0,0 2 0 0,-3 1 0 31,0-1-48-31,-3 4-13 0,1-4-3 0,-1 1 0 16,0-1-51-16,3 1-10 0,-3 0-3 0,3-3-580 0,0 0-116 15</inkml:trace>
  <inkml:trace contextRef="#ctx0" brushRef="#br0" timeOffset="20086.343">20583 10449 1314 0,'0'0'37'0,"0"0"8"0,0 0-36 0,0 0-9 16,0 0 0-16,0 0 0 15,0 0 104-15,0 0 20 0,0 0 3 0,0 0 1 0,0 0-52 0,0 0-9 0,0 0-3 0,0 0 0 16,0 0 0-16,6 3 0 0,0-1 0 0,0 4 0 16,-1-4 0-16,4 4 0 0,0-4 0 0,3 1 0 15,0 0 0-15,6-1 0 0,3 1 0 0,0-3 0 16,5 0-51-16,1 0-13 0,3 0 0 16,3 0 0-16,0 0 0 0,-4-3 0 0,1 3 0 0,0-2 0 15,-3-1 0-15,-1 0 0 16,1 3 0-16,3-2-782 15,0-1-159-15</inkml:trace>
  <inkml:trace contextRef="#ctx0" brushRef="#br0" timeOffset="20480.577">21425 10288 2030 0,'0'0'57'0,"0"-6"14"0,0 1-57 0,0-3-14 16,0 5 0-16,0 3 0 0,3-5 97 0,0 0 17 15,-3 5 3-15,3-3 1 0,-3 3-42 0,6-2-9 16,0 2-2-16,0 2 0 0,0-2-45 0,3 6-8 16,0 1-3-16,0 1 0 0,0 3 44 0,-1 2 9 15,7 6 2-15,-3 2 0 0,6 3-52 16,0 0-12-16,-3-1 0 0,3 4 0 0,0-3 8 0,-1-1-8 15,1 4 11-15,-3-1-11 0,-3 1 11 0,3 5-11 16,-3-1 10-16,-3 6-10 0,3 0 9 0,-3 0-9 16,-3 1 8-16,-3-4-8 0,3 0 0 0,-6-2-19 15,0-3 3-15,-3-2 1 0,0-1 15 0,-3-2 0 0,-3 2 0 0,0 1 0 16,-3-3 0-16,-3 2 0 0,0 1 0 0,-3-1 0 16,-3-2 0-16,1 0 0 0,-4-3 0 0,3 0 0 15,-3-5 0-15,0 0 0 0,3-3 0 0,4 3 0 31,-1-6-54-31,0 1-8 0,3 0-2 0,0-1 0 0,3-2 52 0,0 0 12 16,3-3 0-16,0 1 0 0,3-4-213 16,-2 1-40-16</inkml:trace>
  <inkml:trace contextRef="#ctx0" brushRef="#br0" timeOffset="21170.437">22083 10730 1497 0,'0'0'32'0,"0"0"8"0,0 0 0 0,0 0 4 0,0 0-36 0,0 0-8 0,0 0 0 0,-6 0 0 0,6 0 53 0,0 0 9 16,0 0 2-16,0 0 0 0,0 0 0 0,0 0 0 16,0 0 0-16,0 0 0 0,0 0 0 0,0 0 0 15,0 0 0-15,0 0 0 0,0 0 0 0,6 0 0 16,3 2 0-16,0-2 0 0,0 0 0 0,3 0 0 15,2 0 0-15,-2 0 0 0,3 0-52 0,0 0-12 16,0-2 0-16,3-1 0 0,-3 0 0 0,3-2 0 16,2 0 0-16,1 2 0 0,0-2 0 0,3-1 0 15,-3 4 0-15,3-4 0 16,-1 1-48-16,-5 3-13 0,0-4-3 0,0 4 0 16,-3-4-102-16,-3 4-21 0,-3-4-4 0,3 1-1 0</inkml:trace>
  <inkml:trace contextRef="#ctx0" brushRef="#br0" timeOffset="21469.597">22241 10544 1844 0,'0'0'52'0,"0"0"12"0,0 0-52 0,0 0-12 0,0 0 0 0,0 0 0 15,0 0 92-15,0 0 15 0,0 0 3 0,0 0 1 16,0 0-20-16,0 0-4 0,0 0-1 0,0 0 0 15,0 0-33-15,0 0-6 0,0 0-2 0,0 0 0 16,0 0 15-16,-3 8 4 0,0-2 0 0,0 1 0 16,3 1-52-16,-3 3-12 0,3 0 0 0,-3 2 0 15,3 3 0-15,0 2 0 0,-3 1 0 0,3 5 0 0,0-3 0 16,0 3 0-16,0-1 0 0,0 1 0 0,0 0 0 16,0-3 0-16,0 0 0 0,3 3 0 0,0-3 0 15,-3 0 0-15,3-5 0 0,0 3 0 16,0-3-48-16,0 0-13 15,0-6-3-15,0 3 0 0,3 1 0 0,-3-4 0 0,2-2 0 0,1 0-682 16,0-3-137-16</inkml:trace>
  <inkml:trace contextRef="#ctx0" brushRef="#br0" timeOffset="21810.885">23062 10489 1728 0,'0'0'38'0,"0"0"8"0,0 0 2 0,3-6 0 0,-3 6-39 0,0-5-9 0,0 5 0 0,0-5 0 16,0 0 104-16,0 5 20 0,0 0 3 0,0 0 1 16,0-6-52-16,0 6-9 0,0 0-3 0,0 0 0 15,0 0 0-15,0 0 0 0,0 0 0 0,0 0 0 16,0 0-51-16,0 0-13 0,0 0 0 0,-6 0 0 15,6 0 54-15,-6 3 8 0,0 2 2 0,-3 1 0 16,0 1-52-16,1 4-12 0,-4 0 0 0,-3 2 0 16,-3-3 0-16,0 4 0 0,0-1 0 0,-6 0 0 15,1 0 0-15,-1 3 0 0,0 0 0 0,-3 0 0 16,3 2 0-16,0 1 0 0,4-3 0 0,-1 0 0 16,3-3-107-16,0 0-24 15,3-2-5-15,0-1 0 0,3-2-84 0,1 0-16 0,-19 3-3 16,12-6-1-16</inkml:trace>
  <inkml:trace contextRef="#ctx0" brushRef="#br0" timeOffset="22408.256">22738 10542 1728 0,'0'-16'38'0,"0"10"8"0,3-4 2 0,-3-1 0 0,0 1-39 0,0-1-9 0,0 1 0 0,-3-1 0 16,3 3 104-16,0-3 20 0,-3 4 3 0,3 1 1 15,0-2-52-15,0 8-9 0,0 0-3 0,0 0 0 16,0 0 0-16,0 0 0 15,0 0 0-15,0 0 0 0,0 0-51 0,0 0-13 0,3 8 0 0,0-2 0 16,3 1 54-16,0 4 8 0,0 0 2 0,0 2 0 16,-1-3-52-16,1 4-12 0,0-4 0 0,0 6 0 15,0-3 0-15,3 1 0 0,0-1 0 0,-3 3 0 32,3 2-48-32,-3-2-13 0,3 3-3 0,0 2 0 15,-3-3 0-15,3 1 0 0,-3 2 0 0,0-2 0 0,3-1-2 16,-3-2-1-16,2-3 0 0,1 0 0 0,-3 1 5 15,0-4 1-15,0-2 0 0,0 0 0 0,0-3-3 16,0 1 0-16,-3-1 0 0,3 0 0 0,0-5 0 0,-3 3 0 0,0-3 0 16,0 0 0-16,3 0 103 0,-3-3 20 0,0 1 4 0,0-1 1 15,0 0 0-15,-3-2 0 0,3-3 0 0,0 3 0 16,0-3 0-16,0 0 0 0,-3 0 0 0,3-3 0 0,0 1 0 0,0 2 0 16,0-3 0-16,0 3 0 0,3-2 0 0,-3 2 0 15,2-3 0-15,1 3 0 0,0 0-52 0,0 3-12 16,0-3 0-16,0 3 0 0,3 0 54 15,-3 2 8-15,0-2 2 0,3 5 0 0,-3-3-52 0,0 3-12 16,-6 0 0-16,0 0 0 0,6 5 0 0,-6-5 0 16,3 6 0-16,-3 4 0 0,0 1 0 0,-3-1-12 15,-3 4 3-15,3-1 0 0,-3 0 9 16,0 3 12-16,-3-3-2 0,3 3-1 0,0-3-9 0,0 3 0 16,-3-3 0-16,3 1 0 15,0-1-49-15,0 0-12 0,3-2-3 0,0 2 0 0,3 0 52 0,0-2 12 0,0-1 0 16,3-2 0-1,-3 0-54-15,3-3-8 0,3 1-2 0,0-1 0 0,0-2 52 0,3-1 12 16,0-2 0-16,0 0 0 0,3-2 0 0,0 2 0 0,3-6 0 0,3 4 0 31,-3-4-36-31,-1 1-5 0,7 0-1 0,-3-1 0 16,0-4-87-16,3 2-18 0,-3-3-3 0</inkml:trace>
  <inkml:trace contextRef="#ctx0" brushRef="#br0" timeOffset="22756.474">22592 10206 1314 0,'0'0'37'0,"0"0"8"0,-6 0-36 16,6 0-9-16,0 0 0 0,0 0 0 0,0 0 104 0,0 0 20 16,0 0 3-16,0 0 1 0,0 0-52 0,3 2-9 0,3 4-3 0,3-4 0 15,0 3 0-15,0-2 0 16,6 0 0-16,-1-1 0 0,1 1 0 0,6-3 0 0,3 3 0 15,6-1 0-15,-3-2-20 16,5 3-5-16,4 0-1 0,-3-1 0 0,2-2-28 0,-2 0-10 0,-3-2 0 0,0-1 9 31,-1 0-112-31,1-2-22 0,0 0-5 0</inkml:trace>
  <inkml:trace contextRef="#ctx0" brushRef="#br0" timeOffset="23755.994">23553 10126 1396 0,'0'0'31'0,"0"0"6"0,3-5 2 0,0-3 0 0,3 3-31 0,-3-1-8 0,6 1 0 0,-3-3 0 0,6 3 103 0,-3 0 19 16,3-3 4-16,-3 2 1 15,6 1-37-15,-3 0-7 0,2 0-2 0,-2 2 0 0,3-2-25 16,-3 2-6-16,0 0-1 0,-3 1 0 0,0 2-8 0,0 0-1 15,-3 0-1-15,0 0 0 16,-3 2-11-16,-3-2-1 0,0 0-1 0,0 6 0 0,0 2-7 0,-3-1-2 16,0 4 0-16,-6 2 0 0,3 0-9 0,-6 1-8 15,3 2 12-15,-3 2-12 0,0-2 9 0,0 3-9 16,-3 2 0-16,4 2 9 0,2 4-9 0,0-1 0 16,3 4 0-16,3-1 0 0,0 0 0 0,6-3 0 0,0 1 0 15,3-4 0-15,6 1 0 0,-1-3 0 0,4 1 0 16,3-4 0-16,0 1 0 0,0-3 0 15,0-1 0-15,3-1 0 0,-6-4 0 0,-1 1 0 16,1-3 0-16,-3 0 0 0,0-3 0 16,-3-2 0-16,-3-1 0 0,0 1 0 0,-3-3 0 0,-3 0 0 0,0 0 0 15,0 0 0-15,0 0 53 0,0 0 9 0,0 0 2 16,0 0 0-16,-6 3-52 0,-3-1-12 0,3 1 0 0,-3-3 0 16,3 2 0-16,-3 1 0 0,0 2 0 0,-3 1 0 15,1 2 54-15,-1 0 8 0,-3 5 2 0,3 0 0 31,0 3-103-31,3 2-20 0,-3 1-4 0,3 5-1 0,0-6 52 0,3 3 12 0,0 1 0 0,0 1 0 16,3-1 0-16,0 1 0 0,0-4 0 0,0 5 0 16,3 0 0-16,-3 2 0 0,3 1 0 0,-2 2 0 15,-1 0 0-15,0 0 0 0,0 0 0 0,0 0 0 16,0-2 0-16,0-4 0 0,-3 4 0 0,3-6 0 16,-3 0 0-16,0 0 0 0,0-2 0 0,-3 2 0 0,3-5 0 15,0 0 0-15,-3 2 0 0,0 1 0 0,3-1 0 16,-3-2 0-16,3 3 0 0,-3-1 0 0,0-2 0 15,1 0 0-15,2 0 0 0,0-3 0 0,0 0 0 0,0-2 0 16,3-1 0-16,-3-2 0 16,3 0-54-16,3 0-8 0,-3-2-2 15,3-6-751-15,0 0-150 0</inkml:trace>
  <inkml:trace contextRef="#ctx0" brushRef="#br0" timeOffset="30041.459">12823 11642 1270 0,'0'0'28'0,"-6"3"5"16,-3 0 2-16,6-3 1 0,3 0-28 0,0 0-8 0,-6 0 0 0,6 0 0 0,0 0 52 15,0 0 8-15,0 0 3 0,0 0 0 0,-3-6 1 0,3 6 0 16,0 0 0-16,0 0 0 0,0 0 0 0,0-5 0 16,0 5 0-16,0 0 0 0,0 0-23 0,0 0-4 15,3-3-1-15,0 1 0 0,3-1-3 0,0 3-1 16,-3-2 0-16,6 2 0 0,-3 0-8 0,6 0-1 15,-4 0-1-15,4 0 0 0,3 0-6 0,-3 2-2 16,3-2 0-16,-3 3 0 0,6-1-6 0,-3-2 0 16,5 3-8-16,1 0 12 0,3-1-12 0,0-2 11 15,3 3-11-15,3-3 10 0,-1 3-2 0,1-3 0 0,3-3 0 16,3 3 0-16,-7 0 4 0,1 0 1 16,3 0 0-16,0 0 0 0,-1 3-13 0,7-3-12 0,0-3 3 15,2 3 0-15,1-3 32 0,-3 1 6 0,2-1 2 0,1 3 0 16,-6-3 1-16,2 3 1 0,1 0 0 0,3-2 0 15,-3-1-33-15,2 1 0 0,-2-1 0 0,3 0-9 16,-4 1 25-16,-2 2 4 0,-3-3 2 0,-1 0 0 16,1 1-2-16,-3 2 0 0,3-3 0 0,-1 3 0 15,-2-3 6-15,0 1 1 0,-3-1 0 0,3 0 0 16,-7 3-27-16,4-2 0 0,-3 2 0 0,0-3 0 16,-3 3 0-16,-1-3 0 0,1 3 0 0,-3 0 0 15,3-2 0-15,0-1 0 0,-3 1 0 0,3 2 0 16,-1-3 8-16,1 0-8 0,0 3 0 0,0-2 8 15,0 2-8-15,0 0 8 0,-4 0-8 0,1 0 8 0,0 0-8 0,0 2 12 16,0-2-12-16,0 0 12 0,0 3-12 0,-4 0 12 16,1-3-12-16,0 2 12 0,0-2-12 0,-3 0 10 15,3 3-10-15,0-1 10 0,0-2-10 0,0 3 10 16,-1-3-10-16,-2 0 10 0,3 3-10 0,0-3 10 16,0 0-10-16,3 0 10 0,-3 0-10 0,0 0 10 15,-1-3-10-15,1 3 10 0,-3 0-10 0,3-3 8 16,-3 3-8-16,0 0 8 0,0 0-8 0,0 0 0 15,-3 0 0-15,0 0 0 0,0 0 0 0,-1 0 0 16,-2 0 8-16,0 0-8 0,0 0 0 0,0 0 0 16,0 0 0-16,0 0 0 0,-6 0 0 0,6 0 0 0,-3 0 0 15,-3 0 0-15,6 0-10 0,-6 0-4 16,3 0-1-16,-3 0 0 16,6 0-72-16,-6 0-14 0,3-2-3 0,0-1-719 0,3 3-143 0</inkml:trace>
  <inkml:trace contextRef="#ctx0" brushRef="#br0" timeOffset="31886.959">16642 11383 1036 0,'0'0'23'0,"0"0"5"0,0 0 29 0,0 0-57 0,-6 3 0 15,0 2 0-15,6-5 0 0,0 0 90 0,-3 3 12 16,3-3 2-16,0 0 1 0,-6 5-23 0,6-5-5 0,0 0-1 0,0 0 0 16,0 0-9-16,0 0-3 0,0 0 0 0,0 0 0 15,0 0-12-15,0 0-2 0,0 0-1 0,3 3 0 16,3-1-18-16,3 1-4 0,-3-3-1 0,6 3 0 16,-1-3 30-16,1 0 7 0,3 0 1 0,0-3 0 15,3 3-52-15,0 0-12 0,3 0 0 16,0 0 0-16,-1 0 0 0,4 0 0 15,-3 0 0-15,0-3 0 0,0 3 0 0,0 0 0 0,-7-2 0 16,4 2 0-16,-3-3 0 0,0 3 0 0,-3 0 0 0,0-3 0 16,0 3 0-16,-3 0 0 0,-3 0 0 0,3 0 0 15,-6 0 0-15,-3 0 0 0,0 0 0 0,0 0 0 16,0 0 0-16,0 0 0 0,0 0 0 0,0 0 0 16,0 0 0-16,0 0 0 0,0 0 0 0,-6 3 0 15,0 2 0-15,0-2 0 0,0 0 0 0,0-1 0 16,-3 1 0-16,0 2 0 0,-3-5 0 0,3 3 0 15,-3-1-48-15,-3 1-13 16,0-3-3-16,1 3 0 0,-4-3 52 0,0 2 12 0,0-2 0 0,0 0 0 16,0 0 0-16,0 3 0 0,-2-3 0 0,2 0 0 15,3 0 0-15,0 3 0 0,3-3 0 0,0 2 0 0,3-2 0 0,0 0 0 16,0 0 0-16,3 0 0 0,0 0 29 0,6 0 9 16,0 0 2-16,0 0 0 0,0 0-19 0,0 0-3 15,0 0-1-15,0 0 0 0,0 0-8 0,0 0-1 16,3 0-8-16,6 0 12 0,-3 0-12 15,3 0 0-15,3 0 0 0,0 0 0 0,3 0 0 0,0 0 0 16,0-2 0-16,2 2 0 0,1-3 0 0,3 3 0 16,0 0 0-16,0-3 0 15,3 1-151-15,-3-4-33 0,-1 4-6 0,4-6-2 0</inkml:trace>
  <inkml:trace contextRef="#ctx0" brushRef="#br0" timeOffset="37042.44">11337 13135 1736 0,'0'0'49'0,"-3"5"11"0,-3-2-48 0,6-3-12 0,0 0 0 0,-3 5 0 16,3-5 96-16,0 0 18 0,0 5 3 15,0 1 1-15,0-1-38 0,3 0-7 0,3 0-1 0,-3 1-1 16,3-4-43-16,3 4-8 0,0-4-1 0,3 1-1 16,3 0 37-16,0-1 7 0,0-2 2 0,6 0 0 15,-1 0-52-15,1-2-12 16,3-1 0-16,0 3 0 0,3-5 0 0,-4 2 0 0,7 0 0 0,-6-2 0 15,0 2 0-15,0-2 0 0,-1 0 0 16,-2-3 0-16,0 3 0 0,0-1 0 0,-3 1 0 0,0 0 0 31,-3 2-75-31,-1-2-17 0,-2 2-4 0,-3 3-1 0,0-2-101 16,-3 2-20-16,-6 0-4 0,0 0-1 0</inkml:trace>
  <inkml:trace contextRef="#ctx0" brushRef="#br0" timeOffset="37323.699">11477 13362 1926 0,'0'0'42'0,"0"0"9"0,0 0 56 16,0 0-96-16,0 0-11 0,6 0 0 0,3 3 0 0,-3-3 90 0,0 0 16 15,0 0 3-15,3 0 1 0,0 0-25 0,3 0-5 16,0 0 0-16,3 0-1 0,-4 0-30 0,7 0-5 16,-3-3-2-16,3 3 0 0,-3-2-14 0,3-1-4 0,0 3 0 0,0-3 0 15,-1 3-14-15,-2-2-10 0,6-1 12 0,-3 0-12 16,3-2 9-16,3 2-9 0,-1-4 0 0,1 1 9 31,0-2-76-31,0 0-15 0,0-2-3 0,2-1-715 16,1-2-144-16</inkml:trace>
  <inkml:trace contextRef="#ctx0" brushRef="#br0" timeOffset="38338.226">13269 12725 2012 0,'0'0'44'0,"0"0"10"0,0 0 58 0,0 0-101 0,0 0-11 0,-6 0 0 0,0 0 0 15,0 0 76-15,0 2 14 0,-3 1 2 0,0 2 1 16,-2 0-33-16,-1 3-8 0,-3 3 0 0,-6 5-1 16,0 2-33-16,0 1-6 0,-3 2-2 0,1 6 0 0,-4-4-10 15,0 6 0-15,3 1 0 0,-3 1 0 0,-2 1 20 0,2 0 3 16,0-3 0-16,-6 5 0 16,7-2-47-16,-1 0-10 15,3 2-2-15,-3-5 0 0,3-2 7 0,1-1 1 16,2-5 0-16,-3 1 0 0,6-4-29 0,-3-2-6 15,3 0-1-15,1-3 0 0,2 0-100 0,-3-5-20 16</inkml:trace>
  <inkml:trace contextRef="#ctx0" brushRef="#br0" timeOffset="38613.941">12582 12955 1918 0,'3'-11'42'0,"-3"6"9"0,0 0 1 0,3-1 3 0,-3 1-44 0,0 0-11 16,2-1 0-16,-2 6 0 0,0 0 62 0,0 0 10 0,3 0 3 0,-3 0 0 15,6 0-9-15,3 3-2 0,-3-3 0 0,0 5 0 16,3 1-13-16,0-1-3 0,0 0-1 0,0 6 0 16,3-3-24-16,0 2-5 0,0 1-1 0,3 0 0 15,-1 2 38-15,1 0 7 0,0 0 2 0,3 0 0 16,-3 3-64-16,3 0-15 0,0 3-1 0,0-1-1 16,-1 1 17-16,1-1 0 0,0 1 0 0,-3-1 0 15,0 1 0-15,0-3 0 0,0 0 8 0,3-3-8 16,-4 0 13-16,1 0 0 0,0-2 0 0,0-3 0 31,0-3-83-31,0 0-17 0,3-2-3 0,-3 0-1 0,-1-6-164 16,1 3-33-16,0-5-6 0</inkml:trace>
  <inkml:trace contextRef="#ctx0" brushRef="#br0" timeOffset="38854.022">13329 13166 1448 0,'0'0'41'0,"3"-5"9"0,0 0-40 0,0 0-10 0,0-3 0 0,0 5 0 15,-3-2 142-15,0 5 26 0,0-6 6 0,0 6 1 16,0 0-58-16,0 0-11 0,0 0-2 0,0 0-1 0,0 0-26 0,0 0-5 15,0 0 0-15,0 0-1 0,0 0-22 0,0 0-4 16,-3 6-1-16,0 2 0 0,-3 2-8 0,6 1-1 16,-3-1-1-16,0 1 0 0,3 2-9 0,-3 0-1 15,3 1-1-15,0-1 0 0,0 0-7 0,0 0-2 0,3 3 0 16,-3-3 0-16,0 3-6 0,0-2-8 0,0-1 11 0,-3 3-11 16,3-3 8-16,0 0-8 0,0 3 0 0,-3-3 0 15,3-2 0-15,-3 2 0 0,3-2 0 16,-3-1 0-1,3-2-48-15,0 0-8 0,0 3 0 0,0-3-1 16,0-6-149-16,0 6-30 0,3-2-5 0</inkml:trace>
  <inkml:trace contextRef="#ctx0" brushRef="#br0" timeOffset="39255.208">13787 13378 1724 0,'0'0'38'0,"0"0"8"0,0 0 2 0,3-5 0 0,0 2-39 0,0 1-9 15,6-1 0-15,-3 0 0 0,6 1 85 0,0-1 15 16,0 0 4-16,3 3 0 0,-1-2-12 0,1-1-3 16,6 3 0-16,0 0 0 0,-3-3-57 0,3 1-12 0,-1-1-3 15,4 3 0-15,-3-3-4 0,0-2-1 16,0 3 0-16,-3-1 0 0,0 0 19 0,-1-2 3 15,1 2 1-15,-3-2 0 16,3 2-79-16,-3-2-16 0,0 2-4 0,-3-2 0 16,3 2 0-16,-4-2 0 0,1 0 0 0,-3 0 0 15,0-1-153-15,-3 1-31 0,6-3-7 0,-6 0-1 0</inkml:trace>
  <inkml:trace contextRef="#ctx0" brushRef="#br0" timeOffset="39559.451">14004 13140 2086 0,'0'0'59'0,"-6"-5"13"0,0 2-57 0,6 3-15 0,-3-3 0 0,3 3 0 16,0 0 100-16,0 0 18 0,0 0 3 0,0 0 1 16,0 0-30-16,0 0-5 0,0 0-2 0,0 0 0 15,0 0-28-15,0 0-5 0,0 0-2 0,0 6 0 16,3 2-21-16,0 0-4 0,-3 2-1 0,3 1 0 15,0 5-6-15,-3 2-2 0,0-2 0 0,3 5 0 0,-3-2-6 0,0-1-2 16,0 3 0-16,0-2 0 0,0 2-8 0,0-2 0 16,0-1 9-16,3-2-9 0,-3 3 0 0,0-4 0 15,3 1 0-15,0 0 8 0,-3 0-8 0,3-3-12 0,0 3 4 16,-3-3 0 0,3-2-80-16,0 0-16 0,0-1-4 0,0-2 0 15,3 3-106-15,-3-6-22 0</inkml:trace>
  <inkml:trace contextRef="#ctx0" brushRef="#br0" timeOffset="39963.45">15255 13061 1653 0,'0'0'47'0,"-3"-3"10"0,3-5-45 0,-3 3-12 16,3-1 0-16,-3 4 0 16,0-3 86-16,0-1 15 0,0 4 3 0,-3-1 1 0,0 0-15 0,0 3-3 15,0-2-1-15,0 2 0 0,0 2 13 16,-3 1 2-16,0-3 1 0,0 5 0 0,0 1-82 0,0-1-20 15,-3 0 0-15,1 3 0 0,-4 0 56 0,3 3 6 16,-3 2 2-16,-3 3 0 0,0 2-52 0,0 3-12 16,3 3 0-16,-2 0 0 0,-1 0 0 0,0 2 0 15,0-2 0-15,-3 0 0 0,0-3 0 0,0 3 0 16,-2-3 0-16,-1 0 0 0,3-2-10 0,-3-1-2 16,3-2 0-16,-2 0 0 15,2-3-31-15,0 0-6 0,0 1-2 0,3-4 0 16,-3-2-113-16,6 0-24 0,1 0-4 0,-1-5-792 15</inkml:trace>
  <inkml:trace contextRef="#ctx0" brushRef="#br0" timeOffset="40220.071">14683 13122 1792 0,'3'-14'51'0,"-3"9"10"0,3-3-49 0,0 3-12 0,0-1 0 0,0 1 0 15,-3 5 105-15,0 0 19 0,0 0 3 0,3-2 1 16,-3 2-52-16,6 0-9 0,0 0-3 0,-3 5 0 15,3 0 0-15,0 3 0 0,0 0 0 0,0 3 0 16,3 2-16-16,-1 3-3 0,4 2-1 0,-3 1 0 16,3-1-22-16,0 1-5 0,0-1-1 0,0 1 0 15,3-3-8-15,0 0-8 0,0-1 12 0,-1 1-12 16,-2-5 8-16,3 2-8 0,0 0 0 0,-3 1 0 16,3-4 0-16,0 1 0 0,0-3 0 0,0-3 0 15,-1 0-25-15,1 1-9 16,0-4-2-16,-3 1 0 0,3-3-149 15,0 0-31-15,-3-3-5 0,3 3-463 0,-3-2-93 0</inkml:trace>
  <inkml:trace contextRef="#ctx0" brushRef="#br0" timeOffset="40623.905">15207 13376 1616 0,'0'0'36'0,"0"0"7"0,0 0 1 0,0 0 1 0,0 0-36 0,0 0-9 16,0 0 0-16,0 0 0 0,0 0 108 0,-3-3 20 16,3 3 4-16,0 0 1 0,0 0-42 0,3-3-9 0,0-2-2 15,3 2 0-15,0 1-18 0,0-1-4 16,3 3-1-16,0-3 0 0,0 1-13 15,2 2-2-15,-2-3-1 0,0 3 0 0,3 0-7 0,-3 0-2 16,0 0 0-16,-3 3 0 0,0-3-16 0,0 0-3 0,0 2-1 0,0 1 0 16,-6-3-12-16,3 3 8 0,-3-3-8 0,3 2 0 15,-3-2 0-15,0 0 0 0,3 6-13 0,-3 2 4 32,0-6-24-32,0 6-5 0,0-8-1 0,-3 5 0 15,-3 3 3-15,3 0 1 0,0-2 0 0,-3 2 0 0,3-3 16 0,0 0 3 0,3-5 1 0,-3 8 0 16,3-8 15-16,-3 5-9 0,3-5 9 0,3 6-8 15,0-1 8-15,3-2 0 0,-3-1 0 0,3 1-8 16,3-1 20-16,0-2 4 0,0 0 0 0,0 0 1 16,3 0-1-16,-1 0-1 0,1 0 0 0,0 0 0 15,0 0-15-15,0 0 0 0,0 3 0 0,0-3 0 16,-3 3 47-16,0-1 6 0,-3 4 2 0,0-4 0 16,-3 4-37-16,0 2-7 0,0-3-2 0,-6 5 0 15,0 1-9-15,-3 0 0 0,0 2 0 0,0 0 0 0,-6 0 25 16,0 1 3-16,0 1 1 0,-3 1 0 15,0-2-44-15,0-1-9 0,0 0-1 0,-2 0-1 16,-1-2-22 0,-3-1-4-16,0 1 0 0,0 0-1 0,0 2-30 0,1-5-5 0,-1 0-2 0,0 0-656 15,0-3-131-15</inkml:trace>
  <inkml:trace contextRef="#ctx0" brushRef="#br0" timeOffset="41094.287">14635 12915 1497 0,'0'0'32'0,"0"0"8"0,0 0 0 0,0 0 4 0,0 0-36 0,0 0-8 0,0 0 0 0,-3-3 0 16,0 1 52-16,3 2 9 0,-5-3 2 0,2 1 0 16,3 2-16-16,-6-6-3 0,3 4-1 0,3 2 0 15,-6-6 1-15,6 6 0 0,-3-2 0 0,3 2 0 16,0 0 12-16,0 0 2 0,0 0 1 0,0 0 0 15,-3-6-10-15,3 6-1 0,3-2-1 0,0-4 0 0,0 1 13 0,3 2 4 16,5-2 0-16,1 3 0 0,6-4-52 0,3 4-12 16,6-4 0-16,0 4 0 0,5-4 36 0,1 1 4 15,3 2 0-15,3-2 1 0,2 3-14 0,1-4-3 16,3-2-1-16,5 3 0 0,-2 0-23 0,-1-1 0 16,1 4 0-16,0-4 0 0,-10 4-9 0,1-3-7 15,0 2 0-15,-4 0-1 16,-2-2-24-16,-6 2-5 0,0 1-1 0,-6-1 0 15,-4 3-167-15,-2 0-34 0,12-3-6 0,-27 3-2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2:39:03.1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10903 10513 1512 0,'0'0'43'0,"0"0"9"0,0 0-42 0,0 5-10 16,0-5 0-16,0 5 0 0,0-5 62 0,0 5 10 0,0 1 3 0,0-6 0 15,3 5 25-15,0-2 6 0,-3-3 1 0,3 5 0 16,3-2-69-16,-3 2-14 0,3-5-2 0,-3 3-1 16,2-3 35-16,1 2 6 0,0-2 2 0,0 0 0 15,3-2-52-15,0 2-12 0,0 0 0 0,0-3 0 16,0 3 0-16,0-3-12 0,3 1 3 0,-3-1 0 16,0 0 9-16,0 1 12 0,3-4-2 0,-1 4-1 15,1-1-9-15,0 0 0 0,-3 1 0 0,3-1 0 16,-3 0 0-16,3 1 0 0,0-3 0 0,-3 2 0 31,0-2-152-31,3 2-32 0,11-2-6 0,-8-3-2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2:42:05.4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16350 2493 2269 0,'-3'-11'64'0,"-3"3"15"0,0-5-63 0,0 5-16 0,0-5 0 0,-3 5 0 15,0 2 105-15,0-2 19 0,-3 6 3 0,4-6 1 16,-4 8-103-16,0-5-25 0,0 2 0 0,0 3 0 16,0 3 0-16,0 2 0 0,3-2 0 0,-3 4 0 15,3 1 0-15,0 6 0 0,0-1 0 0,1 8 0 16,2-2 0-16,0 7 0 0,3-2 0 0,-3 10 0 16,6-7 0-16,-3 7 0 0,3 3 0 0,3 0 0 15,-3-2 0-15,3-1 0 0,0 0 0 0,0 1 0 16,0 2 19-16,-3 0-2 0,3 3 0 0,0 2 0 15,-3-10-17-15,3 2 0 0,-3-2 8 0,0 2-8 16,0-5 0-16,-3 0 8 0,0-2-8 0,0-1 0 16,-3-2 0-16,0 0 0 0,0 2 0 0,-3-4 0 15,3 1-12-15,-6-7-4 0,3 5 0 0,-3-5 0 16,0-2-38-16,0-1-8 0,-3 3-2 0,4-8 0 16,-1-3-159-16,3 0-32 0</inkml:trace>
  <inkml:trace contextRef="#ctx0" brushRef="#br0" timeOffset="197.729">15799 2987 1751 0,'0'0'74'16,"0"0"-59"-16,0-2 54 0,3-6 11 0,3 2 3 0,0 4 0 16,3-3-15-16,3-1-4 0,0 1 0 0,3 0 0 15,3-1 0-15,0 4 0 0,2 2 0 0,4-8 0 16,-3 8-51-16,3 0-13 0,3-6 0 0,-1 4 0 15,1-1 10-15,0 1-1 0,0 2 0 0,3-6 0 16,2 4-117-16,-2 2-23 16,6-6-5-16</inkml:trace>
  <inkml:trace contextRef="#ctx0" brushRef="#br0" timeOffset="420.76">16582 2990 2030 0,'0'0'57'0,"0"0"14"16,0 0-57-16,0 0-14 0,0 0 0 0,0 0 0 16,6 0 89-16,0-3 15 0,3 1 4 0,0 2 0 15,3-6-20-15,3 4-3 0,0-4-1 0,5 4 0 16,-2-3-67-16,3-1-17 0,0 4 0 0,0-1 0 16,0 0 0-16,2 1 0 0,-2 2 0 0,0 0 0 15,0-6 14-15,-3 6-1 0,3 0 0 0,-4 0 0 16,-2 0-109-16,0 6-23 0,-3-6-4 0</inkml:trace>
  <inkml:trace contextRef="#ctx0" brushRef="#br0" timeOffset="613.104">16716 3249 1956 0,'-12'3'40'0,"12"-3"11"0,0 0-41 16,0 0-10-16,0 0 0 0,0 0 0 0,0 0 108 0,6 0 19 0,3 0 4 0,-3 0 1 15,6 0-35-15,-3 0-6 0,3-3-2 0,3 3 0 16,0 0-38-16,-1-5-8 0,1 2-2 0,3 3 0 16,0-2-22-16,0-4-5 0,3 4-1 0,0-1 0 15,2-2-13-15,-2-3 0 0,6 5-12 0,0-7 12 16,0 4-155-16,2 1-24 16,7-3-5-16</inkml:trace>
  <inkml:trace contextRef="#ctx0" brushRef="#br0" timeOffset="1334.908">18100 2678 1972 0,'6'-11'41'0,"-6"11"9"0,3 0-40 0,0-8-10 0,3 8 0 0,0-5 0 16,-3 5 73-16,-3 0 13 0,6 0 2 0,-6 0 1 15,3 5-20-15,0 3-4 0,0-3-1 0,0 6 0 16,-3 2-51-16,3 3-13 0,-3 5 0 0,0 0 0 16,0-5 0-16,0 6 0 0,-3-1 0 0,3 5 0 15,-3 1 0-15,0-6 0 0,-3 5 0 0,0 1 0 16,0-3 0-16,0-1 0 0,0 4 0 0,0-6 0 15,-3 3 8-15,3-3-8 0,-3-5 0 0,3 0 9 16,-3 0-9-16,4-6 0 0,-4 1 9 0,0-3-9 16,3-3 10-16,0 0-2 0,0-5-8 0,6 0 12 15,-3 0 4-15,-3-5 1 0,3 0 0 0,0-6 0 16,0-2-3-16,6-3-1 0,-3-3 0 0,3 1 0 16,3-9-5-16,3 1-8 0,0-3 11 0,3 0-11 15,2 0 19-15,1-6-3 0,3 4-1 0,0-4 0 16,-3 3 5-16,3-5 0 0,3 0 1 0,-3 0 0 15,-1 0 2-15,1 8 0 0,0-5 0 0,0 7 0 0,0 6-3 16,-3 0-1-16,3 5 0 0,-4 3 0 16,-2 0 3-16,3 2 1 0,-3 3 0 0,-3 3 0 15,3 5-37-15,-3 0-7 0,0 0-2 0,0 2 0 16,0 9 23-16,0-3 0 0,-3 0 0 0,3 8 0 0,-4 5 19 16,4 0 8-16,-3 3 1 0,0 5 1 0,0-5-29 15,0 5 8-15,0 0-8 0,-3 0 0 0,0 0 0 0,0 0 0 16,0 0 0-16,0 1 0 0,-3-1-18 0,0 0 0 0,-3 3 0 0,0-1 0 31,0-2-27-31,0 1-6 0,0-4-1 0,0 0 0 0,-3 1-67 16,0-6-13-16,0-2-4 0</inkml:trace>
  <inkml:trace contextRef="#ctx0" brushRef="#br0" timeOffset="1552.007">18094 2874 1976 0,'0'0'83'15,"0"0"-67"1,0 0 75-16,0 0 14 0,0 0 3 0,3-6 1 16,6 4-43-16,0 2-9 0,0 0-1 0,3-6-1 15,0 4-3-15,3 2 0 0,0 0 0 0,-1-8 0 16,7 5-41-16,0 0-11 0,0 3 0 0,6-5 0 15,0 3-100-15,2 2-23 0,4 0-4 0</inkml:trace>
  <inkml:trace contextRef="#ctx0" brushRef="#br0" timeOffset="2040.718">18952 2617 2180 0,'-9'-11'62'0,"3"1"13"0,0-1-60 15,0 3-15-15,3-2 0 0,3 2 0 0,0-3 88 0,3 3 14 0,0-2 3 0,3 2 1 16,0 0-35-16,3 0-7 0,2 0-2 0,-2 0 0 16,6 0-11-16,-3 0-3 15,6 3 0-15,-3-3 0 0,3 2-38 0,0 4-10 0,2 2 0 0,1 0 0 16,0 0 0-16,0 0 0 0,-3 0 0 0,0 2 0 16,0 4 0-16,-1 2 0 0,-5 0 0 0,0 0 0 15,0 5 0-15,-6-5 0 0,0 5 0 0,0-2 0 16,-6 7 0-16,0-7-14 0,0 7 3 0,-3-7 1 15,-3 5-35-15,0 2-7 0,-3-2-2 0,-3-3 0 16,0 3 25-16,-3-5 5 0,-2 2 0 0,-1 0 1 16,3-5 37-16,0 0 7 0,0 5 2 0,3-5 0 15,-3-5-36-15,6 2-7 0,0 0-2 0,3-2 0 16,6-3 22-16,0 0 0 0,0 0 0 0,0 0 0 16,6 5 11-16,0-5 9 0,6-5 3 0,3 5 0 15,0-3-23-15,6-2 0 0,0 3 0 0,3 2 0 16,2-3 13-16,-2 3-1 0,3 0-1 0,0 3 0 15,-3-3-11-15,-4 7-16 0,1-7 4 0,-3 8 1 0,0 0 47 16,-3-5 8-16,0 5 3 0,-3 3 0 16,0-4-33-16,-7 1-6 0,1-2-8 0,-3 4 11 15,-3 4-11-15,-3-4 0 0,0 3 0 0,-5 1 8 16,-1-1 0-16,-6 3 0 0,0 0 0 0,-6-1 0 0,3 1-8 16,-6 3 0-16,1-3 0 0,-4-3 0 0,-3 3 0 15,0-3-9-15,0 3 9 0,-2-6 0 0,2 4-24 0,3-1 3 16,-3-5 0-16,4-3 0 15,5 3-107-15,-3 0-22 0,6-5-4 0</inkml:trace>
  <inkml:trace contextRef="#ctx0" brushRef="#br0" timeOffset="2720.881">18949 2548 1531 0,'3'-8'64'0,"-3"8"-51"16,2 0 113-16,-2 0 22 0,3-8 5 0,-3 8 1 15,0 0-31-15,0 0-7 0,0 0 0 0,0 0-1 16,0 0-41-16,0 0-8 0,0 0-2 0,0 0 0 16,0 8-43-16,3 0-9 0,-3 0-1 0,0 3-1 15,0 2-10-15,0 3-14 0,0 2 3 0,0 1 1 16,0 2 59-16,-3-3 12 0,3 6 3 0,-3-3 0 16,3 3-64-16,-2-3-20 0,2 3 0 0,-3 0 0 15,0 3 20-15,3-6 0 0,-3 2 0 0,0-1 0 16,3 1 0-16,0 1 8 0,0 3-8 0,0-3 0 15,0-3 0-15,0 0 0 0,0-3 0 0,0 1 0 16,0-3 8-16,0 0-8 0,0-3 0 0,0 0 0 16,3-2-11-16,-3 2-8 0,3-8-1 0,-3 6-1 15,3-6-161-15,2-2-32 0,-2-3-6 0</inkml:trace>
  <inkml:trace contextRef="#ctx0" brushRef="#br0" timeOffset="3066.718">19749 2881 2258 0,'0'0'64'0,"0"0"14"0,6 0-62 0,0 0-16 0,0 0 0 0,0-5 0 16,0 5 108-16,3 0 18 0,0-2 4 0,0 2 1 15,3-6-105-15,0 6-26 0,2-2 0 0,1 2 0 16,3-6 44-16,0 6 4 0,3-2 1 0,3 2 0 16,-3 0-27-16,2 0-6 0,-2-6 0 0,3 6-1 15,0-2-15-15,-3 2 9 0,2 0-9 0,-2-3 8 16,-3 3-8-16,0 0 0 0,0-3 0 0,-3 3 8 15,0-5-21-15,0 5-5 0,-4-2-1 0,1-4 0 16,-3 6-128-16,0-2-25 0,0 2-6 0</inkml:trace>
  <inkml:trace contextRef="#ctx0" brushRef="#br0" timeOffset="3320.02">20035 2691 2392 0,'-6'-3'68'0,"0"3"15"0,6 0-67 16,-6-5-16-16,6 5 0 0,0 0 0 0,0 0 80 0,0 0 12 0,0 0 2 0,0 0 1 16,0 5-25-16,-3 3-5 0,3 0-1 0,0-2 0 15,3 1-51-15,-3 4-13 0,3 2 0 0,-3-5 0 16,3 5 51-16,0-2 7 0,-3 2 2 0,3 3 0 16,-3 0-45-16,0-3-15 0,3 3 9 0,-3 3-9 15,0-1 0-15,0 3 0 0,0-2 0 0,0 7 0 16,0-5 9-16,0 3-9 0,0 3 10 0,3-6-10 15,-3-3-15 1,0 4-9-16,3-1-1 0,-3-5-1 0,3 2-138 16,-3-2-27-16,3-3-5 0</inkml:trace>
  <inkml:trace contextRef="#ctx0" brushRef="#br0" timeOffset="4098.082">20830 2675 1579 0,'0'0'32'0,"0"0"10"0,0 0-34 0,0 0-8 0,0 0 0 0,0 0 0 15,0 8 68-15,-3 0 11 0,3 5 2 0,0 0 1 16,-3-2-29-16,3 5-5 0,0 2-2 0,-3 4 0 16,3-4-12-16,-3 3-2 0,3 0-1 0,-3 1 0 15,3-1 1-15,-3 3 1 0,0-1 0 0,0 1 0 16,0-3-33-16,-3 6 0 0,3-9 0 0,0 4 0 16,-3-4 0-16,3-2 0 0,-3-3 0 0,0 3 0 15,3-8 58-15,0 0 5 0,-3-3 1 0,3 1 0 16,3-6-52-16,0 0-12 0,0 0 0 0,0 0 0 15,-3-8 54-15,0 0 8 0,0-3 2 0,0-2 0 16,3-3-52-16,0-5-12 0,0-3 0 0,3 3 0 16,0-8 0-16,0 2 0 0,3 1 0 0,0-3 0 15,0-6 54-15,0 6 8 0,0-3 2 0,0 3 0 16,3-8-64-16,0 3 0 0,3-3 0 0,-3 0-13 0,0 5 13 16,0 0 10-16,0 6-2 0,-3 2 0 0,2 3-8 15,-2 0 0-15,0 5 0 0,3 0 0 0,-3 0 32 16,0 3 4-16,3 5 0 0,-3-5 1 0,3-1-8 0,-3 6-1 0,3 1-1 15,0 1 0 1,-3 4-45-16,3-4-9 0,-3 4-1 0,0-4-1 0,3 6 29 16,-4 0 0-16,1 0 0 0,3 6 0 0,-3-4 0 0,3 6 0 15,-3 3 0-15,0-3 0 16,3 0-29-16,-3 0-7 0,0 5 0 0,3-3-1 0,-3 4 37 0,-3 2 0 0,3-1 0 0,0 4 0 16,-3 2 16-16,-3 6 12 0,3-1 1 0,-3 3 1 15,-3 0-48 1,3 0-10-16,-3 0-1 0,-3 3-1 0,3-3 30 0,0-5 0 0,-3 3 0 0,3-1 0 15,-3 1 0-15,3-4 0 0,-3 1 0 0,3 3 0 16,-3-6 0-16,3 3 0 0,0-1 0 0,-3-1 0 16,3-1-20-16,0-5 3 0,0 5 0 0,0-8 0 15,3-2-43-15,-3 2-9 0,0 0-2 0</inkml:trace>
  <inkml:trace contextRef="#ctx0" brushRef="#br0" timeOffset="4323.29">20767 2813 2066 0,'-12'0'43'0,"3"-3"10"0,3 3-42 16,6 0-11-16,0 0 0 0,0 0 0 15,0 0 97-15,0 0 18 0,6-3 3 0,3 3 1 0,0 0-37 16,3 0-7-16,3 0-2 0,3 0 0 0,0 0-58 0,3 0-15 0,-1 0 0 15,1 0 0-15,3 0 0 0,-3 0 0 0,3 0 0 0,0-5 0 16,-1 5 0-16,4 0 0 0,-3-3 0 0</inkml:trace>
  <inkml:trace contextRef="#ctx0" brushRef="#br0" timeOffset="4700.751">21657 2651 2030 0,'0'0'57'0,"6"-5"14"0,-3 0-57 0,0 2-14 0,3-5 0 0,-3 0 0 16,3 3 85-16,-3-3 15 0,0 0 2 0,0 0 1 15,0 0-11-15,0 0-3 0,-3 0 0 0,3 3 0 16,-3-3-71-16,-3 0-18 0,3 0 0 0,-3 0 0 15,0 3 55-15,-3-3 7 0,-3 0 2 0,3 3 0 16,-6-1-52-16,3 4-12 0,-6-3 0 0,3 5 0 16,-2 0 0-16,-4 5 0 0,3-5 0 0,-3 8 0 15,-3 0 0-15,3 5 0 0,-3 0 0 0,4 3 0 16,-1 5 0-16,3-2 0 0,3 2 0 0,0 3 0 16,3-3 0-16,0 5 0 0,6-4 0 0,0 1 0 0,0-2 0 15,6 3 0-15,0-8 0 0,3 3 0 0,0-1 0 0,3-2 0 16,3 3 0-16,0-4 0 0,6-1-17 0,0-4-7 15,2 4 0-15,1-1-1 16,3-5-129-16,3 0-26 0,0-6-4 0</inkml:trace>
  <inkml:trace contextRef="#ctx0" brushRef="#br0" timeOffset="4922.919">21961 2844 2066 0,'0'0'43'0,"0"0"10"0,0 0-42 0,0 0-11 0,0 0 0 0,0 0 0 16,6-5 53-16,3 3 9 0,0 2 2 0,0 0 0 16,5 0 0-16,1 0 0 0,3 0 0 0,3 0 0 15,0 0 0-15,0 0 0 0,0 0 0 0,2 0 0 16,1-6 0-16,3 6 0 0,-3-2 0 0,3 2 0 16,-1 0-52-16,7 0-12 0,-3-6 0 0,3 6 0 15,-1 0-9-15,-2 0-5 0,0 0-1 0,0 0 0 16,-4-2 24-16,-2 2 5 0,-3-3 1 0,3 3 0 15,-6-3-166-15,0 1-33 0,-3-4-6 0</inkml:trace>
  <inkml:trace contextRef="#ctx0" brushRef="#br0" timeOffset="5214.012">22404 2556 2298 0,'-15'-13'48'0,"10"10"11"0,2-2-47 16,0 2-12-16,3 3 0 0,0 0 0 16,0 0 109-16,-3-2 20 0,3 2 4 0,0 0 1 0,0 0-58 0,0 0-12 0,0 0-3 0,-6 5 0 15,3 3-49-15,0 5-12 0,0-2 0 0,0 2 0 16,3 3 54-16,-3 2 8 0,3 6 2 0,0-3 0 16,0-2-52-16,0 2-12 0,0 0 0 0,0 0 0 15,0 0 0-15,0-2 0 0,0-1 0 0,0 4 0 16,0-4 0-16,0 3 0 0,0 3 0 0,-3-3 0 15,3 0 0-15,0 1 0 0,-3-1 0 0,3 0 0 16,0-2-48 0,0-1-13-16,0 1-3 0,3-4 0 15,-3-1-102-15,3-1-21 0,0-3-4 0</inkml:trace>
  <inkml:trace contextRef="#ctx0" brushRef="#br0" timeOffset="6124.219">23154 2519 1820 0,'-11'3'38'0,"11"-3"8"0,-6 5-37 0,0 0-9 0,3 3 0 0,-3 0 0 16,3 3 32-16,0-1 5 0,0 6 1 0,0 3 0 16,3-1-9-16,-3 3-1 0,3 3-1 0,0-3 0 15,-3 1-27-15,3 1 0 0,0 1 0 0,0 0 0 16,0 2 33-16,0-10 2 0,0 5 0 0,0 1 0 16,0-4-22-16,0 1-4 0,0-1-1 0,0 1 0 15,0-3-8-15,-3-1 8 0,3 1-8 0,-3-5 8 16,3 0 12-16,-3-4 1 0,0-1 1 0,3-6 0 15,0 0 14-15,0 0 4 0,0 0 0 0,0 0 0 16,-3-6 5-16,3-4 2 0,-3-3 0 0,3-1 0 16,3-1-18-16,-3-1-3 0,0 0-1 0,3-5 0 15,3-1-11-15,-3 1-2 0,3 0-1 0,3-3 0 16,0 0-11-16,3-5 0 0,0 3 0 0,2-6 0 16,1 3 53-16,0-3 9 0,6 3 2 0,0 0 0 15,0 3-64-15,0 7 0 0,2 1-16 0,1 2 3 16,-3 0 13-16,0 8 13 0,0-5-2 0,-1 5-1 15,-2 2-10-15,0 4 0 0,0-6 0 0,0 8 8 0,-3 0-8 16,0 0 0-16,-3 0 0 0,0 8 0 0,-4-6 0 16,-2 9 0-16,0-3 0 0,0 0 0 0,-6 2 0 15,0 4 0-15,0-1 0 0,-6 3 0 16,0 0-49-16,0 2-12 0,-2-2-3 0,-1-3 0 0,0 6 40 0,-3-6 7 0,3 3 1 0,-3-3 1 16,3-2-1-16,-3-1-1 0,3 1 0 15,-3 0 0-15,3-1 17 0,3-2 0 0,0-3 0 0,0 3 0 16,3-5 0-16,3-3 0 0,0 0 0 0,0 0 0 15,0 0 0-15,0 0-8 0,3 5 8 0,3 0 0 16,3-5 0-16,0 0 0 16,3 0 0-16,3 0 0 0,0 0 8 0,3 0 1 0,0 0 1 15,0 0 0-15,2 0 10 0,-2 0 3 0,0 0 0 0,0 0 0 16,0 3-23-16,-3 2 0 0,-3-2 0 0,2 2 0 16,-5 3 0-16,-3-5 0 0,0 8 0 0,-3-4 0 15,-3 1 56-15,0-2 6 0,-3 4 2 0,-3 4 0 16,-3-7-52-16,-3 7-12 0,1-6 0 0,-7 2 0 15,3 3 0-15,-6 1-12 0,0-4 3 0,0 3 0 16,-2 1 9-16,2-4 0 0,-3 4 8 0,3-1-8 16,-3-5 0-16,3 2 0 0,-2 1 0 0,2-8 8 15,3 4-8-15,-3-1 0 0,3-4 8 0,3 1-8 16,0-3 0-16,4 3 0 0,2-6 0 0,3 0 8 16,3 1-263-16,6-6-52 0</inkml:trace>
  <inkml:trace contextRef="#ctx0" brushRef="#br0" timeOffset="6456.06">24223 2585 2613 0,'-3'-5'74'0,"0"2"16"0,0-5-72 0,0 3-18 0,3 0 0 0,-6 2 0 15,3-5 84-15,-3 8 12 0,3-5 4 0,-6 2 0 16,0 3-54-16,1 0-10 0,-1 3-3 0,-3 2 0 15,0 3-22-15,-3 0-11 0,0-3 10 0,-6 11-10 16,3 0 0-16,-3-3 0 0,-2 6 0 0,2 2 0 31,0-3-29-31,0 6-6 0,3-3-1 0,0 3 0 0,4-8 80 0,2 5 16 0,3 0 4 0,0-2 0 16,6 0-52-16,3 2-12 0,0-3 0 0,6 1 0 16,3 5 0-16,3-9 0 0,0 7 0 0,5-1 0 15,1-5-20-15,3 5-6 0,6-8-2 0,0 3 0 16,-1-6 28-16,1 1 0 0,0 0 0 0,3-3 0 15,0 0 0-15,-1-1 0 0,-2-1-10 0,3-1 10 16,0 3-54 0,2-8-4-16,1 3-1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2:42:52.2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13454 2987 1314 0,'0'-8'37'0,"-3"0"8"0,3 1-36 0,0-1-9 0,-3 0 0 0,3 0 0 16,-3 2 104-16,0-2 20 0,0 1 3 0,0 1 1 15,-3-2-52-15,3 6-9 0,-3-6-3 0,0 2 0 31,0 1 0-31,0 2 0 0,0-2 0 0,0 3 0 0,-3-6-51 0,3 2-13 0,0 4 0 0,-3-4 0 16,1 1 54-16,-1 2 8 0,0 3 2 0,0-5 0 16,0 3-52-16,-3 2-12 0,0-6 0 0,-3 4 0 15,3 2 0-15,-3-8 0 0,0 5 0 0,-2-2 0 16,2 2 54-16,-3 0 8 0,-3-2 2 0,0 2 0 16,3 3-52-16,0-5-12 0,-2 3 0 0,-1 2 0 15,3 0 0-15,0-6 0 0,0 6 0 0,0 0 0 16,3-2 0-16,-2 2 0 0,2-3 0 0,0 3 0 15,0 0-16-15,0-3-5 0,0 3-2 16,0 0 0-16,0 0 23 0,-2 0 0 0,2 0 0 0,0 0 0 16,0 0 0-16,-3 0 0 0,3 0 0 0,-3 0 0 15,3 0 0-15,1 0 0 0,-4 3 0 0,3-3 0 16,-3 3 0-16,3-1 0 0,-3 4 0 0,3-6 8 16,0 2-8-16,1 3 0 0,2-2-10 0,-3 2 10 15,3-2 13-15,-3 2 9 0,3 1 2 0,-3 2 0 16,0-6-24-16,0 4 0 0,0 1 0 0,-2-4 0 15,-1 0 0-15,3 5 0 0,-3 0 0 0,0 0 0 16,3-1-17-16,-3-1-8 0,-2 2-2 0,2 2 0 16,0 4 43-16,0-1 9 0,3-5 2 0,0 5 0 15,-3 3-27-15,6-6 0 0,-2 4 0 0,2 2 0 16,0-3-18-16,3 3-9 0,0-3-1 0,0 0-1 0,0 3 29 0,3-5 0 0,0 2-8 0,-3 3 8 16,3-3 0-16,3 0 0 0,-3 3 0 0,3-3 0 15,0-2 19-15,0 2 9 0,0 0 3 0,3-2 0 31,-3 2-51-31,0 0-11 0,3-2-1 0,-2 2-1 0,2 0 24 0,-3 3 9 0,3-5 0 0,0 7-9 16,0-4 9-16,0 1 0 16,0-1 0-16,0 4 0 0,0-2 0 0,3 3 0 0,-1-4 0 0,1-1-8 15,0 2 8-15,0-3 0 0,0 3 0 0,0-3 0 16,0 3-23-16,0 0-2 16,3-6-1-16,0 3 0 0,0 1 26 0,0-4 0 0,0 3 0 0,0-2 0 15,3-3 0-15,-3 3 0 0,3-3 0 0,0-1 0 16,0 1 0-16,0 3 0 0,3-3 0 0,-1 0 0 15,-2-3 0-15,6 6 0 0,-3-3 0 0,0 0 0 16,3 0 0-16,0 0 0 0,0 2 0 0,0-2 0 16,0-3 12-16,-1 3 7 0,1 0 1 0,3 0 1 15,-3 0-21-15,0-3 0 0,0 3 0 0,3 0 0 16,-3 0 0-16,-1-5 0 0,1 2 0 0,3-2 0 16,-3-1-12-16,3 1-8 0,0 0 0 0,0-1-1 15,2-2 21-15,-2 0 0 0,3 0 0 0,0 0 0 16,3 0 14-16,-3 0 7 0,-1 0 2 0,4 0 0 15,-3 0-23-15,0 0 0 0,0 0 0 0,0 0 0 16,-4 0-14-16,1 0-7 0,0 0-2 0,-3-2 0 0,3-1 23 16,-3 0 0-16,3 1 0 0,0-1 0 0,-1-2 0 0,1 2 0 15,0-5 0-15,0 3 0 0,0 0 21 0,3-3 9 16,-3 5 2-16,-1-5 0 16,1 3-24-16,0-3-8 0,0 3 0 0,0-1 9 0,0 1-9 0,-3 0 12 15,2-3-12-15,-2 3 12 0,0-1-4 0,-3 1 0 0,3-3 0 16,-3 0 0-16,0 0 0 15,0 0-8-15,0 3 12 0,0-3-4 0,-4 0-8 0,4 0 10 16,0 0-10-16,0 3 10 0,0-3-10 0,-3-3 0 0,3 3 9 16,0 0-9-16,-3 0 0 0,3 1 0 0,-3-4 0 0,2 6 0 15,-2-9 56-15,3 1 6 0,-3 3 2 0,0-4 0 16,0 1-52-16,0 3-12 0,-3-6 0 0,3-3 0 16,-3 3 13-16,0 0 0 0,0 1 0 0,0-4 0 15,-3 3 2-15,0-2 0 0,0 4 0 0,0-4 0 16,0 2-3-16,-3 0 0 0,0 0 0 0,0 3 0 15,-3 0-1-15,0-3-1 0,0 3 0 0,0 2 0 16,-3-5-2-16,0 0 0 0,0 3 0 0,0-3 0 16,-3 3-8-16,0-3 10 0,0 3-10 0,0-3 10 15,0-2-10-15,0-1 0 0,0 6 0 0,-3-3 0 16,4-3 0-16,-1 4 0 0,3-1 8 0,-3 2-8 16,0 4 0-16,0-1 0 0,0 3 0 0,0 0 0 15,0 0-20-15,0 6-2 0,0-6-1 0,0 3 0 16,-3 5-65-16,3-6-14 0,1 6-2 0</inkml:trace>
  <inkml:trace contextRef="#ctx0" brushRef="#br0" timeOffset="6537.979">13978 3728 950 0,'0'0'40'16,"0"0"-32"-1,-6-2 40-15,3-1 8 0,-3 3 1 0,0-5 1 16,0 5 10-16,0-3 1 0,0 3 1 0,0 0 0 16,0-5 1-16,3 5 0 0,-3 0 0 0,6 0 0 0,-6 0-21 0,6 0-4 15,0 0-1-15,0 0 0 0,0 0-17 0,0 0-4 16,0 0-1-16,0 0 0 0,0 0-11 0,0 0-3 16,0 0 0-16,0 0 0 0,0 0-9 0,0 0 10 15,0 0-10-15,3 5 10 0,6-5 2 0,-3 0 1 0,3 0 0 16,0 0 0-16,0 0-4 0,3 3-1 0,0-3 0 15,-1 0 0-15,1 0-8 16,3 5 0-16,0-5 9 0,0 0-9 0,3 0 15 0,-3 0-2 0,0 3 0 16,0-3 0-16,-1 0-1 0,4 0 0 0,0-3 0 15,0 3 0-15,3 0 2 0,0 0 0 0,5 0 0 0,1 0 0 16,0 0-2-16,0 0 0 0,6 0 0 0,-4 0 0 16,1 0-4-16,3 0 0 0,-6 0-8 0,2-5 12 15,1 5-12-15,3-3 11 0,-3 3-11 0,2-5 10 16,1 2 1-16,0 3 0 0,0-5 0 0,2 5 0 15,-5-3 3-15,0 3 1 0,0 0 0 0,-4-3 0 16,-2 1-7-16,0-1-8 0,0 1 11 0,-3-1-11 16,0 3 11-16,-1-5-11 0,1 2 10 0,0 3-10 15,0-5 10-15,0 2-10 0,0 3 10 0,-4 0-10 16,1 0 11-16,0 0-11 0,0 0 12 0,0 0-12 16,-3 0 17-16,3 0-3 0,-3 0-1 0,-1 0 0 15,-2 0-2-15,3 0-1 0,-3 0 0 0,0 0 0 16,-3 0-10-16,0 0 0 0,0 0 9 0,0 0-9 15,-3 0 0-15,0-5 0 0,0 5 0 0,0 0 0 16,-1-3-11-16,1 3-6 0,-3 0-2 0,3 0 0 16,0 0-137-16,0 0-28 0,0 0-6 0</inkml:trace>
  <inkml:trace contextRef="#ctx0" brushRef="#br0" timeOffset="7385.347">19315 3734 782 0,'0'0'33'0,"-6"-3"-33"16,0 0 84-16,6 3 11 0,-6-2 1 0,6 2 1 16,0 0-2-16,-3-3-1 0,3 3 0 0,0 0 0 15,0 0-27-15,0 0-6 0,0 0-1 0,0 0 0 16,0 0-21-16,3 0-5 0,3-5-1 0,0 5 0 16,0 0-1-16,3 0 0 0,2 0 0 0,-2 0 0 15,3 0-10-15,0 0-2 0,0 0-1 0,0-3 0 16,3 3 3-16,3 0 1 0,0 0 0 0,2 0 0 15,4 0-1-15,3 0 0 0,3 0 0 0,3 0 0 16,-4 3-6-16,4-3 0 0,0 5-1 0,3-5 0 16,-7 3-4-16,4-3-1 0,-3 0 0 0,0 2 0 15,2-2-10-15,-2 0 0 0,0 3 0 0,0 0 8 16,-1-3-8-16,-5 5 8 0,3 0-8 0,-3-5 8 0,-3 3-8 16,-1-3 0-16,-2 5 9 0,-3-5-9 0,0 0 0 15,-6 3 9-15,3-3-9 0,-3 0 0 0,-3 0 10 16,-3 0-10-16,-3 0 8 0,0 0-8 0,0 0-12 0,0 0-7 15,0 0-1-15,0 0-1 16,0 0-46-16,0 0-9 0,0 0-1 0</inkml:trace>
  <inkml:trace contextRef="#ctx0" brushRef="#br0" timeOffset="11861.68">10552 4916 1606 0,'-6'13'33'0,"3"-2"9"0,3-6-34 0,0 3-8 0,0 6 0 0,-3-1 0 15,3 3 48-15,0 5 7 0,-3-3 1 0,3 6 1 16,-3 0 19-16,3 2 4 0,-3-2 1 0,3 3 0 0,-3-1-50 16,0 1-11-16,3-1-1 0,-3-2-1 0,0 2-18 15,3-2 10-15,-3 0-10 0,0 2 8 0,0-2 4 0,0-3 0 16,0-2 0-16,0 2 0 0,0-5 0 16,-3 3 1-16,3-6 0 0,0 0 0 0,-3-2 15 15,3-4 4-15,0 1 0 0,-3-2 0 0,3-1-6 16,3-5-1-16,-6 3 0 0,6-3 0 15,-6-6-1-15,3 1 0 0,-3-6 0 0,6-2 0 0,0-3-8 0,0-2-1 16,3-6-1-16,0 3 0 0,3-8 15 0,0 0 3 0,3-3 1 16,0 0 0-16,0-2-33 0,0-1 0 0,0-2 0 0,0 0 0 15,3 0 18-15,0 0-3 0,0 0-1 0,-1 3 0 16,4 5-4-16,-3 0-1 0,0 5 0 0,0 3 0 16,0 5 26-16,0 0 5 0,3 3 0 0,-6-1 1 15,0 6-41-15,0 0 0 0,-1 3-11 0,1 0 3 16,-3 5 8-16,3 0 11 0,-3 0-3 0,-3 3 0 15,3 4-8-15,0 1 0 0,0 0 0 0,0 8 0 16,0 0 0-16,-3 5 0 0,3 3 0 16,0 5 0-16,-3 0 20 0,3 3 3 0,0 0 0 0,-3 5 0 15,0-5-37-15,0-3-7 0,0 2-2 0,-3 1 0 16,3-5 23-16,-3 2 16 0,-3 0-2 0,3 0-1 16,-3 0-36-16,0 3-7 0,-3-6-2 15,3 1 0-15,-3-1-17 0,0-5-4 0,-3 3-1 0,3-5 0 16,-3-1-112-16,0-2-22 0,3-3-5 15</inkml:trace>
  <inkml:trace contextRef="#ctx0" brushRef="#br0" timeOffset="12075.568">10507 5276 1824 0,'0'0'38'0,"-6"-3"8"0,6 3-37 0,0 0-9 0,0 0 0 0,3-5 0 15,-3 0 104-15,6 2 20 0,0 1 3 0,0-4 1 16,3 4-52-16,0-1-9 0,3 0-3 0,2 1 0 16,1-1-51-16,0-2-13 0,6 2 0 0,0 0 0 15,0 1 0-15,2-1 0 0,4-2 0 0,0 2 0 16,0 1-151-16,-3-1-33 0</inkml:trace>
  <inkml:trace contextRef="#ctx0" brushRef="#br0" timeOffset="12417.253">11311 5300 2024 0,'-15'-3'42'0,"9"1"10"0,6 2-41 0,0 0-11 0,0 0 0 0,0 0 0 16,0 0 113-16,0 0 21 0,0 0 4 0,0 0 1 0,3 0-111 0,0-8-28 0,3 5 0 0,0 3 0 15,3-3 56-15,2 1 7 0,1-1 1 0,0 3 0 32,6-3-52-32,0 1-12 0,3-1 0 0,0 3 0 0,-1-2 36 0,7-1 4 15,0 3 0-15,0 0 1 0,0-3-30 0,2 3-11 0,-2 0 0 16,0 0 9-1,-3 0 9-15,0-2 2 0,-4 2 0 0,1 0 0 0,-3 0-20 0,-3 0 0 16,3-6 0-16,-3 6 0 16,-3 0-48-16,0 0-12 0,-4 0-4 0,-2 6 0 15,0-6-102-15,-6 0-21 0,0 0-4 0</inkml:trace>
  <inkml:trace contextRef="#ctx0" brushRef="#br0" timeOffset="12663.437">11436 5504 2066 0,'-12'2'43'0,"0"4"10"0,3-4-42 0,0 1-11 0,3 0 0 0,6-3 0 15,0 0 104-15,0 0 20 0,0 0 3 0,0 0 1 16,0 0 0-16,0 0 0 0,0 0 0 0,0 0 0 16,0 0-80-16,6 2-15 0,3 1-3 0,0-1-1 15,0-2 7-15,6 3 2 0,-1-3 0 0,1 0 0 16,3 0-18-16,3 0-3 0,0-3-1 0,0 3 0 15,3-2-16-15,-1-1 8 0,1 1-8 0,3-1 0 16,-3 0 0-16,-3 3 0 0,5-2 0 0,-5-1 0 16,3-2-118-16,0-1-24 0,3 1-5 0</inkml:trace>
  <inkml:trace contextRef="#ctx0" brushRef="#br0" timeOffset="17000.017">12942 5019 1824 0,'0'0'38'0,"0"-5"8"16,0 5-37-16,-3-5-9 0,3 5 0 0,0-5 0 15,0 5 104-15,0 0 20 0,-3-6 3 0,3 6 1 16,0 0-52-16,-6 0-9 0,6 0-3 0,-6 0 0 15,-3 3 0-15,3 0 0 0,-3 2 0 0,0 3 0 16,0 0-51-16,-3 2-13 0,0 6 0 0,-2-5 0 16,-1 7 0-16,0-2 0 0,0 5 0 0,-3-2 0 0,-3 2 0 15,0-2 0-15,0 2 0 0,1 0 0 16,-1 0 0-16,0-2 0 0,-3 2 0 0,3 0 0 0,3 0 0 16,1 0 0-16,-1 3 0 0,-3-3 0 0,3 0 0 15,0-2-10-15,-3 2 2 0,1-2 0 16,2-1-42-16,-3-2-8 0,3-3-2 0,-3 0 0 15,6 1-127-15,-3-6-25 0</inkml:trace>
  <inkml:trace contextRef="#ctx0" brushRef="#br0" timeOffset="17254.327">12382 5202 1880 0,'0'-16'39'0,"0"0"9"0,-3 3-38 0,3 0-10 0,0 0 0 0,-3 5 0 16,3 2 92-16,0-4 17 0,3 4 3 0,-3 6 1 15,0 0-39-15,0 0-8 0,3-2-2 0,3 2 0 16,0 2 0-16,3 4 0 0,0-1 0 0,0 3 0 16,3 3-51-16,0-3-13 0,0 7 0 0,-1-7 0 15,1 6 54-15,0 1 8 0,0-1 2 0,0-1 0 16,3 3-52-16,-3-3-12 0,3 0 0 0,3-2 0 16,-4 2 0-16,1 3 0 0,0-3 0 0,0 0 0 15,3 3 0-15,-3 0 0 0,0 0 0 0,0 3 0 16,0-4 12-16,-4 1 0 0,1 0 0 0,0 0 0 15,-3 0-100-15,0-3-21 0,-3 0-4 0</inkml:trace>
  <inkml:trace contextRef="#ctx0" brushRef="#br0" timeOffset="17822.567">12942 5543 2066 0,'0'0'43'0,"0"-5"10"0,-3 0-42 0,3-3-11 0,0 3 0 0,0-3 0 16,3 2 104-16,-3-2 20 0,3 0 3 0,-3 3 1 16,3-3-52-16,0 0-9 0,3 0-3 0,-3 0 0 15,3 3-51-15,2-3-13 0,1 3 0 0,0-3 0 16,0 3 54-16,0-1 8 0,3 1 2 0,0 0 0 15,0 2-52-15,0 0-12 0,0 1 0 0,0 2 0 16,0 2 8-16,-1-2-8 0,1 3 11 0,0 2-11 16,-3 3 0-16,0-2 0 0,-3 2 0 0,0 0-12 15,0 2 12-15,-6-2 0 0,0 3 0 0,0 2 0 16,-3-3 0-16,-3 1 0 0,0 0 0 0,0-1 0 16,-3 3 0-16,0-2 0 0,0 0 0 0,-3-3 0 15,1 2-35-15,-1-2-4 0,0 0-1 0,0 0 0 16,3 0 13-16,0-3 3 0,0 0 0 0,3 1 0 15,0-4 37-15,6-2 8 0,-3 6 2 0,3-6 0 16,0 0-37-16,0 0-7 0,3 5-2 0,0-2 0 16,6-1 23-16,0 1 0 0,0-3 0 0,3 3 0 0,3-3 0 15,0 0 0-15,-1 2 0 0,1 1 0 16,0-1 31-16,0-2 10 0,0 6 3 0,0-4 0 0,-3 1-21 16,0 0-4-16,-3-1-1 0,0 4 0 0,-4-1 1 15,1-2 0-15,-3 2 0 0,0-2 0 16,-3-3-7-16,0 5 0 0,-3 0-1 0,3 0 0 15,-6 3-1-15,1-5 0 0,-4 2 0 0,0 1 0 0,-3 2-2 0,-3-3 0 16,0 3 0-16,0 0 0 0,-3 0-8 0,0 2 8 0,1 1-8 0,-1-1 8 16,0 1-8-16,3 0 0 0,-3-1 0 0,3 1 0 15,0-1 0-15,3-2 0 0,0 3-14 0,1-3 5 16,-1-3-93-16,0 3-18 16,3-3-4-16</inkml:trace>
  <inkml:trace contextRef="#ctx0" brushRef="#br0" timeOffset="24163.803">13558 5311 1136 0,'0'0'24'0,"0"0"4"0,0 0-28 0,0 0 0 0,0 0 0 0,0 0 0 15,0 0 92-15,0 0 13 0,0 0 3 0,0 0 0 16,0 0-16-16,0 0-2 0,0 0-1 0,0 0 0 15,0 0-25-15,0 0-6 0,0 5-1 0,0-5 0 16,0 8-18-16,0-3-4 0,0 0-1 0,-3 3 0 16,3-2-13-16,0-1-2 0,-3 0-1 0,3 3 0 15,0-8-6-15,0 5-2 0,0 1 0 0,0-1 0 16,0-5-10-16,3 8 0 0,-3-8 9 0,0 8-9 16,0-8 14-16,6 0-2 0,-6 0 0 0,3 2 0 15,3-2 13-15,-3 0 3 0,0 0 0 0,3-2 0 16,-3 2 5-16,0-5 2 0,3 2 0 0,-3-2 0 15,0 2-5-15,-3-2-1 0,3-1 0 0,0 1 0 16,-3 0-4-16,2 0-1 0,-2-1 0 0,0 1 0 16,0 0-3-16,0 5-1 0,0-6 0 0,0 6 0 15,0 0-4-15,0 0-2 0,-2-2 0 0,2 2 0 16,0 0-2-16,0 0-1 0,-6-3 0 0,6 3 0 16,-6 0-11-16,6 0 8 0,-6 0-8 0,0 5 8 15,0-2-8-15,6-3 0 0,-6 5 0 0,3 1 0 16,3-6 0-16,-3 5 0 0,0 3 0 0,3-3 0 0,0 0-8 0,0-5 8 15,3 8 0-15,-3-5 0 0,0-3 0 0,6 5-9 0,-3-2 9 0,3 0 0 16,0 2 0-16,-3-5 0 0,3 0 0 0,-3 0 0 16,3-5 0-16,-3 2 0 0,2 0 0 0,-2-2 0 15,3 2 0-15,-3-2 0 0,0 2 0 0,0-2 0 16,-3 5 12-16,0-3-3 0,0-2-1 0,0 5 0 16,0-5 8-16,0 5 0 0,-3-8 1 0,3 5 0 15,0 3-5-15,-3-5 0 0,-3 2-1 0,6 3 0 16,-3-2-11-16,3 2 10 0,-6 0-10 0,-2 0 10 15,8 0-10-15,-6 0 0 0,0 2 0 0,0 1 0 16,6-3 0-16,-3 5 0 0,-3-2 0 0,3 2 0 16,0 1 0-16,3-6 0 0,-3 5 0 0,0 0 0 15,3-5-8-15,0 0 8 0,3 8 0 0,-3-8 0 16,0 0 0-16,3 5 0 0,-3-5 0 0,3 3 0 16,-3-3 0-16,0 0 0 0,6 0 0 0,-3 3 0 15,-3-3 0-15,6-3 0 0,0 3 0 0,-6 0 0 16,3-3 0-16,0-2 0 0,0 2 0 0,-3-2 8 15,3 2-8-15,-3-2 0 0,3 0 0 0,-3 2 0 16,0-2 0-16,-3 0-16 0,0-1 3 0,0 1 0 16,0 0-141-16,0-3-28 0</inkml:trace>
  <inkml:trace contextRef="#ctx0" brushRef="#br0" timeOffset="32489.766">13856 2614 1326 0,'6'-18'28'0,"-4"10"5"0,-2 5-33 0,3-5 0 0,0 0 0 0,-3 3 0 16,0 0 85-16,0 2 11 0,-3-2 1 0,3 5 1 15,-3-3-10-15,-2-5-1 0,2 8-1 0,-6-5 0 16,3 2-31-16,-3 3-7 0,0 3 0 0,-3 2-1 16,0-2-17-16,0 2-3 0,0 3-1 0,0 0 0 15,0 5-18-15,-3-2-8 0,4 2 8 0,-4 3-8 16,3 0 0-16,-3 5 0 0,3-3 0 0,0 6 0 15,3-3 0-15,0-2-11 0,0 2 11 0,3 0-8 16,0 0 8-16,3 1 0 0,0 1-9 0,3 1 9 16,3 3 0-16,0-3 0 0,0 5 0 0,3 0 0 15,0-5 0-15,0 2 0 0,3 0 0 0,-3 4 0 16,3-4 0-16,-3-2 8 0,3 5 0 0,-3-8 0 16,0 3 5-16,0-3 1 0,-3 0 0 0,0 0 0 15,0 3-5-15,-3-5-1 0,3 2 0 0,-6 0 0 16,3 0 1-16,-3 0 0 0,-3-2 0 0,0 2 0 15,-3-2 19-15,0-1 4 0,0 1 1 0,-3-1 0 16,0 1-44-16,0-3-9 0,-3-6-1 0,4 9-1 0,-4-11 22 16,3 2 0-16,3 1-9 0,-3-1 9 0,3-2 0 15,0 3 0-15,3-3 0 0,0 0 0 0,0-3-11 16,3 0 11-16,-3 1-10 0,6-1 10 16,-3 3-33-16,3-5-1 0,3 2 0 0,0 0 0 0,0 0 44 0,3-2 9 0,0 5 1 0,0 0 1 15,0-5-33-15,3 5-8 0,0 0 0 16,0 2-1-16,0 1 33 0,0-1 8 0,0 1 0 15,3 2 1-15,-4 0-6 0,1 3-2 0,0-3 0 0,-3 3 0 16,3 0 9-16,-3-3 2 0,0 6 0 0,0-3 0 16,0 2-15-16,0 1-9 0,-3-1 12 0,0 4-12 15,0-7 44-15,0 7 1 0,0-9 1 0,-3 5 0 16,3 1-34-16,-3-3-12 0,0 2 9 0,-3 1-9 16,3-3 8-16,-3 0-8 0,3 2 0 0,-3-2 8 15,0 2-8-15,3-2 0 0,0-2 0 0,-3 1 0 16,3-1-36-16,0-4-8 15,3 3-3-15</inkml:trace>
  <inkml:trace contextRef="#ctx0" brushRef="#br0" timeOffset="33649.838">23619 2799 1041 0,'0'-5'44'0,"0"3"-36"0,0-9-8 0,0 3 0 16,3 0 90-16,0-3 16 0,0 1 3 0,0 2 1 16,0 0-22-16,3-3-4 0,0 4 0 0,0 1-1 15,0-2-16-15,2 0-3 0,1 0-1 0,0 0 0 16,0 3-8-16,0 5-2 0,0-5 0 0,0 2 0 16,0 3-14-16,0 3-3 0,0-3-1 0,-3 5 0 15,3-2-7-15,-3-1 0 0,3 4-1 0,-3 4 0 16,-3-2-8-16,-1 3-2 0,1 7 0 0,-3-2 0 15,0-3-7-15,0 6-2 0,0 0 0 0,-3 2 0 16,1 3-8-16,-1-3 0 0,-3 2 0 0,3 7 0 16,0-7 0-16,0 7 8 0,0-4-8 0,0 6 0 15,3-3 0-15,-3-8 0 0,3 3 0 0,0 5 0 16,0-8 0-16,3-2 0 0,0 2 8 0,0 0-8 16,3 0 0-16,0-8 0 0,0 3 0 0,-1-5 8 15,1 2-8-15,0-5 0 0,-3 5 0 0,3-8 8 16,-3 1-8-16,3-1 0 0,-3 0 9 0,-3-5-9 15,0 0 9-15,0 0-9 0,0 0 12 0,0 0-12 16,0 0 20-16,0 0-2 0,0 0-1 0,0 0 0 16,-6 0 11-16,0 0 1 0,-3 0 1 0,0 0 0 15,1 0-12-15,-1 0-2 0,-3 3-1 0,3-3 0 0,-3 5-3 16,3-5-1-16,3 3 0 0,-3 2 0 16,3 1-11-16,-3 4 0 0,3-2 0 0,3 3 8 0,-3 5-8 0,3-1 0 15,0-1 0-15,0 4 0 16,3 1 0-16,3-1 0 0,0 3 0 0,0 3 0 0,3-3 0 15,0 1 8-15,0-1-8 0,0 2 8 0,3-4 0 0,-3 5 0 0,0-8 0 0,0 5 0 16,0 0-8-16,0-2 0 16,0-1 0-16,0 3 0 0,-3 3 9 0,0-8 0 0,0 5 0 0,0 0 0 15,-3-5 7-15,0-3 0 0,0 6 1 0,-3-3 0 16,0-3-17-16,0 0 0 0,-3-2 0 0,0 2 0 16,0-2 0-16,-3-1 0 0,0 3 0 0,0-5 0 15,-3 0 0-15,3 0 0 0,-3 0 0 16,-3 0 0-16,3-3 34 0,-2 1 3 0,-1-1 1 0,3 0 0 15,-3 1-30-15,0 2-8 0,3-6 0 0,-3 3 0 16,0 1-29-16,0-4-7 0,4 4-2 0</inkml:trace>
  <inkml:trace contextRef="#ctx0" brushRef="#br0" timeOffset="41779.758">14100 4929 1721 0,'-12'14'72'0,"0"2"-57"16,3 2 9-16,3 3 1 0,0 3 1 0,0 5 0 15,6-5 14-15,0 5 2 0,0 3 1 0,3 0 0 16,3-1-10-16,0 1-1 0,3-3-1 0,0 6 0 16,3-4-31-16,0 4-8 0,-1 2-1 0,4-8 0 15,0 5 58-15,0-5 12 0,3 1 3 16,0-1 0-16,3-3-52 0,0-7-12 0,2 2 0 0,1-5 0 15,-3 0 28-15,3-3 2 0,0-3 1 0,2 1 0 16,-2-3-23-16,0-3-8 0,0 0 0 0,0-5 9 16,-1 0-137-16,1-2-27 0,0-6-5 0</inkml:trace>
  <inkml:trace contextRef="#ctx0" brushRef="#br0" timeOffset="42103.909">15341 4969 1824 0,'0'0'38'0,"0"0"8"0,0 0-37 0,0 0-9 0,0-2 0 0,0 2 0 15,0 0 104-15,0 0 20 0,0 0 3 0,0 0 1 16,-6-3 0-16,0 3 0 0,0 3 0 0,0 2 0 15,-3 3-103-15,0 0-25 0,-3 2 0 0,0 6 0 16,-2-3 0-16,-1 6 0 0,-3-1 0 0,-3 6 0 16,-3-3 0-16,0 1 0 0,0 1 0 0,-2-4 0 15,-1 2 0-15,3-2 0 0,-3 2 0 0,3-3 0 16,-2-2 0-16,2 0 0 0,-3-3 0 0,3 3 0 16,-2-5-47-16,2-1-14 15,-3 1-3-15,3-3-1 0,3 0-152 16,0-6-31-16</inkml:trace>
  <inkml:trace contextRef="#ctx0" brushRef="#br0" timeOffset="42349.357">14787 5112 1824 0,'3'-24'38'0,"0"3"8"16,3 5-37-16,-3-2-9 0,3 4 0 0,-3 4 0 16,0-1 104-16,3 3 20 0,-3 0 3 0,0 6 1 15,0-1-52-15,-3 3-9 0,6 0-3 0,0 3 0 16,3 2 0-16,-3 0 0 0,3 3 0 0,-3 3 0 0,3-1-51 0,-1 4-13 0,1 4 0 0,0-5 0 15,0 6 54-15,0-3 8 0,0 2 2 0,0 1 0 16,3-1-52-16,-3 1-12 0,3-1 0 16,0-4 0-16,0 2 0 15,-1-3 0-15,1 0 0 0,0 0 0 0,0 0 0 0,0 1-12 16,0-1 3-16,0 0 0 0,3 0 9 0,-3-2 0 16,0 0 0-16,0-1-8 15,-1-2-114-15,1 0-22 0,0-3-5 0</inkml:trace>
  <inkml:trace contextRef="#ctx0" brushRef="#br0" timeOffset="42600.607">15406 5226 1577 0,'0'-5'66'0,"0"-3"-53"16,0 8 93-16,0-3 18 0,0 3 4 0,0 0 1 16,0 0-1-16,0 0 0 0,0 0 0 0,0 0 0 15,0 0-51-15,0 0-10 0,3 3-3 0,0 5 0 16,0-3 0-16,0 3 0 0,0-3 0 0,0 3 0 15,0 3-51-15,-3-3-13 0,3-1 0 0,-3 4 0 16,3 2 0-16,-3 1 0 0,0-1 0 0,0 5 0 16,3-2 54-16,-3 5 8 0,0 0 2 0,3 1 0 15,-3-1-52-15,0 0-12 0,0 0 0 0,0 0 0 16,0-5 0-16,0 3 0 0,0-3 0 0,0 2 0 16,0-7-13-16,0-1-6 0,0-2-1 0,0 3 0 15,3-3-70-15,-3 0-14 0,3 0-4 0</inkml:trace>
  <inkml:trace contextRef="#ctx0" brushRef="#br0" timeOffset="44411.373">16058 5276 1579 0,'0'0'32'0,"0"0"10"0,0 0-34 0,0 0-8 0,0 0 0 0,0 0 0 16,0 0 104-16,0 0 20 0,0 0 3 15,0 0 1-15,0 0-67 0,0 0-13 0,0 0-2 0,0 0-1 16,0 0-7-16,0 0-2 0,0 0 0 0,3 3 0 16,3 2 4-16,0-2 1 0,3-1 0 0,0 4 0 15,0-6-5-15,3 0-2 0,0 0 0 0,3 2 0 16,2-2-10-16,1-2-3 0,3 2 0 0,3 0 0 16,3-6-5-16,3 4 0 0,-1-1-1 0,4 3 0 15,3-3-15-15,-3 1 0 0,-1-1 0 0,1 3 0 16,-6-5 8-16,0 2-8 0,-1 1 0 0,1-4 0 15,-3 4 0-15,-3 2 0 0,0-8 0 0,-4 5 0 16,1 0-39-16,-3 1-4 0,-3-1-1 0,-3 0 0 16,-3 1-134-16,0-1-27 0,-3-2-6 0</inkml:trace>
  <inkml:trace contextRef="#ctx0" brushRef="#br0" timeOffset="44739.165">16496 5041 1645 0,'-3'-6'69'0,"0"1"-55"15,-3 2 99-15,3-2 20 0,3 5 4 0,-3-3 1 16,3 3-29 0,0 0-5-16,0 0-2 0,0 0 0 15,0 0-34-15,0 0-6 0,0 0-2 0,0 0 0 0,0 0-23 0,0 0-5 0,0 0 0 0,0 0-1 16,0 6-13-16,0 4-2 0,3 1-1 0,-3 2 0 15,0 3 1-15,3 3 1 0,-3-1 0 0,0 3 0 16,3 0-1-16,-3 1-1 0,0-1 0 0,0 0 0 16,0 0-5-16,0 0-1 0,0 3 0 0,0-3 0 15,0 3-9-15,0 3 10 0,0-1-10 0,0 3 10 16,0-2-10-16,-3-1 0 0,3 0 9 0,0-2-9 16,0-3 0-16,-3 1 8 0,3-4-8 0,0 1 0 31,0-3-20-31,0-1-8 0,0-1-1 0,0-4-1 15,3 1-27-15,-3-1-6 0,3 1-1 0</inkml:trace>
  <inkml:trace contextRef="#ctx0" brushRef="#br0" timeOffset="46182.096">17725 4929 1440 0,'0'-5'60'15,"0"3"-48"1,0-4 72-16,0 4 13 0,0-1 3 0,0 3 1 16,-3-8 22-16,3 8 4 0,-3-5 1 0,0 2 0 15,3 3-103-15,-3-5-25 0,3 5 0 0,-3-3 0 16,-3 1 56-16,0 2 7 0,0-3 1 0,0 0 0 0,0 3-52 0,1 0-12 0,-1 0 0 16,-3 3 0-1,0 0 0-15,0 2 0 0,-3 0 0 0,0 0 0 16,-3 6 54-16,0 0 8 0,-3 7 2 0,0-5 0 15,-2 11-103-15,-1-3-20 0,0 8-4 0,-3 1-1 0,3-4 64 16,1 0 21-16,-1 4 0 0,-3-4 0 0,3 0-33 16,-6-7-8-16,0 2 0 0,1 0-1 15,-1-2-9-15,0-3-2 0,-3 0 0 0,4-1 0 16,-1 1-109-16,3-5-23 0,0 2-4 0</inkml:trace>
  <inkml:trace contextRef="#ctx0" brushRef="#br0" timeOffset="46471.911">17222 4885 1824 0,'0'0'38'0,"0"0"8"16,0-6-37-16,0 6-9 0,0 0 0 0,0 0 0 16,0 0 104-16,0 0 20 0,3 0 3 0,3 3 1 15,-3 0-52-15,3 4-9 0,0 1-3 0,0 3 0 16,0 0-51-16,0 2-13 0,0 3 0 0,0 2 0 15,3 3 54-15,-3 3 8 0,2-5 2 0,1 5 0 16,0-1-52-16,-3 1-12 0,3 0 0 0,0 2 0 16,0-7 0-16,-3 2 0 0,3 0 0 0,0 0 0 15,0 1-16-15,-3-4-5 0,3 1-2 0,-3-1 0 16,3 3 37-16,-3-2 7 0,2-1 2 0,-2 4 0 16,3-4-35-16,-3 1-6 0,0-1-2 0,0-2 0 15,0 0-26-15,0-3-6 0,0 0 0 0</inkml:trace>
  <inkml:trace contextRef="#ctx0" brushRef="#br0" timeOffset="46876.495">17695 5340 1697 0,'0'0'35'0,"0"0"9"0,0 0-35 0,0 0-9 0,3-3 0 0,3 0 0 15,-3-2 108-15,0 5 20 0,3-3 4 0,0 3 1 16,-3-2-44-16,3 2-9 0,0-3-1 0,0 3-1 16,0 0-29-16,0 0-5 0,-3 0-2 0,3 3 0 15,0-1-19-15,-3-2-4 0,3 3-1 0,0 2 0 16,-3 1-10-16,0-1-8 0,0 0 12 0,0 3-12 16,-3 3 10-16,0-1-10 0,0 1 8 0,0-1-8 15,-3 4 9-15,0-1-9 0,0 3 10 0,0 0-10 16,0 0 0-16,-3-1 0 0,0 1 0 0,3 3 0 15,-3-3 0-15,0-3 0 0,0 0 0 0,0 3 0 16,3-3 0-16,-3-2 0 0,3-1 11 0,0 1-11 16,3-3 0-16,0 0-11 0,3-3 0 0,0 0 0 15,0 1 11-15,3-4 0 0,0 4 0 0,0-6 0 16,3 2 0-16,-3-2 0 0,6-2 0 0,-3 2 8 0,3 0 0 16,-4-3 0-16,4 0 0 0,3 1 0 15,-3-4-8-15,3 4 0 0,-3-3 0 0,3-3 0 16,-3 2 0-16,0-2 0 0,0 3 0 0,-1-3 0 15,1 0-255-15,-3 0-52 0</inkml:trace>
  <inkml:trace contextRef="#ctx0" brushRef="#br0" timeOffset="47368.296">17035 4699 1552 0,'0'0'44'0,"0"0"10"15,0 0-43-15,3-2-11 0,2 2 0 0,4-6 0 0,-3 4 91 0,6-1 16 0,-3 3 3 16,6-3 1-16,0 1-24 0,3-1-5 0,0-2-1 0,3 2 0 15,-1 1-19-15,4-1-4 0,0-2-1 0,0 5 0 16,0-8 11-16,-1 5 3 0,1 0 0 0,0 1 0 16,0-4-57-16,0 4-14 0,2-4 0 0,1 6 0 15,-3-5-16-15,3 3-7 0,3 2-1 0,-7 0 0 16,1 0 39-16,-3 0 7 0,-3 0 2 0,0 0 0 16,-3 0-41-1,0 2-8-15,-4-2-2 0,1 5 0 16,0-5-28-16,0 0-5 0,-3 3-2 0,0 0 0 15,-3 2-149-15,-3-2-29 0</inkml:trace>
  <inkml:trace contextRef="#ctx0" brushRef="#br0" timeOffset="47974.628">18204 4612 1465 0,'-9'-5'30'0,"9"5"9"16,0 0-31-16,0 0-8 0,0 0 0 0,0 0 0 0,0 0 76 0,0 0 15 0,0 0 2 0,6 5 1 15,0 0-24-15,3 3-5 0,3 0-1 0,0 3 0 16,3 5 0-16,6-6 0 0,-3 6 0 0,5 5 0 16,-2 0-3-16,3-2-1 0,3 5 0 0,-3 0 0 15,0-1-28-15,-4 4-7 0,4 2-1 0,-6 0 0 16,0 3 16-16,0 5 4 0,-3 5 0 16,-3-2 0-16,-1-3-36 0,-2 0-8 0,0 0 0 0,-3 0 0 15,0 0 0-15,-6 0 0 0,0 3 0 16,-3 0 0-16,0 2 0 0,-3-5 0 0,-3 3 0 0,-3 2 0 15,1-8 0-15,-7-2 0 0,0-3 0 0,0-2 0 16,-3-1 0-16,-3-2 0 0,1 2 0 0,-4-4 0 16,3 1 0-16,-3-1 0 0,3 1 0 0,-2 1 0 15,5-3 0-15,3 0 0 0,-3-2 0 0,3 0 0 16,3-6 29-16,3 0 4 0,-3 0 1 0,4-5 0 16,2 0-34-16,-3 0 0 0,3 0 0 0,0-3-9 15,0-2-79-15,3 0-15 0,-3-3-3 0</inkml:trace>
  <inkml:trace contextRef="#ctx0" brushRef="#br0" timeOffset="52669.62">11653 7123 1337 0,'-9'5'56'0,"3"-2"-44"16,0 0 84-16,0-1 16 0,0 1 4 0,0 2 1 15,0-2-5-15,6-3 0 0,-6 2-1 0,0 1 0 16,0 0-23-16,6-3-5 0,-6 0-1 0,6 0 0 15,-3 2-20-15,3-2-4 0,0 0-1 0,0 0 0 16,0 0-16-16,0 0-3 0,0 0-1 0,0 0 0 16,0 0-13-16,0 0-2 0,0 0-1 0,0 0 0 15,3 6 0-15,3-1 0 0,3-2 0 0,0-1 0 16,0 1-2-16,3-3-1 0,3 3 0 0,0-1 0 16,0-2-5-16,0 0-1 0,2 3 0 0,-2-3 0 15,3 3-12-15,3-3 0 0,0 2 8 0,0-2-8 0,0 0 0 16,2 3 0-16,1-3 0 0,-3 0 0 0,0-3 0 0,0 3 0 15,-1 0 0-15,-2 0-10 16,-3 0-16-16,0 0-3 0,-3 0-1 0,3 0 0 16,-6 0-35-16,0 0-7 0,-3 0-2 0,-3 3 0 15,-3-3-131-15,0 0-27 0,0 0-4 0</inkml:trace>
  <inkml:trace contextRef="#ctx0" brushRef="#br0" timeOffset="52956.757">11695 7361 1997 0,'-15'5'56'0,"0"1"13"0,6-1-55 0,0-2-14 0,0-1 0 0,3 4 0 15,0-4 108-15,6-2 18 0,0 0 4 0,0 0 1 16,0 0-42-16,0 0-8 0,0 0-1 0,0 0-1 16,6 6-18-16,-3-4-3 0,6 4-1 0,-3-4 0 15,3 1-8-15,3-1-1 0,-3-2-1 0,3 3 0 16,2-3-15-16,-2 0-2 0,0-3-1 0,3 3 0 15,0-2-9-15,3 2-1 0,0-3-1 0,3 1 0 16,-4-1-18-16,4 0 10 0,0 1-10 0,0-1 8 16,0 0-8-16,0 3 0 0,2-2 0 0,-2 2 0 15,0-3 0-15,0 0 0 0,0 1-14 0,-3 2 5 16,-1-6-78-16,1 4-15 0,-3-1-3 0,0-2-1 16,-3 0-108-16,-3-3-22 0</inkml:trace>
  <inkml:trace contextRef="#ctx0" brushRef="#br0" timeOffset="56177.505">13376 7007 2329 0,'0'-6'66'0,"0"1"14"0,0 0-64 0,0-1-16 0,0 6 0 16,0-5 0-1,0 5 84-15,0 0 12 0,-3-5 4 0,3 5 0 0,0 0-40 16,0 0-8-16,0 0-2 0,-6 0 0 0,3 0-16 0,-3 2-3 0,1 4-1 16,-4-1 0-1,3 3-14-15,-3 0-4 0,0 3 0 0,-3 2 0 0,0 3-12 0,-3 2 9 16,-3 3-9-16,0 3 8 0,-2-3-8 15,2 0 0-15,-3 3 0 0,-3-3 0 0,3 3-14 0,0-3-5 0,-2 1-1 16,2-1 0-16,-3 0 20 0,3-3 0 0,3 4 0 16,-3-4 0-16,3 1-19 0,1-1 0 0,-1-2 0 0,0 0 0 15,3-3-94 1,-3-2-19-16,3-1-4 0</inkml:trace>
  <inkml:trace contextRef="#ctx0" brushRef="#br0" timeOffset="56433.791">12945 7065 2269 0,'0'-8'64'0,"-3"0"15"15,3 0-63-15,0 3-16 0,0-1 0 0,0 6 0 16,0 0 87-16,0 0 14 0,0 0 3 0,0 0 1 16,0 0-65-16,6 0-14 0,0 3-2 0,0 2-1 15,0 1 19-15,2 2 4 0,-2 2 1 0,3 1 0 16,0 2-24-16,3 3-5 0,0 0-1 0,0 2 0 15,0-2-17-15,3 0 0 0,0 0 0 0,3 2 0 16,-4-2 19-16,4 0 0 0,0 3 0 0,-3-1 0 16,3-2-19-16,0 3 0 0,-3-4 0 0,2 4 0 0,-2 0 0 15,0-4 0-15,-3 1 0 0,3 3 0 16,0-3-16-16,-3-3-9 0,0 0-3 0</inkml:trace>
  <inkml:trace contextRef="#ctx0" brushRef="#br0" timeOffset="56664.47">13549 7404 2363 0,'0'0'49'0,"0"0"11"0,0 0-48 0,0 0-12 0,0 0 0 16,0 0 0-16,0 0 94 0,0 0 16 0,0 0 3 0,0 0 1 15,0 0-40-15,0 0-8 0,0 0-2 0,0 0 0 16,0 0 0-16,0 0 0 0,0 0 0 0,0 0 0 15,0 0-51-15,0 0-13 0,0 0 0 0,0 0 0 16,0 0-48-16,0 0-13 0,0 0-3 0,0 0 0 16,0 0-108-16,0 0-21 0,0 0-5 0</inkml:trace>
  <inkml:trace contextRef="#ctx0" brushRef="#br0" timeOffset="57313.046">13555 7396 1659 0,'0'0'34'0,"0"0"10"16,0 0-36-16,0 0-8 0,0 0 0 0,0 0 0 16,0 0 128-16,0 0 23 0,6-3 5 0,-6 3 0 15,0 0-62-15,6 0-13 0,-6 0-2 0,0 0-1 0,0 0-11 0,3 5-3 0,0 1 0 0,0-1 0 32,-3 3 0-32,3 2 0 0,-3-2 0 0,0 5 0 15,0 1-54-15,0 2-10 0,-3-1 0 0,3 1 0 16,0 3 0-16,-3-3 0 0,3 0 0 0,0 2 0 0,0-2 0 15,-3 0 0-15,3 0 0 0,0 0 0 0,0 0 0 0,-3-1 0 16,3-1 0-16,0 2 0 0,-3-3 0 0,3 0 0 0,0 0 0 16,-3-2 0-16,3-1 0 0,0 1 0 0,-3 0 0 0,3-1 0 31,0-2-81-31,0-3-22 0,0 3-4 0</inkml:trace>
  <inkml:trace contextRef="#ctx0" brushRef="#br0" timeOffset="57637.839">13894 7258 1824 0,'-3'5'76'16,"3"3"-60"-1,-3-3 38-15,3 1 8 0,0-1 2 0,-3 3 0 16,3-8 0-16,0 5 0 0,-3 1 0 0,3-6 0 16,0 8-1-16,0-8 0 0,0 0 0 0,0 0 0 15,0 0 1-15,0 0 1 0,0 0 0 0,0 0 0 16,0 0-1-16,0 0 0 0,0 0 0 0,0 0 0 16,0 0 0-16,0 0 0 0,0 0 0 0,0 0 0 15,0 0-51-15,-3-6-13 0,0 1 0 0,0 2 0 0,3-2 0 16,0-3 0-16,0 3 0 0,0-1 0 0,0 1 0 15,3-3 0-15,-3 0 0 0,3 3 0 16,0 0-100-16,0-1-22 0,0-1-5 0</inkml:trace>
  <inkml:trace contextRef="#ctx0" brushRef="#br0" timeOffset="57968.172">14757 6901 2508 0,'0'0'71'0,"0"0"16"15,0 0-70-15,0-6-17 0,0 6 0 0,0 0 0 16,0 0 99-16,0 0 16 0,0 0 3 0,0 0 1 15,0 0-60-15,0 0-12 0,0 0-3 0,-5 6 0 16,-4-1-12-16,0 3-2 0,0 3-1 0,-6 2 0 16,3 3-29-16,-6 2 0 0,3 6 0 0,-6 0 0 15,3 0 0-15,-2 2-8 0,-1 1-1 0,0-1 0 16,-3-2-37-16,0 0-7 0,1-1-2 0,-4-1 0 16,-3-4-7-16,3 1-2 0,0-1 0 0</inkml:trace>
  <inkml:trace contextRef="#ctx0" brushRef="#br0" timeOffset="58211.12">14359 6983 2408 0,'9'-19'68'0,"-4"6"15"0,1 0-67 16,-3 2-16-16,3 3 0 0,-3 3 0 0,0 0 97 0,-3 5 16 0,3-3 3 0,-3 3 1 15,6 0-63-15,-3 3-13 0,3 2-2 0,0 3-1 16,0 0 6-16,0 2 0 0,0 4 1 0,3 2 0 15,0 2-29-15,0 1-5 0,3 4-2 0,-3 1 0 16,3 0-9-16,-4 0 0 0,4 0 0 0,-3-1 8 16,3 1-8-16,0 0 0 0,0 0 0 0,0 0 0 15,0 0-13-15,0-6-8 0,-3 3-2 0,3 0 0 16,-4 1-111 0,4-4-22-16,-3 3-5 0,0-2-1 15,0-3-75-15,0-3-15 0,-3 0-4 0</inkml:trace>
  <inkml:trace contextRef="#ctx0" brushRef="#br0" timeOffset="58616.275">14743 7427 1337 0,'0'-10'56'16,"3"-3"-44"0,0-3 144-16,0 2 28 0,-1 1 7 0,4 0 1 15,3 0-37-15,0-1-7 0,3 1-2 0,-3 0 0 16,3 2-62-16,3 3-13 0,-3-2-3 0,3 2 0 16,-3 0-16-16,3 0-3 0,-1 3-1 0,-2 0 0 15,-3 2-8-15,3 0-3 0,-3 3 0 0,-3 0 0 16,3 0-16-16,0 3-3 0,-3 0-1 0,3-1 0 0,-3 3-17 15,0 1 0-15,-3-1 0 0,3 3 0 0,-3-3 0 0,-3 3-14 0,3 3 1 16,-3-3 0 0,-3 2-28-16,3 1-6 0,-3-1-1 0,0 1 0 15,-3 0-12-15,3-1-4 0,0 3 0 0,-3-2 0 0,0 0 48 0,3-1 16 0,0 1-12 16,-3-3 12-16,6 0 0 16,0 0 0-16,0-6 0 0,0 4 0 15,3-4 0-15,3 1 0 0,0-1 8 0,3 1-8 0,0-3 0 0,3 0 0 0,2 0 0 16,1 0 0-16,0 0 55 0,3 0 7 0,-3 3 2 0,6-3 0 15,-6 2-52-15,3 4-12 0,-1-4 0 0,1 4 0 16,-3 2 54-16,-3-3 8 0,0 3 2 0,0 0 0 16,-6 0-52-16,3 0-12 0,-3 0 0 0,-3 0 0 15,-3 2 54-15,0 1 8 0,0-1 2 0,-6 1 0 16,0-1-52-16,-3 1-12 0,-3 0 0 0,-3 2 0 16,-3-3-19-16,-3 4-6 15,0-4-2-15,-2 3 0 0,-1 1-8 0,0-1-1 16,0 0-1-16,-3 0 0 0,4-2-73 0,-4 2-14 15,-3-5-4-15</inkml:trace>
  <inkml:trace contextRef="#ctx0" brushRef="#br0" timeOffset="59152.874">15737 7298 2066 0,'0'0'43'0,"0"0"10"0,0 0-42 0,0 0-11 0,0 0 0 0,0 0 0 16,3-3 53-16,3 3 9 0,0-3 2 0,0 3 0 16,0 0 51-16,2-2 10 0,4 2 3 0,0-3 0 15,3 3-52-15,3 0-9 0,3-3-3 0,0 3 0 16,6 0-51-16,2 0-13 0,1 0 0 0,3 0 0 16,0 0 54-16,-1 0 8 0,1-2 2 0,0 2 0 15,-1-3-52-15,1 3-12 0,0-3 0 0,3 1 0 16,-7-1 0-16,4 3 0 0,0-2 0 0,-3-1 0 0,-3 0 0 15,-1 1 0-15,-2-1 0 0,-3 0 0 16,-3-2-100-16,-6 2-22 0,0-2-5 0,-3 2-1 16,-6 1-102-16,-3 2-21 0</inkml:trace>
  <inkml:trace contextRef="#ctx0" brushRef="#br0" timeOffset="59443.455">16142 7052 2245 0,'-12'-8'47'0,"6"2"10"0,0 1-45 0,3 0-12 0,0 2 0 0,0-2 0 16,3 5 118-16,0 0 22 0,0 0 4 0,0 0 0 15,0 0-64-15,0 0-12 0,0 0-4 0,0 0 0 16,0 0-7-16,0 0-1 0,0 0-1 0,0 0 0 16,0 8-37-16,0 0-7 0,3 2-2 0,-3 6 0 15,0 0 44-15,0 5 9 0,0 0 2 0,0 6 0 16,0-3-52-16,0 2-12 0,0 1 0 0,-3 2 0 15,3-3 0-15,0 3 0 0,0 3 0 0,-3 0 0 16,3 0 0-16,0-1 0 0,0 4 0 0,0-4 0 16,0 1 0-16,0-5 0 0,0-1 0 0,3 1 0 15,-3-4-48-15,0-1-13 0,3-4-3 16,0 1 0-16,-3-6-173 0,3 0-35 0</inkml:trace>
  <inkml:trace contextRef="#ctx0" brushRef="#br0" timeOffset="60208.975">17651 6885 2243 0,'6'-8'64'0,"-3"3"13"0,0-1-61 0,0 4-16 0,-3 2 0 0,0 0 0 16,0 0 111-16,0 0 19 0,0 0 4 0,-9 0 1 15,0 2-108-15,-3 4-27 0,-3-1 0 0,0 6 0 16,-6 2 56-16,0 3 7 0,-2 0 1 0,-4 7 0 15,0 1-64-15,3 3 0 0,-3 4-14 0,-2 1 2 16,-1-3 12-16,0 0-10 0,-3 0 10 0,-2-2-10 16,5-1-6-16,-3-4 0 0,0-1-1 0,4 0 0 15,2-5-11-15,0 0-3 0,3-3 0 0,0 0 0 16,7-5-195-16,2-3-39 0,3 1-8 0</inkml:trace>
  <inkml:trace contextRef="#ctx0" brushRef="#br0" timeOffset="60713.544">17106 7136 1963 0,'12'-26'40'0,"0"-1"12"16,0 6-42-16,0 0-10 0,-3 2 0 0,-1 4 0 0,1 1 106 0,-3 4 19 0,0 2 4 0,0 0 1 16,0 3-35-16,-3 2-7 15,3 3-2-15,-6 0 0 0,6 3-28 0,0-1-6 0,0 4 0 0,0 1-1 16,3 4-18-16,0 2-3 0,0 1-1 0,3 1 0 31,-3 1-13-31,0 3-4 0,2-1 0 0,1 4 0 0,-3-4-12 0,3 1 0 0,-3-1 0 0,3 1 0 16,0-4 0-16,0 4 0 0,0-3 0 0,-3-3 0 15,6 0-17-15,-4 1-7 0,1-4 0 16,-3-2-1-16,3 0-31 16,0-3-7-16,-3 1-1 0,3-4 0 0,0 1-51 0,-3 0-10 15,3-3-3-15,-3 0 0 0,0-3 78 0,-1 0 15 16,1 1 3-16,0-1 1 0,-3 0 31 0,0-2-9 0,0 0 9 0,0-1 0 16,0 1 27-16,-3 0 10 0,0-3 3 0,3 0 0 15,-3 3 24-15,3-3 6 0,-3 2 1 0,3-1 0 16,0 1-14-16,0-2-2 0,3 3-1 0,-3 2 0 15,3-2-17-15,-3 0-3 0,2 2-1 0,1-2 0 16,-3 5-5-16,3-3 0 0,-3 3-1 0,0 0 0 16,0 0-6-16,-3 3-1 0,0-3 0 0,-3 0 0 15,3 8-8-15,-3-3-3 0,3 3 0 0,-6 3 0 16,0-1-9-16,-3 3 8 0,0 1-8 0,0-1 8 16,-3 3-8-16,0 0 0 0,0-1 0 0,-2 1 0 15,2 6 0-15,-3-1-14 0,0 0 3 0,3 3 1 16,-3-3-10-16,6 0-3 0,-3 3 0 0,6-6 0 15,0 1 7-15,3-3 0 0,3-3 1 0,3-2 0 0,0-1 3 16,6-2 1-16,-3-5 0 0,6 2 0 16,0-5 0-16,2 0 0 0,4 0 0 0,-3-3 0 0,3-2-5 15,-3 0 0-15,3-1-1 0,-3-1 0 16,-1-1-46-16,4-3-9 0,0 0-1 0,-3-2-1 16,0 0-94-16,-3 0-20 0,0-3-3 0</inkml:trace>
  <inkml:trace contextRef="#ctx0" brushRef="#br0" timeOffset="61048.313">17043 6671 2066 0,'0'0'43'0,"0"0"10"15,0-6-42-15,0 1-11 0,3 2 0 0,0-2 0 16,0 2 104-16,3-2 20 0,0 2 3 0,0 1 1 16,3-1-52-16,0 1-9 0,3-4-3 0,0 4 0 15,3-1-10-15,3 0-2 0,0-2-1 0,2 2 0 16,1 1-15-16,3-1-2 0,3 3-1 0,-3-3 0 15,2-2-15-15,1 2-3 0,0-2-1 0,0 3 0 16,6-4 13-16,-4 4 2 0,4-4 1 0,0 4 0 16,3-1-59-16,-4 3-12 0,1 0-3 0,0 0 0 15,-6 0-134-15,-1 0-27 0,1 3-6 0</inkml:trace>
  <inkml:trace contextRef="#ctx0" brushRef="#br0" timeOffset="61470.396">18148 7054 2333 0,'0'0'66'0,"0"6"14"16,0-1-64-16,3 3-16 0,-3-3 0 0,0 3 0 15,-3 0 92-15,3 0 16 0,0 0 2 0,-3 0 1 16,0 2-89-16,0-2-22 0,0 0 0 0,-3 3 0 16,3-3 0-16,-3-3 0 0,3 3 0 0,0-3 0 15,3-5 56-15,0 8 6 0,0-8 2 0,0 0 0 16,0 0-52-16,0 0-12 0,0 0 0 0,0 0 0 15,0 0 54-15,0 0 8 0,0 0 2 0,0 0 0 16,3-5-52-16,3 2-12 0,0-2 0 0,-3 0 0 0,3-1 0 16,0-2 0-16,-3 0 0 0,3 1 0 0,-3-1 23 15,3-3 1-15,-3 3 1 0,0 0 0 16,0-2-25-16,0 2 0 0,0-3 0 0,0 3 0 16,0 0-71-16,0-2-6 0,-1 2-2 0,1 0 0 15,-3 0-144-15,3 0-29 0</inkml:trace>
  <inkml:trace contextRef="#ctx0" brushRef="#br0" timeOffset="61950.052">18934 6954 1820 0,'20'-16'38'0,"-14"11"8"0,3-3-37 0,-3 0-9 0,3 0 0 16,0 0 0-1,0-3 119-15,-3 3 21 0,3-2 5 0,-3 2 1 0,0 0-44 0,0 0-9 0,-3 0-1 0,0 3-1 16,0-1-25 0,0 1-5-16,-3 5-1 0,0 0 0 0,0 0-16 15,0 0-4-15,0 0-1 0,0 0 0 0,0 0-9 0,0 0-2 16,-6 3 0-16,-3 5 0 0,-3 0-17 15,3 5-11-15,-6 0 12 0,0 3-12 0,-3 2 8 0,-2 1-8 0,-4-1 0 16,-3 6 0-16,0 0 0 0,0 3 0 16,-2 2 0-16,-4 0 0 0,6-3-15 0,0-2-3 0,1 0-1 15,-4-3 0-15,3 0-37 16,3-5-7-16,0 0-1 0,-2-3-1 16,5 0-125-16,-3-5-25 0,3 0-5 0</inkml:trace>
  <inkml:trace contextRef="#ctx0" brushRef="#br0" timeOffset="62170.284">18582 6906 1805 0,'9'-21'76'16,"0"0"-61"-1,-3 5 94-15,0 0 19 0,0 5 4 0,0 3 1 16,-3 3-4-16,3 0-1 0,-3 0 0 0,-3 5 0 16,0 0-51-16,3 2-10 0,0 4-3 0,3 1 0 15,-3 1-51-15,3 0-13 0,0 6 0 0,0-4 0 16,0 3 0-16,0 3 0 0,3-3 0 0,-3 6 0 15,2 0 54-15,1 2 8 0,0 2 2 0,0 4 0 16,0-3-64-16,3 2-20 0,3 1 0 0,-3-1 0 16,3-2-19-16,0 0-4 0,-3-3-1 0,2 0 0 15,-2 0-30-15,0-5-6 0,0 3-2 0</inkml:trace>
  <inkml:trace contextRef="#ctx0" brushRef="#br0" timeOffset="62636.15">19085 7210 2267 0,'0'-13'47'0,"0"5"12"0,3 3-47 0,0-3-12 0,3 3 0 0,0-3 0 16,3 0 113-16,0 0 21 0,0 0 4 0,3 0 1 16,0 0-60-16,3 3-12 0,0-3-3 0,0 3 0 15,2-1 0-15,1 4 0 0,-3-4 0 0,3 6 0 16,-3-2-51-16,-3 2-13 0,3 2 0 0,-3 1 0 15,-3 0 0-15,-1 2 0 0,1 0 0 0,-3 3 0 16,0 0 0-16,0 0 0 0,-3 0 0 0,0 0 0 16,0 0-17-16,-3 2-7 0,0-2 0 0,-3 3-1 15,0-3-20-15,0 0-4 0,-3 0-1 0,0 0 0 16,0 0-2-16,0 0-1 16,0-1 0-16,-2-1 0 0,2-1 42 0,0 0 11 0,0-2 0 0,6-3 0 15,0 0 0-15,0 0 0 0,0 0 0 0,0 0 0 16,0 0 0-16,0 0 0 0,6 3 0 0,3-1 0 15,0-2 0-15,-1 0 0 0,4 0 0 0,0 0 0 16,0 3 34-16,0 0 9 0,0-3 1 0,3 2 1 16,-3 3-21-16,0-2-5 0,0 0-1 0,-1 2 0 15,1 0-18-15,-3 1 0 0,3-1 0 0,-3 3 0 0,-3-3 58 0,0 3 5 16,0 0 1-16,-3 3 0 0,0-1-52 0,-6 3-12 16,0 1 0-16,0 2 0 0,-6-1 0 15,0 1 0-15,-6 3 0 0,0-1 0 0,1 1 0 16,-4-3 0-16,0 0 0 0,-3 0 0 15,-3-3-48-15,0 3-13 0,-2-1-3 0,-7-1 0 16,6-1-102-16,-3 0-21 0,-2-2-4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2:44:11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11236 4586 1941 0,'0'-19'40'0,"-3"11"10"0,3 5-40 0,0-5-10 0,-3 1 0 0,3 4 0 16,0-2 115-16,0 5 21 0,-3-6 4 0,3 6 0 16,0 0-44-16,0 0-10 0,0 0-2 0,0 0 0 15,0 0-32-15,0 0-6 0,0 0-2 0,0 6 0 16,-3 4-13-16,0 6-3 0,3 0-1 0,-3 5 0 15,3 6-7-15,-3-1 0 0,0 3-1 0,0 6 0 16,0-6-8-16,0 2-2 0,-3-2 0 0,0 1 0 16,4 1-9-16,-4-2 0 0,0 1 9 0,3 1-9 15,-3 1 0-15,0 0 0 0,0 2 0 0,0-5 8 16,0-2 13-16,0-1 3 0,3-2 1 0,-3-3 0 16,0-2-71-16,3-3-14 0,0-1-4 0,0-1 0 15,3 2-26-15,-3-11-6 0,3 3 0 0,0-8-1 16,0 0-139-16,6 2-27 0</inkml:trace>
  <inkml:trace contextRef="#ctx0" brushRef="#br0" timeOffset="579.756">11194 4800 1652 0,'-17'-37'34'0,"11"21"9"0,0 3-35 0,3-6-8 0,0 3 0 0,0 0 0 0,3 3 94 0,0-3 17 0,3 0 3 0,0 3 1 16,0-3-27-16,3 3-4 0,3-3-2 0,0 3 0 15,-1 2-18-15,4-2-3 0,3 3-1 0,0-1 0 16,0 0-12-16,0 3-4 0,3 1 0 0,3 1 0 16,-1-2-16-16,1-2-4 0,3 4-1 0,0-1 0 31,0 4-37-31,-1 0-7 0,4-2-2 0,-3 2 0 0,-3 3 70 0,-3 0 13 0,0 0 4 16,0 3 0-1,-7 2-64-15,-2-2-26 0,0 0 2 0,-3 4 0 0,0-1 24 0,-6 4 0 0,0-7 12 0,0 5-4 16,-6 2-8-16,0 1-16 0,-6 2 4 0,3-2 0 15,-5 7-25-15,-1-7-6 0,0 5-1 16,-3 0 0-16,0 0 44 0,-3-1 0 0,3 1 11 0,1 0-3 16,2 0-8-16,0-3 0 0,0-2 0 0,3 0 0 15,0-1-49-15,3 1-12 0,3-6-3 0,0 3 0 16,0 0 52-16,6 0 12 0,0-8 0 0,3 2 0 16,0 4 0-16,0-6 0 0,6 2 0 0,0 1 0 15,3-3 13-15,0 0 6 0,3 3 1 0,3-1 0 16,-1-2-9-16,1 0-2 0,3 3 0 0,0-3 0 15,0 5 5-15,-3-2 1 0,0 0 0 0,-1 2 0 16,1 0 9-16,-3 3 1 0,0-3 1 0,-3 3 0 16,0 3 3-16,0-6 1 0,-3 3 0 0,-3 3 0 15,-3-3-1-15,3 2 0 0,-3 1 0 0,-3-1 0 16,0 4-5-16,-3-1-2 0,0 0 0 0,0 3 0 16,-6 0-10-16,3 0-1 0,-6 2-1 0,0 1 0 0,0-3-2 15,-6 5 0-15,3-3 0 0,-6 1 0 16,1-1 3-16,-4-2 0 0,0-3 0 0,-3 3 0 0,3-2 1 0,-2-4 1 15,2 1 0-15,0-1 0 0,3-2-3 0,0 0-1 0,3-3 0 16,1 1 0-16,2-1-9 0,-3-2-14 0,3-3 3 0,3 2 1 16,-3-2-2-16,6-2-1 0,-3-1 0 0,6-2 0 15,0 2-119 1,3-5-23-16,0 3-5 0</inkml:trace>
  <inkml:trace contextRef="#ctx0" brushRef="#br0" timeOffset="970.974">12138 4802 2017 0,'-6'-2'42'0,"6"2"10"15,0 0-42-15,0 0-10 0,0 0 0 0,0 0 0 16,0 0 115-16,0 0 21 0,0 0 4 0,0 0 0 16,0 0-60-16,0 0-13 0,0 0-3 0,3-5 0 0,3 2-7 0,0 3-1 0,0-3-1 0,3 3 0 15,3 0-37-15,3 0-7 0,0 0-2 0,2 0 0 16,4 0-9-16,0 0 0 0,3 0 0 0,3 0 0 15,-1 0 53-15,1 0 9 0,0 0 2 0,0 0 0 32,0 0-103-32,-4 0-20 0,1 0-4 0,0-2-1 0,0 2 52 0,-3-3 12 0,3 3 0 15,-4 0 0-15,-2-3 0 0,0 3 0 0,-3 0 0 16,0-2 0-16,-3 2 0 0,-3-3 0 16,-3 3 0-16,0 0 0 15,-6 0-208-15,0 0-38 0,0 0-8 0</inkml:trace>
  <inkml:trace contextRef="#ctx0" brushRef="#br0" timeOffset="1258.175">12204 5006 2310 0,'-9'3'48'0,"0"2"11"15,3-2-47-15,0-1-12 0,6-2 0 0,0 0 0 16,0 0 104-16,0 0 20 0,0 0 3 0,0 0 1 15,0 0-52-15,0 0-9 0,0 0-3 0,0 0 0 16,0 0-8-16,6 3-1 0,3-3-1 0,0 3 0 16,2-3-35-16,4-3-7 0,3 3-2 0,0-3 0 15,0 3-10-15,3-2 0 0,0-1 0 0,2 3 0 16,-2 0 53-16,3 0 9 0,-3 0 2 0,0 0 0 16,0 0-52-16,-1 0-12 0,1 0 0 0,0 0 0 15,0-5-48-15,3 5-13 0,-3-3-3 0,2 3 0 16,-2 0 0-16,0 0 0 0,0 0 0 0,-3 0 0 15,3 3-169-15,-4 2-35 0</inkml:trace>
  <inkml:trace contextRef="#ctx0" brushRef="#br0" timeOffset="14243.068">14141 2921 1150 0,'0'0'24'0,"3"-2"6"15,-3-6-30-15,0 2 0 0,0 4 0 0,0-6 0 16,0 2 108-16,0 6 16 0,-3-5 4 0,3 2 0 16,-3-2-23-16,0 3-4 0,0-6-1 0,-3 8 0 15,3-8-29-15,-3 8-7 0,4-8 0 0,-4 5-1 16,-3 0-20-16,0-4-4 0,3 1-1 0,-6 4 0 0,3-4-10 0,0 1-3 0,-3 2 0 0,0-2 0 31,-3 2-2-31,3 3-1 0,-3-5 0 0,1 2 0 0,-4-2 2 0,3 3 0 0,-3 2 0 0,-3-6 0 31,3 6 7-31,0-2 1 0,-2-1 1 0,2 3 0 0,0 0-33 0,0-3 0 0,0 3 0 0,0 0 0 16,0 0 0-16,1 0 0 16,-4 0 0-16,0 3 0 0,0-3 8 15,0 3-8-15,-3-1 0 0,1 4 0 0,2-6 0 0,0 7 0 0,0-4 8 16,0 2-8-16,0 1 0 0,4-1 0 0,-4 6 0 15,3-3 0-15,0-1 0 0,3-1 0 0,0 4 0 0,0-2 0 16,1 5 0-16,-1-5 0 0,3 6 0 0,-3-4 0 16,0 1 0-16,-3 5 0 0,0-6 0 0,0 4 0 15,1-1 0-15,2 3 0 0,-3 0 0 16,0-3 0-16,0 3 0 0,3-3 0 0,-3 0 0 0,3 3 0 16,1-3 0-16,2 3 0 0,-3-8 0 0,3 5 0 15,0-2 0-15,3 2 0 0,-3 0 0 0,3 3 0 16,0-5 0-16,3 2 0 0,-3 0 0 0,3 0 0 15,0 3 0-15,0 0 0 0,1 0 0 0,-1 0 0 16,3 2 0-16,0 1 0 0,0-1 0 0,3 1 0 16,0 0 0-16,0-1 0 0,0 3 0 0,3-2 0 15,-3-1 0-15,3-2 0 0,3 3 0 0,-3-3 0 16,2-1 0-16,1 1 0 0,0 3 0 0,0-9 0 16,0 6 0-16,3-3 0 0,0-2 0 0,0 2 0 15,0-2 0-15,0-1 0 0,3 1 0 0,0 5 0 16,3-8 0-16,0 0 0 0,-1 0 0 0,4 5 0 0,-3-5 8 15,3-3-8-15,0 3 0 0,3 3 0 0,-3-6 9 16,2 3-9-16,-2-3 0 0,3 1 9 0,-3-1-9 0,0 0 0 0,0-2 0 16,0 2 0-16,-1-5 0 0,1 0-12 0,3 0 2 15,0 0 1-15,0 0 9 0,3 0 0 16,-1 0 0-16,1 0 0 0,0 0 9 0,0 0 4 0,3-5 1 16,-4 5 0-16,1-3-5 0,-3 3-1 15,-3-5 0-15,3 0 0 0,0-1 0 16,-4 1-8-16,1 0 12 0,0-3-4 0,0 5 22 0,0-7 4 0,3 2 1 15,0 0 0-15,-1 0-35 0,-2-3 0 0,3 3 0 0,0-2-12 16,0 2 23-16,-3-3 5 0,2 3 0 0,-2-2 1 16,0-1 0-16,0-2 0 0,-3-1 0 0,0-1 0 15,0 1-1-15,-3 4-1 0,-3-9 0 0,2 3 0 16,-2 1-1-16,0-1 0 0,-3-3 0 0,3 1 0 16,-3-4-2-16,0 1 0 0,0 0 0 0,0 0 0 15,-3 2 1-15,3-4 0 0,0 4 0 0,-3-2 0 16,0 2-1-16,0 1 0 0,0 2 0 0,-3 0 0 15,0 0 18-15,0-2 3 0,0 2 1 0,-3 0 0 16,0 0-34-16,-3-2-17 0,3-1 1 0,-3 1 1 16,-3 2 24-16,3 0 5 0,-3 0 1 0,0-5 0 15,3 5-15-15,-6-3-10 0,0 3 2 0,1-2 0 16,-1 5 8-16,-3-3 0 0,-3 5 0 0,0 1 0 16,0-4-8-16,-6 6 0 0,4 1 0 0,-4-1 0 15,0 8-27-15,0-6-5 0,0 6 0 0,0 0-1 16,1 6-99-16,2-4-20 0,-3 6-4 0</inkml:trace>
  <inkml:trace contextRef="#ctx0" brushRef="#br0" timeOffset="14964.194">13939 4509 1900 0,'-3'-13'40'0,"3"13"8"0,0-6-39 0,-3 1-9 0,3-3 0 0,0 3 0 16,0 5 88-16,0 0 16 0,0-6 4 0,0 6 0 16,-3-2-36-16,3 2-6 0,-6-3-2 0,0 1 0 15,0 2 0-15,0 2 0 0,-3 1 0 0,0 2 0 16,0 3-51-16,0 5-13 0,-2-2 0 0,-1 7 0 15,-3 1 0-15,0 5 0 0,-3 2 0 0,3 1 0 16,-3-1 0-16,0 1 0 0,4 2 0 0,-7-6 0 16,0 1 28-16,-3 3 2 0,0-9 1 0,-3 6 0 15,4-5-50-15,-4-1-9 0,0 1-3 0,3-1 0 16,0-2 31-16,1 0 0 0,2 0 0 0,0 0 0 16,6-6-132-16,0-2-20 0,0 3-4 0</inkml:trace>
  <inkml:trace contextRef="#ctx0" brushRef="#br0" timeOffset="15234.882">13400 4654 1273 0,'0'-18'53'15,"0"5"-42"1,-3-3 107-16,3 2 22 0,0 1 4 0,-3 3 0 0,3 2-12 0,0 2-4 0,3 1 0 0,-3 0 0 16,0 5 0-16,3 0 0 0,3-3 0 0,-3 3 0 15,3 3-102-15,3 2-26 0,-3 0 0 0,3 1 0 16,0 2 56-16,0 5 7 0,3 0 1 0,-1 3 0 15,1 2-52-15,0 1-12 0,3 0 0 0,-3-1 0 16,3 3 19-16,-3-2 1 0,3-1 0 0,0 1 0 16,0-3-20-16,-4 5 10 0,4-5-10 0,0 5 8 15,-6-8-8-15,3 6 0 0,-3-1 0 0,0 1 8 16,0-1-8-16,0-2 0 0,0 3 0 16,0-1 0-1,0-5-48-15,-3 1-4 0,2-1-2 0,1-3 0 16,-3-2-189-16,3-2-37 0,0-1-8 0</inkml:trace>
  <inkml:trace contextRef="#ctx0" brushRef="#br0" timeOffset="15473.899">13987 4847 2048 0,'0'-7'43'0,"0"-1"9"16,-3 0-42-16,3 2-10 0,0 1 0 0,0 2 0 16,0 3 120-16,0 0 21 0,0 0 5 0,0 0 1 15,0 0-56-15,0 0-11 0,0 0-3 0,0 0 0 16,-3 6-32-16,3 2-6 0,0 0-2 0,0 0 0 15,3 2-5-15,-3 1-2 0,0 2 0 0,3-2 0 16,-3 2-12-16,0 3-2 0,2-1-1 0,-2 4 0 0,0 2-7 16,-2 0-8-16,2 3 11 0,0-3-11 0,-3 1 8 0,3 1-8 0,0-4 0 0,-3 2 0 15,3-5 0-15,0 2 0 0,-3-7 8 0,3 2-8 32,0 0-16-32,0-2-8 0,0-3 0 0,3 3-1 15,0-4-130-15,0-1-25 0,2 2-6 0</inkml:trace>
  <inkml:trace contextRef="#ctx0" brushRef="#br0" timeOffset="18159.235">14469 4922 1728 0,'-3'-8'36'0,"3"0"8"0,-3 0-35 0,3 2-9 0,0-1 0 0,0 1 0 15,0 1 73-15,0 5 13 0,0-5 2 0,0 5 1 16,3-6-20-16,-3 6-4 0,0 0-1 0,0 0 0 16,0 0 0-16,0 0 0 0,0 0 0 0,0 0 0 15,0 0 0-15,0 0 0 0,0 0 0 0,0 0 0 16,0 0-51-16,-6 11-13 0,3-6 0 0,0 3 0 15,-3 0 0-15,3 3 0 0,0-3 0 0,0 0 0 16,0-1 0-16,3 4 0 0,0-6 0 0,0 3 0 16,0-2 0-16,0-6 0 0,0 2 0 0,0-2 0 15,0 0 0-15,0 0 0 0,6 6 0 0,-6-6 0 16,0 0 54-16,3-3 8 0,3 0 2 0,0 1 0 16,-3-1-52-16,-3-2-12 0,3-1 0 0,-3 4 0 15,3-6 54-15,-3 2 8 0,0 1 2 0,0 3 0 16,-3-4-52-16,3 1-12 0,-3 0 0 0,3 5 0 0,0-6 0 15,0 6 8-15,-3-5-8 0,3 5 0 16,-3-3-16-16,3 3-10 0,-6-5-2 0,6 5 0 16,0 0-144-16,0 0-30 0,0 0-6 0</inkml:trace>
  <inkml:trace contextRef="#ctx0" brushRef="#br0" timeOffset="18792.576">14844 3763 1409 0,'-27'-8'29'0,"18"5"7"0,0 3-28 0,0-5-8 0,-3 2 0 0,3 3 0 15,-3 0 81-15,4-5 15 0,-1 2 4 0,0 3 0 16,0-2-23-16,0 2-4 0,3 0-1 0,-3 0 0 16,3 0-5-1,-3 0-2-15,3 0 0 0,0 2 0 0,6-2-1 0,0 0 0 0,0 0 0 0,0 0 0 16,0 0-51-16,0 0-13 0,0 0 0 0,0 0 0 15,6 8 54-15,3-8 8 0,0 3 2 0,3 2 0 16,6-2-52-16,0-1-12 0,5 1 0 0,4 2 0 16,-3-2 54-16,6 0 8 0,0-3 2 0,5 2 0 15,4-2-52-15,6-2-12 0,2 2 0 0,7 0 0 16,-7-3 0-16,1 0 0 0,0 3 0 0,5-2 0 16,1 2 0-16,-1-3 0 0,7 0 9 0,-1 1-9 15,-11-1 8-15,0 3-8 0,-7-5 8 0,1 2-8 16,-3 3 0-16,-4-5 0 0,-2 0 0 0,0 2 0 15,-3 0 8-15,-6 3-8 0,-4-2 8 0,1 2-8 16,-3 0 0-16,-6-3-14 0,0 3 2 0,-3 0 0 16,-3 0-48-16,0 0-8 0,0 3-3 0</inkml:trace>
  <inkml:trace contextRef="#ctx0" brushRef="#br0" timeOffset="19510.05">18121 3736 1429 0,'-9'0'40'0,"0"3"10"0,3-3-40 15,-3 0-10-15,0 0 0 0,3 0 0 0,-3 0 83 0,4 0 14 0,-1 0 3 0,-3 0 1 16,3 0-21-16,0 0-4 0,6 0 0 0,-6 0-1 16,0 0-9-16,6 0-2 0,-6 0 0 0,6 0 0 15,-6 0-4-15,6 0-2 0,0 0 0 0,-6 0 0 16,6 0-11-16,0 0-3 0,0 0 0 0,0 0 0 31,0 0-10-31,0 0-2 0,0 0-1 0,0 0 0 0,0 0-8 0,0 0-2 0,0 0 0 0,6-5 0 16,0 5-7-16,6-3-2 0,0 0 0 0,6 1 0 15,-4 2-4-15,4 0 0 0,3-3-8 0,0 3 12 16,3-5-3-16,3 2-1 0,-1-2 0 0,4 2 0 16,0 3-8-16,3 0 0 0,2-5 9 0,1 5-9 15,-6 0 0-15,0 5 0 0,-1-5 0 0,-2 0 0 16,-6 0 0-16,0 0 0 0,-3 0 0 0,-3 0 8 16,-1 0-8-16,1 0 0 0,-3 0 0 0,-3-5 0 15,0 5-14-15,0 0-1 0,-3 0 0 0,0 5 0 16,0-5-25-16,0 0-4 0,0 0-2 0,-6 0 0 15,0 0-163-15,0 0-33 0</inkml:trace>
  <inkml:trace contextRef="#ctx0" brushRef="#br0" timeOffset="23984.529">15064 4456 2310 0,'0'0'48'0,"0"0"11"16,0 0-47-16,0 0-12 0,0 0 0 0,-9 0 0 16,9 0 104-16,-9 0 20 0,3 0 3 0,0 3 1 0,0 4-105 15,-3-1-23-15,6 4 0 0,-6 1 0 0,4 7 0 0,-1 4 0 0,0 1 0 0,0 4 0 16,0 5 29-16,0 2-1 0,3 3 0 0,3 0 0 15,0-2-15-15,0-1-3 0,3 0-1 0,0 1 0 16,6-1-1-16,0 3 0 0,0 3 0 16,5 2 0-16,1-10 8 15,3 2 2-15,6-5 0 0,0 3 0 0,0-8-3 0,2 2-1 16,4-10 0-16,0 3 0 0,-3-3-6 16,0 0 0-16,2-8-8 0,1 2 12 0,0-5-12 0,3-2 0 0,-1-3-12 15,4 0 12 1,-3-5-178-16,2-1-29 0</inkml:trace>
  <inkml:trace contextRef="#ctx0" brushRef="#br0" timeOffset="24374.481">16028 4710 1900 0,'0'-8'80'16,"0"3"-64"0,0-3 99-16,0 0 20 0,3 0 4 0,-3 0 1 15,0 3-42-15,0-6-8 0,3 6-2 0,-3-3 0 16,0 2-31-16,0-1-6 0,0 1-2 0,-3 1 0 0,3 0-21 0,-3-1-4 0,3 1 0 0,-3 2-1 31,3 3-23-31,-2-5 0 0,2 5 0 0,-6-2 0 0,0 2 36 0,0 2 2 0,0-2 1 0,-3 8 0 16,-3 0-31-16,0 3-8 0,-3 4 0 0,0 4 0 15,-3 0 0-15,0 2 0 0,-2 0 0 0,-1 5 0 16,0-4 0-16,0 1 0 0,3-2 0 0,-3 1 0 16,1 1 0-16,-1-4-16 0,0 0 4 15,0 2 0-15,0-5-29 16,-3 2-7-16,4 1 0 0,-4-1-1 0,3-5-139 0,3 3-27 0,-3-3-5 15</inkml:trace>
  <inkml:trace contextRef="#ctx0" brushRef="#br0" timeOffset="24615.038">15582 4630 1698 0,'-3'-18'72'0,"3"2"-58"16,-3 3 118-16,3 2 23 0,0 1 5 0,0 4 0 15,3-4-25-15,-3 5-6 0,3 2-1 0,3 0 0 16,0 3-51-16,0 3-10 0,0 0-3 0,3 4 0 16,0 4-51-16,0 2-13 0,2 3 0 0,-2 0 0 15,3 5 0-15,0 0 0 0,-3 3 0 0,3 3 0 16,0-4 0-16,0 1 0 0,0-3 0 0,0 3 0 16,0-3 0-16,0-2 0 0,2-1 0 0,-2 4 0 15,0-4 0-15,3 6 0 0,-3-3 0 0,0 0 0 16,0 3-100-16,-3-3-22 0,3 0-5 0</inkml:trace>
  <inkml:trace contextRef="#ctx0" brushRef="#br0" timeOffset="24963.187">16031 4964 1721 0,'3'-5'72'0,"0"-3"-57"16,3 2 123-16,0 1 25 0,0 0 5 0,0 2 0 15,3-2-54-15,0 2-11 0,0 1-3 0,0-1 0 16,0 0-38-16,0 3-8 0,0 0-2 0,-3 0 0 16,0 0-20-16,0 0-5 0,3 0-1 0,-7 3 0 15,4 2-16-15,-3 0-10 0,0 1 12 0,-3 2-12 16,0 0 0-16,0 5 0 0,-3 0 0 0,3 0 0 16,-6 6 0-16,3-3-22 0,-2 5 3 0,-4-3 1 15,0 1 3-15,0-1 1 0,0 1 0 0,0 2 0 16,0-5 14-16,0 0-11 0,3 2 11 0,0-4-10 15,0-4 10-15,6 1 0 0,0-1 0 0,0-2-8 16,3-2 8-16,3 2-8 0,3-3 8 0,0 0-8 16,0-5 8-16,3 3 0 0,0-3 0 0,0-3 0 15,2 3 0-15,4-2 0 0,-3-1 8 0,3-2-8 16,0-1-20-16,0 1-9 0,0-3-2 0,3-3 0 16,-4 4-91-16,1-4-18 0,0 0-4 0</inkml:trace>
  <inkml:trace contextRef="#ctx0" brushRef="#br0" timeOffset="25434.32">15493 4313 1824 0,'0'0'38'0,"0"0"8"15,-6 0-37-15,6 0-9 0,0 0 0 0,0 0 0 16,0 0 104-16,0 0 20 0,0 0 3 0,0 0 1 16,0 0-52-16,0 0-9 0,0 0-3 0,6 0 0 15,3 0 5-15,3 3 1 0,-1-3 0 0,7 0 0 16,-3 0-18-16,6-3-3 0,0 3-1 0,3 0 0 16,-4 0-9-16,1 0-3 0,3-5 0 0,3 5 0 15,0-3-11-15,0 3-2 0,2-5-1 0,1 2 0 16,0 3-13-16,0-3-9 0,-1 3 12 0,1-2-12 15,-3-1 8-15,-6 3-8 0,0 0 0 0,-4-2 0 0,-2 2 11 0,0 0-2 0,-3 0 0 16,0 0 0 0,-3 2-109-16,0-2-23 0,0 0-4 0,-3 3-1 15,0 2-102-15,-3 3-21 0</inkml:trace>
  <inkml:trace contextRef="#ctx0" brushRef="#br0" timeOffset="26048.571">16767 4858 1579 0,'0'0'32'0,"0"0"10"0,0 0-34 0,-6 0-8 0,6 0 0 0,0 0 0 16,0 0 104-16,0 0 20 0,0 0 3 0,0 0 1 16,0 0 0-16,0 0 0 0,6-3 0 0,3 3 0 15,3-2-52-15,2 2-9 0,1-3-3 0,0 3 0 16,3 0-51-16,0-3-13 0,6 1 0 0,-3-1 0 16,2 1 54-16,1-1 8 0,0 3 2 0,3-5 0 15,0 2-52-15,-1 0-12 0,1-2 0 0,3 2 0 16,-3 3 0-16,-4-2 0 0,1-1 0 0,-3 0 0 15,0 3 0-15,-3-2 0 0,0-1 0 0,0 0 0 16,-4 3-48-16,-2-2-13 0,0 2-3 16,0-5 0-16,-3 2-153 0,0 3-31 0,-3-3-7 0</inkml:trace>
  <inkml:trace contextRef="#ctx0" brushRef="#br0" timeOffset="26345.295">16993 4593 2546 0,'0'0'72'0,"0"0"16"0,0 0-71 0,0 0-17 0,0 0 0 0,0 0 0 16,0 0 92 0,0 0 14-16,0 0 3 0,0 0 1 15,0 0-40-15,0 0-8 0,0 0-2 0,3 8 0 0,0 0-38 0,0 6-8 16,0-4-2-16,-3 3 0 0,3 3 27 0,-3 0 5 0,3 3 0 0,-3-1 1 15,0 3-33-15,3-2-12 0,-3-1 0 0,0 4 9 16,0-4-9-16,0 1 0 0,0-1 0 0,0 6 8 16,0-6-8-16,0 4 0 0,0 4 0 0,0-2 0 15,3 0-18-15,-3 2-2 0,3-2-1 0,0 0 0 32,3-3-62-32,-3-5-12 0,3 2-2 0,-1-4-1 0,4-1-129 0,0-3-25 0</inkml:trace>
  <inkml:trace contextRef="#ctx0" brushRef="#br0" timeOffset="26912.912">18070 4548 1883 0,'0'0'39'0,"0"0"10"0,0 0-39 0,0 0-10 0,0 0 0 0,0 0 0 16,-3-2 86-16,3 2 15 0,-6-5 3 0,6 5 1 16,-5-3-37-16,-1 0-7 0,6 3-1 0,-9 0-1 15,3 3-11-15,-3-3-1 0,3 3-1 0,-3-1 0 16,0 6-10-16,0-3-3 0,-3 6 0 0,3 0 0 16,-3 4-18-16,-3 1-4 0,1 5-1 0,-1 1 0 15,-3 1-10-15,3 1 8 0,-3 0-8 0,0 0 8 16,0 0-8-16,0-3 0 0,4 0 0 0,-4 3 0 15,0-6-12-15,0 4-4 0,-3-7 0 0,3 4-1 16,0-3 26-16,1 0 6 0,-1 0 1 0,0 2 0 16,0-7-123-16,0-1-24 0,3 1-5 0</inkml:trace>
  <inkml:trace contextRef="#ctx0" brushRef="#br0" timeOffset="27138.054">17660 4564 1580 0,'3'-8'67'16,"0"-7"-54"-16,3 4 143 0,-3 3 29 0,0 0 6 0,2 3 1 16,-2-1-52-16,0 4-9 0,3 2-3 0,-3-3 0 15,3 6-102-15,0-3-26 0,0 5 0 0,0 0 0 16,0 3 47-16,0 0 4 0,0 0 1 0,0 5 0 16,3 3-32-16,-3 0-7 0,3 3-1 0,-3 5 0 15,3-6-12-15,0 3 0 0,3 3 0 0,-1-3 0 16,1 6 0-16,3-9 0 0,-3 3 0 0,3 1 0 15,0-4-100-15,0 1-22 0,-3-1-5 16</inkml:trace>
  <inkml:trace contextRef="#ctx0" brushRef="#br0" timeOffset="27606.363">18076 4972 1978 0,'0'-11'56'0,"0"3"12"16,0-2-54-16,0-1-14 0,0 1 0 0,3 2 0 15,0 0 101-15,0-3 18 0,3 1 3 0,0 2 1 16,0 0-36-16,3-3-7 0,0 0-2 0,0 4 0 16,3-4-19-16,-3 3-4 0,3 0-1 0,0 0 0 15,0 3-31-15,-1-3-7 0,4 5 0 0,-3-2-1 0,3 2 39 0,3 1 8 16,0-1 2-16,-3 3 0 0,0 0-52 16,2 0-12-16,-2 3 0 0,0-1 0 15,0 1 0-15,-3 2 0 0,-3-2 0 0,0 5 0 0,-3-3 0 16,0 3 0-16,-3-3 0 0,-3 3 0 15,0 3-48-15,-3-6-13 0,0 3-3 0,-3 3 0 16,0-3 0-16,-3 0 0 0,0 0 0 0,0-1 0 0,-3 1 52 0,3 3 12 16,0-6 0-16,3 1 0 0,-3 1 0 0,3-1 0 15,1-1 0-15,2 0 0 0,3-5 0 0,0 0 0 0,0 0 0 16,0 0 0-16,3 3 0 0,5-3 0 0,1 0 0 16,0 0 0-16,3-3 0 0,3 3 0 0,0-2 0 0,0 2 0 15,3 0 0-15,-3 0 0 0,0 0 0 0,2 0 0 16,-2 0 32-16,0 2 8 0,-3 1 3 15,0 0 0-15,0-1-15 0,-6 4-4 0,3-4 0 0,-6 4 0 16,3-1-24-16,-3 0 0 0,-3 3 0 0,3 0 0 16,-6 0 18-16,3 0 8 0,-3 2 2 0,-3 1 0 15,0 0-28-15,-3-1 8 0,0 1-8 0,-3-1 0 16,0 4-19-16,-3-4-9 0,-3 1-1 0,0 2-1 16,-2-2 30-16,-1-3 0 0,0 2 0 0,-6 1 0 15,3-3-108-15,1-3-16 0,-1 3-4 0</inkml:trace>
  <inkml:trace contextRef="#ctx0" brushRef="#br0" timeOffset="28038.692">17627 4191 1121 0,'-6'-5'47'16,"0"2"-38"-16,0 1 102 0,3-1 20 0,3 3 4 0,-6-3 1 15,6 3-21-15,-6-2-4 0,6 2-1 0,0 0 0 16,0 0-7-16,0 0-2 0,0 0 0 0,0 0 0 16,0 0-19-16,0 0-4 0,0 0-1 0,0 0 0 15,0 0-25-15,3 5-4 0,3 0-2 0,0 1 0 16,3-1-4-16,0 3-1 0,3 0 0 0,3-3 0 16,0 0-11-16,-1 3-2 0,4-2-1 0,0 2 0 15,0-3-9-15,3-3-2 0,0 4 0 0,0-1 0 16,2-2-8-16,4-1-8 0,0 1 12 0,0 0-12 15,-3-3 8-15,2 0-8 0,-2 0 0 0,0 0 0 16,-6 5-9-16,0-5-6 0,0 0-1 0,-4 0 0 16,-2-5-104-16,0 5-22 0,0 0-4 0</inkml:trace>
  <inkml:trace contextRef="#ctx0" brushRef="#br0" timeOffset="28517.455">18698 4210 1824 0,'-8'-8'76'0,"-4"8"-60"15,3-5 89-15,3 2 19 0,-3 0 3 0,3 3 1 16,6 0 0-16,0 0 0 0,0 0 0 0,0 0 0 16,0 0-103-16,0 6-25 0,3 1 0 0,3 1 0 15,3 3 56-15,3 5 5 0,3-6 2 0,-1 6 0 16,7 3-50-16,3 2-13 0,0-5 0 0,3 5 0 16,-4-2 56-16,4 2 7 0,-3-3 1 0,0 9 0 15,-3-1-52-15,0-5-12 0,-1 8 0 0,1 3 0 16,-3 0 0-16,3 5 0 0,-3 0 0 0,-3 3 0 15,-3-6 0-15,-3-2 0 0,-4-3 0 0,-2 0 0 16,-6 3 0-16,-2-6 0 0,-4 3 0 0,-6 3 0 16,0-3 0-16,0 0 0 0,-6 3 0 0,0-3 0 15,-3-2 0-15,1-3 0 0,-4-1 0 0,-6-1 0 16,6-4 0-16,-5 1 0 0,2-4 0 0,-3 1 0 16,6-2 0-16,0-4 0 0,1 1 0 0,2 5 0 15,6-11 0-15,0 3 0 0,3 0 0 0,3 0 0 16,0 0 0-16,1-3 0 0,5 0 0 0,0 1 0 15,0-1-48-15,0-3-13 0,0 1-3 0,3 0 0 16,3-3-153-16,0 0-31 0</inkml:trace>
  <inkml:trace contextRef="#ctx0" brushRef="#br0" timeOffset="31162.204">12620 6710 2310 0,'-6'3'48'0,"6"-3"11"16,0 0-47-16,0 0-12 0,0 0 0 0,0 0 0 15,0 0 104-15,0 0 20 0,0 0 3 0,3 5 1 16,0 0-103-16,6-2-25 0,0-3 0 0,3 3 0 16,3-1 56-16,3-2 5 0,0 0 2 0,2-2 0 15,4 2-35-15,0-3-6 0,0 0-2 0,3 1 0 16,-3-1-12-16,2 1-8 0,-2-4 10 0,0 4-10 15,0-1 0-15,0 0 8 0,-1 1-8 0,1-1 0 16,-3 0-19-16,-3 3-6 0,0-2-2 0,-3 2 0 16,-3 2-181-16,-4-2-37 0,-2 3-7 0</inkml:trace>
  <inkml:trace contextRef="#ctx0" brushRef="#br0" timeOffset="31374.839">12748 6972 1824 0,'9'0'76'0,"0"0"-60"16,3 0 110-16,0 0 22 0,3-2 5 0,-3 2 1 15,3 0-51-15,2 0-11 0,-2-3-1 0,3 0-1 16,0 1-30-16,-3-1-5 0,3 0-2 0,0 1 0 16,0-1-24-16,2-2-5 0,1 2 0 0,0 0-1 15,3 1-23-15,0 2 0 0,-1-3 0 0,1 3-8 16,0-2-108-16,0 2-22 0,3-3-4 15</inkml:trace>
  <inkml:trace contextRef="#ctx0" brushRef="#br0" timeOffset="32005.342">14537 6557 2269 0,'0'-8'64'0,"0"0"15"16,3 3-63-16,-3-3-16 0,0 0 0 0,0 2 0 15,0 1 105-15,0 0 19 0,0 2 3 0,0 3 1 16,0 0-52-16,0 0-9 0,-3-5-3 0,-3 5 0 0,-3 0 0 0,0 3 0 16,0-1 0-16,-2 6 0 0,-1 0-51 15,-3 0-13-15,-3 5 0 0,-3 3 0 0,0 3 0 16,-6 4-16-16,-2 1 3 0,-4 5 1 0,3-2 12 0,-3-1 0 0,1 3 0 16,-4-2 0-1,0-1-30-15,-2 1 0 0,-1-3 0 0,-3-1 0 16,3-4-44-16,4-1-9 0,-4 1-1 0,3-3-1 15,7 0-107-15,-1-6-22 0,3 1-4 0</inkml:trace>
  <inkml:trace contextRef="#ctx0" brushRef="#br0" timeOffset="32259.628">13972 6599 1824 0,'6'-34'38'0,"-6"23"8"0,3 1-37 0,-3-1-9 0,0 3 0 0,0 0 0 16,0 3 147-16,0 2 27 0,0 3 6 0,0 0 0 15,0 0-84-15,0 0-16 0,0 0-4 0,0 0-1 16,0 0-9-16,0 0-2 0,3 3 0 0,2 2 0 16,1 3-51-16,0 0-13 0,0 0 0 0,3 5 0 15,0 0 0-15,0 3 0 0,0 3 0 0,3-1 0 16,0 3 0-16,0-2 0 0,0 5 0 0,3 0 0 16,-1-3 0-16,1 0 0 0,0 0 0 0,0 0 0 15,0 0 54-15,0-2 8 0,3-1 2 0,-3-2 0 31,2 3-103-31,-2-3-20 0,0-3-4 0,-3 3-1 0,3-3 0 0,-3 0 0 0,0-2 0 0</inkml:trace>
  <inkml:trace contextRef="#ctx0" brushRef="#br0" timeOffset="32515.319">14558 6837 2426 0,'0'0'68'0,"-3"-5"16"0,3 5-67 15,0 0-17-15,0 0 0 0,0 0 0 0,0 0 91 0,0 0 14 0,0 0 3 0,0 0 1 16,0 0-55-16,0 0-11 0,-3 5-3 0,3 6 0 16,0-3-8-16,-3 0-3 0,3 0 0 0,0 2 0 15,0 1-10-15,0-1-3 0,0 4 0 0,0-1 0 16,0 0-16-16,0 3 10 0,0 0-10 0,0 2 8 16,0 1-8-16,0-1 0 0,0 1 0 0,0 2 0 31,0 0 0-31,0-2 0 0,0-1 0 0,3 1 0 15,-3-3-44-15,0-3 0 0,3 3-1 0,0-3 0 0,-3-2-99 0,3-3-19 0,0 2-4 16</inkml:trace>
  <inkml:trace contextRef="#ctx0" brushRef="#br0" timeOffset="32696.755">14918 6962 2518 0,'-6'-14'52'0,"6"14"13"15,-3-5-52-15,0 0-13 0,0 0 0 0,0 2 0 16,3 3 112-16,-3-5 20 0,3 5 4 0,0-6 1 0,0 6-58 0,0 0-12 0,0 0-3 16,-3-5 0-16,3 5-51 15,0 0-13-15,3-5 0 0,-3 5 0 16,0 0-48-16,3-3-13 0,-3 3-3 0</inkml:trace>
  <inkml:trace contextRef="#ctx0" brushRef="#br0" timeOffset="33158.864">15600 6507 1869 0,'12'-8'79'16,"0"2"-63"-16,-3-2 99 16,-3 3 20-16,-1 0 4 0,1 2 1 15,-3 0-35-15,-3 3-6 0,0 0-2 0,0 0 0 16,0 0-30-16,0 0-7 0,0 0 0 0,0 0-1 16,0 0-25-16,-6 8-5 0,-2 0-1 0,-1 3 0 0,-6 2-16 0,0 3-4 0,-3 3-8 15,0 2 12-15,-3 3-12 16,0 2 0-16,-5 3 0 0,2 0 0 0,0-2-13 0,0-1-9 0,0-2-2 15,-2 0 0-15,-1 0 16 0,0-6 8 0,0 1-10 16,-3-1 10 0,4-5-156-16,2-2-24 0,-3 0-6 0</inkml:trace>
  <inkml:trace contextRef="#ctx0" brushRef="#br0" timeOffset="33403.331">15255 6565 1918 0,'11'-24'40'15,"-8"16"9"-15,0 3-39 0,0-1-10 0,0 4 0 0,-3 2 0 16,0 0 131-16,0 0 24 0,0 0 5 0,0 0 0 16,0 0-72-16,0 0-14 0,3 5-3 0,0 0-1 15,0 3-5-15,0 3-1 0,3 2 0 0,-3 0 0 16,3 3-51-16,0 0-13 0,0 3 0 0,0 2 0 16,3 0 54-16,-3 0 8 0,3 3 2 0,0-3 0 15,3 3-64-15,0-3-28 0,-1 0 3 0,4-2 0 16,0-1 40-16,-3 3 8 0,6-5 1 0,-3 3 1 15,0-3-122-15,0 0-25 0,0-3-5 0,-1 0-1 16,1-2-102-16,0-3-21 0</inkml:trace>
  <inkml:trace contextRef="#ctx0" brushRef="#br0" timeOffset="33702.276">15659 6914 1797 0,'-3'-13'76'15,"3"0"-61"-15,0 2 121 0,3-2 25 0,-3 2 5 0,6 1 1 16,-3-4-66-16,3 6-13 0,3-2-2 0,0 2-1 15,0 3-29-15,0-3-5 0,3 2-2 0,0 4 0 16,-3-4-18-16,3 6-4 0,-3-2-1 0,-1 2 0 16,1 0-26-1,0 2 0-15,0 1 0 0,0 2 0 0,-3 1 0 0,0-1 0 0,3 0 0 0,-6 6 0 16,-3-1 30-16,0 1 1 0,0 2 0 0,-3 0 0 16,-3 3-50-1,0 0-9-15,0 0-3 0,-3 3 0 0,3-1 31 0,-3 1 0 16,0 2 0-16,1 3 0 0,-1-6-19 0,0 3 3 0,3-2 0 0,3-1 0 15,0-2 6-15,0-3 2 0,3 1 0 0,0-4 0 16,3-2 8-16,3-3-8 0,3 1 8 0,-3-4-8 16,3 1 8-16,2-3-10 0,1 0 10 0,0 0-10 15,3-5 2-15,3-1 0 0,-3-1 0 0,3-1 0 16,0-3-64-16,-4 0-12 0,4-2-2 16</inkml:trace>
  <inkml:trace contextRef="#ctx0" brushRef="#br0" timeOffset="34046.999">15156 6290 2408 0,'3'-6'68'0,"0"4"15"0,3-4-67 16,0 4-16-16,0-4 0 0,3 4 0 0,0-1 94 0,3 0 15 0,-3-2 3 0,6 2 1 16,-3 1-44-16,5-1-9 0,-2 1-1 0,6-4-1 15,-3 4-18-15,3-1-4 16,-3-2-1-16,6 2 0 0,-1 0-19 0,4 1-3 0,0-4-1 0,3 4 0 15,2-1-12-15,-2 3 0 0,3-2 0 0,-3 2 0 16,2 0-9-16,-5-3-8 0,3 3-2 0,-3-3 0 16,0 3-161-1,-1-2-32-15,-2-1-6 0</inkml:trace>
  <inkml:trace contextRef="#ctx0" brushRef="#br0" timeOffset="34526.637">16329 6660 1869 0,'0'0'39'0,"0"0"9"0,0 0-39 0,0 0-9 0,0 0 0 0,0 0 0 16,0 0 110-16,0 0 20 0,0 0 4 0,3 3 1 16,6-1-44-16,0 1-9 0,3-3-2 0,0 3 0 15,3-3-17-15,3 0-4 0,2 0-1 0,1 0 0 16,3 0-15-16,0-3-3 0,3 0-1 0,-1 1 0 16,4-1-15-16,0 0-4 0,0-2 0 0,5 2 0 15,-2-2-12-15,0 2-8 0,0 1 8 16,-1-1-8-16,-2 1 0 0,0-4 0 0,-3 4 0 0,-3-4 0 15,-7 4-18 1,1-4-8-16,-3 1-2 0,-3 2 0 0,-3-2-102 0,0 2-21 0,-3-2-4 16</inkml:trace>
  <inkml:trace contextRef="#ctx0" brushRef="#br0" timeOffset="34811.329">16579 6430 2066 0,'-15'-13'43'0,"9"7"10"0,3 4-42 16,3 2-11-16,0-6 0 0,0 6 0 0,0-5 119 0,0 5 21 0,3-5 5 0,-3 5 1 16,0 0-47-16,6 0-10 0,-6 0-1 0,6 0-1 15,0 0-23-15,-3 2-4 0,3 1 0 0,0 2-1 16,-3 1-21-16,3 2-4 0,-3 2-1 0,0 1 0 16,0 2-7-16,0 0-2 0,0 0 0 15,0 6 0-15,-3-1-8 16,0 4-3-16,3 1 0 0,-3 4 0 0,0-1 7 0,0 3 2 15,0 1 0-15,0-1 0 0,0 0-22 0,0-3 0 0,0 1 0 16,3-3 0-16,-3-1 0 0,0-2 0 0,3 1 0 0,0-4 0 31,-3 1-47-31,3-3-13 0,0-1-4 0,-3-1 0 0,3-1-102 0,0-3-21 0,3 1-4 16</inkml:trace>
  <inkml:trace contextRef="#ctx0" brushRef="#br0" timeOffset="35311.03">18038 6337 1983 0,'3'-2'41'0,"-3"-4"10"0,3 1-41 0,0 0-10 0,0-1 0 0,-3 6 0 15,0-5 116-15,3 0 22 0,-3 5 4 0,0 0 1 16,0 0-50-16,-6-6-9 0,6 6-3 0,0 0 0 16,-6 3-26-16,-3 0-6 0,3-1-1 0,-6 6 0 15,0 3-27-15,0 0-5 0,-3 4-2 0,-3 1 0 16,3 3-14-16,-2-1 8 0,-4 3-8 0,3 3 0 15,-3-3 0-15,0 3-12 0,0 0 1 0,-2 0 0 16,2 0 11-16,-3 0 0 0,0 2 0 0,-3-2 0 16,3-3 0-16,1 3 0 0,-1-6 0 0,-3 3 0 15,6-5-156-15,0-2-28 0,1-4-7 0</inkml:trace>
  <inkml:trace contextRef="#ctx0" brushRef="#br0" timeOffset="35593.006">17541 6448 2030 0,'0'-16'57'0,"0"1"14"0,3-1-57 15,-3 2-14-15,0 1 0 0,3 3 0 0,-3-1 105 0,3 0 19 0,-3 4 3 0,2 1 1 16,1 1-47-16,3 0-9 0,-3-1-1 0,0 4-1 16,3 2-32-16,0 0-6 0,0 0-2 0,0 5 0 15,0-2-10-15,0 2-1 0,3 3-1 0,0 2 0 16,0 1-6-16,0 0-2 0,0 2 0 0,0 3 0 15,0 0-2-15,0 2 0 0,-1-2 0 0,1 5 0 16,3-2-8-16,-3-1 0 0,0 3 0 0,3 1 8 16,-3-1-8-16,0 0-14 0,0 0 3 0,3 3 1 15,-3-3 10-15,0-2 0 0,3 2 0 0,-1-3 0 16,1-2 0-16,3 0 0 0,-3-3 0 0,3 0 0 16,-3-2-156-16,3-6-28 0,0 3-7 15</inkml:trace>
  <inkml:trace contextRef="#ctx0" brushRef="#br0" timeOffset="35850.837">18160 6652 2039 0,'-6'-13'42'0,"6"13"11"15,-3-5-42-15,0 2-11 0,0-2 0 0,3 5 0 16,-6-3 112-16,3 0 20 0,3 3 4 0,-6-2 0 16,6 2-51-16,0 0-10 0,0 0-3 0,0 0 0 15,0 0-28-15,0 0-5 0,0 0-2 0,-6 5 0 0,3 3-16 0,3 0-3 0,-3 0-1 16,0 2 0-16,3 4-17 0,-3-4 0 0,3 3 0 15,-3 1 0 1,3 1 0-16,-3 1 0 0,3-2 0 0,-3 1 0 0,3 1 0 16,-3 0 0-16,3 3 0 0,0-3 0 0,-3-3 0 15,3 3 0-15,0-3 0 0,-3 3 0 16,3-6 0-16,-3 4 0 0,3-1 0 0,-3-3 0 0,3 4 0 0,0-4 0 16,0 1 0-16,0-1 0 15,0 1-100-15,0-3-24 0,0-3-5 0</inkml:trace>
  <inkml:trace contextRef="#ctx0" brushRef="#br0" timeOffset="36042.82">18466 6739 2546 0,'-9'-8'53'0,"9"8"11"0,-3-5-51 0,0 2-13 0,3 3 0 0,-3-5 0 16,3 0 107-16,0 0 18 0,0 5 4 0,0-6 1 15,0 6-53-15,0-5-10 0,0 5-3 0,3-3 0 16,-3-2-51-16,3 0-13 0,3 2 0 0,-3-2 0 16,0 2-143-16,3 1-31 0,-3-1-6 0</inkml:trace>
  <inkml:trace contextRef="#ctx0" brushRef="#br0" timeOffset="36521.999">19249 6292 1824 0,'12'-10'76'16,"0"2"-60"-1,-3 0 89-15,3 0 19 0,-3 0 3 0,-3 3 1 16,3-1 0-16,-3 1 0 0,-3 2 0 0,-3 3 0 16,0 0-52-16,0 0-9 0,0 0-3 0,0 0 0 15,0 0-51-15,-6 8-13 0,0 0 0 0,-3 3 0 16,-3 2 54-16,0 3 8 0,-3 2 2 0,-6 4 0 16,0-1-52-16,-2 3-12 0,-1-3 0 0,-3 5 0 15,0-2 0-15,0 2-12 0,-2 1 3 0,-1-1 0 16,3 1 9-16,-3-1 0 0,1-2 0 0,-1 5 0 15,0-5-46-15,3-3-7 0,0 3-2 0,-2-5 0 16,5-1-109-16,0-5-23 0,3 1-4 0</inkml:trace>
  <inkml:trace contextRef="#ctx0" brushRef="#br0" timeOffset="37210.675">18847 6419 2310 0,'0'-10'48'0,"0"2"11"0,-3 0-47 0,3 0-12 0,0 3 0 0,0 5 0 16,0 0 100-16,0 0 17 0,0 0 4 0,0 0 1 16,0 0-62-16,0 0-13 0,3 5-3 0,3 0 0 15,0 3-19-15,3 0-4 0,-3 3-1 0,3 2 0 16,3 0-11-16,0 0-9 0,0 3 12 0,0 0-12 16,3 0 8-16,-4 0-8 0,1 2 0 15,3 1 0 1,-3-1-16-16,3 1-9 0,0 2-3 0,0 0 0 0,3-2-161 15,-3-1-33-15,-1 1-6 0,-2-1-2 0,3-5 30 0,-3-2 7 16,0 0 1-16,0-1 0 0,0-2 102 0,-3-3 21 16,-3 1 4-16,3-1 1 0,-3-2 51 0,-3-3 13 0,3 0 0 0,-6 0 0 15,0 0 100-15,3-3 22 0,-1 0 5 0,1 1 1 16,0-4 0-16,0 1 0 0,0-3 0 0,-3 3 0 16,3 0-8-16,-3-6-2 0,3 3 0 0,0 0 0 15,-3-2-35-15,3-1-7 0,0 0-2 0,0 1 0 16,0-1-8-16,3 1-2 0,0-1 0 0,0 1 0 15,0-1-51-15,3 3-13 0,0 0 0 0,0 0 0 0,3 3 54 16,0 0 8-16,0-1 2 0,-1 1 0 0,1 2-52 16,0 1-12-16,0-1 0 0,0 3 0 0,0-3 0 0,-3 3 0 15,3 3 0-15,-3-3 0 0,0 5 0 0,0-2 0 0,0 2 0 16,-3-2 0-16,-1 5 0 0,-2 0 0 0,3 0 0 0,-3 2 0 16,-3 1 0-16,0-1 0 15,0 1 0-15,-3 0 0 16,0-1-48-16,0 1-13 0,0-1-3 0,-2 4 0 15,2-6 0-15,-3 2 0 0,0-2 0 0,3 0 0 0,-3-3 52 16,3 1 12-16,3-6 0 0,0 0 0 0,0 0 0 0,0 0 0 0,0 0 0 0,0 0 10 16,0 0-10-16,0 0-17 0,6 0 4 0,3 0 1 15,0 0 12-15,2 0 0 0,1-3 0 0,3 0 0 16,-3 1 0-16,0 2 10 0,3-3-2 0,0 3 0 16,-3 0-8-16,0 3 0 0,0-3 0 0,-4 2 0 15,1 4 53-15,-3-4 9 16,0 4 2-16,-3 1 0 0,0-1-52 0,-3 2-12 0,-3-3 0 0,0 3 0 15,0 0 0-15,-3 2 0 0,-3-2 0 0,0 3 0 16,-2-3 0-16,-1 2 0 0,0 1 0 0,0 0 0 16,-6-1 15-16,3 1 0 0,-3-1 0 0,0 1 0 15,4 0-51-15,-4-1-11 0,3 1-1 0,-3-1-1 16,0-2-79-16,0 0-16 16,0 0-4-16</inkml:trace>
  <inkml:trace contextRef="#ctx0" brushRef="#br0" timeOffset="40095.264">18800 5922 1579 0,'-6'5'32'0,"-3"0"10"0,3 1-34 0,0-1-8 0,3 0 0 0,-3 0 0 16,0 1 104-16,3-1 20 0,-3-2 3 0,0 2 1 15,3 0-52-15,-3 1-9 0,0-4-3 0,3 4 0 16,-3-1 52-16,3-3 9 0,0 4 3 0,-3-4 0 15,6-2-103-15,-3 6-25 0,3-6 0 0,-3 5 0 16,3-5 56-16,-3 5 7 0,3-5 1 0,0 6 0 16,0-6-52-16,0 8-12 0,0-8 0 0,3 5 0 15,6-3 32-15,0 4 3 0,3-4 1 0,0 1 0 16,6 0-7-16,3-1-1 0,3-2 0 0,-1 0 0 16,4 0-28-16,0 0 0 0,3 0 0 0,0 0 0 15,-4 0 0-15,4 0 0 0,0-2 0 0,0-1 0 16,-4 3 0-16,1 0 0 0,0-3 0 0,0 3 0 0,-3 0 34 15,-4 0 1-15,1 0 0 0,-3 0 0 0,-3 0-27 16,0 0-8-16,-3 0 0 0,-3 0 0 0,0 0 28 0,0 3 0 0,-3-3-1 16,0 0 0-1,-1 3-73-15,-2-1-14 0,3 1-4 0,-6-3 0 16,3 3 0-16,-3-3 0 0,0 5 0 0,3 0 0 16,-3 1-109-16,-3 1-23 0,3-1-4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2:45:01.4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11406 4996 1337 0,'0'0'28'0,"0"0"6"0,0 0-34 0,0 0 0 0,3 0 0 0,3-3 0 15,0 0 140-15,-3-2 22 0,3 0 4 0,0 2 1 16,-3-5-63-16,2 3-12 0,1-3-2 0,0 3-1 16,0-3 31-16,-3 5 7 0,3-8 1 0,-6 6 0 15,3 0-103-15,-6 0-25 0,0 2 0 0,0-2 0 16,-6 2 56-16,0 0 7 0,1 1 1 0,-7 2 0 16,0 0-33-16,-3 2-7 0,-3 4 0 0,0 2-1 15,0 0-37-15,-2 2-7 0,-4 6-2 0,-3 3 0 16,0 4 23-16,1 4 0 0,-4 2 0 0,0 5 0 15,3-5 0-15,3 1 0 0,4-1 0 0,-1 0 0 16,9-3 0-16,0 1 0 0,6-1 0 0,3 3 0 16,3 0 0-16,3 0 0 0,3 1 0 0,3-1 0 15,6-3 0-15,3 1 0 0,6-4 0 0,0-1 0 16,5-4 0-16,1-2 0 0,3-3-9 0,3-2 9 16,-4-3 0-16,4-3 0 0,-3 0 0 0,6-2 0 15,-1 0-253-15,4-6-54 0</inkml:trace>
  <inkml:trace contextRef="#ctx0" brushRef="#br0" timeOffset="309.871">12004 5247 1824 0,'0'0'76'0,"0"0"-60"16,0 0 120-16,0 0 25 0,0 0 5 0,6 0 1 16,0 3-70-16,0-3-13 0,0 0-4 0,3 0 0 15,0 0-28-15,3 0-5 0,0 0-2 0,-1 0 0 16,4-3-12-16,0 3-2 0,3-3-1 0,3 1 0 16,0 2-10-16,6-3-3 0,-1 0 0 0,4 3 0 15,0-2-9-15,3 2-8 0,-1 0 9 0,1-3-9 16,-6 3 0-16,3 0 8 0,-7-3-8 0,4 3 0 15,-6-2 0-15,0-1 0 0,3 3 0 0,-6-2-10 16,-3 2-60-16,-1-3-12 0,-2 3-2 0,0 0-1 16,-6 0-102-1,0 3-20-15,-6-3-4 0</inkml:trace>
  <inkml:trace contextRef="#ctx0" brushRef="#br0" timeOffset="556.934">12147 5424 2187 0,'-12'11'62'0,"3"-6"14"16,-3 3-61-16,6-3-15 0,0 1 0 0,0-4 0 16,6-2 95-16,0 0 16 0,0 0 3 0,0 0 1 15,3 8-45-15,0-5-9 0,0 0-1 0,3-1-1 16,3-2 1-16,0 0 0 0,0 0 0 0,3-2 0 0,3-1-13 0,3 0-3 0,0-2 0 0,2 2 0 16,4-2-17-16,0 0-4 0,3-1-1 15,0 1 0-15,-1 3-14 0,1-1-8 0,-3 3 10 16,3-8-10-16,0 5 0 0,-1-2 0 15,-2 2 0-15,3-2 0 0,3 0-13 16,-1-1-9-16,1 4-2 0,6-3 0 16,-6-1-122-16,2 4-25 0,1-1-5 0</inkml:trace>
  <inkml:trace contextRef="#ctx0" brushRef="#br0" timeOffset="2040.321">13790 3096 1948 0,'-9'-24'40'0,"3"13"11"15,3 3-41-15,-3-2-10 0,0-6 0 0,0 5 0 0,0 1 93 0,-3-6 17 0,1 3 3 0,-4 5 1 16,-6-8-41-16,3 5-8 0,-6 1-1 0,-3-1-1 15,0 3-30-15,-8 6-5 0,2-6-2 0,-6 8 0 16,0 0-14-16,1 0-2 16,-1 8-1-16,-9 0 0 0,4-3-9 0,-7 5 10 0,0 4-10 0,-5-1 10 15,2 5-10-15,4 9 0 0,-4-6 0 16,0 11 0-16,4-3 0 0,2 0 8 0,-2 0 0 16,2 3 0-16,3 2-8 0,7 3 0 0,2 3 0 0,3 2 0 15,6-2-14-15,6 5-5 0,3 3-1 0,4-3 0 16,8-6 12-16,0-2 8 0,3 0-12 0,6 0 12 15,-1 0 14-15,10 1 10 0,0 1 1 0,9 1 1 16,0-6-46-16,6 3-10 16,-1-10-2-16,7 5 0 0,0-9 52 0,-3-1 9 0,2-4 3 0,4 1 0 15,3-11-32-15,-1 2 0 0,7-2 0 0,0 3 0 16,-4-9-17-16,1 4-10 0,0-6-1 0,2 0-1 16,1-6 29-16,-4 4 0 0,4-9 8 0,-3 3-8 15,-1 0 21-15,-2-2-2 0,0-4-1 0,-4 1 0 16,-2-3-10-16,-6 0-8 0,3-7 9 0,-7 1-9 15,1-4 57-15,0-6 6 0,0 0 1 0,0-2 0 16,-4 2-12-16,-2 1-1 0,3 4-1 0,-3-7 0 16,-3 2-25-16,-3-3-5 0,-3 4 0 0,-1-6-1 15,-2-6-3-15,-3 4-1 0,0-4 0 0,-3 4 0 16,-3 4-1-16,-3 3 0 0,-3 3 0 0,-3 0 0 16,-5 3-5-16,-1-1-1 0,-3 1 0 0,-6 2 0 15,0 3-8-15,-3-6 10 0,-2 4-10 0,-1 1 10 16,-3 7-34-16,3-1-8 0,1 0 0 0,-4 3-1 15,0 5-21-15,-3-6-4 0,1 12-1 0,-4-6 0 16,6 8-125-16,3 3-26 0,1 4-5 0</inkml:trace>
  <inkml:trace contextRef="#ctx0" brushRef="#br0" timeOffset="4079.151">13903 4929 1997 0,'-3'-13'41'0,"3"13"11"0,-3-5-41 0,3 0-11 0,0-1 0 0,-3 1 0 0,3 5 119 0,0-5 21 0,0 5 5 0,-6-5 1 16,3 2-66-16,3 3-12 16,-9-3-4-16,3 3 0 0,-2 3 0 0,-4 0 0 0,3-1 0 0,-6 6 0 15,0 3 0-15,0-1 0 0,-3 6 0 0,-3 5 0 16,-2 3-51-16,-1 0-13 0,-3 2 0 0,-6 6 0 15,3-3 0-15,-5 0 0 0,-1 0 0 16,-3 3 0-16,4-3-16 0,2-2-5 0,0 2-2 0,-3-3 0 31,4 1-4-31,-1-3-1 0,0 2 0 0,0-2 0 0,4-3-149 0,-1-2-31 16,3-1-5-16</inkml:trace>
  <inkml:trace contextRef="#ctx0" brushRef="#br0" timeOffset="4341.62">13248 5099 2066 0,'0'-13'43'0,"0"-1"10"15,0 6-42-15,0-2-11 0,3 2 0 0,-3 3 0 16,3-1 104-16,0 4 20 0,0-4 3 0,3 6 1 16,0 0-51-16,-3 0-9 0,3 3-3 0,3 2 0 15,-3 1-17-15,0 4-4 0,3-4-1 0,0 7 0 16,0-3-17-16,0 4-3 0,0 1-1 0,-1 1 0 15,4 0-22-15,0 0 0 0,0 3 0 0,0-4 0 16,3 4 0-16,-3-3 0 0,3 0 0 0,-3 2 0 16,3 1 0-16,-1-1 0 0,4 1 0 0,-3-1 0 15,3 4 0-15,-3-4-10 0,0 6 10 0,0-3-10 16,3-2-193-16,-4-1-38 0</inkml:trace>
  <inkml:trace contextRef="#ctx0" brushRef="#br0" timeOffset="4678.819">13835 5419 2066 0,'-9'-11'43'0,"6"6"10"0,3 0-42 0,0 0-11 0,0-1 0 0,0-2 0 15,3 3 104-15,0 0 20 0,3-1 3 0,-3 1 1 16,6 3-52-16,-3-4-9 0,3 4-3 0,-1-1 0 16,-2 0-1-16,6 3-1 0,-3 0 0 0,3 0 0 15,-3 0-27-15,0 3-6 0,0 0-1 0,0-1 0 16,-3 4-16-16,0 1-3 0,0 1-1 0,0 0 0 15,-3 3-8-15,-3-1 10 0,3 4-10 0,-6-1 10 16,3 3-10-16,-6 0 0 0,3 2 0 0,-3 1 8 16,0-3-8-16,-3-1 0 0,3 1 0 0,-3 0 8 15,0 0 11-15,0-3 1 0,3 1 1 0,-3-1 0 16,3-3-68-16,3 1-13 0,0-3-4 0,0 0 0 16,3 0 103-16,3 0 20 0,-3-3 4 0,6 0 1 15,0 1-52-15,0-1-12 0,3-2 0 0,3-1 0 16,3 1-8-16,-3-1-5 0,3-2-1 0,3 0 0 15,-1 0 14-15,4-2 0 0,0 2 0 0,3-5 0 16,-3-1-96-16,3 1-14 0,-1-6-2 0,1 3-1 16,3-2-67-16,0-3-14 0,3-1-2 0</inkml:trace>
  <inkml:trace contextRef="#ctx0" brushRef="#br0" timeOffset="5479.024">14725 5154 2055 0,'0'0'87'15,"0"0"-70"-15,-3 0 84 0,0 6 17 0,0-4 3 0,-3 4 1 16,3-1-51-16,0 3-11 0,3-3-1 0,-3 3-1 16,0-3-23-16,3 3-5 0,-3-2-1 0,3 2 0 15,0-3-9-15,0 0-3 0,0-5 0 0,3 5 0 16,-3-5 1-16,0 6 0 0,0-6 0 0,3 2 0 16,-3-2 6-16,0 0 2 0,6 3 0 0,-6-3 0 15,0 0 3-15,0 0 1 0,3-3 0 0,-3 3 0 16,3-2 1-16,-3 2 0 0,3-6 0 0,-3 1 0 15,3 0-7-15,-3 2-2 0,0-2 0 0,0 5 0 16,-3-5-7-16,3-1-2 0,0 6 0 0,-3-5 0 16,3 5-13-16,0 0 9 0,-6-5-9 0,6 5 8 15,0 0-8-15,0 0 0 0,0 0 0 0,0 0 0 16,-6 0 0-16,6 0 0 0,0 0 0 0,0 0 0 16,-3 5-11-16,3-5 11 0,-3 5-8 0,3 1 8 15,0-6 0-15,3 5 0 0,0 0 0 0,0-2-8 16,0 2 8-16,-3-5 0 0,3 0 0 0,0 3-8 15,-3-3 8-15,6 0 0 0,0 2 0 0,-6-2 0 16,3 0 0-16,-3 0 8 0,6-2-8 0,-6 2 0 16,3-3 0-16,-3 3 8 0,3-5-8 0,0 0 0 0,0-1 0 15,-3 1 8-15,0 0-8 0,0-1 0 0,0 1 0 16,0 2-12-16,0-7 2 0,-3 2 0 16,3 3-138-16,0-3-27 0,-3-3-5 0</inkml:trace>
  <inkml:trace contextRef="#ctx0" brushRef="#br0" timeOffset="5973.156">15505 4789 2310 0,'-6'0'48'0,"-3"0"11"15,3 0-47-15,-3 0-12 0,3 0 0 0,-3 3 0 16,3 0 122-16,-3 2 22 0,-3-3 5 0,3 6 1 16,-3 3-85-16,0 5-17 0,-2-6-3 0,2 9-1 15,-3 0-36-15,0 7-8 0,0-5 0 0,0 6 0 16,0 4 0-16,3 1 0 0,0 3 0 0,3-1 0 16,1 0 12-16,5 1 5 0,0-1 2 0,6 3 0 0,0 0-19 0,5 0 0 0,1 3 8 0,3 0-8 15,6-3 12-15,-3 0-2 0,6-3 0 16,0 3 0-16,3-8 0 0,2 0 0 0,1-2 0 0,3-3 0 15,0-3-10-15,-1-3 10 0,1 1-10 0,0-1 10 16,0-7-10-16,-1 2 8 0,-2-2-8 0,0-3 8 16,3 0-8-16,0-3 0 0,-4 0 0 0,7-2-11 31,-3 0-79-31,3-1-16 0,-1-2-3 0</inkml:trace>
  <inkml:trace contextRef="#ctx0" brushRef="#br0" timeOffset="7178.291">14698 4017 1190 0,'0'0'33'0,"-9"0"9"0,3 0-34 0,0 0-8 0,0-3 0 0,0 3 0 15,-3 0 59-15,3 0 9 0,-3 0 3 0,3 0 0 16,-3 0 0-16,1 3 0 0,-1-3 0 0,-3 0 0 15,3 2-14-15,0-2-2 0,-3 6-1 0,3-6 0 16,-3 0-20-16,3 2-4 0,0 4-1 0,0-6 0 16,0 2 30-16,0-2 5 0,1 3 2 0,-1-1 0 15,3-2-25-15,-3 3-5 0,3-3 0 0,-3 0-1 0,9 0-6 16,0 0-1-16,0 0 0 0,0 0 0 16,0 0 4-16,0 0 1 0,0 0 0 0,0 0 0 0,0 0-9 0,0 0-1 0,0 0-1 0,9 3 0 15,0-3 4-15,0-3 1 16,6 3 0-16,-1-3 0 0,7 1-8 0,0 2-2 0,6-3 0 0,3 1 0 15,2 2 9-15,7-6 2 0,3 6 0 16,2 0 0-16,1-2-28 0,-3 2-19 0,2-6 3 16,7 4 1-16,-3 2 24 15,2 0 5-15,4-3 1 0,-1 3 0 0,-2 0-15 0,-6-3 0 0,-1 1 0 16,4 2 0-16,-6 0 0 0,2 0 0 0,-2 0 0 0,0 0 0 16,-4 0 0-16,-5 2 0 0,0-2 0 0,-4 3 0 15,-2-3 0-15,-3 3 0 0,-3-3 0 0,0 0 0 16,-3 2 0-16,-1-2 0 0,-2 6 0 0,0-6 0 15,0 0-48-15,0 0-13 0,0 2-3 16,0 4 0-16,-3-6-115 0,0 0-23 0,2 0-5 0</inkml:trace>
  <inkml:trace contextRef="#ctx0" brushRef="#br0" timeOffset="7876.699">19883 4009 1758 0,'-9'-3'36'0,"3"-2"10"0,0 2-37 0,0 0-9 0,0 3 0 0,6 0 0 16,-6-5 107-16,6 5 19 0,0 0 4 0,-2-2 1 15,2 2-48-15,0 0-10 0,0 0-1 0,0 0-1 16,0 0-27-16,0 0-4 0,5-6-2 0,1 4 0 16,3 2-3-16,0-3-1 0,3 0 0 0,3 1 0 15,3 2-6-15,0 0-2 0,6-3 0 0,-1 3 0 16,4 0-5-16,0 0-1 0,3 0 0 0,2 0 0 0,1 0-7 15,0 0-1-15,0 0-1 0,5 3 0 0,-2-3-11 0,6 0 0 0,-3 2 0 0,5 1 8 16,-5-3-8-16,-3 3 0 0,2-3 0 16,-2 2 0-16,-3 4 0 0,2-6 0 15,-2 0 0-15,-3 2 0 0,0-2 0 0,-6 5 0 0,2-5 0 16,-2 0 0-16,-6 0-10 16,3 3-4-16,-6-3-1 0,0 3 0 15,-3-3-29-15,-4 2-5 0,4 1-2 0,-3 0 0 16,-3-3-112-16,3 2-22 0,-3 1-5 0</inkml:trace>
  <inkml:trace contextRef="#ctx0" brushRef="#br0" timeOffset="11074.593">16499 4900 2245 0,'0'0'47'0,"0"0"10"0,-3-2-45 0,3 2-12 0,-6-3 0 0,3 0 0 16,-3 3 100-16,0-2 17 0,0 2 4 0,0 0 1 16,-3 0-58-16,0 0-12 0,-3 2-3 0,0 1 0 15,0 5-21-15,-2 0-4 0,-4-3 0 0,0 8-1 16,-3 3-5-16,-3 6-1 0,0-1 0 0,1 5 0 15,-1-2-17-15,0 2 0 0,3 1 0 0,-6 2 0 16,1-5 0-16,-4 0 0 0,0-1 0 0,-6 1 0 16,4-5 0-16,-1 5 0 0,0-11 0 0,-3 3 0 15,7 2-192-15,2-5-35 0,0 3-7 0</inkml:trace>
  <inkml:trace contextRef="#ctx0" brushRef="#br0" timeOffset="11332.379">15862 5027 2030 0,'6'-18'57'0,"0"-1"14"0,0 6-57 0,0 3-14 0,0-4 0 0,0 6 0 15,-4 3 105 1,4-3 19-16,0 3 3 0,0 0 1 16,3 2-52-16,-3 0-9 0,3 3-3 0,-3 0 0 15,3 6-51-15,0-4-13 0,3 3 0 0,-3 6 0 0,3-3 54 0,0 5 8 0,-3 6 2 0,2-3 0 16,1 5-52-16,0-3-12 0,0 6 0 0,0 0 0 15,0-3 0-15,0 0 0 0,0-2 0 0,0 2 0 16,0-2 0-16,0-1 0 0,2-2 0 0,-2 0 0 16,3-3 0-16,-3-2 0 0,6-1 0 0,-3 1 0 15,6-1-220 1,-3-2-46-16,2 0-10 0</inkml:trace>
  <inkml:trace contextRef="#ctx0" brushRef="#br0" timeOffset="11571.852">16579 5284 2066 0,'0'-8'43'0,"-3"3"10"0,3-3-42 0,-3 3-11 0,0-6 0 0,0 6 0 16,0-3 104-16,0 5 20 0,0-2 3 0,0 0 1 16,3 5 0-16,0 0 0 0,0 0 0 0,0 0 0 15,0 0-103-15,0 0-25 0,0 0 0 0,0 0 0 16,0 0 56-16,0 7 7 0,-3-1 1 0,3 4 0 16,0-2-52-16,0 3-12 0,0-1 0 0,0 4 0 15,3-1 0-15,-3 3 0 0,0 0 0 0,0 2 0 16,0 3 31-16,0 6 3 0,0-6 1 0,0 5 0 15,0-2-27-15,3 0-8 0,-3-3 0 0,0 3 0 16,0-5 0-16,0 2 0 0,0-5 0 0,0 0 0 16,0-3-24-16,3 0-11 0,-3 0-2 0,3-2-1 15,-3-1-156-15,6-2-31 0,-3 0-7 0</inkml:trace>
  <inkml:trace contextRef="#ctx0" brushRef="#br0" timeOffset="11852.667">16975 5353 2283 0,'0'0'48'0,"0"0"10"0,0 0-46 0,0 0-12 0,0 0 0 0,0 0 0 16,0-3 93-16,6-2 17 0,-3 0 3 0,6 2 1 15,0-2-48-15,3 2-10 0,3-2-1 0,2 2-1 16,4 0-18-16,3 1-4 0,3-1-1 0,3 3 0 15,-1 0-12-15,1 0-3 0,3 0 0 0,-3 3 0 16,-1-3-7-16,-2-3-1 0,0 3-8 0,3-2 12 16,-3-1-12-16,-1 0 9 0,4 3-9 0,-3-2 8 15,-3-1-8-15,3 3 0 0,-7-3 0 0,1 3-11 16,-6-2-117-16,0 2-23 16,-3-6-5-16</inkml:trace>
  <inkml:trace contextRef="#ctx0" brushRef="#br0" timeOffset="12134.678">17341 5088 2211 0,'0'0'93'16,"0"0"-74"-1,0 0 99-15,0 0 20 0,0 0 4 0,0 0 1 16,0 0-48-16,0 0-10 0,0 0-1 0,0 6-1 0,0-1-31 0,0 3-7 0,0 2-1 0,0 1 0 15,3 0-5-15,-3-1-2 0,0 1 0 0,3 2 0 16,-3 5-15-16,0-7-3 0,0 5-1 0,0 2 0 16,0-2 2-16,0 3 1 0,0-1 0 0,0 1 0 15,0 2-30-15,0 3-7 0,0 2 0 0,0-2-1 16,0 3 7-16,0-1 2 16,0 1 0-16,0-4 0 15,0 1-72-15,0 0-13 0,3-3-3 0,-3-2-1 16,0-3-95-16,0-1-18 0</inkml:trace>
  <inkml:trace contextRef="#ctx0" brushRef="#br0" timeOffset="12769.776">18725 4945 1774 0,'0'0'75'16,"3"-5"-60"-1,-3 5 108-15,0-5 21 0,0 5 5 0,0-6 1 16,0 6-36-16,0 0-7 0,0 0-2 0,0 0 0 16,0 0-21-16,-6 0-5 0,6 0-1 0,-9 0 0 15,0 6-66-15,1-1-12 0,-1 3 0 0,-3 5 0 16,0 3 0-16,-3 0 0 0,3 5 12 0,-6 0-3 16,3 3-9-16,-3 0 0 0,3 0 9 0,-5 5-9 15,-1-8 0-15,-3 3 9 0,-3-3-9 0,0 3 0 0,1-6 0 16,-1 1-9-16,0-3-1 0,-3 5 0 15,6-5-43-15,1 2-9 0,2 1-2 0</inkml:trace>
  <inkml:trace contextRef="#ctx0" brushRef="#br0" timeOffset="13470.406">18303 5139 1963 0,'6'-43'40'0,"-3"27"12"0,0 3-42 0,-1 0-10 0,1-3 0 0,0 5 0 15,-3 1 125-15,3 2 23 0,0 0 5 0,-3 3 1 16,0 5-53-16,0 0-10 0,0 0-3 0,0 0 0 16,0 0-44-16,6 2-10 0,-3 4-2 0,3 4 0 15,0-2-12-15,0 5-4 0,3 3 0 0,0 3 0 16,0-1-8-16,0 1-8 0,3-1 9 0,0 1-9 16,0-1 0-16,0 1 8 0,-1-3-8 0,4 2 0 15,0-2 0-15,-3 0 0 0,3 0 0 0,3-3 0 16,-6 0-39-16,3 1-4 0,0-1-1 0,-1-3 0 15,-2 1-56-15,3-3-12 0,0 3-3 0,0-4 0 16,0-1-45-16,-3-1-10 0,3 0-2 0,0-2 0 16,-4-3 36-16,1 0 6 0,0 0 2 0,-3 0 0 15,0-3 102-15,-3 1 26 0,0-4 0 0,-3 1 0 16,0 0 74-16,-3-3 20 0,0 3 4 0,0-3 1 16,0 0 23-16,-3 0 5 0,0-3 1 0,3 6 0 15,-3-3-24-15,3 3-4 0,0-6 0 0,0 6-1 16,3-3-33-16,3 3-6 0,0-1-2 0,0-2 0 15,0 3-10-15,6 0-3 0,0-1 0 0,-3 1 0 16,2 2-13-16,4 1-2 0,-3-1-1 0,0 1 0 0,3-1-5 0,-3 3 0 16,3 0-1-16,-3 3 0 0,-3-1-7 0,0 1 0 15,0 2-1-15,-1-2 0 0,-2 2-15 16,3-2 8-16,-3 2-8 0,-3 6 0 0,3-9 8 0,-3 4-8 0,-3 1 0 16,3-1 9-16,-3 2-17 0,-3 2-4 0,3-2-1 0,-3 0 0 15,0 3-6-15,0-1-1 0,0 1 0 0,-3 0 0 16,0-1 4-16,0-2 1 0,0 3 0 0,1-3 0 15,2-1 7-15,-3 1 8 0,0-2-13 0,3-1 5 16,3-5 8-16,0 0 0 0,0 0-9 0,0 0 9 16,3 5-10-16,3-5 10 0,0 0-13 0,0 0 5 15,5-2 8-15,-2-1 0 0,0 0 0 0,3 1-8 16,0-1 8-16,0 0 0 0,3 1 8 0,-3-1-8 16,3 3 12-16,-3 0-3 0,-1 0 0 0,1 3 0 15,-3-1-9-15,0 4 0 0,0-4 0 0,-6 6 0 16,0-2 0-16,0 2 0 0,-3 2 0 0,-3-2 0 15,0 3 0-15,-3-1 0 0,-3 3 0 0,0-2 0 16,0 0 27-16,-3-1 3 0,-2 3 1 0,2-2 0 16,-3 0-31-16,0-3-16 0,3 2 1 0,-6 1 1 15,0-3-18-15,0 2-4 0,-2-2-1 0,-1 3 0 16,-3-3-104-16,0-3-21 0,0 3-4 0</inkml:trace>
  <inkml:trace contextRef="#ctx0" brushRef="#br0" timeOffset="13925.827">18192 4755 1690 0,'0'0'48'0,"0"0"11"0,0 0-47 0,-5 0-12 0,5 0 0 0,-6-3 0 16,6 3 107-16,0 0 19 0,-6 0 4 0,6 0 1 15,0 0-27-15,0 0-4 0,0 0-2 0,0 0 0 16,0 0-30-16,0 0-5 0,0 0-2 0,0 0 0 15,0 0-20-15,6 3-4 0,2-3-1 0,1 3 0 16,6-3-1-16,3 0-1 0,6 0 0 0,0-3 0 16,3 3-5-16,5-3-1 0,1 3 0 0,0-2 0 15,0-1-7-15,-4 0-1 0,1 3-1 0,0 0 0 16,-3-2-11-16,2-1-8 0,1 3 9 0,0-3-9 16,0 3 8-16,-1-2-8 0,-2 2 0 0,-3 0 9 15,0 0-9-15,-6-6 0 0,0 4 0 0,-4 2 0 16,-2-3 0-16,0 3 0 0,-3 0 0 0,0 0 0 15,-3 0-10-15,-3 0-7 0,-3 0-2 0,0 0 0 16,0 0-31-16,0 0-6 0,0 0-2 0,0 0 0 16,0 0-152-16,0 0-30 0</inkml:trace>
  <inkml:trace contextRef="#ctx0" brushRef="#br0" timeOffset="14405.358">19395 4559 2310 0,'-9'-3'48'0,"0"-2"11"15,3 0-47-15,0 0-12 0,0 2 0 0,0 0 0 16,0 1 104-16,6 2 20 0,0 0 3 0,0 0 1 16,0 0-72-16,0 0-15 0,0 0-2 0,0 0-1 15,0 0-22-15,3 5-4 0,0 3 0 0,3 5-1 16,0 0 0-16,3 3 0 0,3 5 0 0,0 3 0 16,3 3 1-16,3-6 0 0,3 8 0 0,-1 0 0 15,1 3-4-15,0-11 0 0,3 5 0 0,-3 3 0 16,0 6 2-16,-4 2 0 0,1 5 0 0,-3 3 0 0,-3-5 2 15,-3 0 0-15,0-1 0 0,-3-2 0 0,-3-2-4 0,-3-4 0 16,0-1 0-16,-3 1 0 0,0-2 8 16,-6 3 2-16,3 0 0 0,-6 0 0 0,0-1-18 0,-3-4 0 0,0-1 0 15,-2 1 0-15,-1-3 0 0,-3-6 0 0,0 1 0 16,3-3 0-16,0-3 0 16,-2 0 0-16,2-2 0 0,0 2 0 0,0-5 13 0,3 0-1 15,0 0 0-15,-3-3 0 0,3 0-12 0,1 1 0 16,-1-1 0-16,3-3 0 0,-3 1 0 0,3 0-16 0,0-3 3 0,0 2 1 31,0-2-93-31,3 3-19 0,-3 2-3 0</inkml:trace>
  <inkml:trace contextRef="#ctx0" brushRef="#br0" timeOffset="27767.693">12373 7210 2032 0,'0'0'42'0,"-6"3"10"0,6-3-41 0,0 0-11 0,0 0 0 0,0 0 0 15,0 0 120-15,0 0 21 0,0 0 5 0,0 0 1 16,0 0-55-16,0 0-12 0,0 0-1 0,6 0-1 15,3-3-29-15,0 3-5 0,0 0-2 0,6-2 0 16,0-1-13-16,0 3-2 0,2-3-1 0,4 1 0 16,-3-1-9-16,3 3-1 0,0-3-1 0,3 1 0 15,-1-1-7-15,4 3-8 0,3-2 11 0,0-1-11 0,3 0 8 16,-4-2-8-16,4 2 0 0,-3-2 0 0,-3 2 15 16,-4 1-1-16,1-1 0 0,-3 0 0 15,-3 1-46-15,-3-1-8 0,-3 3-3 0,0-3 0 16,-3 3-85-16,-1 0-16 0,-2 0-4 0,0 0-1 15,-6 0-35-15,0 0-6 0,0 0-2 0</inkml:trace>
  <inkml:trace contextRef="#ctx0" brushRef="#br0" timeOffset="27982.535">12599 7390 1910 0,'-23'27'40'0,"14"-19"9"0,3 2-39 0,0-2-10 0,0 0 0 0,0-3 0 16,3 3 136-16,3-2 24 0,0-6 6 0,0 2 1 15,0 4-56-15,3-1-11 0,3-2-3 0,0-1 0 16,3-2-26-16,0 0-6 0,3 0-1 0,-1-2 0 16,1-1-24-16,6 0-6 0,0 1-1 0,3-4 0 15,0 1-33-15,0 0 0 0,2-1 0 0,-2 1 0 16,6 0 0-16,-3 0 0 0,3-1 0 0,-1 1 0 16,-2 0-44-1,3-3-16-15,-3 2-4 0</inkml:trace>
  <inkml:trace contextRef="#ctx0" brushRef="#br0" timeOffset="28494.071">14338 6959 2082 0,'0'0'44'0,"0"0"8"15,0 0-41-15,0 0-11 0,0 0 0 0,-6-3 0 16,0 3 101-16,0 3 19 0,-3-3 3 0,0 5 1 15,-3 3-48-15,-3 3-10 0,0-1-2 0,0 6 0 16,-2 3-51-16,-4 2-13 0,3 0 0 0,-6 6 0 16,-3-1 32-16,1 0 4 0,-7 1 1 0,0 5 0 15,-3-6-27-15,-2 3-10 0,-1 0 0 0,-3 3 9 16,7 0-9-16,-4 0 10 0,0-1-10 0,0 4 10 16,1-6-10-16,2 0-12 0,0-3 2 0,1 1 1 15,2-6-124-15,6-2-25 0,3-1-5 0</inkml:trace>
  <inkml:trace contextRef="#ctx0" brushRef="#br0" timeOffset="28765.363">13722 7187 2310 0,'-9'-14'48'0,"0"4"11"0,3-1-47 0,3 3-12 0,-3 0 0 0,3 3 0 15,0 2 116-15,3 3 20 0,0 0 5 0,0 0 1 16,0 0-70-16,0 0-15 0,0 0-2 0,0 0-1 15,0 0-24-15,6 3-5 0,0 5-1 0,0 0 0 16,3 0 10-16,-3 2 2 0,3 1 0 0,0 2 0 16,-1 0-36-16,1 1 0 0,0 2 0 0,0-1 0 15,3 1 11-15,0 3-11 0,-3-1 10 0,6 1-10 16,-3 2 0-16,0 3 0 0,3 0 0 0,-4 2 0 16,4 1 0-16,0-4 0 0,3 6 0 0,-3-5 0 15,0-3-28-15,0-2-12 0,0-1-3 0,2-2 0 16,-2-2-153-16,0-4-32 0,3 1-5 0</inkml:trace>
  <inkml:trace contextRef="#ctx0" brushRef="#br0" timeOffset="29002.792">14207 7594 2269 0,'0'-11'64'0,"0"1"15"16,-3-1-63-16,3 1-16 0,0-4 0 0,0 7 0 0,-3-4 105 0,3 3 19 0,0 0 3 0,0 0 1 16,0 3-24-16,0 2-5 0,0 3-1 0,0 0 0 15,0 0-44-15,0 0-9 0,0 0-1 0,0 0-1 16,0 0-43-16,0 5-12 0,3 3-1 0,0 3 0 15,-3 0 46-15,3 2 10 0,0 0 1 0,-3 0 1 16,3 0-31-16,-3 3-6 0,3-2-8 16,-3 1 11-16,3-1-11 0,-3 2 0 15,0 2 0-15,3-2 0 0,-3 0 15 0,0 0-3 0,0-3 0 0,0 5 0 16,0-2-29-16,0 0-7 0,0 3 0 0,0-3-1 31,3 0-30-31,-3-3-5 0,3 0-2 0,-3 0 0 16,3-5-150-16,0 0-31 0</inkml:trace>
  <inkml:trace contextRef="#ctx0" brushRef="#br0" timeOffset="29180.497">14582 7565 2795 0,'0'0'58'0,"-9"-3"14"0,3 1-57 0,6 2-15 0,-3-3 0 0,3 3 0 16,0 0 124-16,-6-3 23 0,6 3 4 0,0 0 1 15,0 0-89-15,0 0-18 0,-6-2-3 0,6 2-1 16,0 0-32-16,0 0-9 0,0-6 0 0,0 6 0 16,0 0-63-16,0 0-17 0,0-5-3 0</inkml:trace>
  <inkml:trace contextRef="#ctx0" brushRef="#br0" timeOffset="29707.156">15594 7131 2066 0,'9'-13'43'0,"-9"10"10"16,0 3-42-16,3-5-11 0,-3 5 0 0,0 0 0 16,0 0 104-16,0 0 20 0,0 0 3 0,-9-3 1 15,3 3-52-15,-3 3-9 0,0 2-3 0,0 3 0 0,-3 3 0 16,0-1 0-16,-3 6 0 0,-2 0 0 15,-1 2-51-15,0 1-13 0,-3 2 0 0,-3 3 0 0,0 0 0 0,1 0 0 0,-1-1 0 16,-6 7 0-16,0-1 0 0,0 0 0 0,-2 0 0 0,-4 3 0 16,3-6 0-16,3-2 0 0,-2 0 0 0,-1-1 0 31,6-1-151-31,0-4-33 0,1-2-6 0</inkml:trace>
  <inkml:trace contextRef="#ctx0" brushRef="#br0" timeOffset="29962.725">15150 7205 2269 0,'0'-16'64'15,"0"3"15"-15,0 0-63 16,0 2-16-16,0 1 0 0,0 2 0 0,0 2 105 0,0 6 19 0,0 0 3 0,0 0 1 16,0 0-52-16,0 0-9 0,3 3-3 0,0 5 0 15,0 0-51-15,3 0-13 0,0 2 0 0,0 1 0 16,0 2 54-16,3 3 8 0,0-3 2 0,0 3 0 15,0 0-64-15,0 3 0 0,3-1-9 0,0 6 0 16,-1-3 9-16,-2 3 12 0,3 2-2 0,0 1-1 16,-3-1-9-16,3 3 0 0,-3-2 0 0,0 2 0 15,0-5-18-15,0 0-6 0,0-3 0 0,-3 3-1 16,3-6-134-16,0 1-26 0,-1-1-6 0</inkml:trace>
  <inkml:trace contextRef="#ctx0" brushRef="#br0" timeOffset="30291.289">15531 7628 2067 0,'3'-10'87'0,"0"-1"-70"16,3 1 89-16,-3-1 18 0,3-2 3 0,0 2 1 15,3 1-24 1,-3 2-5-16,3 0-1 0,0 0 0 16,0 3-54-16,3-1-12 0,0 1-1 0,-3 2-1 0,0 3 22 0,-1 0 4 0,1 0 0 0,0 6 1 15,-3-4-36-15,3 4-7 0,-3 2-2 0,-3-1 0 16,3 1-12-16,-3 3 0 0,-3 0 8 0,3 2-8 15,-6 0 0-15,3 3-8 0,-3 0 8 0,-3 0-13 16,0 2 13-16,0-2 0 0,-3 3 0 0,0-1 0 16,0 1 0-16,0-1 0 0,1-2 0 0,2 0 0 15,-3 2 0-15,3-2 0 0,3-2 0 0,0 1 0 16,0-4 0-16,3 0 0 0,0-1 0 16,3-2 0-16,0 0 0 0,3-3 0 0,3 1 0 0,-3-1 0 15,3-2 0-15,2-3 0 0,1 0 0 0,0 0-9 16,0 0 9-16,3-3 0 0,-3 0 0 0,3 1 0 15,0-4 0-15,-3-2-15 0,2 3 3 0,1-3 0 16,3-2-135-16,0-1-26 0,3 0-6 0</inkml:trace>
  <inkml:trace contextRef="#ctx0" brushRef="#br0" timeOffset="30774.077">16284 7581 2214 0,'0'0'46'0,"0"0"11"0,6-6-45 0,0 4-12 0,3-1 0 0,0-2 0 15,6 2 73-15,0-2 13 0,6 0 2 0,0-1 1 16,0 1-20-16,5 0-4 0,4-3-1 0,-3 3 0 16,3-1 0-16,-1-2 0 0,1 0 0 0,3 3 0 15,0 0-51-15,2-3-13 0,1 3 0 0,0-3 0 16,0 2 0-16,-1 4 0 0,-2-4 0 0,3 4 0 16,-7-4 25-16,-2 1 3 0,0 0 0 0,0 0 0 15,-3-1-45-15,-1 4-9 0,-2-4-2 0,0 4 0 0,-3-4 28 0,-6 4 0 16,0-1 0-16,0 1 0 15,-6-4-210-15,0 4-37 0,-3-4-7 0</inkml:trace>
  <inkml:trace contextRef="#ctx0" brushRef="#br0" timeOffset="31057.687">16785 7226 2066 0,'-24'-5'43'0,"15"2"10"0,3 1-42 0,6 2-11 0,0 0 0 0,0 0 0 15,0 0 156-15,0 0 28 0,0 0 7 0,0 0 1 16,0 0-103-16,0 0-20 0,0 0-4 0,0 0-1 16,0 0 0-16,0 0 0 0,6 2 0 0,-3 4 0 15,0 2-51-15,0-1-13 0,0 1 0 0,0 3 0 16,0 2 44-16,-3 0 5 0,0 3 2 0,0 3 0 16,0 2-31-16,-3 3-5 0,3 2-2 0,-3 3 0 15,0 0-13-15,0 1 0 0,0 1 0 0,0 4 0 16,3-6 0-16,-3 0 11 0,3-3-11 0,0 1 10 15,0-3-10-15,0 2 0 0,-3-5 0 0,6 3 0 16,-3 0-12-16,3 2 0 0,-3-2-1 0,6 0 0 16,-3-3-136-16,3-2-27 0,3-3-6 0</inkml:trace>
  <inkml:trace contextRef="#ctx0" brushRef="#br0" timeOffset="33943.777">18389 7245 2404 0,'6'-11'68'0,"0"-2"15"16,0 2-67-16,0 3-16 0,-3-2 0 0,3 2 0 16,-3 3 80-16,0-1 13 0,-3-2 3 0,3 6 0 0,-3 2-34 15,0 0-6-15,0 0-2 0,0 0 0 16,0 0-38-16,0 0-8 0,0 0-8 0,-9 2 11 0,0 1 42 0,0 2 9 0,-3 3 2 0,0 3 0 16,0 2-52-16,-6 3-12 0,0 0 0 0,1 2 0 15,-1 3 0-15,-3 3 0 0,-3 3 0 0,0 2 0 16,0 3-17-16,1-1-7 15,-7 4 0-15,0-3-1 0,0-1 7 0,0-2 2 16,-2-2 0-16,-1 2 0 16,3-8-57-16,0 0-11 0,4 0-3 0,-1-2 0 15,3-3-91-15,3-3-18 0,3 0-4 0</inkml:trace>
  <inkml:trace contextRef="#ctx0" brushRef="#br0" timeOffset="34458.273">17987 7337 2390 0,'3'-16'50'0,"0"3"10"16,0 0-48-16,-3 2-12 0,0 3 0 0,3 1 0 16,-3-1 107-16,0 8 18 0,0 0 4 0,0 0 1 15,0 0-55-15,0 0-11 0,0 0-3 0,0 0 0 16,6 2-32-16,0 4-6 0,0-1-2 0,3 0 0 16,-3 3-1-16,3 3 0 0,3-1 0 0,-4 3 0 15,4 3-11-15,-3 0-9 0,6 3 12 0,-3 5-12 16,0-3 8-16,-3 0-8 0,3 3 0 0,0 0 0 15,0-3-10-15,0 3-6 0,-1-3 0 0,1 0-1 16,0-5-35-16,0 0-6 0,0-3-2 0,0 0 0 16,-3-2 4-16,3-1 0 0,-3 1 0 0,0-6 0 15,-3 3 24-15,3-5 6 0,-3 2 1 0,-3-2 0 16,-3-3 25-16,5 0 0 0,1-3 0 0,-3 3-8 16,3-5 18-16,-3 2 4 0,3-2 1 0,-3-1 0 0,0 1 17 15,3-3 3-15,-3 0 1 0,0 0 0 0,3 0 3 0,0 0 1 16,-3 1 0-16,3-4 0 0,-3 3-32 0,3 0-8 0,0 0 0 15,3 0 0-15,-3 3 52 0,3 0 10 0,0-3 2 0,0 5 0 16,-1-2-52-16,1 5-12 0,-3-3 0 0,3 6 0 16,0-3 0-16,-3 5 0 0,0 0 0 0,-3 1 0 15,0 2 0-15,0 2-16 0,-3 1 3 16,0-1 1-16,-3 4 12 0,0-1 0 0,-3 3-10 0,-3 0 10 16,0-1 0-16,-3 1-11 0,0 0 11 15,1 0-8-15,-1 0 8 0,3 0-10 0,-3 0 10 16,3 0-10-16,0 2 10 0,3-2 0 0,0 0 0 0,0 0-8 15,3-3 8-15,3 0 0 0,3 0 0 0,0-2-8 16,3-3 8-16,0 0 0 0,0-3-9 0,3 0 9 16,3-5-14-16,0 0 2 0,3 0 0 0,-1-5 0 15,1-3-88 1,3 0-16-16,3-2-4 0</inkml:trace>
  <inkml:trace contextRef="#ctx0" brushRef="#br0" timeOffset="34647.342">18835 7636 2457 0,'0'0'51'0,"0"0"13"16,0 0-52-16,0 0-12 0,0 0 0 0,0 0 0 15,0 0 112-15,0 0 19 0,0 0 4 0,0 0 1 0,0-5-52 0,0 5-9 0,3-5-3 0,-3 5 0 16,0-3 1-16,0 3 0 0,0 0 0 0,3-5 0 16,0 0-58-16,-3 5-15 0,3-6 0 0,0 1 0 15,0 0 0-15,-3 2 0 0,3-2 0 0,3 2 0 31,-3-2-202-31,6-1-43 0</inkml:trace>
  <inkml:trace contextRef="#ctx0" brushRef="#br0" timeOffset="35064.833">19788 7194 2014 0,'6'-5'84'16,"-3"0"-67"-1,-3 0 100-15,3-1 20 0,-3 6 4 0,0 0 1 16,0 0-11-16,0 0-3 0,0 0 0 0,0 0 0 16,0 0-102-16,0 0-26 0,-6 3 0 0,0 5 0 15,-3 2 56-15,-3 4 7 0,-3-1 1 0,-3 5 0 0,-5 1-52 16,-1 2-12-16,-6 0 0 0,-3 3 0 0,0 3 0 0,1 2 0 0,-1 2 0 15,-3-1 0 1,4-1-22-16,2-3-7 0,-3-2-2 0,0 0 0 16,4-3-78-16,-4-3-16 0,3-2-3 0,-3-2-1 15,6-4-127-15,1-2-26 0</inkml:trace>
  <inkml:trace contextRef="#ctx0" brushRef="#br0" timeOffset="35269.589">19330 7308 2066 0,'20'-42'43'0,"-14"26"10"0,0 5-42 0,0-2-11 0,-3 3 0 0,0-1 0 16,0 3 156-16,0 3 28 0,0 2 7 0,-3 3 1 16,0 0-103-16,0 0-20 0,0 0-4 0,0 0-1 15,3 5 0-15,0 6 0 0,0-3 0 0,0 5 0 16,0 0-51-16,0 3-13 0,3 0 0 0,0 5 0 16,0 1 0-16,0-1 0 0,0 3 0 0,3 5 0 15,0-3-12-15,0 6 4 0,2 0 8 0,1-1-13 16,0-2-84-16,3-2-17 0,-3-1-3 15</inkml:trace>
  <inkml:trace contextRef="#ctx0" brushRef="#br0" timeOffset="35717.255">19716 7747 2135 0,'0'-18'44'0,"0"13"11"16,0-3-44-16,3-3-11 0,-3 1 0 0,0-1 0 0,3-2 128 0,0 2 23 0,0-2 5 0,0 2 0 15,3-2-60-15,3 3-12 0,-3-4-2 0,3 4-1 16,0-4-26-16,0 4-6 0,3-3-1 0,-3 2 0 15,3 3-11-15,0-2-2 16,-3 2-1-16,2 2 0 0,4 1-12 0,-3 2-2 16,0 1-1-16,0-1 0 15,0 3-9-15,-3 0-2 0,0 3 0 0,0-1 0 0,0 4 9 0,-3 2 2 0,3 0 0 0,-6 0 0 32,0 2-47-32,0 1-8 0,-3-1-3 0,0 1 0 15,-3-1-40-15,0 4-8 0,0-4-1 0,-3 3-1 0,0-2 71 0,0 2 18 0,0-2 0 0,-3 2 0 31,3-2-55-31,-3-3-7 0,3 2-2 0,-3-2 0 0,3 0 52 0,3-5 12 0,3-3 0 0,0 0 0 16,0 0 14-16,0 0 6 0,0 0 0 0,0 0 1 16,3 2-33-16,3 1-8 0,3-3 0 0,3-3-1 15,0 3 68-15,3-2 13 0,3-1 4 0,-1 3 0 16,-2-3-52-16,3 3-12 0,0 0 0 16,-3 0 0-16,0 3 0 0,0 0 0 0,-3-1 0 0,-3 1 0 15,-1 2 0-15,-2 3 0 0,0-2 0 0,-3-1 0 16,0 3 37-16,-3 2 5 0,-3-2 1 0,0 3 0 15,-3 2-27-15,0-2-6 0,-2 2-1 0,-4 3 0 16,0-3-9-16,-6 3 0 0,3-3 0 0,-3 3 0 16,0 0-47-16,-3 0-1 0,-2 0-1 0,2-3 0 15,0 0-12-15,0-2-3 0,0-1 0 0,3-2 0 16,-2 0-104-16,-1-3-22 0,0 1-4 0</inkml:trace>
  <inkml:trace contextRef="#ctx0" brushRef="#br0" timeOffset="36114.593">19330 7004 1630 0,'-30'-13'34'0,"18"7"7"0,3 4-33 0,-3-4-8 0,0 1 0 0,3 3 0 16,-3-4 104-16,0 4 20 0,0-4 3 0,4 4 1 16,-4-4-62-16,3 4-12 0,0-4-2 0,0 4-1 15,3-1 61-15,0 1 13 0,0-1 3 0,6 3 0 16,0 0-103-16,0 0-25 0,0 0 0 0,0 0 0 16,0 0 56-16,9 0 7 0,0 0 1 0,3-3 0 15,6 3 0-15,5 0 0 0,1 0 0 0,3-2 0 16,0 2-52-16,6-3-12 0,-1-2 0 0,7 2 0 15,3 0 43-15,5 1 5 0,4-4 2 0,2 4 0 16,-5-1-29-16,-3 0-5 0,-4 1-2 0,4-1 0 16,0 1-14-16,-4-1 0 0,4 0-9 0,-3 3 9 15,-7-2 0-15,-2 2 0 0,-6 0 0 0,0 0 10 16,-9 0-10-16,-1 0 0 0,-2 0 0 0,-3 0 0 16,-3 0-100-16,-3 0-23 0,0 0-4 0,-6 0-1 15,0 0-73-15,0 0-15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2:46:06.39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7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2-14T22:47:18.482"/>
    </inkml:context>
  </inkml:definitions>
  <inkml:trace contextRef="#ctx0" brushRef="#br0">4000 7356 1576 0,'9'-3'32'0,"-9"3"9"0,0 0-33 0,0 0-8 0,0 0 0 0,-6 0 0 16,3-2 60-16,3 2 11 0,-6 0 1 0,6 0 1 15,0 0 11-15,0 0 3 0,0 0 0 0,0 0 0 16,0 0-34-16,0 0-6 0,0 0-2 0,0 0 0 15,0 0-18-15,0 0-4 0,0 0-1 0,0 0 0 16,0 0-5-16,0 0-1 0,0 0 0 0,0 0 0 16,0 0 0-16,0 0-1 0,0-6 0 0,0 6 0 15,0 0-1-15,0 0 0 0,3-2 0 0,-3 2 0 16,0 0 0-16,0-6 0 0,0 6 0 0,0 0 0 16,0 0-5-16,0-5-1 0,0 0 0 0,0 5 0 15,0 0-8-15,0-6 0 0,0 6 9 0,0 0-9 16,0-2 0-16,0 2 0 0,0-5 0 0,0 5 8 15,0 0-8-15,-3-3 0 0,3 3 0 0</inkml:trace>
  <inkml:trace contextRef="#ctx0" brushRef="#br0" timeOffset="9415.174">19833 2903 1668 0,'9'-8'35'0,"-9"8"7"0,2-6-34 0,4 4-8 0,-3-1 0 0,-3 3 0 31,0 0 93-31,0 0 17 0,0 0 3 0,0 0 1 0,0 0-14 0,0 0-2 0,0 0-1 16,-3 5 0-16,-5 3-49 0,2 6-9 0,-6-1-3 0,0 5 0 16,-6 4-36-16,-3 1-15 0,0 4 1 0,-9 2 0 15,4 0 14-15,-7-3 0 0,-3 4 0 0,0-1 0 16,4 0 0-16,-1 0 0 0,0 0 0 0,1 3 0 15,-1-3 11-15,0-3 5 0,0 3 0 0,1-5 1 16,-1 0-53-16,3 3-10 0,0-9-2 16,3 1-1-16,4-6-140 0,2 3-28 0</inkml:trace>
  <inkml:trace contextRef="#ctx0" brushRef="#br0" timeOffset="9676.414">19422 2940 2014 0,'0'-6'42'0,"0"6"9"15,0 0-41-15,0 0-10 0,0 0 0 0,0 0 0 16,0 0 64-16,0 0 12 0,0 0 1 0,6 6 1 16,-3 2-11-16,3-3-3 0,0 6 0 0,0 2 0 15,0 0-51-15,2 3-13 0,1 0 0 0,0 5 0 0,3-5 54 0,0 5 8 16,0-5 2-16,0 5 0 0,3 0-52 0,-3 3-12 0,3-3 0 15,0-2 0-15,-1 7 0 0,4-5 0 0,-3 0 0 16,3 3 0-16,-3 0 0 0,0 3 0 16,0-1 0-16,0 0 0 0,-1-7 0 0,-2 2 8 0,0 0-8 15,0-5 0-15,0 3 0 0,-3-9 0 0,3 1 0 16</inkml:trace>
  <inkml:trace contextRef="#ctx0" brushRef="#br0" timeOffset="10107.553">20297 2802 1579 0,'0'-10'32'0,"0"10"10"0,3-8-34 16,-3 2-8-16,0 6 0 0,0-5 0 0,0 5 104 0,0 0 20 0,0 0 3 15,0 0 1-15,0 0-52 0,0 0-9 0,0 0-3 16,-3 8 0-16,-3 3 0 0,0-1 0 15,0 6 0-15,0 3 0 16,-3 4 0-16,3 4 0 0,0 5 0 0,0 2 0 16,0 0-51-16,6 1-13 0,0 2 0 0,0-5 0 15,3 2 0-15,3-2-10 0,0-3 2 0,0 5 0 16,6-5 8-16,0-2 11 0,3 2-3 0,3 0 0 0,0 0-8 0,-1-2 0 0,7-4 0 16,0 1 0-16,-3-5 8 0,0-1-8 0,3-5 12 15,-4 1-4-15,1-6-8 0,0 0 0 0,-3-3 0 16,0-3-11-1,0 4-198-15,-3-6-40 0</inkml:trace>
  <inkml:trace contextRef="#ctx0" brushRef="#br0" timeOffset="10741.718">20056 3220 1892 0,'0'0'53'0,"0"0"13"0,0 0-53 0,0 0-13 0,0 0 0 0,-6 3 0 15,3 2 72-15,-3 0 11 0,0 1 2 0,3 4 1 16,-3-2-53-16,3-5-10 0,0 5-3 0,0 2 0 15,0-2-8-15,0 0-3 0,0 0 0 0,3 0 0 16,0-3 3-16,-3 3 0 0,3-8 0 0,0 0 0 16,0 0 12-16,0 0 4 0,0 0 0 0,0 0 0 15,0 0 15-15,0 0 3 0,0 0 1 0,6 0 0 16,-3-5-8-16,0 2-2 0,3-2 0 0,-3 0 0 16,0 2-15-16,0-5-3 0,0 3-1 0,0 2 0 15,0-7-18-15,0 4 0 0,0 1 0 0,-3 0 0 16,3 2-11-16,0-5-2 0,-3 3-1 0,0 5 0 15,3-5-114-15,0 2-22 0,-3 3-5 0</inkml:trace>
  <inkml:trace contextRef="#ctx0" brushRef="#br0" timeOffset="11328.211">20758 2911 2332 0,'-3'-8'48'0,"0"2"12"0,0 4-48 0,3-6-12 0,0 8 0 0,-3-3 0 16,3 3 100-16,0 0 18 0,0 0 3 0,0 0 1 15,0 0-46-15,0 0-10 0,0 0-2 0,0 0 0 16,0 0-51-16,0 0-13 0,0 0 0 0,0 11 0 16,3-3-16-16,0 0-7 0,3 0-1 0,-3 5 0 15,3-3 39-15,3 1 7 0,0 0 2 0,0 2 0 16,3-3-71-16,3-2-13 0,0 3-4 0,0-3 0 15,2 0 19-15,1-8 3 0,3 2 1 0,0-2 0 16,-3-2-10-16,0 2-1 0,0-8-1 0,-1 3 0 0,-2 2 30 0,-3-8 7 16,0 3 0-16,0 6 1 0,-3-6-3 0,-3 0-1 15,0-3 0-15,0 3 0 16,-3 0 67-16,-3 6 12 0,0-6 4 0,0 0 0 0,-3 3 0 0,3-3 0 16,-3 2 0-16,0 4 0 0,3 2 0 0,-6-6 0 15,6 6 0-15,-6 0 0 0,6 0-52 0,-6 0-12 0,0 6 0 16,0-4 0-16,0 6 32 0,0 0 3 15,0 5 1-15,0 3 0 0,3 3-7 0,-3 2-1 16,0 3 0-16,0 0 0 0,0-3-28 0,4 3 0 0,-4 2 0 0,0-7 0 16,0 7 0-16,3-5 0 0,-3-2 0 0,0 2 0 15,0-3 0-15,3 1 0 0,-3-1 0 0,0 6 0 16,0-8-45-16,3 5-15 16,-3-7-4-16,0 4 0 0,3-2-175 15,-3 2-35-15</inkml:trace>
  <inkml:trace contextRef="#ctx0" brushRef="#br0" timeOffset="11579.978">21169 3212 2093 0,'6'-13'44'0,"-3"10"9"16,0 1-42-16,6-1-11 0,0-2 0 0,0 2 0 0,6-2 99 15,0 2 17-15,-1 3 4 0,1-8 1 0,3 6-45 0,3-1-10 0,-3 3-2 0,3-5 0 32,0 2-51-32,-4 3-13 0,1 0 0 0,0-5 0 15,3 5 54-15,-3-3 8 0,0 3 2 0,0 0 0 16,-1-5-52-16,-2 2-12 0,3 1 0 0,-6 2 0 16,0-3-28-16,-3 0-8 0,-3 1-1 0,0 2-1 15,-6 0-141-15,0 0-28 0,0 0-5 0</inkml:trace>
  <inkml:trace contextRef="#ctx0" brushRef="#br0" timeOffset="11828.604">21360 3027 1824 0,'-12'-11'38'0,"12"11"8"0,-3-2-37 0,3 2-9 0,0-8 0 0,0 8 0 16,0 0 104-16,0 0 20 0,0 0 3 0,0 0 1 15,3-5 0-15,-3 5 0 0,3-3 0 0,-3 3 0 16,0 0-103-16,6 3-25 0,-3 2 0 0,0 3 0 15,0 0 56-15,-3 5 7 0,3-2 1 0,-3 4 0 16,2-1-52-16,-2 4-12 0,0 1 0 0,0-3 0 16,-2 2 0-16,2 1 0 0,0-1 0 0,0 1 0 15,-3-1 0-15,3-2 0 0,0 0 0 0,0 2 0 16,0-2 0-16,0 0 0 0,0 0 0 0,0 0 0 16,-3 2-151-16,3-7-33 0,0 2-6 0</inkml:trace>
  <inkml:trace contextRef="#ctx0" brushRef="#br0" timeOffset="12213.966">21654 2950 1990 0,'9'-18'41'0,"-3"10"11"0,-3 3-42 0,3-1-10 0,0 4 0 0,0-6 0 16,0 8 111-16,3-8 20 0,-3 8 4 0,0-6 1 15,3 4-37-15,0-1-7 0,0 3-2 0,-3-3 0 16,2 3-39-16,1 3-8 0,-3-3-2 0,0 3 0 16,0-1-17-16,-3 4-3 0,0-6-1 0,0 8 0 15,0-6-8 1,0 4-3-16,0 2 0 0,-3-6 0 0,3 9-9 0,-3-3 8 0,0 2-8 0,-3 1 8 16,0-1-8-16,0 4 0 0,0-4 0 0,-3 4 8 15,0-1-8-15,3 0 0 0,-3 3 0 0,0-6 0 16,3 4 0-16,-3-1-9 0,0-5 9 0,4 5-10 15,-1-5 10-15,0 3 0 0,3-3-9 0,0 2 9 16,3-2 0-16,0-5-9 0,2 2 9 0,1 0 0 16,3 3-12-16,-3-5 4 0,6 2 8 0,-3-5-13 15,3 3 13-15,-3 2 0 0,3-5-10 0,0 0 10 16,3 0 0-16,0 0 0 0,-1 0 0 0,1-5 0 16,0 2-31-16,0 3 2 0,0-5 0 0,0 2 0 15,0-5-179-15,0 3-35 0</inkml:trace>
  <inkml:trace contextRef="#ctx0" brushRef="#br0" timeOffset="12529.051">21991 2770 2340 0,'0'0'66'0,"0"0"15"0,6 0-65 0,0-5-16 0,2 5 0 0,1 0 0 16,3 5 96-16,3-5 16 0,0 3 4 0,0 2 0 15,3 1-48-15,0 2-10 0,0-1-2 0,2 7 0 16,-5-4-20-16,3 6-5 0,-3-3-1 0,-3 9 0 16,3-7-11-16,-3 9-3 0,0 3 0 0,-1 2 0 15,-2-3-7-15,0 3-1 0,0 0-8 0,-6 6 12 16,0-11-3-16,0 5-1 0,-3-5 0 0,-3 2 0 16,-3 3 1-16,-3-8 0 0,3 6 0 15,-6-1 0-15,1-5-9 0,-1 3 0 0,-3 0 0 0,-3 3 0 16,-3-12 0-16,0 7-9 0,-3-7 9 0,-2 7 0 15,2-12-12-15,0 3 4 0,0 1 8 0,0-4-13 16,4-2-15-16,-1-3-4 0,3 1 0 16,3 2 0-16,0-8-112 0,6 0-22 0,0 0-5 0</inkml:trace>
  <inkml:trace contextRef="#ctx0" brushRef="#br0" timeOffset="12830.868">22461 3146 1995 0,'6'0'84'16,"3"-5"-68"-16,0 2 52 0,3 1 9 0,0-1 3 0,-4 0 0 15,4 3 24-15,3-2 4 0,-3-1 2 0,3 3 0 16,0-5-42-16,0 2-9 0,0 3-2 15,0-5 0-15,-1 5-23 0,4-3-5 0,3 3-1 16,-3-5 0-16,3 5-8 0,0-3-3 0,0 0 0 0,-1 1 0 16,1-1-8-16,0 3-1 0,0-2-8 0,-3-1 12 15,0 3-12-15,-4 0 0 0,-2-5 8 0,3 5-8 16,-6-3 0-16,0 3-12 0,0 0 3 0,-6 0 0 16,-3 0-121-1,0 0-24-15,0 0-5 0</inkml:trace>
  <inkml:trace contextRef="#ctx0" brushRef="#br0" timeOffset="13027.293">22568 3331 2228 0,'6'0'63'0,"-3"0"14"16,3 0-61-16,3-5-16 0,0 5 0 0,0-3 0 15,0 3 107-15,0-8 18 0,3 6 4 0,-1-4 1 16,4 1-55-16,0 0-11 0,0 2-3 0,3-5 0 15,0 3-30-15,0 0-7 0,0-1 0 0,-1 4-1 16,4-1-23-16,-3-2 0 0,3 2 0 0,0-2 0 16,-3 2-108-16,2 3-27 0,4-5-5 0</inkml:trace>
  <inkml:trace contextRef="#ctx0" brushRef="#br0" timeOffset="13593">23744 2903 1963 0,'-6'-14'40'0,"3"12"12"0,0-1-42 0,0 0-10 0,0-2 0 0,3 5 0 15,-6 0 88-15,0-2 16 0,-3 2 4 0,0 2 0 16,0 3-27-16,-3-2-5 0,0 0 0 0,1 7-1 15,-4-2-38-15,-3 6-7 0,3 1-2 0,-3 4 0 16,0-1-15-16,-3 6-3 0,4 3-1 0,-1-6 0 16,3 3-9-16,-3 0 0 0,3-3 9 0,-6 3-9 15,3-3 0-15,0 0 8 0,-2-3-8 0,-4 6 0 16,3-8 0-16,-3 0 0 0,3 0-10 16,-2 2 10-1,2-2-58-15,-3-5-5 0,6 2-1 0,-3-2 0 16,3-3-188-16,-2-1-37 0</inkml:trace>
  <inkml:trace contextRef="#ctx0" brushRef="#br0" timeOffset="13820.567">23211 3009 1963 0,'3'-19'56'0,"0"6"12"16,0-6-55-16,-3 9-13 0,3 2 0 0,0 0 0 15,-3 0 102-15,3 5 18 0,-3 3 3 0,0 0 1 16,0 0-55-16,6 3-10 0,0 5-3 0,3 0 0 15,-3 0-17-15,3 2-4 0,3 3-1 0,-4 3 0 16,4 3-12-16,3-3-2 0,-3 0-1 0,3 5 0 16,0-5-11-16,0 2-8 0,0 1 12 0,0-3-12 15,-1 2 8-15,1-2-8 0,0 0 0 0,0 0 0 16,0 2-20-16,0-7-8 0,0-1-2 0,-3 6 0 16,3-8-52-16,-4 3-10 0,1-1-3 0</inkml:trace>
  <inkml:trace contextRef="#ctx0" brushRef="#br0" timeOffset="14117.177">23818 3212 2006 0,'-3'8'42'0,"0"0"9"0,0-5-41 0,0 5-10 0,0-3 0 0,0 3 0 15,3-3 64-15,-3 3 10 0,3-8 2 0,0 3 1 16,0 5-30-16,0-8-7 0,0 5 0 0,0-5-1 16,0 0 7-16,0 0 2 0,0 0 0 0,0 0 0 15,0 0 8-15,0 0 1 0,0 0 1 0,0 0 0 16,0 0-10-16,0 0-3 0,0 0 0 0,0 0 0 16,3-5-18-16,0 2-4 0,0-2-1 0,0 2 0 15,-3-2-22-15,3 2 9 0,-3-5-9 0,0 3 0 16,3 0-16-16,-3-1-9 0,0 1-3 0,0 0 0 15,0 2-205-15,-3-2-42 0</inkml:trace>
  <inkml:trace contextRef="#ctx0" brushRef="#br0" timeOffset="14785.021">23982 2884 1820 0,'0'0'38'0,"0"0"8"0,0 0-37 0,0 0-9 0,0 0 0 0,0 0 0 16,0 0 111-16,0 0 20 0,0-3 4 0,0 3 1 16,0 0-53-16,3-5-11 0,0 3-1 15,-3 2-1-15,0 0-24 0,6 0-5 0,-3-6-1 0,3 12 0 16,0-6-14-16,0 2-3 0,0 3-1 0,0 1 0 16,0 4-7-16,0 4-2 0,2-4 0 0,1 9 0 15,-3-6-5-15,3 3-8 0,0 2 11 0,0 1-11 16,0-1 8-16,0 1-8 0,0-9 0 0,0 9 0 15,0-8 0-15,0-1 10 0,0 1-10 0,0-3 8 16,0 0-25-16,-4-3-6 0,4-2-1 0,0-1 0 16,0 1-163-16,0-3-33 15,-3 0-6-15</inkml:trace>
  <inkml:trace contextRef="#ctx0" brushRef="#br0" timeOffset="15047.505">24384 2971 1637 0,'3'-29'34'0,"-3"19"8"15,3-1-34-15,-3 3-8 0,0 0 0 0,0 0 0 16,-3 0 127-16,3 3 23 0,-3 2 5 0,0-4 1 16,3 7-6-16,0 0-1 0,0 0 0 0,-3 0 0 15,3 0-94-15,-9 0-19 0,3 2-4 0,0 3-1 16,0 1-3-16,0 4-1 0,-3 4 0 0,3-1 0 16,0 3-11-16,-3 2-1 0,3 3-1 0,-3 6 0 15,4-9-14-15,-1 9 11 0,0-6-11 0,0 3 10 0,3 0-10 16,-3-3 0-16,0 0 0 0,0 3 8 0,3-6-8 15,-3 6 0-15,0-3 0 0,0-2 0 0,0-1 0 0,0 3-20 16,0-2 3-16,-3 2 1 0,3 0 16 0,-3-5 0 16,0 5 0-16,3-7 0 15,-2 2-55-15,2-1-7 0,0-1-2 0,0-4 0 16,0 3-204-16,3-5-42 0</inkml:trace>
  <inkml:trace contextRef="#ctx0" brushRef="#br0" timeOffset="15420.654">24485 3236 1773 0,'0'0'50'0,"0"0"11"0,3-3-49 0,3 3-12 0,0-2 0 0,0 2 0 16,0 0 97-16,0-3 17 0,0 3 3 0,3 0 1 0,-3 0-37 0,3 0-7 16,-1-5-2-16,1 5 0 0,3 0-20 0,-3-3-4 0,3 3 0 0,0 0-1 31,0 0-19-31,-3 0-3 0,0 0-1 0,3-5 0 0,-3 5-12 0,0-3-2 0,2 3-1 0,-2 0 0 15,0-5-9-15,-3 2 0 0,3 1 0 16,0 2 8-16,-3-3-20 16,0 0-4-16,0 1 0 0,0 2-1 15,-3-3-135-15,-3 3-28 0,0 0-4 0</inkml:trace>
  <inkml:trace contextRef="#ctx0" brushRef="#br0" timeOffset="15843.374">24646 3059 1789 0,'-3'-8'37'0,"0"3"9"0,0 2-37 0,3-5-9 0,0 3 0 0,0 5 0 16,-3-6 100-16,3 4 17 0,0 2 4 0,0 0 1 16,0-6-33-16,0 6-6 0,0 0-2 0,0 0 0 15,0 0-27-15,0 0-6 0,0 0 0 0,0 0-1 16,0 0-17-16,0 0-3 0,0 0-1 0,0 0 0 15,0 0-6-15,0 0-2 0,0 0 0 0,0 0 0 16,0 0-7-16,0 0-2 0,0 0 0 0,0 0 0 16,0 0 1-16,0 0 0 0,0 0 0 0,0 0 0 15,0 0 1-15,0 0 0 0,0 0 0 0,0 0 0 16,0 0 0-16,0 0 0 0,0 0 0 0,0 0 0 16,0 0-11-16,3 6 10 0,-3-6-10 0,3 2 10 15,0 4-10-15,-3-1 12 0,3 3-12 0,-3-5 12 16,3 4-12-16,-3 4 0 0,0 0 9 0,3 2-9 0,-3 3 8 0,0-3-8 15,0 3 8-15,0 5-8 0,0-8 0 16,0 6 0-16,-3-3 0 0,3 2 8 0,0 1-8 0,-3-1 0 16,3-5 8-16,-3 6-8 0,3-1 0 0,-3-2 8 0,3 3-8 15,-3-1 0-15,3-4 0 0,0 2 0 16,-3-6 0-16,3 1 8 0,0 5-8 0,-3-8 0 16,3-1 8-16,0 1-8 15,-3 0-23-15,3-2-9 0,0-6-1 0,0 0-1 16,0 0-194-16,0 0-38 0,3 2-8 0</inkml:trace>
  <inkml:trace contextRef="#ctx0" brushRef="#br0" timeOffset="16295.206">24553 3249 1697 0,'0'0'35'0,"0"0"9"15,0 0-35-15,0 0-9 0,0 0 0 0,0 0 0 16,0 0 93-16,0-5 17 0,0 5 3 0,0 0 1 0,3-5-38 0,0 2-8 0,3-2-2 0,-3 2 0 16,3 3-18-16,3 0-4 0,-3-5-1 0,3 2 0 15,0 3-5-15,3 0-1 0,-3-5 0 0,3 5 0 16,0-3-13-16,0 3-2 0,0 0-1 0,2-5 0 15,1 2-10-15,0 3-3 0,0-2 0 0,3 2 0 16,-3-3-8-16,0 3 0 0,0-3 9 0,-4 3-9 16,4 0 0-16,-3-2-10 0,0 2 1 0,-3 0 0 15,3-3-96-15,-3 3-19 16,-3 0-4-16</inkml:trace>
  <inkml:trace contextRef="#ctx0" brushRef="#br0" timeOffset="18117.959">23449 3728 1579 0,'9'-13'32'0,"-3"8"10"16,-3 2-34-16,3-5-8 0,-3 3 0 0,3 0 0 16,0 2 96-16,-3-2 16 0,3 2 4 0,-3-5 1 15,0 8-12-15,3-8-2 0,-3 5-1 0,-3 3 0 16,3-2-26-16,-3 2-6 0,0 0-1 0,0 0 0 15,0 0-12-15,0 0-2 0,0 0-1 0,0 0 0 16,0 0-10-16,0 0-1 0,-9 0-1 0,3 5 0 16,-3 3-34-16,-3 0-8 0,0 0 0 0,-3 2 0 15,0 9 0-15,0-6 0 0,-2 11 0 0,-4-5 0 0,0 4 0 16,0 1 0-16,-3 5 0 0,-3-5 0 0,4 3 0 0,-4-4 0 16,0-1 0-16,0 1 0 0,0-1 0 0,4-7 0 15,-1 7 0-15,3-9 0 16,0 0-68-16,3 0-16 0,3-2-4 0,-2-1 0 15,2 4-117-15,0-12-24 0,0 4-5 0</inkml:trace>
  <inkml:trace contextRef="#ctx0" brushRef="#br0" timeOffset="18369.931">23032 3892 1579 0,'3'-37'32'0,"-3"19"10"0,3 7-34 0,0-5-8 0,-3-2 0 0,3 7 0 15,0-5 94-15,-3 3 17 0,3 5 3 0,0-2 1 16,-3 2-5-16,3 0-1 0,-3 5 0 0,0 3 0 15,0 0-10-15,0 0-3 0,0 0 0 0,0 0 0 16,6 0-76-16,0 3-20 0,-3 2 0 0,3 0 0 16,0 3 55-16,0 8 7 0,3-5 2 0,-3 7 0 15,3-5-64-15,3 11 0 0,0-8-9 0,-3 5 0 16,5-2 9-16,-2 2-8 0,6-3 8 0,-3 1-8 16,3-3 16-16,0 2 4 0,0-4 1 0,2 1 0 15,-2-4-13-15,0 2 0 0,0 1 0 0,0-4 0 16,-3 1-9-16,0-3-5 0,0 0-1 0,-4-6 0 15,1 3-120-15,0 1-24 0,-3-4-5 0</inkml:trace>
  <inkml:trace contextRef="#ctx0" brushRef="#br0" timeOffset="19540.819">23684 3905 1451 0,'0'0'61'0,"0"0"-49"16,0 0 103-16,0 0 20 0,0 0 4 0,0 0 1 15,0 0-42-15,-6 3-8 0,6-3-2 0,-3 5 0 16,0 3-38-16,0-5-8 0,0 2-2 0,3-5 0 16,-3 6-11-16,0-1-2 0,3 0-1 0,0-5 0 15,-2 8-3-15,2-8-1 0,-3 5 0 0,3-5 0 16,0 0 6-16,-3 3 0 0,3-3 1 0,0 0 0 16,0 0 11-16,0 0 1 0,0 0 1 0,0 0 0 15,0 0-6-15,0 0-2 0,0 0 0 0,0 0 0 16,0 0-11-16,0 0-3 0,0 0 0 0,-3-3 0 15,3-2-12-15,0 0-8 0,0-3 10 0,3 3-10 16,0-1 0-16,-3-2 0 0,5 3 0 0,-2-3 0 16,-3 3-41-16,6-3-2 0,-3 5 0 0,0-5 0 15,3 3-140-15,-3 2-28 0,0 1-5 0</inkml:trace>
  <inkml:trace contextRef="#ctx0" brushRef="#br0" timeOffset="20019.47">23922 3673 2146 0,'0'0'60'0,"0"-3"15"0,0 3-60 0,-3-8-15 0,3 8 0 0,0 0 0 16,0-3 80-16,0 3 12 0,0-5 4 0,0 5 0 16,3-5-46-16,3 5-9 0,0-5-1 0,3 5-1 15,0-3-15-15,0 3-2 0,3 0-1 0,0 0 0 16,0 0-8-16,0 3-1 0,0 2-1 0,3-5 0 16,-4 5-11-16,1 0 0 0,3-2 9 0,-3 5-9 15,-3 0 0-15,3 0 0 0,-3 0 0 0,-3 5 0 16,0-5 8-16,-3 3-8 0,0-1 8 0,-3 1-8 15,0 2 0-15,0 3 8 0,-3-3-8 0,-3 0 0 16,0 6 8-16,-3-3-8 0,0 2 10 0,-3-2-10 16,0 5 0-16,0-8 0 0,0 3 0 0,1 0 0 15,-1 0 0-15,0-3 0 0,3 3 0 0,0-3 0 16,3 1 0-16,3-4 0 0,0 4 0 0,0-7 0 0,3 1 0 16,3 0-8-16,0 0 8 0,3 0 0 0,0 0 0 0,3-3 0 15,3 1 0-15,0 2 0 0,-1-6 0 0,4 4 0 16,3-6 8-16,0 2-8 0,-3 1 14 0,3-3-3 15,0 3-1-15,-3-3 0 0,-1 2-10 0,1-2-9 0,0-2 9 0,-3 2-13 32,0-3-111-32,0 3-21 0,0-3-5 0</inkml:trace>
  <inkml:trace contextRef="#ctx0" brushRef="#br0" timeOffset="39343.567">9078 12756 1804 0,'-6'3'84'0,"6"-3"-75"0,0 0-9 0,0 0 0 0,-3 5 0 16,3-5 92-16,0 0 16 16,0 0 3-16,0 0 1 0,0 0-40 0,3 3-7 0,0 2-1 0,3 1-1 15,3-1-11-15,0-3-1 0,0 4-1 0,6-4 0 16,-3 4-13-16,6-4-2 0,-1 1-1 0,1 0 0 15,-3-3-12-15,3 0-2 0,0 0-1 0,0 0 0 16,0 0-7-16,-4 0 0 0,4 0-1 0,0-3 0 16,0 3-11-16,3-3 0 0,0 3 0 0,2-2 0 15,-2-1 0-15,0 3 0 0,0-3-9 0,-3 3 9 16,0 0-29-16,-3 0-3 16,-1 0 0-16,-2 3 0 0,-3-3-39 15,0 3-8-15,-3-1-1 0,0 4-1 0,-6-6-146 0,0 8-29 16</inkml:trace>
  <inkml:trace contextRef="#ctx0" brushRef="#br0" timeOffset="39550.154">9194 13047 1907 0,'0'0'40'0,"0"0"8"15,0 0-38-15,0 0-10 0,0 0 0 0,0 0 0 16,6 0 85-16,0 0 15 0,3-2 4 0,0-1 0 15,0 0-20-15,0 1-3 0,3-1-1 0,0-2 0 16,3 2-33-16,-4-2-7 0,4 2-2 0,0-2 0 16,3 2-22-16,3-2-5 0,0 2-1 0,0-2 0 0,2 2-10 15,4-2 0-15,0 0 0 0,0 0 8 16,0-3-108-16,-1 2-23 0,1-2-4 0</inkml:trace>
  <inkml:trace contextRef="#ctx0" brushRef="#br0" timeOffset="40007.707">10816 12447 2010 0,'0'0'42'0,"0"0"9"0,0 0-41 15,0 0-10-15,0 0 0 0,0 0 0 0,0 0 65 0,0 0 11 0,0 0 3 0,0 0 0 16,-3 5-12-16,0 3-3 16,1 0 0-16,-4 0 0 15,0 0-16-15,-3 2-4 0,0 1-1 0,-3 0 0 0,-3 2-22 16,-3 3-4-16,0 0-1 0,-3 2 0 16,1 3-8-16,-4 3-8 0,0 0 9 0,0 5-9 15,3-3 0-15,-3 1 0 0,4-1 0 0,-4 3 0 0,3-5 0 16,0-3-13-16,0 1 1 0,-3-4 0 15,4-5-24-15,-1 1-5 0,0-4-1 0,3 1 0 16,0-3-90-16,0-6-17 0,1 1-4 0</inkml:trace>
  <inkml:trace contextRef="#ctx0" brushRef="#br0" timeOffset="40632.36">10325 12680 1579 0,'24'-37'32'0,"-15"23"10"0,-3 1-34 0,3 0-8 0,-3 0 0 0,3-1 0 15,-3 4 157-15,-3-1 30 0,3 1 5 0,-3 2 2 16,0 2-82-16,-3 1-17 0,3 0-3 0,-3 5-1 15,0 0-43-15,0 0-8 0,3 3-1 0,3 2-1 16,-3 0-14-16,2 0-4 0,1 6 0 0,0 0 0 16,0 2-10-16,0 0-2 0,0 6-8 0,0-1 12 15,3 3-12-15,-3 0 0 0,3 1 0 0,-3 1 0 16,3-1-21-16,3 1-7 0,-3 1-2 0,3-3 0 16,0 1 30-16,-1-7 0 0,1 1 0 0,0 0 0 15,0-3-36-15,0-5-2 0,-3 3 0 0,3-6 0 16,-3 3-36-16,3-3-7 0,-6-2-2 0,3 0 0 15,-3-1 10-15,0-2 1 0,-1 3 1 0,1-3 0 16,0-3 43-16,0 3 8 0,-3-2 1 0,3-1 1 0,0 0 18 16,-3 1 11-16,3-4-2 0,0 1 0 15,-3-3 35-15,3 0 6 0,3 0 2 0,-3 0 0 0,3-2 26 16,0-1 6-16,0 1 0 0,0-4 1 16,0 1-17-16,2 3-3 0,-2-4-1 0,3 1 0 0,-3 3-51 0,3-1-13 15,-3 0 0-15,0 3 0 0,0 1 54 16,0 1 8-16,0-2 2 0,0 6 0 0,0-4-52 15,-3 6-12-15,0-2 0 0,0 2 0 0,-1 2 0 0,1 1 0 16,-6-3 0-16,3 5 0 0,0 3 0 0,0-2 0 16,-3 4 0-16,-3-2 0 0,3 3 0 0,-3-1 0 0,0 1 0 15,-3-1 0-15,3 1 0 0,-2 0 0 0,-1-1 0 0,0-2 0 16,3 3 0-16,-3-3 0 0,3 0 0 0,-3-1 0 16,3-1-16-16,0-1-5 0,3-5-2 0,0 0 0 15,0 5 15-15,0-5 8 0,0 0-10 0,0 6 10 16,6-4-35-16,-3 1-1 0,3 0 0 15,3-3 0-15,0 2 36 0,2-2 0 0,1 0 0 0,0 0 0 16,3-2 0-16,0 2 0 0,0 0 0 0,3 0 0 16,-3 0 44-16,0 0 16 0,2 2 4 0,-5-2 0 15,0 6-52-15,0-6-12 0,-3 2 0 0,-3 3 0 16,0 1 0-16,-3-4 0 0,-3-2 0 0,0 8 0 16,-3-2 0-16,0 2 0 0,-3 0 0 0,-3-1 0 15,0 1 0-15,-3 3 0 0,-3-3 0 0,1 2 0 16,-4-2 12-16,3 3-1 0,-3 0 0 0,3-1 0 15,-3 1-31-15,3-1-7 0,0 1-1 0,1 2 0 16,2-2-36-16,0-1-8 0,-3 1-2 0</inkml:trace>
  <inkml:trace contextRef="#ctx0" brushRef="#br0" timeOffset="41216.607">11698 12539 1789 0,'2'-5'76'16,"1"2"-61"0,0-2 95-16,0 3 19 0,-3-4 4 0,0 6 1 0,3-2-54 0,-3 2-10 0,0 0-2 0,0 0-1 31,0 0 8-31,0 0 1 0,0 0 1 0,0 0 0 0,0 0-21 0,0 0-4 0,0 0 0 0,0 0-1 15,-6 2-41-15,-2 1-10 0,2 2 0 0,-6 3 0 32,0 3 0-32,0 2 0 0,-6 0 0 0,0 3 0 0,-3 3 0 0,-3 4 0 15,1 1 0-15,-4 3 0 0,0-1 0 0,0 3 0 0,0 3 0 0,1 0 0 16,5-6 0-16,-3-2 0 0,3-3 0 0,0 0 0 16,-2 0-49-1,2-5-12-15,-3 3-3 0,0-3 0 0,0-6-109 0,3 1-23 16,-2-1-4-16</inkml:trace>
  <inkml:trace contextRef="#ctx0" brushRef="#br0" timeOffset="41742.414">11206 12746 1637 0,'27'-48'34'0,"-21"32"8"16,3 3-34-16,-3-3-8 0,0 3 0 0,-3 0 0 16,0-1 143-16,0 4 26 0,-3-1 6 0,3 3 1 15,-3 0-38-15,0 3-7 0,0 5-2 0,0 0 0 16,0 0-103-16,0 0-26 0,0 0 0 0,0 0 0 15,0 0 43-15,0 0 3 0,0 0 1 0,0 5 0 16,3 3-24-16,0 3-5 0,0 0-1 0,3 2 0 16,-3 0-17-16,3 3 0 0,0 2 0 0,0 1 0 15,0-1 0-15,2 1 0 0,1 2 0 0,3 3 0 16,0-6 0-16,0 4 0 0,3-4 0 0,0 1 0 16,3-6 0-16,0 0 10 0,-1-2-10 0,1-1 8 15,3-4-37-15,0-4-8 0,0 1-2 0,0-3 0 16,-1-3-166-16,4 1-34 0,-3-4-6 0,0 1-2 15,-3 0-59-15,0-6-12 0,-3 3-2 0,-1-2-1 16,1 2 158-16,0-3 32 0,-3 1 7 0,0-1 0 0,-3 0 220 0,0 1 43 16,0-1 9-16,-3 1 1 15,0-1 35-15,-3 3 6 0,0-3 2 0,-3 4 0 0,3 1 0 0,-3-2 0 0,0 3 0 0,0-3 0 16,-3 5-52-16,3 3-9 0,0-5-3 0,0 5 0 16,0 0-51-16,0 0-10 0,0 0-3 0,0 0 0 15,0 0 0-15,0 0 0 0,0 0 0 0,-6 8 0 16,3 0-50-16,0 3-14 0,0-1 0 0,0 3 0 15,3 3 0-15,-3 0 0 0,3 0 0 0,-3 3 0 16,0-4 0-16,3 4 0 0,0-3 0 0,-3 0 0 16,0-3 0-16,3 0 0 0,-3-2 0 0,0 2 0 15,0 0 0-15,0 0 0 0,-3 1 0 0,3-1 0 16,0-3 0-16,0 4 0 0,0-1 0 0,0 0 0 16,0 0 0-16,0 1 0 0,0-4 0 0,0 3 0 15,3-2 0-15,0 0 0 0,-3-3 0 0,3 2 0 16,0-5-49-16,0 1-12 0,0-6-3 0,0 0 0 15,0 0-169-15,0 0-35 0</inkml:trace>
  <inkml:trace contextRef="#ctx0" brushRef="#br0" timeOffset="42631.771">12114 12740 1292 0,'0'0'54'16,"0"0"-43"-1,0 0 88-15,0 0 17 0,0 0 4 0,6-2 1 16,0 2-21-16,0-3-5 0,0 3-1 0,0 0 0 16,6 0-33-16,-3-2-6 0,6 2-2 0,0-3 0 15,2 3 6-15,1 0 1 0,6-3 0 0,0 3 0 16,0 0-33-16,3-2-7 0,-1-1 0 0,1 0-1 16,-3 1-27-16,0-4-6 0,0 4-1 0,-1-4 0 15,-5 4 15-15,0-1 0 0,0 1 0 0,-3-1 0 0,0 0 0 16,0-2 0-16,-3 2 0 0,-1 1 0 15,-2-1-48-15,0 0-8 0,-3 3 0 0,-6 0-1 16,0 0-124-16,0 0-25 0,0 0-5 0</inkml:trace>
  <inkml:trace contextRef="#ctx0" brushRef="#br0" timeOffset="42915.406">12290 12571 2161 0,'-6'-3'61'0,"3"-2"14"0,-3 3-60 0,6 2-15 0,-3-6 0 0,3 6 0 16,0 0 78-16,0-5 13 0,0 5 2 0,0 0 1 15,0 0-26-15,0 0-6 0,3-3-1 0,-3 3 0 16,0 0-21-16,0 0-4 0,3-2 0 0,-3 2-1 16,6 2-8-16,-3 4-2 0,3-1 0 0,-3 0 0 15,0 6-9-15,0-1-3 0,0 1 0 0,0 5 0 16,-3 2-13-16,3 4 9 0,-3 1-9 0,0 1 8 15,0 3-8-15,0-1 0 0,0 3 0 0,0-2 8 16,0-4-16-16,3-1-4 0,-3-4-1 0,3 1 0 16,0-3-6-16,0-1-1 0,0-1 0 0,0-1 0 15,0-3-96-15,2 1-20 0,1-3-4 16</inkml:trace>
  <inkml:trace contextRef="#ctx0" brushRef="#br0" timeOffset="43291.958">13317 12423 1579 0,'0'0'32'0,"0"0"10"0,0 0-34 0,-3-5-8 16,3 5 0-16,-3-3 0 0,3 3 104 0,-3-5 20 0,3 5 3 0,0 0 1 15,-6-3-52-15,6 3-9 0,0 0-3 0,-6-3 0 16,6 3 0-16,-6 0 0 0,0 0 0 0,0 6 0 16,0-4 0-16,-3 6 0 0,3-2 0 0,-6 4 0 15,3 1-51-15,-2-1-13 0,-1 4 0 0,-3-1 0 16,0 3 0-16,-3 0 0 0,-3-1 0 0,0 4 0 15,3-3 0-15,-2 5 0 0,-4 0 0 0,3 0 0 16,3 1 0-16,0-1 0 0,0 0 0 0,-2 0 0 16,5-2-48-1,0-4-13-15,0 1-3 0,0-2 0 0,0-4-102 0,0-2-21 0,0 0-4 0</inkml:trace>
  <inkml:trace contextRef="#ctx0" brushRef="#br0" timeOffset="43529.06">12918 12505 1824 0,'0'-13'76'16,"-3"5"-60"-16,3-3 89 0,0 1 19 0,0 2 3 0,-3 2 1 16,3 1 0-16,0 5 0 0,0 0 0 0,0 0 0 15,0 0-103-15,0 0-25 0,0 0 0 0,0 8 0 16,3 0 0-16,0 3 0 0,0 2 0 0,0 0 0 16,3 3 56-16,0-3 7 0,0 3 1 0,3 0 0 15,0 0-52-15,2 0-12 0,1 2 0 0,0-2 0 16,3 3 0-16,0-1 0 0,0 3 0 0,3-2 0 31,0-1-48-31,0-2-13 0,-1 3-3 0,1-3 0 0,-3-3 52 0,3 0 12 0,-3-2 0 0,0-3 0 16,0 0-156-1,-3-3-29-15,-1-3-6 0</inkml:trace>
  <inkml:trace contextRef="#ctx0" brushRef="#br0" timeOffset="43979.472">13293 12804 1824 0,'0'-8'38'0,"0"0"8"15,0 0-37-15,0 0-9 0,0 0 0 0,0-2 0 16,3-1 104-16,0 3 20 0,0-2 3 0,0-1 1 16,0 3-52-16,3 0-9 0,0-2-3 0,0 2 0 15,-3 2 0-15,6-2 0 0,-3 3 0 0,3 0 0 16,-4 0-51-16,4 2-13 0,-3 0 0 0,3 3 0 16,0 0 34-16,-3 0 4 0,3 0 1 0,-3 6 0 0,0-4-25 15,0 6-5-15,-3-3-1 0,0 3 0 16,-3 0 0-16,3 0 0 0,-3 3 0 0,-3-1 0 15,0 1-50-15,0 0-10 0,0-1-3 0,0 1 0 16,-3-1 31-16,0 1 5 0,3-3 2 0,-3 2 0 16,0-2-24-16,0 0-5 0,0 0-1 0,0-2 0 0,3 1 31 15,0-4 5-15,3-3 2 0,0 0 0 0,-3 8 1 0,3-8 0 16,0 0 0-16,0 0 0 0,6 3 0 0,-3-3 0 0,3 0 0 16,3 0 0-16,3-3 26 0,0 0 6 0,0-2 0 15,3 2 1-15,3 1-25 0,-3-1 0 0,2-2 0 0,-2 2 0 16,0 1 56-16,0 2 7 0,-3 0 1 0,0 0 0 15,-3 2-52-15,0 1-12 0,-3 2 0 0,0 0 0 16,-6 1 0-16,0 4 0 0,0-2 0 0,-3 0 0 16,-3 0 54-16,0 3 8 0,0-1 2 0,-6 1 0 15,0-3-52-15,0 2-12 16,-3-2 0-16,-3 3 0 0,3-3 0 0,-2 0 0 0,-1 0 0 0,0 2 0 16,3-2-48-16,0 3-13 15,-3-3-3-15,3 2 0 0,3 1 28 0,1-3 4 0,-4 0 2 16,3-3 0-16,0-2-149 0,0-1-29 0</inkml:trace>
  <inkml:trace contextRef="#ctx0" brushRef="#br0" timeOffset="44448.992">14192 12449 1751 0,'0'0'74'16,"0"0"-59"0,0 0 105-16,0 0 22 0,0 0 4 0,0 0 1 15,0 0-15-15,0 0-4 0,0 0 0 0,0 0 0 16,0 0-51-16,-6 6-10 0,3-1-3 0,-6 3 0 15,3 0-51-15,-3 0-13 0,0 0 0 0,0 2 0 16,-6 4 0-16,1-1 0 0,-1 3 0 0,-3 0 0 16,-6-1 0-16,0 4 0 0,0-1 0 0,-5 6 0 15,2-3 0-15,0 3 0 0,0 3 0 0,0-3 0 16,7-1-48-16,-4-1-13 0,3-4-3 0,3 1 0 16,3-4 1-16,0-4 0 0,3 0 0 0</inkml:trace>
  <inkml:trace contextRef="#ctx0" brushRef="#br0" timeOffset="44943.773">13775 12582 2310 0,'-3'-21'48'0,"3"13"11"0,-3 0-47 16,3 2-12-16,0-2 0 0,-3 1 0 0,3 1 98 0,-3 1 18 0,3 0 3 0,0 5 1 16,0 0-54-16,0 0-10 0,0 0-3 0,0 0 0 15,0 0-28-15,0 0-5 0,0 0-2 0,6 5 0 16,0 0-6-16,0 3 0 0,3 0-1 0,0 3 0 15,3-1-11-15,0 1-14 0,0 2 3 0,3 0 1 16,-1 3 10-16,4-3 0 0,0 1 0 16,3 2 0-16,0-1 0 0,0 1 0 0,0 0 0 15,-1 0 0 1,-2-5-58-16,3-1-10 0,-3 1-1 0,0-3-1 0,-3-3-13 0,-3 0-2 16,-1 1-1-16,-2-4 0 0,3 1 33 0,-6 0 6 15,0-3 2-15,0 0 0 0,0 0 33 0,-3 0 12 0,-3 0-9 0,0 0 9 16,3-6 0-16,-3 6 16 0,3-5-3 0,-3 2 0 15,0-5 31-15,0 3 7 0,0-3 1 0,0 3 0 16,0-3 4-16,0 0 2 0,0 0 0 0,3 0 0 16,0 0-32-16,0 0-6 0,3 0-2 0,0 0 0 15,0 0 37-15,3 3 7 0,3 0 2 0,-3 0 0 16,3 2-52-16,-1 0-12 0,1 1 0 0,-3-1 0 16,3 3 0-16,-3 3 0 0,0-3 0 0,-3 5 0 15,-3 0 0-15,0 0 0 0,0 3 0 0,-6 3 0 16,0 2 0-16,0 0 0 0,-6 3 0 0,0 0 0 15,0 0 0-15,0 3 0 0,-3-1 0 0,3 3 0 16,-2-5-48-16,2 0-13 0,0 0-3 0,3 0 0 16,0-3 40-16,3-2 7 0,0-1 1 0,0 1 1 15,3-3-27-15,3-3-6 0,0 3 0 0,3-3-1 16,3-2-12-16,0 0-3 0,3-1 0 0,-1-2 0 16,1 0 32-16,6-2 5 0,-3-1 2 0</inkml:trace>
  <inkml:trace contextRef="#ctx0" brushRef="#br0" timeOffset="45350.117">13781 12320 1579 0,'0'0'32'0,"-9"0"10"0,3-3-34 15,6 3-8-15,-3-3 0 0,-3 1 0 16,6 2 122-16,-6-5 22 0,3-1 5 0,3 6 1 15,-3-2-61-15,3 2-12 0,0 0-2 0,-6-6-1 16,6 6-20-16,0 0-4 0,0 0-1 0,0 0 0 16,0 0-10-16,0 0-3 0,0 0 0 0,0 0 0 0,3-2-8 15,0-1-3-15,3 0 0 0,0 1 0 0,0 2 20 0,3-3 4 0,3 3 1 0,0-3 0 16,6 3-40-16,0 0-10 0,3 0 0 16,2 0 0-16,4 0 0 0,3 0 0 0,3 0 0 15,-1-2 0 1,1 2-49-16,-3-3-12 0,3 0-3 0</inkml:trace>
  <inkml:trace contextRef="#ctx0" brushRef="#br0" timeOffset="48070.342">14490 12219 1074 0,'-12'-2'22'0,"0"2"6"0,3 0-28 0,-3-3 0 0,3 0 0 0,0 3 0 16,0 0 82-16,3-2 10 0,6 2 3 0,-6 0 0 16,6 0 0-16,-3 0 0 0,3 0 0 0,0 0 0 15,0 0-18-15,0 0-3 0,0 0-1 0,0 0 0 16,0 0-15-16,0 0-3 0,0 0-1 0,0 0 0 15,0 0 7-15,0 0 2 0,0 0 0 0,0 0 0 16,0 0-3-16,0 0-1 0,6 2 0 0,0 4 0 16,0-1-9-16,3 0-2 0,0 3 0 0,0 3 0 15,3-1-11-15,-3 3-2 0,0 1-1 0,3 4 0 16,-4 1-14-16,1 2-2 0,3 3-1 0,-3 0 0 16,0-1-9-16,0 4-8 0,3-3 9 0,-3 2-9 15,-3 1-15-15,0 2-9 0,-3 0-1 0,0 5-1 16,0 1 26-16,-6 4 0 0,3 6 0 0,-6 0 0 0,0-2 24 0,-3-1 9 15,0-2 3-15,-3 2 0 16,-3-2-58-16,-3 2-11 0,1 3-3 0,-7 0 0 0,0-5 36 16,-6 2 19-16,0-5-3 0,-2 5 0 15,-1-7-39-15,3-1-8 0,-3-2-1 0,1 2-1 16,2-5-11-16,3 3-3 0,-3 0 0 0,1-3 0 0,-1-3-139 16,0-2-28-16,0-3-6 0</inkml:trace>
  <inkml:trace contextRef="#ctx0" brushRef="#br0" timeOffset="48670.711">9837 12516 1451 0,'0'-6'61'0,"3"1"-49"15,-3 0 106-15,0 5 21 0,3-3 4 0,-3 3 1 16,0 0-33-16,0 0-7 0,3-5 0 0,-3 5-1 16,0 0-20-16,0 0-4 0,0 0-1 0,0 0 0 15,3 8-26-15,-3 0-4 0,0 2-2 0,0 6 0 16,0 3-21-16,0 2-4 0,0 5-1 0,-3 3 0 16,3 8-9-16,0 6-3 0,0 2 0 0,3 2 0 15,0-4-8-15,0-4 0 0,6-2 9 0,0 6-9 16,0-4 0-16,3 4 0 0,6 2 0 0,-4 0 0 15,4-6 0-15,0-4 0 0,3-1 0 0,0-2 0 16,0-6 0-16,-1-2 0 0,1 0 0 0,3-3 0 16,6-5-41-16,0-3-3 0,2-2-1 0,7-3 0 15,3-5-118-15,5-3-23 0,4 0-5 0</inkml:trace>
  <inkml:trace contextRef="#ctx0" brushRef="#br0" timeOffset="49310.688">14868 12711 1394 0,'0'0'59'15,"0"0"-47"1,-6 3 132-16,6-3 26 0,-6 0 6 0,6 0 0 0,-6 0-38 0,6 0-8 15,0 0-2-15,-6 3 0 16,6-3-51-16,0 0-10 0,0 0-3 0,0 0 0 16,0 0 0-16,0 0 0 0,0 0 0 0,-6 0 0 0,6 0-51 15,0 0-13-15,0 0 0 0,-6 2 0 0,6-2 0 0,-6 3 0 0,3 2 0 0,0-2 0 16,0 2 0-16,3 0 0 0,-3 1 0 0,3-1 0 16,0-5 0-16,0 5 0 0,0-5 0 0,0 0 0 15,0 6 0-15,0-6 0 0,0 0 0 0,0 0 0 16,0 0 0-16,0 0 0 0,6 2 0 0,-6-2 0 15,6-2 0-15,-3-1 0 0,0-2 0 0,0 2 0 16,0-2 0-16,0-1 0 0,3 1 0 0,-3 0 0 16,0 0 0-16,-3-1 0 0,3-2 0 0,0 3 0 15,-3 0 0-15,3-3 0 16,0 0 0-16,0 0 0 0,0 0-202 0,-3-3-43 0</inkml:trace>
  <inkml:trace contextRef="#ctx0" brushRef="#br0" timeOffset="50713.664">15835 12320 1824 0,'0'0'38'0,"0"0"8"16,0 0-37-16,0 0-9 0,0 0 0 0,0 0 0 16,0 0 122-16,0 0 22 0,0 0 5 0,0 0 1 15,0 0-51-15,0 0-11 0,0 0-1 0,0 0-1 16,-6 2-28-16,-3-2-6 0,3 6 0 0,-3 2-1 15,0 0-22-15,0 0-4 0,0 5-1 0,1 0 0 0,-4 3-13 16,-3 0-3-16,0 2-8 0,-6 3 12 16,0-2-12-16,-3 2 0 0,-2-2 0 0,-4 2 0 0,3 0 0 15,0 0-12-15,0-2 1 0,-2 2 0 16,5 0-33-16,0 0-6 0,6 0-2 0,-3 1 0 16,3-4-9-16,1-2-3 0,2-3 0 0,3 0 0 15,0-5-97-15,3-2-20 0,0-4-4 0</inkml:trace>
  <inkml:trace contextRef="#ctx0" brushRef="#br0" timeOffset="50962.18">15391 12479 2062 0,'0'-14'43'0,"0"-2"10"0,-2 1-42 0,2-1-11 0,0 0 0 0,0 3 0 16,-3-3 104-16,3 5 20 0,0 1 3 0,0-1 1 16,0 3-51-16,0 0-9 0,0 3-3 0,0-1 0 15,0 6-21-15,0 0-4 0,0 0 0 0,0 0-1 16,0 0-11-16,0 0-3 0,5 6 0 0,-2 2 0 15,3 2-25-15,3 6 0 0,0 0 0 0,-3 0 0 16,6 2 16-16,-3 1-3 0,6-1 0 0,-3 4 0 16,3-6-13-16,0 2 8 0,-1-5-8 0,1 3 0 15,3 0 0-15,-3 0 8 0,3-3-8 0,0 3 0 16,-3-3 0-16,3 3 0 0,-1-3 0 0,-2 1 0 16,0-1-29-16,0-3-9 0,0-2-2 0,3 0 0 15,-3-2-158-15,0-4-32 0,2 1-6 0</inkml:trace>
  <inkml:trace contextRef="#ctx0" brushRef="#br0" timeOffset="51214.325">15972 12600 2006 0,'0'0'42'0,"-3"-5"9"0,0 0-41 0,3-1-10 0,-3 1 0 0,0 0 0 0,0-1 122 0,3 6 22 0,-3-5 5 0,3 5 1 16,-6-2-54-16,6 2-12 0,0 0-1 0,0 0-1 16,0 0-31-16,0 0-7 0,0 0 0 0,0 0-1 15,0 0-18-15,-3 2-3 0,-3 3-1 0,3 1 0 16,0 2-7-16,-3 0-2 0,6 0 0 15,-6 2 0-15,6 3-2 0,-3 1-1 0,0-1 0 0,0 3 0 16,0 2-9-16,0 1 10 0,0-1-10 0,0 3 10 31,1 1-10-31,-1-4 0 0,0 3 0 0,0-5 0 0,3 0 0 0,-3 0 0 0,0-3 0 0,3 0 0 16,-3-2-20-16,3-3-5 0,-3 3-2 16,3-6 0-16,0 3-80 0,0-6-16 0,-3 4-3 15,3-6-1-15,6 2-113 0,-3 1-24 16</inkml:trace>
  <inkml:trace contextRef="#ctx0" brushRef="#br0" timeOffset="51656.627">16552 12272 2131 0,'0'-5'60'0,"-3"-3"14"0,3 3-59 0,0-1-15 0,0 1 0 0,0 5 0 16,0 0 89-16,0-5 15 0,0 5 4 0,0 0 0 16,0 0-28-16,0 0-6 0,0 0-1 0,0 0 0 15,0 0-24-15,0 0-5 0,0 0 0 0,-6 8-1 16,0-3-14-16,1 6-2 0,-4-1-1 0,0 6 0 16,-3 3-13-16,-3 2-2 0,0 0-1 0,-6 5 0 15,3-2-10-15,-3 0 0 0,1 0 0 0,-1 0 8 16,0-6-8-16,0 1 0 0,0-1 0 0,3 1 0 15,1-6-32-15,2 3 2 16,-3-3 0-16,6 0 0 0,0-2-78 0,0-1-16 0,0 1-4 16,3-6 0-16,-3 1-77 0,3-6-16 15</inkml:trace>
  <inkml:trace contextRef="#ctx0" brushRef="#br0" timeOffset="52175.286">16186 12336 1824 0,'0'-16'76'15,"0"3"-60"1,0-1 140-16,0 4 29 0,3-1 6 0,-3 3 1 0,0 0-103 0,3 6-20 0,-3 2-4 0,0 0-1 16,0 0-51-16,0 0-13 0,3 2 0 0,3 4 0 15,0 4 54-15,0 3 8 0,0 3 2 0,3 3 0 16,0-1-64-16,0 1-12 0,3 5-2 0,0-3-1 16,-1 0 15-1,4-3 0-15,0 1 0 0,0-3 0 0,0 0 0 0,0-3-17 16,3-2 3-16,-3 2 1 15,3-3-47-15,-4 1-8 0,4 0-3 0,-3-4 0 16,0 4-9-16,-3-3-3 0,0-3 0 0,-3 3 0 16,0-5 39-16,0 2 8 0,-3-2 2 0,-3-1 0 15,2 1 22-15,1-3 12 0,-6 0-12 0,0 0 12 0,3 0 0 0,-3 0 11 0,3 0 0 0,-3 0 0 16,3-5 34-16,-3 5 7 0,0-3 2 0,3-2 0 16,-3-3 3-16,3 3 1 0,-3-3 0 0,3 2 0 15,0 1-20-15,0 0-4 0,3-3-1 0,0 3 0 16,0 2 25-16,0-2 5 0,0 2 1 0,3 0 0 15,-3 1-52-15,3 2-12 0,-3-3 0 0,0 3 0 16,3 0 0-16,-3 0 12 0,-3 0-3 16,3 0-1-16,-6 0-8 0,6 3 10 0,-4 2-10 0,-2-5 10 15,3 8-10-15,-3-3 10 0,-3 3-10 0,1 0 10 16,-1 3-10-16,-3-1 0 0,0 1 0 0,-3 2 0 16,3 3-15-16,-3 0-1 0,-3 0-1 0,3 2 0 15,3 1-7 1,-3-1-2-16,3-2 0 0,0 3 0 0,0-1-9 0,3-5-1 0,0 3-1 0,0-2 0 15,6-4 37-15,0 1 0 0,0-1 0 0,3-4 0 16,0 2 0-16,0-6 0 0,3 1 0 0,3-1 0 16,0-2-40-16,0-2-1 0,3-3 0 0,2-1 0 15,1-2 1-15,3 0 0 0,-3-5 0 0,0 3 0 16,0-4-133-16,0-2-27 0,-1 1-4 0</inkml:trace>
  <inkml:trace contextRef="#ctx0" brushRef="#br0" timeOffset="52604.995">16171 12068 1792 0,'0'0'51'0,"0"0"10"15,0 0-49-15,0 0-12 0,0 0 0 0,0 0 0 16,0 0 110-16,0 0 19 0,0 0 4 0,0 0 1 15,0 0-61-15,6 3-12 0,0 2-2 0,0 1-1 16,6-4 5-16,0 4 1 0,0-4 0 0,6 1 0 16,3 0-16-16,-1-1-2 0,4 1-1 0,3-1 0 0,3-2-19 15,0 0-4-15,-1 0-1 0,-2-2 0 16,3 2-13-16,-6-3-8 0,3 3 10 0,-4-2-10 16,4-1 0-16,-3 0 0 0,3-2-11 0,0 0 11 0,-1-1 0 0,1 1 0 15,-3-3 0-15,0 0 0 16,0 0-161-16,-1 0-25 0,-2 0-5 0</inkml:trace>
  <inkml:trace contextRef="#ctx0" brushRef="#br0" timeOffset="53378.166">17413 12505 1026 0,'0'0'21'0,"0"0"5"0,0 0-26 0,-6 3 0 0,6-3 0 0,0 0 0 15,-6 0 49-15,6 0 5 0,-9 0 1 0,9 0 0 16,-6 0 6-16,6 0 2 0,0 0 0 0,-9 2 0 16,9-2 5-16,-6 0 0 0,6 0 1 0,-9 3 0 15,9-3 3-15,0 0 1 0,-6 3 0 0,6-3 0 16,0 0-6-16,0 0-2 0,0 0 0 0,0 0 0 15,0 0-16-15,0 0-3 0,0 0-1 0,0 0 0 16,3 5-10-16,0 0-3 0,3-2 0 0,3 2 0 16,3-2 9-16,0-1 2 0,6 1 0 0,2-3 0 15,1 0-18-15,6 0-3 0,3 0-1 0,5-3 0 16,-5 3-13-16,3-2-8 0,3-1 8 0,-1 0-8 16,-5 1 0-16,3 2 0 0,-3-3 0 0,-1 3 0 15,1-2 0-15,0-1 8 0,0 0-8 0,0 1 0 0,-4 2 0 16,-2 0-20-16,-3-3 4 0,0 3 1 15,-6 0-29-15,0-3-5 0,-1 3-2 0,-5 0 0 16,-3 0-38-16,0 0-8 0,-3 0-2 0</inkml:trace>
  <inkml:trace contextRef="#ctx0" brushRef="#br0" timeOffset="53722.996">17767 12336 1569 0,'-3'-11'66'0,"0"0"-53"16,0-2 95-16,0 5 18 0,0-2 4 0,0-1 1 15,0 3-3-15,0 3 0 0,3-3 0 0,-3 3 0 16,0-1-64-16,0 4-14 0,3 2-2 0,0 0-1 16,0 0 6-16,0 0 2 0,0 0 0 0,0 0 0 15,0 0-14-15,-3 5-2 0,-3 0-1 0,3 6 0 16,0-1-12-16,0 6-2 0,-3 0-1 0,3 5 0 15,0 3-5-15,-3 3-1 0,3-1 0 0,-3 1 0 16,3 2-4-16,0-3-1 0,-2 1 0 0,2-1 0 16,-3 3 0-16,0-2 0 0,3-1 0 0,-3 6 0 15,3-3-12-15,0 5 9 0,0-2-9 0,0 3 8 16,0-6-8-16,0-3 0 0,0-2 9 0,0 0-9 16,0-8 0-16,3-1 0 0,-3 1 0 0,0-2 0 0,3-1 0 15,-3-3-18-15,3-2 3 0,0 0 1 16,0 0-134-16,0-3-28 0,3 1-4 0</inkml:trace>
  <inkml:trace contextRef="#ctx0" brushRef="#br0" timeOffset="54645.033">19508 12150 1963 0,'0'0'40'0,"-6"-2"12"0,6 2-42 0,-6-3-10 0,3 3 0 0,-3-3 0 15,6 3 87-15,-6 3 15 0,0-3 3 0,-3 3 1 32,4 2-46-32,-4 0-8 0,0 3-3 0,0 3 0 0,-3 2 12 0,0 0 3 0,0 3 0 0,0 3 0 15,-3 5-39-15,-3-1-7 0,-2 9-2 0,-1 0 0 16,-3 0-16-16,-3-3 10 0,-3 2-10 0,1 1 8 16,2-3-8-16,0-2 0 0,0-3 9 15,0 2-9-15,7-2-14 16,-1 0-7-16,3-3-2 0,0 3 0 0,0-3 23 0,6-3 16 0,0-2-2 0,-3 0-1 31,4-3-72-31,2-5-14 0,-3 0-3 0,3-2-1 16,0-6-167-16,9 0-34 0</inkml:trace>
  <inkml:trace contextRef="#ctx0" brushRef="#br0" timeOffset="55282.667">18975 12449 2243 0,'0'-15'64'0,"-3"1"13"16,3 1-61-16,0 0-16 0,0 2 0 0,0 1 0 15,0 2 71-15,0 0 11 0,0 3 2 0,3-1 1 16,-3 6-37-16,0 0-8 0,0 0-2 0,0 0 0 16,3 3-5-16,3 0-1 0,0 4 0 0,0 1 0 15,0 6-5-15,3-1-2 0,0 3 0 0,0 0 0 16,0 2-13-16,0-2-4 0,3 3 0 0,-3-4 0 16,2 1-8-16,1 0 0 0,0 0 0 0,0-3 0 15,-3 3 0-15,3-5-11 0,0 2 11 0,-3 0-8 16,0 0-20-16,3-2-4 0,-3 2-1 0,0-2 0 15,0-3-9-15,2 0-2 0,-5-3 0 0,3 0 0 16,-3 1 12-16,3-4 1 0,-3-2 1 0,0 0 0 0,3 0 19 16,-3-5 11-16,0 2-12 0,3-2 12 0,-3 0 0 15,3-3 0-15,-3 0 0 0,0 0 0 0,0-3 16 0,3 3 8 16,-4-2 0-16,1-1 1 0,0 1 10 0,3-1 1 0,-3-2 1 16,0 2 0-16,3 1-3 0,-3 2-1 0,3 0 0 0,0 0 0 15,0 0-14-15,3 3-3 0,0-1-1 0,0 4 0 16,0-1-5-16,-1 0-1 0,-2 1 0 0,3 2 0 15,-3 0 1-15,3 0 0 0,-6 2 0 0,3 1 0 16,0 0-2-16,-6 2-8 0,3-2 12 0,-6-3-4 16,3 8-8-16,-3-3 8 0,-3 3-8 0,0 0 8 15,0 0-8-15,-3 0 0 0,0-1 0 0,-3 1 0 16,0 0-11-16,3 3-1 0,-3-3 0 0,0 0 0 16,0 0 12-16,0 0-13 0,1-3 5 0,2 3 8 15,0-3 0-15,3-2 0 0,3-3 0 0,0 0 0 16,0 0-11-16,0 0 11 0,0 0-8 0,0 0 8 15,0 0-10-15,6 0 10 0,3 0-12 0,-1-3 12 16,4 1 0-16,3-1 0 0,-3 0 0 0,3 1 0 16,0-1 0-16,3 0 9 0,-3 1 1 0,0 2 0 15,-1-3 1-15,1 3 0 0,-3 0 0 0,-3 0 0 16,3 3 1-16,-6-1 1 0,3 1 0 0,-3 0 0 16,-3 2-22-16,0 0-5 0,-3 1-1 0,0 1 0 15,-3 4 45-15,0 0 9 0,-3-1 1 0,-3 6 1 0,0-3-27 16,-3 3-6-16,-3 3 0 0,0-1-8 0,-2-2 0 15,2 3 0-15,-3-3 0 0,0-3 0 0,3 0-9 0,0 0-9 16,0-2-2-16,0-1 0 16,4-2-21-16,-1 0-5 0,0-2-1 15,3-1 0-15,0-3-101 0,3 1-20 0,0 0-4 0</inkml:trace>
  <inkml:trace contextRef="#ctx0" brushRef="#br0" timeOffset="58250.132">20240 12217 1914 0,'3'-11'54'0,"0"0"13"0,0 3-54 0,-3 1-13 0,3-1 0 0,0 2 0 16,-3-2 79-16,0 3 13 0,3 0 2 0,-3 5 1 15,0 0 5-15,0-6 2 0,0 6 0 0,0 0 0 16,0 0-61-16,0 0-12 0,0 0-2 0,0 0-1 15,0 0 30-15,0 0 7 0,0 0 1 0,0 0 0 16,-6 3-52-16,0 0-12 0,0 2 0 0,-3 0 0 16,3 3 0-16,1 3 0 15,-4-1 0-15,3 4 0 0,-3 2 0 0,0 2 0 0,-3 3 0 0,0 3 0 16,0 0 13-16,-3 2 0 0,0 3 0 0,0 1 0 16,-2-1-13-16,-1-6 0 0,-3 1 0 0,3 3 0 15,-3-6-22-15,3 0 2 0,0-2 1 0,-2-1 0 16,2-2-21-16,3 3-5 0,0-4-1 0,0 1 0 15,0 0-90-15,3-3-17 0,3-2-4 0</inkml:trace>
  <inkml:trace contextRef="#ctx0" brushRef="#br0" timeOffset="58738.234">19877 12330 1824 0,'-3'-13'76'16,"0"0"-60"-16,-3 2 135 0,3 3 27 0,0 0 6 0,3 0 0 15,-3 3-90-15,3 3-18 0,0 2-4 0,0 0-1 16,0 0-6-16,0 0-1 16,0 0 0-16,0 0 0 0,3 5-51 0,0 5-13 0,0-2 0 0,3 6 0 15,0 1 0-15,0 1 0 0,3 6 0 0,0-1 0 16,0 0 32-16,3-3 3 0,3 4 1 0,0-4 0 16,0 1-28-16,-1-4-8 0,4-1 0 0,-3 2 0 15,3-6 0-15,0 1 0 0,0-1 0 0,-3 1 0 16,2-6-16-1,-2 3-9-15,0-3-3 0,-3-2 0 0,0-3-105 16,3 0-22-16,-3-3-4 0,0 1-1 16,0-4-59-16,0 1-12 0,-1-3-2 0,1 3-1 0,-3-3 136 15,3 3 27-15,0-3 6 0,-3 0 1 0,0 0 44 0,0 3 10 16,-3-3 2-16,0 0 0 0,0 0 77 0,-3 0 16 0,0 0 3 0,0 0 1 16,0 3 46-16,-3-3 9 0,0 2 1 0,0 1 1 15,0 5-34-15,-3-5-8 0,3 2 0 0,0 3-1 16,0 0-28-16,0 0-6 0,0 0-1 0,0 0 0 15,0 0-21-15,0 0-5 0,-6 3-1 0,3 5 0 16,0-3-13-16,0 3-4 0,3 3 0 0,-3-1 0 16,0 1-4-16,0-1-2 0,0 1 0 0,0 2 0 15,0 0-5-15,0 1-1 0,0-1 0 0,-3 3 0 16,3-3-2-16,0 3-1 0,0 0 0 0,-3 0 0 0,3 2-9 16,0-2 0-16,0 3 0 0,0-1 8 0,0 1-8 15,0-4 8-15,0 4-8 0,3-6 8 0,-3 0-24 0,3-2-4 16,0 0-2-16,0-1 0 15,0-4-64-15,0-1-13 0,0-5-2 0</inkml:trace>
  <inkml:trace contextRef="#ctx0" brushRef="#br0" timeOffset="59007.421">20541 12505 2225 0,'0'0'46'0,"0"0"12"0,0 0-46 0,0 0-12 16,0 0 0-16,0 0 0 0,0 0 92 0,0 0 16 0,3 0 3 0,3 0 1 15,0-3-36-15,0 3-8 0,0-2 0 0,3 2-1 16,0 0-27-16,0 0-4 0,0 0-2 0,-1-3 0 16,4 3-26-16,0 0-8 0,0-3 0 0,0 1 0 15,3 2 20-15,-3-3 0 0,6-2 0 0,-6 2 0 16,3-2-20-16,-4 2 8 0,1-2-8 0,0 0 0 15,0 2-16-15,0-2-11 0,-3-3-1 0,0 2-1 16,0 1-158-16,0 0-31 0,-3 0-6 16</inkml:trace>
  <inkml:trace contextRef="#ctx0" brushRef="#br0" timeOffset="59280.545">20717 12301 2553 0,'-21'-5'53'0,"12"2"12"0,0 1-52 0,3-4-13 0,0 4 0 0,0-4 0 16,0 4 105 0,6 2 19-16,0 0 3 0,0 0 1 15,-3-3-52-15,3 3-9 0,0 0-3 0,0 0 0 0,0 0-51 0,0 0-13 0,0 0 0 0,-3 5 0 16,0 3 31-16,0 3 3 0,0 5 1 0,3 0 0 16,-3 2-22-16,3 3-4 0,0 3-1 0,-3-3 0 15,3 3 11-15,-3-3 1 0,0 1 1 0,3-4 0 16,-3 1-31-16,0-1-6 0,3 1-2 0,-3 2 0 15,0-5 6-15,0 2 2 0,0 1 0 0,0-1 0 16,3 1-21 0,-2-1-4-16,2-2-1 0,-3 0 0 0,3 0-136 15,-3-3-28-15,3 0-6 0</inkml:trace>
  <inkml:trace contextRef="#ctx0" brushRef="#br0" timeOffset="59760.625">21419 12198 1379 0,'0'-3'58'0,"0"3"-46"16,3-5 135-16,0 0 27 0,-3 0 6 0,0 5 0 15,0 0-49-15,3-6-11 0,-3 6-1 0,0 0-1 16,0 0-35-16,0 0-7 0,0 0-2 0,0 0 0 16,0 0-8-16,0 0-2 0,0 0 0 0,-6 3 0 15,0 0-51-15,-3 2-13 0,3 0 0 0,-3 3 0 16,0 3 0-16,-3 2 0 0,1 0 0 0,-1 3 0 16,-3 2 0-16,-3 4 0 0,0 1 0 0,-3 1 0 15,3 0 0-15,-2 0 0 0,2 0 0 0,-3 0 0 16,3-6 0-16,0 1 0 0,3-6 0 0,-3 3 0 15,4-6-51-15,2 1-9 0,0-3-3 0,0 0 0 16,3-3-103-16,0-2-21 0,3 2-4 0</inkml:trace>
  <inkml:trace contextRef="#ctx0" brushRef="#br0" timeOffset="60434.714">21071 12262 2066 0,'-3'-14'43'0,"3"4"10"0,-3-1-42 0,3 1-11 0,0-1 0 0,0 3 0 15,0 0 104-15,0 3 20 0,3 0 3 0,-3 5 1 32,0 0-52-32,0 0-11 0,0 0-1 0,6 0-1 0,0 2-50 0,0 1-13 0,0 2 0 0,3 3 0 15,0 3 56-15,-1-1 7 0,1 3 1 16,0 6 0-16,3-1-52 0,0 4-12 0,0 1 0 0,0 1 0 16,3 0 0-16,-3 0 0 0,3-3 0 0,0 3 0 15,-4-6 0-15,1-2 0 0,0 0 0 0,0 0 0 16,0-5 0-16,0-1 0 0,-3 1 0 0,0-1 0 15,0 1-48 1,-3-3-13-16,0-3-3 0,-3 3 0 16,0-5 0-16,0 2 0 0,0-2 0 0,-3-3 0 0,0 0 43 0,0 0 8 0,0 0 1 0,0 0 1 15,0 0 11-15,0 0 16 0,3-3-4 0,0 3-1 16,-1-5-11-16,1-1 0 0,-3 1 0 0,3 0 0 16,0-3 53-16,0 0 9 0,0 0 2 0,0 0 0 15,3 0-52-15,-3 0-12 0,3 0 0 0,0 0 0 16,3 0 54-16,-3 1 8 0,6-1 2 0,-3 0 0 15,0 5-52-15,0-2-12 0,3-1 0 0,0 1 0 16,-1 2 0-16,1 3 0 0,-3-2 0 0,0 2 0 16,0 2 0-16,3-2 0 0,-6 6 0 0,0-4 0 15,-3 4 0-15,0-1 0 0,0 0 0 0,-3 1 0 16,-3-1 0-16,0 3 0 0,0 0 0 0,-3-3 0 16,0 3 0-16,0-3 0 0,0 1-9 0,0-1 9 15,0 3-53-15,0-3-5 0,3-2-1 0,0 2 0 16,3-5 47-16,-6 8 12 0,6-8 0 0,0 0 0 0,0 0 0 0,0 0 0 0,0 0 0 15,0 0 0-15,6 3 0 0,0-1 0 0,3 1 0 16,0-3 0-16,3 0 0 0,0 0 0 0,3-3 0 16,0 1 0-16,0 2 0 0,0-3 0 0,2 0 0 15,-2 3 0-15,0-2 0 0,-3 2 0 0,3 0 0 0,-6 0 0 16,0 0 49-16,0 2 12 0,-3 1 3 0,-3 0 0 16,0 2-52-16,-3-5-12 0,3 8 0 0,-3 0 0 15,-3 0 54-15,-3 0 8 0,0 0 2 0,0 0 0 16,-3 2-52-16,-3-2-12 0,3 3 0 0,-6-1 0 15,3 1 0-15,-6 2-12 0,0-2 3 16,4-1 0-16,-4 3 9 0,0-2 0 0,3 2 0 0,-3 0 0 16,3-2 0-16,0-3 12 0,1 3-2 15,2-1-1 1,0-2-109-16,3 0-23 0,0-3-4 0,-3-2-1 0,3 0-109 0,-3-1-23 0</inkml:trace>
  <inkml:trace contextRef="#ctx0" brushRef="#br0" timeOffset="60840.224">22214 12177 2001 0,'0'-8'41'0,"0"3"11"0,0-1-41 0,0-2-11 0,0 3 0 0,3 0 0 16,-3 0 118-16,0 5 22 0,0-6 4 0,0 6 0 15,0 0-64-15,0 0-12 0,0 0-4 0,0 0 0 16,0 0 0-16,0 0 0 0,0 0 0 0,0 0 0 15,0 0-51-15,0 0-13 0,0 0 0 0,-3 8 0 16,0 0 54-16,-3 3 8 0,0-1 2 0,-6 6 0 16,0 0-52-16,-3 3-12 0,-3-1 0 0,1 9 0 15,-4-4 0-15,-3 4 0 0,-3-1 0 16,3 1 0-16,-2-3-18 0,5-1-6 0,-3-1-2 16,0-1 0-16,6-3-23 0,0-2-5 0,0 0-1 15,4-5 0-15,-1-1-96 0,3-2-19 0,3 0-4 16</inkml:trace>
  <inkml:trace contextRef="#ctx0" brushRef="#br0" timeOffset="61346.796">21812 12259 2025 0,'0'-11'85'16,"3"-2"-68"-16,-3 5 90 15,3 0 17-15,-3 0 4 0,3 6 1 16,0-4-53-16,-3 6-12 0,0 0-1 0,0 0-1 0,3 0-40 15,3 6-8-15,0-4-2 0,0 6 0 0,3 0 42 0,0 5 8 0,0 1 2 0,-1 4 0 16,1 1-52-16,3 2-12 0,0 0 0 16,0 3 0-16,3-6 0 0,0 4 0 0,0-1 0 0,3-5 0 15,-3-1 0-15,2-1 0 0,1-1 0 0,-3-3 0 32,0 1-48-32,0-3-13 0,0 0-3 0,-3-3 0 15,0 1 0-15,-3-1 0 0,2-3 0 0,-2 1 0 0,0 0 52 0,-3-3 12 0,0 0 0 16,0 0 0-16,0 0 0 0,-3-3 0 0,3 3 0 0,-3-3 0 15,0 1 0-15,0-1 0 0,0-2 0 0,0 0 0 16,3 2 0-16,-3-2 0 0,0 2 0 0,3-2 0 16,0-1 48-16,0 1 13 0,0 0 3 15,0 0 0-15,3 2 0 0,-4-2 0 0,1 2 0 16,3-2 0-16,-3 5-52 0,0-3-12 0,0 3 0 0,-6 0 0 16,0 0 0-16,0 0 0 0,0 0 0 0,3 5 0 15,-3 1 0-15,-3 2 0 0,0-3 0 0,0 5 0 16,-3-2 0-16,0 3 0 0,-3-3 0 0,0 5 0 15,4-2 11-15,-1-1-1 0,-3 3 0 0,3-2 0 16,0 2-10-16,3-2-14 0,-3 2 3 0,3 0 1 16,3-2 10-16,0 0 0 0,0-1 0 0,3-2 0 15,0 3-53-15,0-3-9 0,0-3-2 16,3 0 0-16,3 0 52 0,-3-2 12 0,3 0 0 0,2-3 0 16,1 0 0-16,0-3 0 0,3 0 0 0,0-2 0 15,0 0 0-15,0 0 0 0,3-1 0 0,-3-2 0 16,2 0-156-16,-2 3-29 0,0-3-6 0</inkml:trace>
  <inkml:trace contextRef="#ctx0" brushRef="#br0" timeOffset="61898.661">21794 11963 1824 0,'-12'5'38'0,"12"-5"8"0,-6 2-37 0,6-2-9 0,-6 3 0 0,6-3 0 0,0 0 104 0,0 0 20 0,0 0 3 0,0 0 1 15,0 0-52-15,0 0-9 0,0 0-3 0,0 0 0 16,0 0 0-16,3 5 0 0,0-2 0 0,3 2 0 16,0-2 0-16,0 0 0 0,3-1 0 0,0-2 0 15,3 0-51-15,3 0-13 0,0-2 0 0,3-1 0 16,5 0 0-16,1-2-12 0,6 0 3 15,0-1 0 1,-1 1-88-16,4-5-18 0,3 2-3 0</inkml:trace>
  <inkml:trace contextRef="#ctx0" brushRef="#br0" timeOffset="62236.133">22378 11756 2124 0,'0'0'89'0,"0"0"-71"15,3 3 94-15,0-1 20 0,2 1 3 0,1 2 1 16,0-2-46-16,3 2-9 0,0 3-1 0,0 0-1 16,3 3-27-16,0 2-4 0,0 3-2 0,3 2 0 15,-3 4-14-15,0 4-4 0,-3 1 0 0,2 2 0 16,-5 2-8-16,3-2-3 0,-3 1 0 0,-3-1 0 15,0 0-6-15,-3 0-2 0,0 3 0 0,-3 2 0 16,-3 0-9-16,0 3 8 0,-3 1-8 0,0 4 8 16,1-8-8-16,-4 1 10 0,0-1-10 0,-3-2 10 15,0-3-10-15,0 0 0 0,-3-3 9 0,0 4-9 0,1-1-13 16,-1 0-7-16,0 0-2 0,0 3 0 0,0-6 22 0,0 1 0 16,0-4 0-16,3 1 0 0,1-5 0 0,-1-3 0 0,3-1 0 15,-3 1 0 1,0-2-88-16,0-4-14 0,-3 3-2 0,0-5-1 15,1 0-82-15,-1 3-16 0</inkml:trace>
  <inkml:trace contextRef="#ctx0" brushRef="#br0" timeOffset="62944.393">18922 12071 1744 0,'-9'3'73'0,"-3"2"-58"16,3-2 89-16,-3 2 19 0,0 0 3 0,0 3 1 15,-3 0-39-15,3 0-7 0,-2 3-1 0,-1-1-1 16,-3 3-18-16,0 3-3 0,0 0-1 0,0 5 0 16,0 3-12-16,4 5-2 0,-4 3-1 0,0 0 0 15,3 2-17-15,3 1-3 0,0-1-1 0,0 0 0 16,3 1-1-16,0-3-1 0,0 2 0 0,3 3 0 15,0-3-7-15,4 3 0 0,-1 3-1 0,0-3 0 16,6 0-11-16,0-5 8 0,-1 2-8 0,10-2 8 16,-3-3-8-16,3-2 0 0,3 2 0 0,6-3 0 15,0 1-18-15,6-4 1 0,2 4 0 0,4-3 0 16,3 0 17-16,3-3 17 0,-1-3-3 0,10 1-1 16,2-3-13-16,7-6-18 0,3-2 4 0</inkml:trace>
  <inkml:trace contextRef="#ctx0" brushRef="#br0" timeOffset="63755.807">22922 12359 1824 0,'0'0'38'15,"0"0"8"-15,0 0-37 0,0 0-9 0,0 0 0 0,0 0 0 16,0 0 104-16,0 0 20 0,0 0 3 0,0 0 1 16,0 0-52-16,0 0-9 0,0 8-3 0,0-2 0 15,0 2 0-15,-3 0 0 0,0 2 0 0,-3 1 0 16,3-3-51-16,0 2-13 0,-3 1 0 0,1 2 0 15,2-2 0-15,-3-3 0 0,0 0 0 0,3 2 0 16,-3-5 0-16,3 3 0 0,-3-2 0 0,3-1 0 16,0 0 0-16,3-5 0 0,-3 6 0 0,3-6 0 15,0 0 54-15,0 0 8 0,0 0 2 0,0 0 0 0,0 0-52 0,0 0-12 0,0 0 0 0,0 0 0 16,0 0 0-16,0 0 0 16,6 0 0-16,0-3 0 0,-3 0 0 0,3-2 0 0,-3 2 0 0,3-2 0 15,0 0 0-15,-3-3 0 0,3 2 0 0,-4-1 0 16,4-4 0-16,-3 3 0 0,0-5 0 0,3 2 0 31,-3-2-202-31,3 0-43 0</inkml:trace>
  <inkml:trace contextRef="#ctx0" brushRef="#br0" timeOffset="64248.198">23571 12055 2072 0,'12'-10'59'0,"0"4"12"0,-3-2-57 0,3 3-14 0,-3 2 0 0,-3 1 0 16,0-1 80-16,-3 3 14 0,-3 0 2 15,0 0 1-15,0 0-17 0,0 0-4 0,0 0-1 0,-6 8 0 32,-3 0-21-32,-3 3-4 0,0-1-1 0,-3 6 0 0,-3-3-20 0,0 3-4 15,-2 0-1-15,-1 3 0 0,3-1-24 0,-3 3 0 0,0-2 0 0,0 2 0 16,0 0 0-16,-2 0 0 0,2 0 0 0,0 3 0 16,-3-3 0-16,3 1 0 0,3-4 0 0,-2 1 0 15,2-3 0-15,3-1 0 0,0-1 0 0,0-1 0 16,3-5-97-1,3-3-25-15,0 0-5 0,0-2-1 0,4 0-51 16,5-3-10-16,0 0-3 0</inkml:trace>
  <inkml:trace contextRef="#ctx0" brushRef="#br0" timeOffset="64474.472">23172 12187 2066 0,'0'-13'43'0,"-3"3"10"15,3-1-42-15,0 0-11 0,0-2 0 0,3 5 0 16,-3 0 53-16,3 0 9 0,0 3 2 0,0 0 0 15,0 0 0-15,0 2 0 0,3 0 0 0,-3 3 0 16,3 3 0-16,0-3 0 0,3 5 0 0,-3-2 0 16,6 5 0-16,-3-3 0 0,3 6 0 0,0-1 0 15,-1 3-52-15,1-2-12 0,3 5 0 0,0 0 0 16,0 2 0-16,0-2 0 0,0 3 0 0,0-1 0 16,-3 3 0-16,2-2 0 0,1-1 0 0,0 1 0 0,0 0 0 0,3-4-12 15,0-1 3-15,0-1 0 16,3-3-163-16,-1-2-32 0,1 0-6 0</inkml:trace>
  <inkml:trace contextRef="#ctx0" brushRef="#br0" timeOffset="64729.125">23797 12367 1267 0,'-3'-5'112'15,"3"0"-89"-15,-3 0 135 0,0-3 27 0,1 0 6 0,-1 2 1 16,-3-2 0-16,3 3 0 0,0 0 0 0,-3 2 0 16,3 1-103-16,3 2-20 0,0 0-4 0,0 0-1 15,0 0-51-15,0 0-13 0,0 0 0 0,-6 5 0 16,3 0 54-16,-3 3 8 0,3 3 2 0,0 2 0 15,3 0-52-15,-3 3-12 0,3 3 0 0,-3-4 0 16,3 4 0-16,0-3 0 0,0 0 0 0,-3 0 0 16,3-1 0-1,-3-1 0-15,3 2 0 0,0-3 0 0,0 3 0 0,-3-3 0 0,0 0 0 16,3 0 0-16,-3 1 0 0,0-1 0 0,3 0 0 0,-3-2 0 16,0-1-48-16,3 3-13 0,-3-5-3 0,3 3 0 15,-3-3-102-15,3-3-21 0,0-5-4 0</inkml:trace>
  <inkml:trace contextRef="#ctx0" brushRef="#br0" timeOffset="65049.016">24387 12023 2284 0,'0'0'64'0,"0"0"16"0,0 0-64 15,0 0-16-15,0 0 0 0,0 0 0 0,0 0 72 0,0 0 11 0,0 0 2 0,0 0 1 16,0 0-17-16,0 0-3 0,0 0-1 0,-6 6 0 16,0 2-27-16,0 0-6 0,-3 0 0 0,0 2-1 15,-3 3-20-15,0-2-11 0,0 2 12 0,-3 0-12 16,1 3 0-16,-1 0 0 0,0 0 0 0,-3 3 0 15,0-4 0-15,0 1 0 0,-3 3 0 0,1-1 0 32,-1 1 0-32,3-1 0 0,-3 1 0 0,3-1 0 0,-3-2 0 15,6 3 0-15,-2-3 0 0,2-3 0 0,0-2-96 0,3-1-25 16,0-2-6-16</inkml:trace>
  <inkml:trace contextRef="#ctx0" brushRef="#br0" timeOffset="65313.878">24050 12050 2310 0,'-3'-11'48'0,"3"1"11"16,-3-1-47-16,3 6-12 0,0-3 0 0,0 8 0 16,0 0 104-16,0 0 20 0,6 0 3 0,-6 0 1 0,6 3-103 0,0 2-25 0,0 3 0 0,0 2 0 31,3 1 56-31,0 0 7 0,0 2 1 0,0 3 0 0,0-3-52 0,0 5-12 0,3-2 0 15,-3 0 0 1,0 0 0-16,0-3 0 0,-1 3 0 0,1 0 0 16,0 0 0-16,-3-3 0 0,3 3 0 0,-3-3 0 15,0 3 0-15,0-3 0 0,-3 3 0 0,3-3 0 16,0 1-202-16,-3-1-43 0,3-3-9 0,-3-2-2 16,0 0 0-16</inkml:trace>
  <inkml:trace contextRef="#ctx0" brushRef="#br0" timeOffset="65725.359">24300 12407 1497 0,'3'-3'66'0,"0"-2"14"0,3 0-64 0,0 0-16 0,-3-3 0 0,3 2 0 16,0-2 140-16,0-2 25 0,3 2 5 0,0-3 1 16,3 3-39-16,0-2-8 0,0 2-2 0,3-3 0 15,-3 6-41-15,2-3-8 0,1 3-1 0,0-1-1 16,0 4-24-16,-3-1-5 0,3 3-1 0,-3 0 0 16,0 0-10-16,0 0-3 0,-3 3 0 0,-1-1 0 15,1 1-11-15,-3 2-2 0,0 1-1 0,-3-1 0 16,0 0-14-16,0 3 9 0,0 0-9 0,0 0 8 15,-3 0-8-15,-3 0 0 0,3 0-10 0,-3 0 10 16,0 2-32-16,-3 1-1 0,0 0 0 0,0-1 0 16,0 1-19-16,0-3-4 15,-2 5-1-15,2-5 0 0,0 0-2 0,0 0 0 0,3 0 0 0,-3-3 0 16,6 0 22-16,0-5 4 0,0 6 1 0,0-6 0 16,3 2 17-16,3 1 4 0,3-1 1 0,0 1 0 15,-1-3 10-15,4 3 0 0,0-3 0 0,-3 0 0 16,3 0 24-16,0 2 1 0,0-2 0 0,0 3 0 0,-3 0 15 0,3-1 4 15,-3 1 0-15,0 0 0 16,-1 2-2-16,-2-2 0 0,0 2 0 0,-3 0 0 0,0 0-8 16,-3 1-2-16,0 2 0 0,0-3 0 0,-6 3-10 15,3 0-2-15,-3 0-1 0,-3 2 0 0,1-2-11 0,-4 3-8 16,3-3 9-16,-6 2-9 0,0 1 0 0,-3-3 0 0,0 0 0 16,-3 0-10-1,1-3-30-15,-4 3-7 0,0 0-1 0,-3 0 0 0,-3-3-89 0,4 3-19 16,-1 0-3-16</inkml:trace>
  <inkml:trace contextRef="#ctx0" brushRef="#br0" timeOffset="66112.357">24003 11703 1436 0,'-12'0'30'0,"12"0"6"0,-6 0-28 15,6 0-8-15,-6 0 0 0,6 0 0 0,0 0 112 0,0 0 22 0,0 0 4 0,0 0 1 16,0 0-33-16,0 0-6 0,0 0-2 0,0 0 0 15,0 0-19-15,3 6-4 0,3-4-1 0,3 1 0 32,3-1-6-32,3 1-2 0,3 0 0 0,-1-1 0 15,7 1-14-15,-3 0-4 0,3-1 0 0,3-2 0 0,-1 3-18 16,4-3-4-16,0 3-1 0,3-3 0 0,2 0-15 0,1 2-10 16,0-2 12-16,3 0-12 0,-4 0 0 0,-5 3 0 0,0 0 0 0,-3-1 0 31,-4-2-16-31,-2 3-9 0,-6-3-3 0,3 0 0 15,-6 0-162-15,0 0-33 0,-3 0-6 0</inkml:trace>
  <inkml:trace contextRef="#ctx1" brushRef="#br0">24232 7197 0,'0'0'15</inkml:trace>
  <inkml:trace contextRef="#ctx0" brushRef="#br0" timeOffset="72397.535">20990 2082 1782 0,'0'0'75'0,"0"0"-60"15,0 0-15-15,0 0 0 0,0 0 0 0,0 0 0 16,0 0 12-16,0 0-1 0,0 8 0 0,-2 3 0 16,-1 7 21-16,0-2 5 0,0 8 1 0,0 0 0 15,0 2-30-15,3-2-8 0,0 3 0 0,0-9 0 16,3 3 0-16,0 1 0 0,3-9 0 0,-1 3 0 15,1-6 0-15,0 1 0 0,0-9 0 0,3 4 0 16,0-6 19-16,0 0 5 0,3-6 2 0,3 4 0 16,0-11-26-16,3-1 0 0,3 4 8 0,2-11-8 15,4 5 45-15,0-5 7 0,6-6 2 0,-1 3 0 16,-2 0-41-16,3 3-13 0,3-3 8 0,-1-5-8 16,1 8 9-16,0-3-1 0,2 3-8 0,1-5 12 15,-3 2-12-15,-3 0 0 0,-1 3 0 0,1-3 0 16,-9 3 0-16,0 5 0 0,-3 3 0 0,-4-3 0 15,-2 3 0-15,0 5 0 0,-6-5 0 0,0 10 0 16,0-8-151-16,-6 9-33 16,3-4-6-16</inkml:trace>
  <inkml:trace contextRef="#ctx0" brushRef="#br0" timeOffset="72743.448">21371 2082 2030 0,'0'-5'57'0,"3"-3"14"0,-3 0-57 0,3 3-14 0,0 2 0 0,-3-2 0 15,0 5 54-15,0 0 8 0,3-5 2 0,-3 5 0 16,0 0 0-16,0 0 0 0,0 0 0 0,0 0 0 16,0 0-52-16,3 10-12 0,0-7 0 0,0 5 0 15,0 0 0-15,-3 2 0 0,3-2 0 0,0 0 0 16,0 0 0-16,0-5 0 0,0 7 0 0,3-7 0 15,-3 2 16-15,3-2 1 0,0 2 0 0,0-5 0 16,3 3 24-16,3-3 5 0,0-3 1 0,0 3 0 16,3 0-38-16,2-5-9 0,1 2 0 0,3-2 0 15,0 2 0-15,3 3 0 0,0-5 0 0,-1 0 0 16,1 2 0-16,0-2 0 0,0 2 0 0,0-2 0 16,-1-3 0-16,1 5 0 0,-3-7 0 15,6 2 0-15,-3-3 0 0,2 3 0 0,-2-2 0 0,6 2 0 16,-3 0-49-16,0 0-12 0,2 0-3 15,1 0 0-15,-3 3-102 0,0-3-21 0,0 5-4 16</inkml:trace>
  <inkml:trace contextRef="#ctx0" brushRef="#br0" timeOffset="86365.161">19788 14788 2115 0,'-6'6'44'0,"-3"-1"11"0,0 0-44 0,3 1-11 0,-3-4 0 0,-3 6 0 16,3 0 46-16,-3 3 7 0,1-3 2 0,-1 5 0 15,0-2-18-15,-3 2-3 0,0 0-1 0,-3 3 0 16,3 0-12-16,0 0-2 0,-2-1-1 0,-1 4 0 16,3 0-7-16,0-1-2 0,-3 3 0 0,3-2 0 15,-3 2-9-15,6 3 0 0,-2-3 0 0,2 5 0 0,0-2 0 16,0-3 0-16,0 3 0 0,0-3 0 0,3 0 0 16,0-2-14-16,0-3 3 0,0 2 1 15,0-4-14-15,0-1-2 0,-3 0-1 0,4-2 0 16,-4-1-35-16,0 1-7 0,0-3-2 0,0 0 0 15,0-3-131-15,3 0-26 0</inkml:trace>
  <inkml:trace contextRef="#ctx0" brushRef="#br0" timeOffset="86667.801">19094 14828 2284 0,'0'-2'64'0,"6"-1"16"0,0-2-64 0,0 2-16 0,3-2 0 0,0 5 0 16,0-3 54-16,3 3 8 0,0 3 2 0,0-1 0 16,0 4-4-16,3 2 0 0,-1 2 0 0,1 3 0 15,3 1-13-15,-3 4-3 0,3 1-1 0,0 2 0 16,0-3-6-16,-1 3-1 0,1 1 0 0,-3-1 0 16,3 0-13-16,0 3-3 0,0 0-1 0,3 2 0 15,-1 1-8-15,1 4-2 0,0 1 0 0,3 2 0 16,0-4-9-16,-3-1 0 0,2-3 9 0,-2 1-9 15,0-4 0-15,-3-1 8 0,0-4-8 0,-3 1 0 16,0-4 0-16,-4 1 0 0,1-2 0 0,-3-1 0 16,0-5-75-16,-3 0-9 0,0-3-3 15,0 0 0-15,-6-5-168 0,0 0-33 0</inkml:trace>
  <inkml:trace contextRef="#ctx0" brushRef="#br0" timeOffset="87232.357">20184 15151 1721 0,'0'0'72'16,"0"0"-57"-1,0 0 61-15,0 0 12 0,0 0 2 0,0 0 1 16,0 0-22-16,0 0-4 0,0 0-1 0,0 0 0 16,0 0 0-16,0 0 0 0,0 0 0 0,0 0 0 0,-3 5-51 0,3 3-13 0,-3-2 0 0,3 1 0 15,0 1 0-15,-3 0 0 0,3 0 0 0,0-2 0 16,0 1 30-16,0-1 3 0,0-6 1 15,0 0 0-15,0 0 7 0,0 0 2 0,0 0 0 0,0 0 0 32,0 0 10-32,0 0 3 0,0 0 0 0,0 0 0 0,0 0-26 15,0 0-5-15,0-6-1 0,0-1 0 16,0 1-9-16,0-2-3 0,3 0 0 0,-3 3 0 0,0-3-12 16,0 0 9-16,3 3-9 0,-3-3 8 0,0 3-8 0,0-1 0 0,3 1 0 0,-3 0 0 31,0 0-28-31,0 5-4 0,0-6 0 0,-3 1-1 15,3 5-207-15,-3-5-42 0</inkml:trace>
  <inkml:trace contextRef="#ctx0" brushRef="#br0" timeOffset="87822.132">21184 14855 2066 0,'0'0'43'0,"0"0"10"0,0 0-42 0,0 0-11 0,0 0 0 0,0 0 0 16,0 0 108-16,0 0 19 0,0 0 4 0,0 0 1 16,0 0-44-16,0 0-9 0,0 0-2 0,-9 0 0 15,3 5-27-15,-3-2-6 0,3 5 0 0,-6-1-1 16,3 4-14-16,-3 0-2 0,-2 2-1 0,-1 3 0 15,-3-3-15-15,3 5-3 0,0 1-8 0,-6 0 12 16,0-1-12-16,1 3 0 0,-4-2 0 0,0 2 0 16,3 3 0-16,-6-3 8 0,3 5-8 0,1-2 0 15,2-3 0-15,3 3-16 0,0-3 3 0,0-2 1 16,3-1-6-16,0-4-1 0,4 1 0 0,-1-4 0 16,3-3-138-16,0-3-28 0,0 1-6 0</inkml:trace>
  <inkml:trace contextRef="#ctx0" brushRef="#br0" timeOffset="88166.034">20726 14876 2200 0,'-9'-21'46'0,"6"13"10"0,0 2-45 0,0-2-11 0,0 3 0 16,0 0 0-16,3 2 76 0,0 3 14 0,0 0 2 0,0 0 1 15,0 0-23-15,0 0-5 0,0 0-1 0,0 0 0 16,0 0 0-16,0 0-1 0,3 3 0 0,3 5 0 15,3 0-25-15,3 0-5 0,-1 2-1 0,4 4 0 16,0-1-9-16,0 0-3 0,6 3 0 0,-3 0 0 16,0-3-4-16,2 3-2 0,-2 0 0 0,3 0 0 15,-3-1-2-15,0 1 0 0,-3 3 0 0,3-3 0 16,-3 2-3-16,-4 1-1 0,4-1 0 0,0 1 0 16,0-1-8-16,-3 4 0 0,0-4 0 0,3 3 8 15,-3 0-8-15,-3-2 0 0,3-1 0 0,-1 1 8 16,-2-3-8-16,0-3 0 0,0 0 0 0,-3-2 8 15,3-1-8-15,-3-2 0 0,-3-2 0 0,3 2 0 16,-3-6-16-16,0 4 2 0,-3-6 0 0,0 0 0 16,0 0-37-16,0 0-7 0,0 0-2 0,6-3 0 15,-3-2-124-15,0-1-24 0,0-2-6 0</inkml:trace>
  <inkml:trace contextRef="#ctx0" brushRef="#br0" timeOffset="90444.708">21797 15045 1512 0,'0'0'43'0,"0"0"9"0,0 0-42 0,0 0-10 0,0 0 0 0,0 0 0 15,0 0 62-15,0 0 10 0,0 0 3 0,0 0 0 16,0 0-13-16,6 0-2 0,-6 0-1 0,6 0 0 16,-3 0-4-16,3 0-1 0,0 0 0 0,-3 0 0 15,3 0-8-15,0 0-2 0,0 0 0 0,3 0 0 16,0 0-7-16,0-2-1 0,-1 2-1 0,4 0 0 16,0-3 23-16,0 3 5 0,3 0 1 0,0-3 0 15,3 3-52-15,0 0-12 0,0-2 0 0,-1 2 0 16,4 0 0-16,-3-3 0 0,0 3-9 0,3-3 9 15,-3 1 0-15,-3-1 0 0,2 3 0 0,-2-3 0 16,-3 1 0-16,3 2 0 0,-3 0 0 0,-3-3 0 16,0 3 8-16,0 0-8 0,0 0 0 0,-3 0 0 15,0 3-48-15,0-3-12 16,-6 0-4-16,0 0 0 0,0 0 0 0,0 0 0 0,0 0 0 0,0 0 0 16,0 0-84-16,0 0-16 0,0 0-4 0</inkml:trace>
  <inkml:trace contextRef="#ctx0" brushRef="#br0" timeOffset="90794.495">21848 15246 1824 0,'0'0'76'0,"0"0"-60"16,-3 6 61-16,3-6 13 0,0 0 2 0,0 0 1 15,0 0-7-15,0 0-2 0,0 0 0 0,0 0 0 16,0 0-22-16,0 2-5 0,3 3-1 0,3-2 0 16,0 0-7-16,3-1-1 0,0-2-1 0,-1 3 0 15,4-3-7-15,3-3 0 0,0 3-1 0,0-2 0 16,3-1-31-16,3 0-8 0,-3 1 0 0,2-1 0 16,-2 1 28-16,3-4 0 0,0 4 1 0,0-4 0 15,-3 4-19-15,-1-4-10 0,1 4 10 0,0-4-10 16,0 4 0-16,-3-4 0 0,-3 4 0 0,3-3 0 15,-3 2 0-15,-3 0 0 0,2-2 0 0,-2 2 0 16,3 1-29-16,-6-1-3 0,3 3 0 0,-3-3 0 16,0 3-24-16,0-2-6 0,-3 2-1 0,-3 0 0 15,0 0-176-15,0 0-35 0</inkml:trace>
  <inkml:trace contextRef="#ctx0" brushRef="#br0" timeOffset="92790.105">23047 14881 1744 0,'0'0'73'0,"0"0"-58"16,0 0 56-16,0 0 11 0,0 0 2 0,0 0 1 16,0 0 35-16,0 0 6 0,0 0 2 0,0 0 0 15,0 0-56-15,0 0-12 0,0 0-1 0,0 0-1 16,0 0-11-16,-3 5-3 0,3 1 0 0,-3 2 0 16,-3 0-14-16,0 2-3 0,1 1-1 0,-7-1 0 15,0 4-7-15,-3-1-2 0,0 3 0 0,-3 2 0 16,0-2-17-16,-6 5 10 0,4-2-10 0,-4 5 8 15,3-1-23-15,0 1-5 0,-3 0 0 0,3 2-1 16,4-4 29-16,2-1 5 0,0-3 2 0,0 1 0 16,3-3-46-16,0-3-9 0,3-2-1 0,0-1-1 15,0-2-40-15,3-3-8 0,-3 1-2 0</inkml:trace>
  <inkml:trace contextRef="#ctx0" brushRef="#br0" timeOffset="93110.329">22699 14892 2229 0,'0'-11'46'0,"0"3"12"0,3 0-46 15,-3 0-12-15,0 3 0 0,3-3 0 0,-3 3 70 0,0 5 12 0,0 0 2 0,0 0 1 16,0 0-17-16,0 0-3 0,6 2-1 0,0 4 0 16,0 2 0-16,0 2 0 0,0 3 0 0,3 1 0 15,0-1-16-15,3 3-3 0,2 0-1 0,1 0 0 16,0 2-15-16,0-2-3 0,3 0-1 0,0 5 0 15,0-2-13-15,0-1-2 0,-1 3-1 0,1 3 0 16,-3 0-9-16,0-3 8 0,0 5-8 0,-3-2 8 16,3-3-8-16,-6-2 0 0,3-1 0 0,-4 1 0 15,1-3 0-15,-3-3 8 0,3 0-8 0,-3 1 0 16,0-4 0-16,0-2 0 0,0-3 0 0,0 3 0 16,-3-2-9-16,3-4-7 0,-6-2-2 0,0 0 0 15,3 3-90-15,-3-3-19 0,0 0-3 0,0 0-1 16,0 0-53-16,3-3-10 0,0 1-2 0</inkml:trace>
  <inkml:trace contextRef="#ctx0" brushRef="#br0" timeOffset="93908.228">19862 16257 2306 0,'-9'8'65'0,"3"0"15"0,-2 0-64 0,2 0-16 0,0 0 0 0,-3 2 0 16,0 1 64-16,0 2 8 0,-3 0 3 0,0 6 0 16,0-1-26-16,-3 4-5 0,-3-1 0 0,1 5-1 15,-1-2 17-15,0 0 3 0,0 0 1 0,0 2 0 16,0-5-52-16,0 3-12 0,3 0 0 0,1 0 0 16,-1-1 0-16,0 1 0 0,3 3 0 0,-3 2 0 15,3 0 0-15,3 0 0 0,-3 0 0 0,0 0 0 16,3-5 0-16,4 0 0 0,-4-3 0 0,3-2 0 15,0-4-48-15,0 1-13 0,3-2-3 16,-3-1 0-16,3-3 0 16,-3-2 0-16,3 0 0 0,-3 0 0 0,0-2-153 0,0-1-31 0</inkml:trace>
  <inkml:trace contextRef="#ctx0" brushRef="#br0" timeOffset="94219.998">19276 16588 2032 0,'0'0'42'0,"-3"-6"10"0,3 6-41 0,0-5-11 0,0 0 0 0,0 5 0 15,3-5 68-15,0 2 12 0,0-2 3 0,0 2 0 16,3 0-4-16,0 3-1 0,0 0 0 0,0 0 0 16,6 0-30-16,-3 3-7 0,2 0-1 0,1-1 0 15,3 4 9-15,0 2 2 0,0-1 0 0,3 1 0 16,3 3-31-16,0 0-5 0,2 2-2 0,4-3 0 15,0 6-13-15,0-3 0 0,-1 3 0 0,1 3 0 16,0-3 0-16,0 0 9 16,-3 2-9-16,-1 1 8 0,-5-3-8 0,3 2 0 0,-3-2 0 0,-3 2 8 15,0-2-8-15,0 0 0 0,-3 0 0 0,0-3 0 16,-1 1 0-16,1-4 0 0,-3-2-12 0,0 0 12 16,0 0-16-16,-3 0 4 0,0-3 0 0,0-2 1 15,0-1-136-15,0-2-27 0,-6 0-6 0</inkml:trace>
  <inkml:trace contextRef="#ctx0" brushRef="#br0" timeOffset="94696.105">20228 16678 1576 0,'-3'5'32'0,"6"3"9"0,-3-8-33 0,0 5-8 0,3 1 0 0,0-1 0 16,-3 0 68-16,3 0 12 0,0 1 3 0,-3-1 0 15,0-5-18-15,3 5-3 0,0-2-1 0,-3-3 0 16,3 5-8-16,-3-5-1 0,0 0-1 0,0 0 0 16,0 0-9-16,0 0-2 0,0 0 0 0,0 0 0 15,0 0 0-15,0 0 0 0,0 0 0 0,0 0 0 16,6-2 10-16,-3-4 2 0,-3 1 0 0,3 0 0 15,-3-1 4-15,3 1 2 0,-3 0 0 0,0-3 0 16,0 3-46-16,0-1-12 0,0-2 0 0,0 3 0 16,0 0 0-16,0-1 0 0,0 4 0 0,0-3 0 15,0-1 0-15,0 4 0 0,0 2 0 0,0 0 0 16,0-6-21-16,0 6 0 0,0 0 0 0,0 0 0 16,0 0-193-16,-6-2-38 0</inkml:trace>
  <inkml:trace contextRef="#ctx0" brushRef="#br0" timeOffset="95167.569">21038 16471 1378 0,'0'0'28'0,"0"0"8"15,0 0-28-15,0 0-8 0,3 3 0 0,-3-3 0 16,3 3 95-16,-3-3 17 0,0 0 4 0,0 0 1 16,0 0 2-16,3 2 0 0,-3-2 0 0,3 6 0 15,-3-6-37-15,0 8-7 0,-3-3-2 0,0 0 0 16,0 3-14-16,0-3-3 0,0 3-1 0,-3 0 0 16,-3 0-19-16,3 3-4 0,-3-1-1 0,0 4 0 15,-2-4-12-15,-4 3-3 0,0 1 0 0,0 1 0 16,-3 4-8-16,0-1-8 0,3 1 12 0,-3 2-12 15,4-2 23-15,-1 2-3 0,0 0 0 0,0-2 0 16,3-1-67-16,0 1-13 0,3-1-4 0,0-2 0 16,0-3 52-16,0 0 12 0,3-2 0 0,0-3 0 15,0 0-190-15,4-3-35 0,2-5-7 0</inkml:trace>
  <inkml:trace contextRef="#ctx0" brushRef="#br0" timeOffset="95447.39">20764 16580 2269 0,'-3'-5'64'0,"3"5"15"0,0 0-63 0,0 0-16 0,0-6 0 0,0 6 0 15,0 0 54-15,0 0 8 0,0 0 2 0,0 0 0 16,0 0 0-16,0 0 0 0,0 0 0 0,3 6 0 16,3-1 0-16,3 3 0 0,-3-3 0 0,6 3 0 15,0 3-52-15,0-3-12 0,3 5 0 0,0-3 0 16,-1 4 0-16,1-1 0 0,0 0 0 0,0 3 0 15,0 0 0-15,0 0 0 0,0 2-12 0,0 1 12 16,-3-3 0-16,2 2 0 0,-2 1 0 0,0-1 0 16,-3 1 0-16,3-3 0 0,-3-3 8 0,-3 3-8 15,3-3 0-15,-3-3 0 0,-3 1 0 0,3-3 0 16,-3 0-45-16,-3 0-15 0,3-3-4 0,-3-5 0 16,0 0-102-16,0 0-21 0,0 0-4 0</inkml:trace>
  <inkml:trace contextRef="#ctx0" brushRef="#br0" timeOffset="96014.624">20604 16244 1580 0,'0'0'67'16,"0"0"-54"0,0 0 81-16,0 0 16 0,0 0 3 0,0 0 1 15,0 0-26-15,0 0-4 0,0 0-2 0,0 0 0 16,0 0-23-16,0 0-5 0,5 5-1 0,-2-2 0 15,6-3 15-15,-3 2 2 0,6 1 1 0,0 0 0 16,0-3-57-16,6 0-14 0,0 0 0 0,3 0 0 16,-1-3 54-16,1 0 8 0,6 1 2 0,-3-1 0 15,3 0-52-15,-4-2-12 0,1 0 0 0,0 2 0 16,-3-2-12-16,0 2-6 0,-3-2-1 0,-3 2 0 16,-1 1 31-16,1 2 5 0,-3-3 2 0,-3 3 0 15,0-3-19-15,-3 3 0 0,0 0 0 0,0 0 0 0,-6 0 0 16,0 0 0-16,0 0 0 0,0 0 0 0,0 0 0 0,0 0 0 0,0 0 0 0,0 0 0 31,0 0-17-31,0 0-7 0,0 0-2 0,0 0 0 16,-3 6-95-16,3-6-19 0,-3 2-4 0</inkml:trace>
  <inkml:trace contextRef="#ctx0" brushRef="#br0" timeOffset="96936.337">21898 16585 2066 0,'-3'5'43'0,"-3"1"10"0,3-4-42 0,3-2-11 0,-3 6 0 0,3-6 0 15,0 0 53-15,-3 5 9 0,3-5 2 0,0 0 0 16,3 8-1-16,0-5 0 0,0 2 0 0,3 0 0 16,3-2-17-16,0-1-3 0,0 4-1 0,3-6 0 15,3 2-16-15,0-2-3 0,3 0-1 0,0 0 0 16,-1 0-22-16,4-2 0 0,0 2 0 0,3-3 8 15,-3 0-8-15,0 1 0 0,-1-4 0 0,1 4 0 16,0-3 0-16,-6 2 0 0,3 0 0 0,-3 1 0 16,0-1-52-16,-4 0-9 0,4 1-2 15,-3 2 0-15,0-3-3 0,-3 0-1 0,0 1 0 0,0 2 0 16,-3 0-60-16,0 0-12 0,-6 0-2 0</inkml:trace>
  <inkml:trace contextRef="#ctx0" brushRef="#br0" timeOffset="97239.781">21940 16871 1820 0,'-6'13'38'0,"6"-13"8"0,0 0-37 16,0 0-9-16,0 0 0 0,0 0 0 0,0 0 54 0,0 0 9 0,0 0 1 0,3 5 1 15,3-2-1-15,0 0 0 0,3-3 0 0,0 0 0 16,3 0 0-16,0-3 0 0,0 3 0 0,2-3 0 16,1 1 0-16,0-1 0 0,3-2 0 15,0 2 0-15,0-2-51 0,-3 2-13 0,3-2 0 0,-1 0 0 16,1-1 0-16,-3 4 0 0,3-4 0 0,-3 1 0 16,0 0 0-16,-3 2 0 0,3-5 0 0,-1 6 0 15,1-4-18-15,-3 1-6 16,3 0-2-16,-3 2 0 0,3-2-163 0,-3 0-33 0,0-1-6 15</inkml:trace>
  <inkml:trace contextRef="#ctx0" brushRef="#br0" timeOffset="97820.178">22720 16561 2240 0,'0'0'64'0,"0"0"12"0,0 0-60 0,0 0-16 0,0 0 0 0,0 0 0 16,0 0 60-16,-3 3 10 0,3-3 2 0,0 0 0 16,-6 3-7-16,6-3-1 0,-3 5 0 0,-3 0 0 15,3 0-7-15,3 3-1 0,-3-2-1 0,3 2 0 16,-3-3-37-16,3 3-7 0,0 0-2 0,0 2 0 16,3 4-9-16,-3-1 0 0,3 0 0 0,-3 3 0 15,3 2 0-15,3 1 0 0,-3-3 0 0,3 5 0 31,-3-5-12-31,6 2-4 0,-3 1 0 0,3-1-1 16,0-4-24-16,0 2-5 0,-1-3-1 0,4-3 0 0,-3-2 38 0,3 0 9 0,0-5 0 0,0 2 0 16,0-2-53-16,3-3-9 0,-3-3-2 15,0-2 0-15,3 2 52 0,-1-5 12 0,1 0 0 0,-3-2 0 16,3-1 0-16,-3 1 0 0,0-4 0 0,0 1 0 16,0-3 35-16,-3 3 9 0,0-3 3 0,0 3 0 15,-4-3-24-15,1 3-5 0,0 0-1 0,-3-1 0 16,0 1 38-16,0 0 7 0,-3 2 2 0,3 1 0 15,-3-1 0-15,-3 1 0 0,3 2 0 0,-3-3 0 16,0 3-52-16,0 0-12 0,0 0 0 0,-3 0 0 16,-2 0 54-16,2 0 8 0,-3 1 2 0,-3-1 0 15,0 0-52-15,-3 2-12 0,0 1 0 0,-3 0 0 0,-6-1 0 16,1 1 0-16,-4 0 0 0,0 0 0 16,-6-1-100-16,3 4-22 0,-2-4-5 0</inkml:trace>
  <inkml:trace contextRef="#ctx0" brushRef="#br0" timeOffset="104525.423">20708 9330 1371 0,'0'0'28'0,"0"0"8"0,0 0-36 0,0 0 0 0,0 0 0 0,0 0 0 15,0 0 92-15,0 0 11 0,0 0 2 0,0 0 1 16,0 0-22-16,0 0-4 0,0 0 0 0,0 0-1 15,0 0-27-15,0 0-6 0,0 0-1 0,0 0 0 16,0 0-19-16,0 0-4 0,0 0-1 0,0 5 0 16,-3 0-8-16,3 3-1 0,-3-2-1 0,0 2 0 15,3-1-21-15,-3 4-4 0,0-3-1 0,0 3 0 16,3-1 15-16,-3 1 0 0,0-1 0 0,3 4 0 16,-3-4 0-16,0 3 0 0,3 1 0 0,-3-1 0 15,3 0 0-15,0 0 0 0,0 1 0 0,0-1 0 16,0 0 0-16,0-2 0 0,3-1 0 0,-3 1 0 15,3-1 0-15,0-2 0 0,0 0 0 0,0 0 0 16,3 0 0-16,0 0 0 0,0-3 0 0,0 1 0 16,0-1 0-16,3 0 0 0,-1 0 0 0,1-2 0 15,3 0 0-15,0-1 0 0,0-2 0 0,3 3 0 16,0-3 0-16,3 0 0 0,-3 0 0 0,2 0 0 0,4 0 11 16,-3-3 5-16,3 3 0 0,0-2 1 15,0-1-27-15,3 0-6 0,-4 3 0 0,4-2-1 16,3-1 17-16,3 1 0 0,-1-1 0 0,7 0 0 15,-3 1 0-15,6 2 0 0,-1-3 0 0,1 3 0 0,0 0 13 0,-1-3 7 0,-2 3 0 16,6-2 1-16,-1 2-33 0,4 0-8 0,0 0 0 16,2 0-1-16,-2 0 30 0,-3 0 7 0,2-3 0 0,4 3 1 15,0 0-27-15,-1 0-6 0,4 0 0 0,-1-3-1 16,-2 3 17-16,0 0 0 0,-4 0 0 0,7 0 0 16,-6 0 0-16,5 0 0 0,1 0 0 0,-1 3 0 15,-2-3 0-15,-3 0 0 0,-1 0 0 0,4 3 0 16,0-3 0-16,-1 2 0 0,4 1 0 0,-1-3 0 15,-2 3 0-15,-3-1 0 0,-1 1 0 0,1-3 0 16,0 3 0-16,-1-1 0 0,1 1 0 0,0-1 0 16,-4 1 12-16,1 0 5 0,3-1 2 0,-4 1 0 15,-2 0-31-15,-3-1-5 0,-4 1-2 0,4 0 0 16,-3-1 19-16,3-2 0 0,-4 3 0 0,4 0 0 16,-3-1 20-16,-3 1 7 0,2 0 1 0,-2-1 1 15,-3 1-19-15,-3-3-10 0,-1 2 10 0,-2-2-10 16,-3 0 10-16,3 3-10 0,-3-3 10 0,0 0-10 15,-3 0 26-15,0 0-1 0,-1 0 0 0,-2 0 0 16,0 0-25-16,-3 0-19 0,0 0 3 0,0 0 1 16,0 0 15-16,-3 0 0 0,0-3 9 0,0 3-9 15,-3 0 9-15,-3 0-9 0,0 0 8 0,0 0-8 16,0 0 11-16,0 0-3 0,3-2-8 0,-3 2 12 16,0 0-3-16,0-3-1 0,3-2 0 0,-3 5 0 0,-3-5-8 0,3-1 0 15,-3 1 9-15,0 2-9 0,0-2 8 0,-3 0-8 16,3-1 10-16,-3-1-10 0,3 1 0 0,-3-2 8 15,0 3-8-15,3-3 0 0,-3-3 0 0,0 4 0 16,3-4 8-16,-3-2-8 0,0 2 10 0,3-2-1 16,-3 0 0-16,3-3 0 0,0 3 10 0,0-1 1 0,0-2 1 15,0 1 0-15,0 1 2 0,3 1 0 0,-2-3 0 0,2 3 0 16,-3 0-3-16,3 2 0 0,0 1 0 16,0-4 0-16,0 6-4 0,0-2-2 15,0-1 0-15,0 3 0 0,3 0-14 0,-3 0 9 0,0 1-9 0,0-1 8 16,2 2-8-16,1 1 0 0,-3 0 0 0,3-1 0 15,0 1 0-15,-3 0 0 0,0 5 0 0,0 0 0 16,0 0-8-16,0 0 8 0,0 0-10 0,0 0 10 16,0 0-90-16,0 0-12 0,0 0-2 15</inkml:trace>
  <inkml:trace contextRef="#ctx0" brushRef="#br0" timeOffset="108437.505">22297 9899 1851 0,'-3'-3'52'0,"3"3"12"0,-3-5-51 0,-3 2-13 15,3 0 0-15,-3 1 0 0,0 2 62 0,0-3 10 0,1 3 1 0,-1 3 1 16,0-3-30-16,0 2-7 0,0 4-1 16,-3-4 0-16,3 4-8 0,-3 2-1 0,0 0-1 0,0-1 0 15,0 4-17-15,0 2-9 0,0 1 10 0,-3-1-10 16,6 0 0-16,-3 3 0 15,4 0 0-15,-1 0 0 0,3-3 0 16,0 3 0-16,0 0-8 0,3-3 8 0,0 0 0 0,3 0-8 16,0-2 8-16,0 2 0 0,3-5-10 0,-1 0 10 15,4 0-8-15,0-3 8 0,3 1 0 0,-3-4-8 0,3 1 8 16,0-1 0-16,-3-2 0 0,3-2 0 0,3-1 0 0,-3 1 0 16,-1-1 17-16,4-2 3 0,0-1 0 0,0-2 0 15,0 0 16-15,-3 0 4 0,0 1 1 0,0-1 0 16,0-3 8-16,-3 3 2 0,2 0 0 0,-5-2 0 15,0-1 1-15,-3 0 1 0,3-2 0 0,-6 3 0 16,0-4-21-16,-3 1-4 0,0 0 0 0,-3 0-1 16,-3-1-15-16,-2 1-2 0,2 3-1 0,-6-4 0 15,3 6-9-15,-3-2-16 0,-3 2 4 0,0 0 1 16,0 3-39-16,1 2-8 0,-1 3-2 0</inkml:trace>
  <inkml:trace contextRef="#ctx0" brushRef="#br0" timeOffset="117181.149">9769 9205 2030 0,'-3'-5'57'0,"3"2"14"0,0-2-57 0,0 0-14 0,0 0 0 0,0 5 0 16,0-8 54-16,0 8 8 0,0-6 2 0,0 6 0 15,0 0 0-15,0 0 0 0,0 0 0 0,0 0 0 16,0 0 0-16,0 0 0 0,0 0 0 0,0 0 0 16,0 0-52-16,0 0-12 0,-3 8 0 0,0-2 0 15,3 2 0-15,0 2 0 0,0 1 0 0,0-1 0 16,0 4 8-16,0-1-8 0,0-3 11 0,0 6-11 15,0-3 8-15,0 1-8 0,0 2 0 0,0-3 0 16,0 0 0-16,0 3 0 0,3-6-13 0,-3 6 5 16,0-2 8-16,3-1 0 0,-3 0 0 0,3 3 0 15,0-3 0-15,0-2 0 0,0 2 0 0,0 0 0 16,0-2 0-16,0-3 0 0,0 2 0 0,2-2 0 16,1 0 0-16,-3 0 0 0,3-5 0 0,0 2 0 15,3-2 0-15,-3-1 0 0,3 1 0 0,0-3 0 0,0 0 0 16,0 0 0-16,3 0 0 0,0-3 0 0,3 1 0 15,-4-1 0-15,4-2 0 0,3-1 0 0,-3 1 0 16,3 0 0-16,0 0 0 0,0 2 0 0,0-2 0 16,-1-1 8-16,1 1-8 0,0 0 11 0,0 2-11 15,3-2 0-15,-3-3 0 0,3 3 0 0,-4 2 0 0,7-2 0 16,-3 2-12-16,3-2 12 0,0 2 0 0,-1 3 0 0,1-3 0 16,0 1 0-16,0 2 0 0,0 0 0 0,3 0 0 0,-4 0 0 15,4-3 0-15,-3 3 0 0,3-2 0 0,2-1 0 16,-2 3 0-16,3 0 0 0,3-3 0 0,3 3 0 15,-4 3 0-15,1-3 0 0,3 3 0 16,-4-1 0-16,4-2 0 0,-3 0 0 0,3 0 0 0,-1 0 0 16,4 0 0-16,-3 0 0 0,5 3 0 0,1-3 0 15,-6 2 0-15,3 1 8 0,-1 0-8 0,-2-3 8 16,3 0-8-16,-4 0 0 0,1-3 0 0,0 0 0 16,-3 3 0-16,-1 0 0 0,4 0 0 0,-3 0 0 15,-3 3 0-15,-4-3 0 0,1 0 0 0,0 3 0 16,-3-3 0-16,0 0 0 0,-1 0 0 0,-2 0 0 15,0 0 0-15,0 0 0 0,0 0 0 0,0 0 8 16,-1 0-8-16,1 0 0 0,-3 0 0 0,3 2 0 16,-3-2 0-16,0 3 0 0,-1-3 0 0,1 3 0 15,-3-3 0-15,0 5 0 0,0-2 8 0,0-1-8 16,0 1 0-16,0 0 8 0,-1-1-8 0,1-2 8 16,-3 3-8-16,3-3 0 0,0 2 0 0,-3-2-11 15,3 0 11-15,-3 0 0 0,3 0 0 0,0-2 0 16,-4 2 0-16,4 0 0 0,0-3 0 0,0 3 0 0,-3-2 0 15,3-1 0-15,-3 0 0 0,0 1 8 0,0-1-8 16,-1 0 0-16,-2 1 0 0,0-1 8 0,3-2 1 0,-3 2 1 16,0-2 0-16,0 0 0 0,0-1 15 0,0-2 3 15,-3 3 1-15,3-3 0 0,-3-3 6 0,3 4 1 0,0-4 0 16,-3 0 0-16,-1-2-7 0,4 0-1 0,-3-3 0 16,0 0 0-16,0-2-4 0,0-1-2 0,0 1 0 0,0-6 0 15,0 3-4-15,-3-3-1 0,3 0 0 0,-3 0 0 16,3 3-6-16,-3 0-2 15,0 0 0-15,3 2 0 0,-3 1-9 0,3 4 0 0,0-1 0 16,-3 4 0-16,0 0 0 0,3 3 0 0,-3-2 0 0,0 5 0 16,0-1-8-16,-3 4 8 0,3-1-10 0,-3 3 10 15,0 0-42-15,0 0-2 16,0 0-1-16,0 0 0 0,0 0-165 0,0 0-33 16,3 5-6-16</inkml:trace>
  <inkml:trace contextRef="#ctx0" brushRef="#br0" timeOffset="117796.658">12665 9338 1811 0,'0'0'37'0,"0"0"11"0,0 0-39 0,0 0-9 0,0 0 0 0,0 0 0 16,0 0 97-16,0 0 18 0,-6 2 3 0,3 4 1 15,-3-1-50-15,3 0-9 0,0 1-3 0,0 4 0 16,0-2-33-16,0 0-8 0,3 3 0 0,-6-1-1 15,6 3-15-15,-3 1 8 0,3-1-8 0,0 0 0 16,0 0 0-16,0 3 0 0,3-5 0 0,0 2 0 16,0 0 0-16,0-2 0 0,3-1 0 0,0 1 0 15,0 0 12-15,0-3-3 0,3-3-1 0,-3 3 0 16,3-6 12-16,-3 1 1 0,3 0 1 0,0-3 0 16,-1-3 22-16,1 0 4 0,0 1 0 0,3-6 1 15,0 0-6-15,-3 0-2 0,3-3 0 0,-3-2 0 16,0 3 1-16,0-4 0 0,0 1 0 0,0 0 0 15,0-3-15-15,-3 3-3 0,-1 0-1 0,1-1 0 16,-3 1-6-16,0 0-1 0,0 0 0 0,-3-1 0 16,-3 1-6-16,3 0-2 0,-3 2 0 0,-3 1 0 0,-2-1-8 0,2 3-11 15,-6 3 3-15,0 0 0 16,-3 5-109-16,-6 0-22 0,-3 5-4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2:49:04.1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11442 5739 1874 0,'-3'-10'53'0,"0"2"11"0,-3 2-51 0,3-4-13 0,0 2 0 0,0 0 0 16,0 0 78-16,0 3 13 0,0-3 2 0,-3 2 1 15,3 1-26-15,3 5-4 0,0 0-2 0,-3-5 0 16,3 5-22-16,0 0-4 0,0 0 0 0,0 0-1 15,0 0 6-15,0 0 2 0,-6 2 0 0,3 4 0 16,-3 2-58-16,3 0-11 16,-3 5-2-16,3 3-1 0,0 2 29 0,-3 3 0 0,3 6 0 0,0 5 0 15,-3-1 0-15,3 4 0 0,0 5-8 0,-3-1 8 16,3 1 0-16,0 0 0 0,0-1 0 0,-3 4 10 16,3-4-10-16,0 4 0 0,1 2 0 0,-1-3-11 15,0-2 11-15,0-1 0 0,3-2 0 0,-3 3 0 16,0-6 0-16,-3-2 0 0,3 0 0 0,-3 0 0 15,3-1 0-15,-3-4 0 0,0 5 0 0,0-3 8 16,3-3-8-16,-3-2 0 0,3-3 0 0,-3 3 0 16,3-5 0-16,0-1 9 0,0 1-9 0,0-4 0 15,0-1 13-15,3-1-4 0,0-2-1 0,0-1 0 16,0 1-8-16,3-3 12 0,0-3-12 0,0 3 12 16,3-3-12-16,-3 0 8 0,3-2-8 0,3 2 8 15,0-2-8-15,0-3 10 0,0 3-10 0,0-3 10 0,3 0-10 16,-1 0 0-16,4-3 0 0,0 3 0 0,3-5 0 0,3 2 0 15,0 0 0-15,3 1 0 0,2-3 0 0,4 2 0 0,0 0 0 0,0 1 0 16,2-1 23-16,1 0 2 0,3 1 1 0,0-1 0 31,2-2-42-31,1 2-8 0,3 0-1 0,2 1-1 0,-2 2 26 0,3-3 0 0,-1 3 0 0,4 0 0 16,-3 0 0-16,-4 0 0 0,4 0 0 0,-1 0 0 16,4 0 0-16,-3 3 0 0,2-3 0 15,4 2 0-15,-6-2 18 0,-1 3 9 0,1-3 1 0,3 3 1 16,-7-3-46-16,7 0-10 15,-3 2-1-15,2 1-1 0,-5-3 29 0,-1 0 0 0,4 0 0 0,0 0 0 16,-4 0 0-16,1-3 0 0,3 3 0 0,2 0 0 16,-5 0 0-16,3 0 0 0,-4-2 0 0,4 2 0 15,-3 0 0-15,-1 0 0 0,1-3 0 0,3 0 0 16,-4 3 0-16,1 0 0 0,0 0 0 0,-1 0 0 16,-2 0 25-16,-3 0 11 0,3 0 3 0,-1 0 0 15,-2 0-11-15,0 0-3 0,2 0 0 0,1 0 0 16,-3 0-25-16,-1 3 0 0,-2-3 0 0,3 3 0 15,-6-3 0-15,-1 0 0 0,1 0 0 0,0 0 0 16,0 0 0-16,0 2 0 0,-1-2 0 0,1 3 0 16,0 0 0-16,-3-1-16 0,-1 1 3 0,4 0 0 15,-6 2 13-15,3-2 0 0,-3-3 0 0,-1 5 0 16,1-5 0-16,0 2 0 0,-3 1 0 0,3 0 0 16,-3-3 0-16,2 2 0 0,-2 1 0 0,3 0 0 15,-3-1 0-15,0 4 0 0,-1-4 0 0,1 4 0 0,-3-1 8 16,3-3-8-16,-3 4 0 0,0-4 0 15,0 1 0-15,-1 0 0 0,-2-1 0 0,0 1 0 0,0-3 0 0,0 3 0 16,0-3 0-16,-3 0 0 0,3 0 0 16,-3 0 0-16,-1 0 0 0,1 0 0 0,0 0 8 0,0 0-8 15,-3 0 0-15,0 0 0 0,0-3 8 0,0 3-8 0,0-3 0 16,-3 3 0-16,0-2 0 0,-3 2 0 0,3-3 0 0,-3 3 0 16,0-3 10-16,-3 3-10 15,3-2 8-15,-3 2-8 0,3-6 10 0,-3 4-10 0,0-3 12 0,0 2-12 16,0-2 11-16,0-1-11 0,3 1 10 0,-3 0-10 15,-3-3 8-15,3 0-8 0,0 0 0 0,0 0 0 16,0-3 8-16,0 1-8 0,0-3 0 0,0-1 9 16,0-2-9-16,0 1 8 0,0-4-8 0,0 1 8 15,3-6 3-15,-3 0 0 0,3-3 0 0,-3 1 0 16,3 0 5-16,-3-1 0 0,2-2 1 0,1 3 0 16,-3 2-6-16,3 0-2 0,-3 0 0 0,3-2 0 15,0 2-1-15,-3-3-8 0,3 1 12 0,0-3-4 16,0 0-8-16,0-3 10 0,0-2-10 0,0 2 10 15,3 3-10-15,-3 2 10 0,0 1-10 0,0-1 10 16,0 3-10-16,0 3 10 0,0 0-10 0,0 0 10 16,0 2-10-16,0-2 12 0,0 3-12 0,-3-3 12 15,3 2-4-15,0-2-8 0,-3-3 12 0,3 3-4 16,-3 2 0-16,0 1-8 0,3-1 12 0,-3 3-4 16,-3 1-8-16,3 1 8 0,0 1-8 0,-3 0 8 15,0 2-8-15,0 1 0 0,0-1 0 0,0 3 8 16,-3 0-8-16,0 0 0 0,0 0 0 0,-3 3 0 0,3 0 0 0,-3 0 0 15,-3-1 8-15,4 1-8 0,-7 0 0 0,3 2 0 0,-3-2 0 16,-6 2 0-16,3 0 0 0,0 1 0 0,-3-1-9 16,-2 0 9-16,-4 1 0 0,-3-3-10 0,0 2 10 0,-2 0-8 15,-4 1 8-15,-3-1-10 0,-3 0 10 0,-2 1-10 16,-1-4 2-16,1 4 0 0,-1 2 0 0,-6-3 0 16,4 0 8-16,-4 1 0 15,0 2-9-15,-2-3 9 0,5 1 0 0,1-1-11 0,-1 0 11 16,-6 3-8-16,7 0 8 0,-4-2 0 0,1 2 0 15,-4 0 0-15,3 0-16 0,4 0 1 16,-1 0 1-16,-2 0 0 0,2 0 14 0,0 0 0 0,1 0 0 0,-1 0 0 16,3 0 8-16,4 0 4 0,-1 0 0 0,-3 0 1 15,7 0-13-15,-1 0 0 0,0-3 0 0,-2 3 0 16,2-3 0-16,3 3 0 0,1-2 0 0,-4 2 0 16,6-3 0-16,0 0-18 0,4 1 4 0,-4 2 1 15,3-3 13-15,-3 3 0 0,1-3 0 0,-4 3 0 16,0-2 8-16,0 2 4 0,1-3 0 0,-1 3 1 15,3 0-13-15,3-5-18 0,1 2 4 0,-4 1 1 16,3 2 13-16,3 0 0 0,-2-3 0 0,-1 0 0 16,3 1 0-16,0 2 0 0,3-3 0 0,-2 0 0 15,2 1 0-15,3 2 16 0,0-3-3 0,0 0-1 16,4 3-12-16,2-2-16 0,-3 2 3 0,3-3 1 16,0 3 12-16,0-3 0 0,3 3 0 0,-3 0 0 15,0 0 0-15,4 0 0 0,-1 0 0 0,-3-2 0 16,3 2 0-16,0 0 0 0,0 0 0 0,-3 0 0 0,3 0 0 0,-3-3 0 15,0 3 0-15,1 0 0 16,-4 0 0-16,3 0 13 0,-3 0-2 0,0 0-1 0,0 0-10 16,0 0-14-16,1 0 3 0,-4 0 1 0,3 3 10 15,0-3 0-15,0 0 0 0,-3 0 0 0,3 2 0 16,-2-2 0-16,2 0 0 0,0 3 0 0,0 0 0 0,0-1 0 0,3-2 0 16,-3 3 0-16,7 0 0 15,-1-1 0-15,0 1 0 0,3 0 0 0,0-1 0 0,3 1 0 0,0 0 0 0,0-1 0 16,6-2-53-1,0 0-9-15,0 0-2 0,-3 8 0 0,3-8-51 0,3 3-10 16,-3-3-3-16</inkml:trace>
  <inkml:trace contextRef="#ctx0" brushRef="#br0" timeOffset="888.548">20580 947 2017 0,'-3'-16'42'0,"3"16"10"15,-3-5-42-15,3 2-10 0,3-7 0 0,-3 7 0 0,0-5 50 0,0 8 8 0,-3-5 2 0,3 5 0 16,0 0 16-16,-3-3 4 0,3 3 1 0,-6 0 0 16,0 0-13-16,-3 3-4 0,-3 2 0 0,0 3 0 15,-3 8-51-15,-6 5-13 0,1 0 0 0,-7 9 0 16,-3-1 0-16,0 2 0 0,-2 1 0 0,-7 8 0 16,6-3 0-16,-6 0 0 0,1 0 0 15,-4 3 0-15,0 2 0 0,1-2 0 0,-4 2 0 0,0 0 0 16,1-5 0-16,2 0 0 0,0-5 0 0,-2 3 0 15,5-12-100-15,-3 7-22 0,1-1-5 16,-1-6-1-16,6-7-51 0,1 5-10 0</inkml:trace>
  <inkml:trace contextRef="#ctx0" brushRef="#br0" timeOffset="1133.392">19898 1029 2030 0,'3'-8'57'0,"0"0"14"16,0 0-57-16,0 1-14 0,0 7 0 0,-3 0 0 16,0 0 105-16,0 0 19 0,0 0 3 0,3 2 1 0,0 11-52 0,3-5-9 0,-3 8-3 0,3 0 0 15,0 3-51-15,3-1-13 0,0 3 0 0,0 6 0 16,2-3 0-16,1-3 0 0,0 3 0 0,3 5 0 31,0 0 0-31,3 0 0 0,0 0 0 0,-3 3 0 0,2-3 0 0,1 5 0 16,0-5 0-16,0-2 0 0,0-1-8 0,0-2-5 0,-3 0-1 0,0 2 0 15,-1-4-124 1,1-4-25-16,3 3-5 0</inkml:trace>
  <inkml:trace contextRef="#ctx0" brushRef="#br0" timeOffset="1380.593">20562 1566 2109 0,'3'-5'88'15,"0"2"-70"1,0-2 28-16,3 0 6 0,0 2 0 0,3-2 1 16,0 2 52-16,2-2 11 0,4 2 1 0,3-5 1 15,3 3-35-15,3 0-7 0,3 2-2 0,2-5 0 16,1 3-54-16,6 2-12 0,-3-5-8 0,2-2 12 16,1 7 1-16,-3-5 1 0,-3 0 0 0,5 3 0 15,-5-3-14-15,3 0 8 0,0 0-8 0,-1 0 0 16,-2 3-12-16,0-3-9 0,-3 0-2 0,-4 3 0 15,-2-3-3-15,-3 5-1 0,-3-2 0 0,-3-3 0 16,0 3-186-16,-3 2-38 0,-3-5-7 0</inkml:trace>
  <inkml:trace contextRef="#ctx0" brushRef="#br0" timeOffset="1638.831">20916 1132 2066 0,'-24'-15'43'0,"18"15"10"0,0-6-42 0,6 6-11 0,0 0 0 0,0 0 0 16,0 0 104-16,0 0 20 0,0 0 3 0,0 0 1 16,0 0-52-16,0 0-9 0,0 0-3 0,0 8 0 15,0 5-51-15,3-5-13 0,-3 6 0 0,3 2 0 16,0-1 0-16,3 7 0 0,-3-1 0 0,0 0 0 16,0 3 0-16,3 5 0 0,-3 0 0 0,0 0 0 15,0 0 10-15,0 0-1 0,0 0 0 0,0 3 0 16,0-8-9-16,0 2 0 0,0-2 0 0,0 5 0 15,0-8 0-15,0 1-20 0,-3 1 3 0,3-1 1 16,-3-4-116-16,3 3-22 0,-3 0-5 0</inkml:trace>
  <inkml:trace contextRef="#ctx0" brushRef="#br0" timeOffset="1971.092">22044 1111 2268 0,'3'-2'96'16,"-3"-6"-77"-16,0 2-7 0,0-1 0 0,0 1-1 0,0 4 0 16,0 2 93-16,-3-8 20 0,3 8 3 0,-6 0 1 15,6 0-103-15,-6 0-25 0,0 0 0 0,-3 2 0 16,0 4 0-16,1 2 0 0,-4 5 0 0,0-5 0 15,-3 8 56-15,0-3 7 0,-3 5 1 0,0 1 0 16,0 5-52-16,1-3-12 0,-1 0 0 16,-3 3 0-16,0-3 0 0,-3 8 0 0,0-5 0 15,1 0 0-15,-1 2 0 0,0-2 0 0,0 0 0 0,-3 2 0 16,4-5-48 0,-1-2-13-16,0-1-3 0,3-2 0 0,-3 0 52 0,6 0 12 0,-2-3 0 0,2 1 0 31,-3-7-276-31,3-4-52 0</inkml:trace>
  <inkml:trace contextRef="#ctx0" brushRef="#br0" timeOffset="2241.615">21595 1074 1792 0,'0'-2'51'0,"-3"-6"10"16,3 2-49-16,0 1-12 0,0 5 0 0,0 0 0 15,0 0 105-15,0 0 19 0,0 0 3 0,0 0 1 0,3 11-74 0,3-3-14 0,0 2-4 16,0 3 0-16,0 1-6 16,2 2-2-16,1-1 0 0,3 7 0 0,-3-1-28 15,3-5 0-15,3 5 0 0,-3 3 0 16,3 2 0-16,0-2 0 0,0-3 0 0,2 3 0 0,-2 0 32 16,0 2 0-16,-3-2 0 0,3-3 0 0,3 0 0 15,-3-2 0-15,0-1 0 0,0 1 0 0,-1-6-32 0,-2 0 0 16,0 3 0-16,0-8 0 15,0 5-45-15,-3-5-15 0,3-2-4 0</inkml:trace>
  <inkml:trace contextRef="#ctx0" brushRef="#br0" timeOffset="2491.31">22458 1297 2169 0,'0'0'45'0,"3"-3"11"16,0-5-45-16,6 8-11 0,0-5 0 0,0 2 0 15,3-2 78-15,2 2 14 0,1-2 2 0,3-1 1 16,3 4-27-16,-3-6-6 0,6 3-1 0,-3 2 0 16,5-8-26-16,-2 9-6 0,6-6-1 0,0 3 0 15,-1 2-16-15,1-2-3 0,0 2-1 0,0 3 0 16,-3-5-8-16,-1 5 8 0,1 0-8 0,-3-6 8 15,-6 6-30-15,0 0-6 0,-6 0-2 0</inkml:trace>
  <inkml:trace contextRef="#ctx0" brushRef="#br0" timeOffset="2702.697">22589 1611 1789 0,'0'0'37'0,"0"0"9"0,0 0-37 16,6 0-9-16,6 0 0 0,-3 0 0 0,6-5 125 0,-1 2 23 0,1-4 5 0,3 1 1 16,6 4-48-16,0-9-10 0,3 3-1 0,2 0-1 15,1 0-43-15,0-5-9 0,3 2-2 0,-1-2 0 16,4 0-25-16,-3-3-6 0,0 0-1 0,5 0 0 16,-2-2-20-16,6-1-5 0,2-2-1 0</inkml:trace>
  <inkml:trace contextRef="#ctx0" brushRef="#br0" timeOffset="2988.18">24042 1050 2176 0,'0'0'45'0,"0"0"11"16,0 0-44-16,0 0-12 0,0 0 0 0,0 0 0 15,0 0 100-15,-6 0 19 0,0 0 3 0,-3 0 1 16,3 8-51-16,-3-2-9 0,0 2-3 0,0 0 0 16,-3 0-28-16,0 5-5 0,-3 3-2 0,0-1 0 0,0-1-5 0,1 2 0 15,-1-1-1-15,-3 1 0 0,-3 3-4 16,3-3-1-16,-3 5 0 0,0-5 0 16,1 5-14-16,-1-5 0 0,-3 5 8 0,3-5-8 15,-3 5 0-15,1-5 0 0,-1 5 0 0,0-5 0 0,3-3-15 16,0 3-5-16,0-3-2 0,4-2 0 15,-1-3-165-15,0 2-33 0,3-2-6 0</inkml:trace>
  <inkml:trace contextRef="#ctx0" brushRef="#br0" timeOffset="3252.283">23586 1050 2250 0,'0'-7'64'0,"-3"-1"14"15,3 2-62-15,0 6-16 0,0 0 0 0,0 0 0 16,0 0 88-16,0 0 16 0,0 0 2 0,6 14 1 16,-3-7-52-16,3 7-11 0,3 2-1 0,-3-1-1 15,3 7-5-15,3-7-1 0,0 7 0 0,0-1 0 16,2 3-10-16,1-3-2 0,0 3-1 0,3 5 0 16,0-5-7-16,-3 2 0 0,3 3-1 0,-1-5 0 15,1 0-15-15,-3-3 11 0,3 0-11 0,0 0 10 16,0 0-10-16,-3-5 0 0,3 0 9 0,-1 0-9 15,-2-3-66-15,0 0-18 0,3-5-3 0</inkml:trace>
  <inkml:trace contextRef="#ctx0" brushRef="#br0" timeOffset="10161.527">22964 9057 1675 0,'3'-10'78'0,"0"4"-70"0,0 1-8 0,0 0 0 0,0-3 0 15,3 5 76-15,-3-2 12 0,0 0 4 0,3-1 0 32,-3 4-37-32,0-1-7 0,-3 3-2 0,6 0 0 0,-6 0-14 0,3 0-2 0,-3 0-1 0,6 5 0 15,0 3-29-15,-1 0 0 0,-2 0 0 0,3 5 0 16,-3 3 0-16,0 0 0 0,3 3 0 0,-3-1 0 15,0 1 0-15,3-1 0 0,0 1 0 0,0-3 0 16,3-1 13-16,-3-1-3 0,3-4-1 0,0 1 0 16,3-3-9-16,0 0 0 0,0-3 0 0,-1 0-11 15,4-5 11-15,0 3 0 0,3-6 0 0,0 1 0 16,0-4 0-16,3-2 0 0,-1 1 0 0,1-7 0 16,3 4 0-16,0-9 0 0,-3 3 0 0,3-5 0 15,-1 0 0-15,4-3-10 0,3-2 10 0,0-1-10 16,2 3 10-16,1 1 9 0,3-1-1 0,0 0-8 15,-4 0 0-15,-2 0 0 0,-3 1 0 0,3-1 0 16,-6 0-9-16,-1 0-3 0,-2-2 0 0,-3 4 0 16,0 1-36-16,0 0-7 0,-6 0-1 15,0 5-1-15,-3 3-6 0,-1 0-1 0,-5 5 0 0</inkml:trace>
  <inkml:trace contextRef="#ctx0" brushRef="#br0" timeOffset="10563.98">23455 8943 1922 0,'0'0'54'0,"0"0"13"0,0 0-54 15,0 0-13-15,0 0 0 0,0 0 0 0,-6 6 26 0,3 2 2 0,0-3 1 0,-3 6 0 16,3-1 8-16,0 6 2 0,0-3 0 0,0 8 0 15,0-2-28-15,0 2-11 0,3 0 8 0,-3 3-8 16,3 0 0-16,0-3 0 0,0 0 0 0,0 0 0 16,3-5 0-16,0 0 0 0,0 0 0 0,0-3 0 15,3-2 22-15,-3-1-1 0,3-2 0 0,0 0 0 16,3-2-21-16,-3-4-10 0,3 1 1 0,0 0 0 16,3-3 40-16,0 0 8 0,3-3 1 0,2-2 1 15,1-1-18-15,3 1-4 0,3-3-1 0,0-2 0 16,0-1-9-16,2-2-1 0,1-3-8 0,0-3 12 15,0-5-12-15,0 1 0 0,2-6 0 0,1-1 0 16,0 4 8-16,6-3-8 0,-1 0 0 0,4 0 0 16,-3 2 8-16,2-2-8 0,1 0 0 0,0 0 0 15,-3 5-15-15,-4-2-9 0,1-1-1 0,0 6-1 16,-4 0-59-16,1 5-12 0,-3 3-3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2:50:22.7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10069 9856 1676 0,'0'-8'48'0,"0"0"9"16,3 3-45-16,-3-3-12 0,3 0 0 0,-3 3 0 15,3 0 76-15,0 2 12 0,-3-2 4 0,0 5 0 16,0 0-40-16,0 0-8 0,0 0-2 0,6 8 0 16,0-3-21-16,-3 6-4 0,3-1-1 0,0 3 0 15,0 1-16-15,0 2 0 0,0-1 8 0,3-1-8 0,0 1 8 16,0-1-8-16,0-4 12 0,0 1-12 15,2-1 0-15,1-2 0 0,0-2-10 0,0-1 10 16,3-5 0-16,0 0 0 0,0 0 0 0,0-3 0 0,0-2 16 16,2-3 8-16,1 0 2 0,0-2 0 15,3-6 2-15,0 0 0 0,0-5 0 0,2 0 0 0,-2-1-11 16,0 1-1-16,0-3-1 0,0 1 0 0,0 1-15 0,-1 1 0 0,1-3 8 16,3 3-8-16,-3-3 0 0,3-2 9 0,-3-1-9 15,-1 1 8-15,-2 2-8 0,0-2 0 0,0 2 0 0,-3 0 8 16,0 3-32-1,-3 5-8-15,-3 0 0 0,-3 3-1 0,0 2-107 16,-3 3-20-16,-1 6-5 0</inkml:trace>
  <inkml:trace contextRef="#ctx0" brushRef="#br0" timeOffset="348.944">10492 9766 1824 0,'0'0'76'16,"0"0"-60"0,0-5 74-16,0 5 15 0,0 0 3 0,0 0 1 15,0 0-32-15,0 0-6 0,0 0-2 0,0 0 0 16,0 0-44-16,0 0-9 0,3 8-1 0,0 0-1 16,0 3-14-16,0 2 0 0,0 3 0 0,0 2 0 15,3 1 8-15,-3-3 0 0,3 2-8 0,0 1 12 16,0-4-12-16,3-1-8 0,-3-4 8 0,-1 1-13 15,1-3 13-15,3 0-9 0,-3-6 9 0,3 4-8 0,0-4 26 0,0-2 6 0,3 3 0 0,0-6 1 16,3-2 22-16,0 0 4 16,0-3 1-16,2-3 0 0,4 1-23 15,0-4-4-15,3 1-1 0,-3-3 0 16,0 0-9-16,2 1-3 0,-2-1 0 0,3-3 0 0,-3 3-12 16,0-2 9-16,3-1-9 0,-1-2 8 0,1 5-8 0,-3-2 0 15,3-1 0-15,3-2-11 16,-1 0-77-16,-2-3-15 0,3 0-3 0</inkml:trace>
  <inkml:trace contextRef="#ctx0" brushRef="#br0" timeOffset="45025.792">20726 17358 1552 0,'-6'10'44'0,"-3"1"10"16,6 2-43-16,-3-2-11 0,3-3 0 0,3 5 0 0,-3-3 0 0,6 1 0 0,-3 2 0 0,3 1 0 15,-3-1 0-15,3 0 0 0,0 0 0 0,3-2 0 16,-3 2 25-16,3 0 3 0,-3 0 1 0,3 3 0 15,-1-5-9-15,1 2-1 0,3 0-1 0,0 1 0 16,0-1-1-16,0-3 0 0,0 1 0 0,3 0 0 16,0-3 16-16,3-1 3 0,-3-1 1 0,3-1 0 15,2-2 6-15,1-1 1 0,3-2 0 0,0 0 0 16,0-2 0-16,0-1 0 0,2-2 0 16,4-3 0-16,0-3-8 0,6-5 0 0,2 1-1 0,4-7 0 15,3 1-15-15,0-3-2 0,-1-2-1 0,4-3 0 16,-1-3-17-16,-2-2 0 0,3-1 0 0,-1-4 0 15,1-4 0-15,3-2 0 0,-4-2-12 0,7-4 3 16,-9 4-39-16,-4-1-7 0,1 3-1 0,-3-3-1 16,-1 3-96-16,-2 3-19 0,0 0-4 0</inkml:trace>
  <inkml:trace contextRef="#ctx0" brushRef="#br0" timeOffset="45462.931">21098 17654 1302 0,'-6'-3'36'0,"-3"1"10"0,3-1-37 0,0 1-9 0,3-4 0 0,0 1 0 15,0 2 32-15,3 3 5 0,-3-5 1 0,0 0 0 16,3 2-7-16,0-2-2 0,0 5 0 0,0-6 0 16,0 6 19-16,0-5 4 0,0 5 1 0,3-2 0 15,0-4-33-15,0 4-8 0,0-1 0 0,0 0-1 16,0 3-11-16,3-2 0 0,0 2 0 0,0 0 0 16,3 0 28-16,-3 2 4 0,3 1 1 0,2 2 0 15,1 1-53-15,0 1-10 0,3 1-2 0,0 3-1 16,-3 0 46-16,6-1 10 0,0 1 1 0,-1-1 1 15,4-2-25-15,-3 0 0 0,3 0 0 0,0-3-11 16,0-2 11-16,-3 0 0 0,2-1 0 0,-2-2 0 16,3 0-18-16,0-5-2 0,0 2 0 0,3-2 0 15,2-5 68-15,1-1 12 0,3-5 4 0,3 0 0 16,-1-5-12-16,7-3-1 0,0 0-1 0,5-10 0 16,-2 0-29-16,6-6-5 0,2-5-2 0,7-8 0 15,-4-3-49-15,7-2-9 0,0-8-3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2:52:21.55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22693 4805 1706 0,'-6'-3'72'0,"0"1"-58"15,0-3 82-15,0-1 17 0,0 4 3 0,-3-4 1 16,0 4-24-16,1-4-5 0,-4 4 0 0,0-4-1 16,-6 4-43-16,0 2-9 0,0-5-2 0,-6 2 0 15,4 6-17-15,-7 2-3 0,3-5-1 0,-3 2 0 16,3 4-3-16,0-1-1 0,-2 3 0 0,2 0 0 15,6 0-8-15,0 2 0 0,0 1 0 0,3 0 0 16,6-1 0-16,1 3 0 0,2-2 0 0,3 2 0 16,3 0 0-16,6 6 0 0,0-8-10 0,5 7 10 15,1-2-10-15,6 5 10 0,0-2-10 0,3 2 10 16,0-3 0-16,3 4 0 0,2-4-8 0,1 3 8 16,0 0 0-16,-3-7 0 0,0 1 0 0,-1 4 0 15,-5-3 0-15,-3 0 0 0,-3-3 0 0,-3 3 0 16,-3-3 0-16,-6 0 0 0,0 1 0 0,-6-1 0 15,-3 3 0-15,-6-8 0 0,-6 2-15 0,0 1 5 16,-5-1-9-16,-4-2-1 0,0 0-1 0,0 3 0 0,-2-1 21 16,2-2 0-16,3 0 0 0,-3 3 8 15,4-6-108-15,2 0-23 0,0 1-4 0</inkml:trace>
  <inkml:trace contextRef="#ctx0" brushRef="#br0" timeOffset="388.675">22869 5038 2322 0,'9'-8'66'0,"-3"3"14"0,0-3-64 0,0 5-16 0,-4-2 0 0,-2 5 0 15,0 0 92-15,0 0 16 0,0 0 4 0,0 0 0 16,-5 5-59-16,-4-5-11 0,3 5-2 0,-6 3-1 16,3 3-25-16,-3 2-5 0,-3 0-1 0,3 6 0 15,0-6-8-15,0 3 8 0,3 0-8 0,-3 0 8 16,7 0-8-16,-1 0 0 0,0 2 0 0,3-2 0 15,3-3 0-15,3 0 0 0,0 1 0 0,6-1 0 16,-1-3-10-16,4-2 10 0,6 0-13 0,0 0 5 16,3-5 8-16,0 0-12 0,3-1 12 0,2-2-12 15,-2-2 12-15,-3-1 0 0,3-2 0 0,-3-3 0 16,-1 0 8-16,1-3-8 0,-3 1 10 0,0-1-10 16,-3-2 34-16,0 0 1 0,-3-1 0 0,0-2 0 15,-3-2 5-15,-3-1 2 0,-1 1 0 0,-5-1 0 16,0-7-17-16,-3 5-3 0,1-3-1 0,-4 3 0 15,-3 0-11-15,-3 2-2 0,0 3-8 0,-3 0 12 16,0 3-12-16,0 0 0 0,0 2 0 0,-3 6-10 16,1-6-15-16,-4 6-3 0,3-3-1 0,-3 6 0 15,3-1-29-15,3 0-6 0,0 1 0 0,6 2-1 16,1 2-155-16,8-2-30 0,0 0-6 0</inkml:trace>
  <inkml:trace contextRef="#ctx0" brushRef="#br0" timeOffset="644.953">23494 4879 1831 0,'24'-5'38'0,"-15"5"9"0,-3-5-38 0,-1 5-9 0,1-3 0 0,-6 3 0 16,0 0 147-16,0 0 27 0,0 0 6 0,0 0 0 15,0 0-80-15,0 0-17 0,3 8-3 0,-6 0-1 16,3 2-32-16,-3 4-7 0,-3-1 0 0,4 8-1 16,-4-5-14-16,0 5-2 0,0 0-1 0,0 3 0 15,3 0-11-15,-3 0-3 0,3 2 0 0,-3-2 0 16,3 0-8-16,0 0 0 0,0-1 0 0,0-1 0 15,0-1 0-15,-3 3 0 0,3-6 8 0,0 3-8 16,0-2-8-16,-3 2-4 0,3 3-1 0,0-3 0 16,-3-3 13-16,3 1 0 0,0-3 0 0,0-3 0 15,0 3-54-15,0-5-8 0,0-1-2 0,0-2 0 16,0 0-153-16,0-3-31 0</inkml:trace>
  <inkml:trace contextRef="#ctx0" brushRef="#br0" timeOffset="901.412">23547 4964 1580 0,'-3'-24'67'16,"3"-2"-54"-1,0 2 135-15,0 3 28 0,3-1 4 0,0 1 2 0,3 5-54 0,0 6-10 0,3-6-2 0,0 8-1 16,6 3-43-16,0-3-9 0,3 3-2 0,0 2 0 16,2 3-9-16,-2 3-1 0,3-3-1 0,-3 5 0 31,0 3-14-31,0 0-4 0,0 2 0 0,-7 3 0 0,4-2-15 0,-6 5-3 0,0-3-1 0,-3 3 0 15,0 3-13-15,0-4 11 0,-3 4-11 0,0-6 10 16,-3 6-10-16,-3-3 0 0,0 2 9 16,-3-2-9-16,0 0 0 0,-3-3 0 0,0 0 0 15,-6 3 0 1,-2-3-25-16,-1 3-7 0,-6-8 0 0,0 5-1 16,-3-5-118-16,1 3-23 0,-4-3-5 0</inkml:trace>
  <inkml:trace contextRef="#ctx0" brushRef="#br0" timeOffset="1670.855">23110 5797 2017 0,'0'0'42'0,"0"0"10"0,0 0-42 0,0 0-10 0,0 0 0 0,-3 8 0 15,0 3 76-15,0-1 12 0,0 4 4 0,0-1 0 16,0 3-36-16,-3 2-6 0,3 1-2 0,0 5 0 16,0-3-24-16,-3 3-4 0,0-1-2 0,3 1 0 15,-3 3-10-15,0-1-8 0,0 1 12 0,0 4-12 16,0-1 8-16,0 1-8 0,-2 6 0 0,2-2 0 16,-3-4 9-16,3-1-1 0,0-1-8 0,-3 0 12 15,3-5-12-15,-3-1 0 0,3 1-9 0,0-3 9 16,3-5-10-16,-3 0 10 0,3-3-10 0,0-2 10 15,0 0 0-15,3-4 0 0,0-1 0 0,0-1 0 16,0-5 33-16,0 0 7 0,0 0 0 0,6-3 1 16,-3-2-27-16,3-3-6 0,-3 0 0 0,0-5-8 15,0 0 31-15,0-3-1 0,-3-3 0 0,0 1 0 0,-3-1-6 16,0 1 0-16,-3-3-1 0,-3 2 0 0,0 1-7 16,0 2-2-16,-6-3 0 0,1 6 0 0,-1 0 1 0,-3 0 0 0,-3 5 0 15,0 2 0-15,0 4-6 16,0 2-1-16,1 0 0 0,-1 5 0 0,3 0-8 0,0 6 0 0,3-3 0 15,3 5 0-15,0-2 0 0,3 2-9 0,3 3 9 16,0-3 0-16,4 3-10 0,-1 0 10 0,6 0-8 16,-3-1 8-16,5-1-9 0,1 2 9 15,3-3-10-15,0 0 10 0,6 0-15 0,0-2 3 0,3 2 1 0,0-5 0 32,3 3-22-32,-1-4-5 0,4-1-1 0,3-1 0 15,-3-2-189-15,3-3-37 0</inkml:trace>
  <inkml:trace contextRef="#ctx0" brushRef="#br0" timeOffset="1929.171">23375 6263 2224 0,'0'0'63'0,"0"0"14"0,0 0-61 0,0 0-16 0,0 0 0 0,0 0 0 16,3-3 84-16,3 1 15 0,0-1 2 0,3 0 1 15,-1 1-38-15,1 2-7 0,3-3-1 0,0 1-1 16,3 2-17-16,0-3-3 0,0 0-1 0,0 3 0 16,3 0-14-16,2-2-2 0,1-1-1 0,0 3 0 15,0-3-9-15,-3 3-8 0,3 0 12 0,-1 0-12 0,-2 0 0 16,-3 0 0-16,3 3 0 0,-3 0 0 16,-3-3-38-16,0 2-8 0,-3 4-2 0,0-4 0 15,-3 3-165-15,-6 3-34 0</inkml:trace>
  <inkml:trace contextRef="#ctx0" brushRef="#br0" timeOffset="2147.775">23396 6480 1900 0,'0'0'40'0,"0"0"8"0,0 0-39 0,0 0-9 0,3 0 0 0,3 0 0 15,2 0 109-15,-2 0 20 0,3-3 4 0,0 1 1 16,3 2-38-16,0-3-7 0,3 0-1 0,-3 1-1 15,6-1-31-15,-3-2-7 0,2 2-1 0,4-2 0 16,-3 0-17-16,0-1-4 0,3 1-1 0,-3 0 0 16,3 2-18-16,-1-2-8 0,1 0 0 0,0-1 8 15,0 1-63-15,-3-3-13 16,3 0-2-16,-4 3-1 0,-2-3-186 16,3 3-38-16</inkml:trace>
  <inkml:trace contextRef="#ctx0" brushRef="#br0" timeOffset="2405.068">24229 6104 2370 0,'0'0'67'0,"0"0"15"0,0 0-66 16,0 0-16-16,0 0 0 0,-6 0 0 0,6 0 87 0,-6 3 13 0,6-3 4 16,-6 5 0-16,3 1-42 0,0 1-8 15,0 1-2-15,0 3 0 0,0 2-11 0,0 0-2 0,3 1-1 0,0 2 0 16,-3 2-10-16,3 1-1 0,0 2-1 0,-3 0 0 15,3-3-11-15,-3 4-3 0,3-4 0 0,-3 6 0 16,3-5-12-16,0-1 0 16,0 1 8-16,0-1-8 0,0 1 0 0,0-6 0 0,0 3 0 0,0-3 0 15,0 0 0-15,0 0-18 0,0 1 2 0,0-1 1 32,0-3-185-32,0-2-38 0</inkml:trace>
  <inkml:trace contextRef="#ctx0" brushRef="#br0" timeOffset="11197.358">15103 11407 1337 0,'0'0'28'0,"0"0"6"15,0 0-34-15,0 0 0 0,0 0 0 0,0 0 0 16,0 0 0-16,-6 0 0 0,6 0 0 0,0 0 0 15,-6 0 58-15,6 0 5 0,0 0 1 0,0 0 0 16,0 0 0-16,0 0 0 0,0 0 0 0,0 0 0 16,0 0-52-16,0 0-12 0,0 0 0 0,0 0 0 15,6 3 0-15,-3 2 0 0,3-3 0 0,3 1 0 16,0 0 0-16,0-1 0 0,2 1 0 0,1 2 0 16,3-2 0-16,0 0 0 0,3-1 0 0,-3 1 0 15,3 0 0-15,3-1 0 0,-4-2 0 0,4 3 0 16,0 0 0-16,0-3 0 0,0 0 0 0,3 2 0 0,-1-2 0 15,4 0 0-15,0 0 0 0,0 3 0 0,2-3 11 16,-2 2-1-16,3 1 0 0,0 0 0 0,0-1-10 0,-1 1-14 16,1-3 3-16,0 3 1 0,3-1 10 0,-4-2 0 0,4 0 0 15,3 0 0-15,0 0 11 0,-1 3 4 0,4-3 1 16,0 3 0-16,-4-3-8 0,1 2-8 0,0-2 11 16,6 0-11-16,-7 3 17 0,4-3-3 15,3 0-1-15,-4 0 0 0,4 3 3 0,-3-1 0 16,2 1 0-16,1 2 0 0,-6-5-1 0,2 3 0 0,1-3 0 0,-3 0 0 15,3 0-5-15,-1 2-1 0,1 1 0 0,3-3 0 16,-7 3-9-16,1-1 12 0,3-2-12 0,-4 3 12 16,1-3-4-16,0 0-8 0,0 0 12 0,-1 0-4 15,4 3 3-15,-3-1 0 0,2-2 0 0,1 3 0 16,-6-3-11-16,3 0 10 0,-1 0-10 0,-2 0 10 16,3-3-10-16,0 1 0 0,2-1 0 0,1 0 8 15,-3 3-8-15,2-2 0 0,1 2 0 0,0-3 0 16,-4 0 0-16,-2 1 8 0,0-3-8 0,3 2 0 15,-1-2 0-15,4-1 0 0,-3 4 0 0,5-1 0 16,-5 0 0-16,3 3 0 0,-3-2 0 0,-1-1 0 16,1 3 0-16,-3-3 8 0,-1-2-8 0,1 0 0 15,0 2 0-15,0 1 0 0,2-1 0 0,1 0 0 16,-3 3 0-16,0 0 0 0,-1 0 0 0,1 0 0 16,0-2 0-16,-3-1 0 0,-1 0 0 0,4 1 0 15,-3-1 0-15,3 0 0 0,-1 3 0 0,4-2 0 16,-3 2 0-16,0 0 0 0,2 2 0 0,-2-2 0 0,0-2 0 15,-3 2 0-15,-4-3 0 0,4 3 0 0,3-3 0 16,-3 1 0-16,-1 2 0 0,4-3 0 0,0 3 0 0,-3 0 0 16,2 0 0-16,-2 0 0 0,0 0 0 0,-3 0 8 0,2 0-8 15,1-3 0-15,-3 1 0 0,3-1 0 0,0 3 0 0,-1-2 0 16,-2-1 0-16,6 3 0 0,-3 0 0 16,-1 0 0-16,-2 0 0 0,3 0 0 0,-3 3 0 0,-3-3 0 15,-1 0 0 1,1 0 0-16,-3-3 0 0,0 3 0 0,0-3 0 0,0 1 0 0,-1-1 8 0,1 3-8 15,0 0 0-15,0-3 0 0,0 3 0 0,3 0 0 16,-7 0 0-16,4 0 0 0,-3 3 9 0,0-3-9 16,3 0 11-16,0 0-3 0,-4 0 0 0,4 0 0 15,-3 0 0-15,-3 0-8 0,3 0 12 0,0-3-4 16,-3 3-8-16,3 0 0 0,-1-2 9 0,-2 2-9 16,3-3 0-16,0 3 8 0,0 0-8 15,0-3 0-15,0 3 0 0,-1 0 0 0,1 0 0 0,-3 0 0 16,3 0 0-16,-3 0 0 0,3 0 0 0,-3 3 8 15,0-3-8-15,2 0 0 0,-2 0 0 0,0 3 8 16,0-3-8-16,0 0 0 0,0 0 8 0,-3 0-8 16,0 0 0-16,0 2 8 0,-1-2-8 0,1 0 0 15,0 0 0-15,0 3 8 0,-3-3-8 0,0 3 0 16,3-3 10-16,-3 2-2 0,0 1-8 0,0-3 12 16,0 3-1-16,0-1-1 0,-1 1 0 0,-2-1 0 15,3 1 1-15,0 0 0 0,-3-1 0 0,3 4 0 16,0-4-11-16,0 4 0 0,0-4 9 0,0 4-9 0,-3-1 8 15,3 0-8-15,0-2 10 0,0 5-10 0,-3-3 8 0,3 0-8 16,-4 3 0-16,4-2 0 0,-3 2 10 0,0-1-10 16,0 1 10-16,0 0-10 0,0 0 13 0,3 0-3 15,-3 0-1-15,0 3 0 0,-3-1-1 0,3-2 0 0,0 3 0 16,-3-1 0-16,0 4-8 0,0-4 10 0,0-2-10 16,0 5 10-1,-3-2-10-15,3 2 0 0,-3 0 9 0,0 1-9 0,-3-4 0 16,3 3 9-16,0 1-9 0,-3-1 0 0,0 3 8 0,3-6-8 0,-3 4 0 15,-3-4 0-15,3 3 8 0,0-2-8 0,-3 2 0 16,3 0 0-16,0 1 0 0,-3-1 8 0,3 3-8 0,0 0 0 16,0 0 0-16,0 2 0 0,0-2 0 0,0 2 0 15,0 1 0-15,3 0 0 0,-3-1 0 0,0-2 0 16,3 0 0-16,-3 0 0 0,3-3 0 0,-3 0 0 16,3 3 0-16,0-3 0 0,0 0 0 0,-3 1 0 15,3-1 0-15,0 0 0 0,0-2 0 0,0-1 0 16,0 1 0-16,0 0 0 0,0-1-10 0,0 1 10 15,0-1 0-15,0-2 0 0,0 0-9 0,0 3 9 16,0-1 0-16,0 1 0 0,0-3 0 0,0 2 0 16,0 1 0-16,0 0 0 0,3-1 0 0,-3 1 0 15,0-1 0-15,0 1 0 0,0-3 0 0,0 2 0 16,0 1 0-16,0-3 0 0,-3 3 0 0,3-1 0 16,0-2 0-16,0 3 0 0,0-3 0 0,0 0 0 15,0 2 0-15,0-2-8 0,0 0 8 0,0 0 0 16,3 0-12-16,-3-3 12 0,0 3-12 0,0-3 12 0,0 1 0 15,0-1 0-15,0-5 0 0,0 5 0 16,0 1 0-16,0-1 0 0,0 3 0 0,0-3 0 0,0 0 0 16,0-5 0-16,0 0 0 0,0 6 0 0,0-6 0 0,0 5 0 0,0-5 0 15,-3 5 0-15,3-5 0 0,0 0 8 0,-3 6-8 0,3-6 0 16,-3 2 12-16,3-2-3 0,-3 5-1 0,3-5 0 16,-3 3 4-16,-2 0 0 0,-1 2 0 0,3-5 0 15,-3 3 4 1,0-1 0-16,0-2 1 0,0 0 0 0,-3 0-5 0,3 0-2 0,-3 0 0 0,0 3 0 15,0-3-2 1,0 0-8-16,0 0 12 0,0 3-4 0,-3-3-8 0,3 2 10 0,-2-2-10 0,-4 0 10 16,3 3-10-16,-3-3 0 0,3 3 0 15,-3-1 0-15,3 1 10 0,0-3-10 0,-3 3 12 0,1-1-12 16,-1-2 0-16,0 3 0 16,-3-3 0-16,0 0 0 0,0 0 12 0,0 0-12 0,0 0 12 0,-2 0-12 15,2 0 11-15,-3 0-11 0,-3 0 10 0,0 0-10 16,0 0 13-16,1 0-3 0,-1 0-1 0,0 2 0 15,0-2-1-15,0 0 0 0,1 0 0 0,-4 0 0 16,-3 0-8-16,0-2 8 0,1 2-8 0,-7 0 8 16,3-3-8-16,-3 3 0 0,-2 0 0 0,2 3 0 15,0-3 0-15,3 2 8 0,1 1-8 0,-4-3 0 16,0 0 8-16,-2 0-8 0,-1 0 8 0,-3 0-8 16,4 0 0-16,-1 0 8 0,0 3-8 0,-3-1 0 15,4-2 0-15,-1 0 8 0,0 0-8 0,-2 3 0 16,-1-3 0-16,3 0 0 0,-5 3 8 0,2-3-8 0,3 2 0 15,4-2 0-15,-1 3 0 0,-3-3 0 0,3 3 8 0,1-3-8 16,-4-3 8-16,0 3-8 0,4 3 8 0,-1-3-8 16,0 2 8-16,3 1-8 0,1-3 0 15,2 3 0-15,3-1 8 0,-3 1-8 0,4-3 0 0,-4 0 0 0,3 0 0 16,-6 0 0-16,7 0 0 0,-1 0 0 16,-3 0 0-16,3 0 0 0,0 0 0 15,4 3 0-15,-1-1 0 0,-3-2 0 0,6 3 0 0,0-1 0 16,0 1 0-16,4 0 8 0,-4-3-8 0,0 0 0 0,-3 0 0 15,3-3 0-15,-3 3 0 0,1 0 0 0,2 0 0 0,-3 0 0 16,0 0 0-16,0 3 0 0,1-1 0 16,-1 1 0-16,3-3 0 0,0 5 8 0,0-2-8 0,0 0 8 15,1-1-8-15,2 1 0 0,0-3 0 0,-3 3 0 16,0-3 0-16,-3 2 0 0,4-2 0 0,-4 0 0 16,0 3 0-16,0-3 0 0,0 2 8 0,-3-2-8 15,4 0-15 1,-1 3-5-16,0 0 0 0,3-1-1 0,0-2 37 0,1 3 8 0,2-3 2 0,-3 3 0 15,0-3-26-15,3 0 8 0,-3-3-8 0,-3 3 0 16,4 0 0-16,-4-3 0 0,3 1 8 0,-3-1-8 16,0 3 0-16,1-3 0 0,-1 3 0 0,0 0 0 15,-3 0-19-15,6 0-9 0,-3 0-1 0,1 0-1 16,-1 0 48-16,0 0 10 0,0 0 1 0,0 0 1 16,-2 0-30-16,-1-2 0 0,3-1 0 0,-6 3 0 15,3 0 0-15,1 0 8 0,-4 0-8 0,3 0 0 16,0 0-22-16,4 3-7 0,-1-3-2 0,0 0 0 15,0 0 50-15,-3 0 9 0,3 0 3 0,-2 0 0 16,-1 2-31-16,0-2 0 0,0 0 0 0,-2 0 0 16,2 0 0-16,-3 0 0 0,0 3 0 0,3-3 0 15,1 3-19-15,-1-1-9 0,3 1-3 0,0 0 0 0,-3 2 31 16,1-2 0-16,-1-1 0 0,-3 1 0 0,3 0 19 0,-2-1 9 0,-1 1 3 16,0 0 0-1,0-1-50-15,3 3-9 0,1-2-3 0,-1 2 0 0,0-2 31 0,3 0 0 16,0-1 0-16,1 4 0 0,-1-6 0 0,-3 2 0 0,3 1 0 0,0 0 0 15,-2-1 19-15,-1-2 9 0,3 3 3 0,0 0 0 16,0-1-50-16,4-2-9 16,-4 3-3-16,3-1 0 0,3-2 31 0,0 0 0 0,0 3 0 0,1-3 0 15,-1 3 0-15,3-3 0 0,0 0 0 0,0 0 0 16,0 2 0-16,-3-2 0 0,3 0 0 0,-2 3 0 16,-1-3 19-16,0 0 9 0,0 0 3 0,0 3 0 15,0-3-23-15,0 0-8 0,0 0 0 0,1 0 0 16,-1 0-20-16,0 0-11 0,3 0-1 15,-3 2-1-15,3-2 33 0,0 0 0 0,1 3 0 0,-1-3 0 16,0 0 44-16,0 0 16 0,3 0 4 0,-3 0 0 16,3 0-52-16,-3 3-12 0,3-3 0 0,-2 0 0 15,-1 0 0-15,3 2 0 0,0-2 0 0,-3 0 0 16,3 0-18-16,0 0-6 0,0 0-2 0,0 0 0 16,0-2 26-16,0 2 0 0,1 0 0 0,2 0 0 15,0-3 0-15,-3 0 0 0,3 3 8 0,0-2-8 16,3-1 21-16,-3 0 0 0,3-2 0 0,0 2 0 15,-3 1-21-15,3-1-10 0,3 1 1 0,-3-4 0 16,0 1 9-16,0 0 11 0,0-1-3 0,4 1 0 16,-4 0-8-16,3-3 0 0,0 3 0 0,-3-6 0 0,3 3 0 15,0 0 0-15,0 0 0 0,-3 0 0 16,3 0 0-16,0-2 0 0,0-1 0 0,0-2 0 0,0 2 0 0,3 1 0 16,-3-1 0-16,3-2 0 15,-3 2 0-15,0-2 0 0,3-3 0 0,-3 3 0 16,0-3 0-16,3-2 0 0,-3-1 0 0,3 1 0 0,-3-4 0 15,3-1 0-15,0-1 0 0,3-3 0 0,-3 1 0 0,3-1 0 0,-3 1 0 0,3-1 0 16,0 4 0-16,0-1 0 16,3 3 0-16,-3-3 0 0,3 3 0 0,0-3 0 0,0 0 0 0,0 0 0 15,0 0 0-15,0-2 0 0,3-3 0 0,-4 2 0 16,1-2 0-16,0 0 0 0,3 3 0 0,-3-3 0 16,3 5 0-16,-3 3 0 0,0-3 0 0,3 3 0 15,-3 2 22-15,0 1-1 0,0-4 0 0,0 4 0 16,0-1-21-16,0 1 0 0,0-3 0 0,-3-1 0 15,3 1 0-15,-3 3 0 0,3-3 0 0,0 2 0 16,-4 1 0-16,4-1 0 0,0 3 0 0,-3 0 0 16,3 3 0-16,-3 0 0 0,0 2 0 0,0 3 0 15,3-2 0-15,-3 2 0 0,0 0 0 0,0 0 0 16,0 3 0-16,0-1 0 0,0 1 0 0,0 2 0 16,0 1 0-16,-3 2 0 0,0-3 0 0,0 3 0 15,0 0 0-15,0 0 0 0,0 0 0 0,0 0 0 16,0 0 0-16,0 0 0 0,0 0 0 0,0 0 0 15,0 0 0-15,0 0 0 0,6-3 0 0,-6 3 0 16,3 0 0-16,-3 0 0 0,6 3-9 0,-3-3 9 16,3 3 0-16,0-3 0 0,-3 2 0 0,3 1 0 0,0 0-8 0,0-1 8 15,0-2 0-15,3 3 0 0,-4 0 0 0,1-1 0 0,3-2 0 16,0 3 0-16,0 0-8 0,0-1 8 16,3-2 0-16,-3 3 0 0,3-3 0 0,3 0 0 15,0 3 0-15,0-3 0 0,2-3-10 16,4 3 10-16,-3 0 0 0,6-3-9 15,3 1-96-15,-1-4-19 0,1 1-4 0</inkml:trace>
  <inkml:trace contextRef="#ctx0" brushRef="#br0" timeOffset="20123.816">17192 7912 1341 0,'0'0'56'0,"0"0"-44"16,0 0 96-16,0 0 20 0,0 0 4 0,0 0 1 16,-6 0-41-16,0-3-8 0,0 0-1 0,-2 1-1 15,2 2-22-15,-3-3-4 0,0 3 0 0,-3-3-1 16,3 3-5-16,-3 0-1 0,0 0 0 0,-3 0 0 16,3 3 12-16,-3-3 3 0,1 3 0 0,-1-3 0 15,0 2-64-15,0 1-20 0,-3 0 0 0,0-1 0 16,0 1 20-16,-3-1 0 0,1 1 11 0,-4 2-11 15,0-2 11-15,0 2-11 0,3 1 10 0,-2-1-10 16,-1 0 9-16,6-2-9 0,-3 2 8 0,3-2-8 16,0 2 9-16,6-2-9 0,-2 2 10 0,2-2-10 15,3 2 0-15,0-2 0 0,0-1 0 0,3 4 0 16,0-4 0-16,0 3 0 0,6-5 0 0,-6 6 0 16,3-1 0-16,3-5 0 0,-3 5-8 0,0 1 8 15,0 2 0-15,3-8 0 0,0 5 0 0,-3 3 0 16,0 0 0-16,3-3 0 0,0 3 0 0,0 0 0 15,-3 0-8-15,3 0 8 0,0 0 0 0,-3 2 0 16,3-2 0-16,0 0 0 0,-3 0 0 0,3 3 0 16,0-3 0-16,-3 2 0 0,3 1 0 0,0 2 0 0,0 0 0 15,0 1 0-15,3-1 0 0,-6 3 0 0,3 2 0 16,-3-2 0-16,3 3 0 0,0-1 0 0,0 1 0 0,0-1 0 0,0 3 0 16,0-2 0-16,0-1 0 0,-3 4 0 15,3-4 0-15,0 3 0 0,0 0 0 16,-3 1-8-16,3-1 8 0,0 3 0 0,0-1 0 0,0 1 0 0,0 3 0 0,3 2 0 15,-3-5 0-15,3 5 0 0,-3-3 0 0,0 1 0 16,3 2 0-16,-3-3 0 0,3 1 0 0,-3-1 0 16,3 0 0-16,-3 1 0 0,0 2 0 15,0 0 0-15,0 0 0 0,3 3 0 0,-3 0 0 0,0 0 0 16,0-1 0-16,0-2 0 0,0 0 0 0,0 3 0 16,0-5 11-16,0 2-11 0,-3 0 12 15,3 0-12-15,-3 0 8 0,3 3-8 0,-3 0 0 0,0 2 0 16,3-2 0-16,-3 0 8 0,3 2-8 0,-3-2 0 15,3-1 12-15,-3 1-4 0,0-3 0 0,3 6-8 16,-3-4 12-16,0 1-12 0,0 3 12 0,0 2-12 16,0-6 9-16,3 4-9 0,-3-1 0 0,1 1 9 15,2-4-9-15,-3 1 0 0,3-3 0 0,-3 3 8 16,3 0-8-16,0-3 0 0,-3 5 0 0,3-2 0 16,0 0 0-16,0-1 0 0,0 4 8 0,0-3-8 15,0-1 0-15,3-2 10 0,-3 1-10 0,0-1 10 16,0 0-10-16,0-3 8 0,0 1-8 0,0 2 8 15,0 0 19-15,0 0 3 0,0 3 1 0,0 0 0 16,0-3-43-16,0 0-9 0,0-3-2 0,0 3 0 16,-3 0 23-16,3-2 0 0,0-1 0 0,-3 1 0 0,3-1 0 15,-3 1 0-15,3-1 0 0,-3 3 8 0,3 0 9 0,-3 3 2 16,3-3 0-16,0 3 0 0,-3-6-27 16,3 4-6-16,0-4-1 0,-3-2 0 15,0 2 15-15,3-2 0 0,-3 3 0 0,0-1 0 16,3 0 0-16,-3 4 0 0,3-1 0 0,-3 0 0 15,3 0 8-15,-3 0-8 0,3 0 0 0,0 0 0 0,-3-2 8 0,3-1-8 0,0 1 0 16,-3-4 0-16,3 4 0 0,0-3 8 0,-3 2-8 0,3 3 0 16,0-2 8-16,-3 4-8 0,3-1 0 0,-3 1 0 15,3-2 8-15,0 1-8 0,-3-1 0 0,3-3 0 16,0 1 10-16,-3-1-10 0,3-2 8 0,0 0-8 16,0 2 8-16,-3-2-8 0,3 2 8 0,0 1-8 15,0 2 0-15,0-3 0 16,0 4-9-16,0-1 9 0,3-3 0 0,-3 1 14 0,0-4-1 0,0 1 0 15,3 0-13-15,-3-3 9 0,0 0-9 0,0 3 8 16,0-3-8-16,0 3 0 0,0 0 9 0,0 2-9 16,0-2-12-16,0 5-6 0,0-2-2 0,0 2 0 15,0-3 20-15,0-2 0 0,0 3 0 0,0-4 0 16,0-1 48-16,-3 1 12 0,3-1 4 0,0-1 0 16,0 3-52-16,-3-3-12 0,3 0 0 0,0 3 0 15,-3 0-11-15,3-1-5 0,0 4 0 0,0-3-1 16,0 2 27-16,0-2 6 0,0 0 0 0,-3 2 1 15,3-5-17-15,0-2 0 0,0 2 0 0,-3-2 0 16,3-1 0-16,0-2 0 0,-3 2 0 0,3 1 0 16,-3-3 0-16,3 2 0 0,0 1 0 0,-3-1 0 15,3 1 0-15,-3-1 0 0,3 4 0 0,-3-1 0 0,3-3 0 16,-3 3 0-16,3-2 0 0,0 2 0 0,0-5 0 0,0 3 0 16,-3-4 0-16,3-1 0 0,3-1 0 15,-3 0 0-15,0-2 0 0,0 2 0 16,3 0 0-16,-3-2 0 0,0 2 0 0,0 0 0 0,0-2 0 0,0 2 0 0,0-2 0 15,0 2 0-15,0 0 0 0,0 0 0 0,0 3 0 0,0-3 0 16,0 6 0-16,0-3 0 16,0 0 0-16,0 2 0 0,0-2 0 0,0 3 0 0,0-1 0 0,0 1 0 15,0-3 0-15,0-1 0 0,0 1 0 0,0-2 0 16,0-1 0-16,0 0 0 0,0 0 0 16,0-2 0-16,3 2 0 0,-3-2 0 0,0 2 0 0,3-3 0 15,-3 4 0-15,0-4 0 0,3 1 0 16,-3-1 0-16,0 4 0 0,3-4 0 0,-3 1 0 0,0-1 0 15,3 1 0-15,-3-3 0 0,0 2 0 0,3 1 0 16,-3 0 0-16,3-3 0 0,-3 2 0 0,3-2 0 16,-3 3 0-16,0-3 0 0,3 0 0 0,-3 0 0 15,0-3 0-15,0 3 0 0,3-3 0 0,-3 3 0 16,0-3 0-16,0 3 0 0,3-2 0 0,-3-1 0 16,0 0 0-16,3 0 0 0,-3 1 0 0,0-1 0 15,3 0 0-15,0-2 0 0,0 2 0 0,0-2 0 16,0 2 0-16,0-2 0 0,3-3 0 0,-3 5 0 15,0-2 0-15,3-1 0 0,-3 1 0 0,0 0 0 16,3-1 0-16,-3 1 0 0,3-3 0 0,-4 3 0 16,4-1 0-16,0-2 0 0,0 3 0 0,-3-3 0 15,3 3 0-15,0-1 0 0,0-2 0 0,0 3 0 16,0-1 0-16,0 1 0 0,0 0 0 0,3-1 0 16,-3-2 0-16,3 3 0 0,0-3 0 0,0 3 0 15,3-3 0-15,-1 2 0 0,1-2 0 0,0 0 0 16,6 0 0-16,-3 0 0 0,6 0 0 0,-3 0 0 15,3 0 0-15,-1 0 0 0,1-2 0 0,3-1 0 0,-3 3 13 0,0-3-1 16,0 3 0-16,-1-2 0 0,1 2-12 0,0-3-16 0,3 3 3 16,-3 0 1-16,0 0 12 0,-1 0 0 15,4-3 0-15,0 3 0 0,0 0 0 0,-3-2 0 0,0 2 0 16,-1-3 0-16,1 3 0 0,-3 0 0 0,0-2 0 0,-3-1 0 16,-3 3 0-16,0-3 0 0,0 3 0 15,-4-2 0-15,1 2 0 0,-3-3 0 0,0 3 0 16,0 0 0-16,0 0 0 0,-3 0 0 0,3 0 0 0,-6 0 0 15,0 0 0-15,3 0 0 0,-3 0 0 0,0 0 0 16,0 0 0-16,0 0 0 0,0 0 0 0,0 0 0 16,0 0 0-16,3 0 0 0,-3 0 0 0,0 0 0 15,0 0 0-15,0 0 0 0,0 0 0 0,0 0 0 16,0 0 0-16,0 0 0 0,3-3 0 0,-3 3 0 16,3-2 0-16,-3 2 0 0,3-3 0 0,-3 3 0 15,3-5 0-15,0 2 0 0,0-2 0 0,-3 2 0 16,3-2 0-16,-3 2 0 0,0-2 0 0,3 0 0 15,-3-1 0-15,0 1 0 0,3-3 0 0,-3 3 0 16,0-3 0-16,3 0 0 0,-3 0 0 0,3-3 0 16,-3 3 0-16,0-2 0 0,3-1 0 0,-3 1 0 15,0-1 0-15,3-2 0 0,-3 0 0 0,0 2 0 16,0-2 0-16,3 2 0 0,-3-2 0 0,0 2 0 16,3 1 0-16,-3-1 0 0,3 1 0 0,0-4 0 15,-3 7 0-15,3-4 0 0,0 0 0 0,-3 1 0 16,3 2 15-16,0-3 5 0,-3 1 2 0,3-1 0 15,-3 1-35-15,0-1-7 0,3 0-2 0,-3 1 0 0,0-3 22 16,0-3 0-16,3 2 0 0,-3-1 0 0,0-4 0 16,2 3 0-16,-2 0 0 0,3-2 0 0,-3 2 0 15,3-3 0-15,0 3 0 0,-3-2 0 0,3 5 0 0,-3-3 0 16,3 3 0-16,-3-3 0 0,3 3 0 0,0-1 0 16,-3 1 0-16,3 0 0 0,-3 2 0 15,0-2 0-15,3 0 0 0,-3 2 0 0,3-5 0 0,-3 3 0 0,0-3 0 16,3 0 0-16,-3 0 0 0,0-2 0 15,0-3 0-15,3 0 0 0,-3 2 0 0,0-2 0 0,3 0 0 0,-3 0 0 16,3-1 0-16,-3 7 0 0,3-4 0 0,-3 0 0 16,0 4 0-16,3-1 0 0,-3 3 0 0,3-3 0 15,-3 0 0-15,0 3 0 0,3-3 0 0,-3 0 0 16,0-3 0-16,0 3 0 0,3-5 0 0,-3 0 0 16,0 0 14-16,3-3 7 0,-3-2 2 0,0-1 0 15,3 3-37-15,-3 3-7 0,0-3-2 16,0 3 0-16,3 0 37 0,-3 2 7 0,3 1 2 0,-3-1 0 15,0 4-23-15,0-1 0 0,3 0 0 0,-3-3 0 16,0 1 0-16,0-1 0 0,3-2 0 0,-3-3 0 16,0 3 0-16,0-5 0 0,3-1 0 0,-3 3 0 15,0-2 0-15,0 5 0 0,3-3 0 0,-6 3 0 0,6 2 0 16,-3-2 0-16,0 5 0 0,3-2 0 0,-3-1 0 16,0 3 0-16,3 0 0 0,0-2 0 15,0-1 0-15,0-2 0 0,-3-3 0 0,3 1 0 16,-3-1 0-16,3-3 0 0,0 1 0 0,-3-1 0 15,3 4 0-15,0 1 0 0,0 1 0 0,-3 0 0 0,3 3 0 0,-3-1 0 16,3 0 0-16,-3 4 0 0,0-4 0 0,0-2 0 0,0 2 0 16,0-2 0-16,0-3 0 0,0-2 0 0,0-3 0 0,0 2 0 15,0 1 0-15,0-3 0 0,0 2 0 0,0 1 8 16,0 2-8-16,0 3 0 0,0 0 0 0,0 0 0 16,0 2 0-16,0 1 0 0,0-4 0 0,0 4 0 15,0-3 0 1,0-6 0-16,0 3 0 0,0-2 0 0,-3-1 0 0,3-2 0 0,0 0 0 0,0 0 0 15,0 5 0-15,0-2 0 0,0 5 0 0,0 0 0 16,-3-3 0-16,3 5 0 0,0-2 0 0,0 0 0 16,-3 0 0-16,3-3 0 0,0 0 0 0,0-5 0 15,-3 0 0-15,3 0 0 0,0-3 0 0,0 3 0 16,-3 0 0-16,3 5 0 0,0 0 0 0,-3 0 0 16,3 3 0-16,0 0 0 0,0 2 0 0,-3-2 0 15,3-2 0-15,0-1 0 0,-3 0 0 0,3-5 0 16,0 2 0-16,-3-2 0 0,3 0 0 0,-3-3 0 15,3 6 0-15,0 2 0 0,-3 0 0 0,3 0 0 16,0 3 0-16,0 3 0 0,0-3 0 0,0-1 0 16,0 1 0-16,0 3 0 0,0-3 0 0,0-3 0 15,0-3 0-15,0 3 0 0,0-5 0 0,0 0 0 16,0 3 0-16,0-1 0 0,0 4 0 0,0-1 0 0,0 0 0 16,0 3 0-16,0 2 0 0,0 1 0 15,0-1 0-15,0 1 0 0,0-1 0 0,0 1 0 0,-3-4 0 16,3 1 0-16,0-3 0 0,0-2 0 0,0 2 0 0,0-2 0 0,0-1 0 15,0 1 0-15,0-1 0 0,0 6 0 16,0 0 0-16,0 0 0 0,0 2 0 0,0 1 0 16,0-1 0-16,0 3 0 0,0 1 0 0,0-4 8 0,0 0-8 0,0 1 0 15,0-3 0-15,0-3 0 0,0 0 0 16,0-2 8-16,0 2-8 0,0-3 0 0,0 1 0 16,0 2 0-16,0-2 0 15,0 5 0-15,0 2 0 0,0 0 8 0,0 1-8 0,0-1 0 0,0 1 0 16,0-1 0-16,0-2 0 0,0 0 0 0,0-3 0 0,0-2 0 15,0-1 0-15,0-4 0 0,0 1 0 0,0-1 0 16,0 2 0-16,0 2 0 0,0 3 0 0,0-2 0 16,0 5 0-16,3 0 0 0,-3-1 0 0,0 1 0 15,0-3 0-15,0 1 0 0,0-4 0 0,0-2 0 16,0 0 0-16,0 0 0 0,0-6 0 0,0 4 0 16,-3 4 0-16,3 1 0 0,0-1 0 0,0 3 0 15,-3 3 11-15,3 0-3 0,-3 0 0 0,3-3 0 16,-3 3-8-16,3-3-9 0,0-2 9 0,-3-1-13 15,3-2 13-15,-3 3 0 0,3-3 0 0,0-1 0 16,0 7 0-16,-3-1 0 0,3 3 0 0,-3-1 0 16,3 4 0-16,-3 2 0 0,0 0 0 0,3 0 0 15,-3 0 0-15,0 3 0 0,3 0 0 0,-3 0 0 16,3 0 0-16,-3 2 0 0,0-2 0 0,3 2 0 16,-3-2 0-16,3 0 0 0,-3-1 0 0,0 1 0 15,3 0 0-15,-3 2 0 0,0-2 0 0,3 3 0 16,-3-4 0-16,0 4 0 0,3-1 0 0,-3 1 0 0,0-1 0 0,3 3 0 15,-3 0 0-15,0 0 0 16,3 0 0-16,-3 3 0 0,0 0 0 0,0-1 0 0,3 1 23 16,-2 0 7-16,-1 0 2 0,0-1 0 15,3 6-52-15,-6-2-9 0,3-1-3 0,-3 0 0 0,6 3 32 16,-6 0 0-16,6 0 0 0,-9-2 0 16,3 2-32-16,0 2 0 0,-3-2 0 0,3 0 0 0,-3 3 49 0,0 0 10 0,3-1 1 0,-6 4 1 15,3-1-29 1,-3 0 0-16,1 0 0 0,-4 3 0 0,3 0-16 0,0 3 3 0,-3-1 1 0,0 1 0 15,3 2-12 1,-3 0-3-16,3-2 0 0,0 0 0 0,1 2-18 16,-1-3-4-16,3 1-1 0,-3 2 0 0,3-5-116 0,3 0-23 0,-3 0-5 15</inkml:trace>
  <inkml:trace contextRef="#ctx0" brushRef="#br0" timeOffset="27747.332">21041 7896 1241 0,'-3'-6'25'0,"3"1"8"15,0-3-33-15,0 3 0 0,0 0 0 0,0-1 0 0,0 1 78 0,-3 0 9 0,3 2 1 0,0 3 1 16,-3-5 19-16,3 5 3 0,0-3 1 0,0 3 0 15,-3-5-47-15,3 5-9 0,-6-3-1 0,6 3-1 16,-6-2-18-16,0 2-4 0,6 0-1 0,-9 0 0 16,3 0-2-16,-2 0 0 0,2 0 0 0,-3 2 0 15,-3-2 3-15,0 0 0 0,0 0 0 0,-3 0 0 16,0 0-2-16,-3 3 0 0,3-3 0 16,-5 0 0-16,2 0-2 0,-3 0-1 15,-3 0 0-15,3 0 0 0,-3 0-18 0,4 0-9 16,-4 0 10-16,0 0-10 0,3 0 0 0,0 0 0 0,0 0 0 0,1-3 0 15,-1 3 32-15,-3-2 1 0,3-1 0 0,-3 0 0 16,3-2-23-16,-2 2-10 0,2 1 8 0,0-1-8 16,0 0 0-16,3 1 0 0,0-1 8 0,-2 0-8 15,5 3-28-15,0-2-8 0,3 2-2 0,-3-3 0 16,3 3 61-16,0 0 12 0,0 0 2 0,3 0 1 16,0 3-30-16,1-3-8 0,2 2 0 0,0-2 0 15,6 0 0-15,-6 3 0 0,6-3 0 16,-3 5 0-16,-3-2 0 0,6-3 0 0,-6 3-9 0,3 2 9 15,-3-2 0-15,3 2 0 0,0 0 0 0,0 0 0 16,3 1-10-16,-3-1 10 0,3 0 0 0,-3 1-9 16,3 2 9-16,-3-1 0 0,3-1 0 0,0 2 0 15,0 0 0-15,0 0-8 0,0 2 8 0,0-2 0 0,0 3 0 16,3-1 0-16,-3-2 0 0,3 5 0 0,-3-2 0 16,0 0 0-16,3-1 0 0,-3 3-8 0,0 1 8 15,3-4 0-15,-3 6 0 0,3-3 0 16,-3 1 0-16,0-1 0 0,0 0 0 0,0 3 0 15,-3-3 0-15,3 3 0 0,0 0 0 0,-3 0 0 0,3 0 0 16,0 5 0-16,-3-3 0 0,3 4 0 0,-3-1 0 16,0 0 0-16,0 3 0 0,0-3 0 0,0 3 0 0,0-3 0 0,0 0 0 0,0 0 0 15,0 3 0-15,-3-3 0 0,3-2 0 0,0 2 0 16,0 0 0-16,0 0 0 0,0 0 0 0,0 3-8 16,0-3 8-16,0 6 0 0,0-3 0 0,3 2 0 15,-3-2 0-15,3 0 9 16,0-1-9-16,-3 4 0 0,3-3 8 0,0 0-8 0,-3-1 0 0,0 1 0 15,3 0 0-15,-2-3 0 0,2 3 0 0,-3 0 0 16,3 2 9-16,-3 1-9 0,3 2 0 0,-3 0 9 16,3 0-9-16,-3-2 8 0,0 2-8 0,0 0 8 15,0-3-8-15,3 1 12 0,-3-4-12 0,0 4 12 16,3-1-12-16,-3 1 10 0,3-1-10 0,-3 3 10 16,3 1-10-16,-3-1 0 0,3 2 0 0,-3 1 8 15,0-3-8-15,0 0 0 0,3 0 9 0,-3 3-9 16,0-5 0-16,3-1 0 0,-3 1 0 0,3 2 8 15,-3 0-8-15,0 3 0 0,3-1 8 0,-3 4-8 16,0-4 0-16,0-1 0 0,3 1 0 0,-3 1 0 16,3-5 0-16,-3-1 8 0,3 0-8 0,-3 1 0 15,3-1 0-15,0 1 0 0,-3-1 0 0,0 3 0 16,3 3 0-16,0-3 9 0,-3 3-9 0,3-3 0 0,0 0 8 16,-3-2-8-16,3-1 0 0,-3-2 0 15,3 2 0-15,-3-4 0 0,3 1 0 0,0-1 0 0,-3 1 0 16,3 1 0-16,0 3 0 0,0-1 0 0,0-2 0 15,0 5 0-15,0 0 8 0,-3 0-8 0,3-2 0 0,0-4 0 16,0 1 0-16,0 3 0 0,3-6 0 0,-3 3 0 0,0-3 0 16,0 0 0-16,3 3 0 0,-3 0 0 15,0 2 0-15,0 3 0 0,0-2 8 0,0 2-8 0,0 3 0 0,0-3 0 16,0 0 8-16,0 0-8 0,0-3 12 16,0 1-12-16,0-1 17 15,0 1-3-15,0-1-1 0,0 3 0 0,0-2-4 0,0 7-1 0,0-2 0 16,0 2 0-16,0-2-8 0,0 2 10 0,0-4-10 0,0 1 10 15,0-2-10-15,0 1 0 0,0-4 9 0,0 6-9 16,-3-3 8-16,3 0-8 0,-3 3 10 0,3-1-10 16,-3 1 12-16,3 0-3 0,0 2-1 0,-3-2 0 15,3-3-8-15,-3-2 12 0,3-1-12 0,0-2 12 16,0 0-12-16,0-3 0 0,0 0 9 0,0 3-9 16,0-3 0-16,0 6 8 0,0-4-8 0,0 1 0 15,0 3 0-15,0-4 8 0,0 1-8 0,0 0 0 16,0-3 0-16,0 0 0 0,0-2 0 15,0-1 0-15,0 1 0 0,0-3 12 0,0 0-4 0,0 0 0 16,3-1-8-16,-3-1 0 0,3 2 0 0,0-3 0 16,-3 3 0-16,3-3 8 0,0 3-8 0,0 0 0 15,0-3 0-15,-3 5 0 0,3-2 0 0,0 0 0 16,-3 0 0-16,3 0 8 0,0 2-8 0,-3-2 0 16,3 0 0-16,-3-3 0 0,0 3 0 0,3-2 8 15,-3 1-8-15,0-1 0 0,0-1 0 0,0 0 0 16,3 0-9-16,-3 1-3 0,0-4-1 0,0 3 0 15,0-2 21-15,0 2 4 0,3-2 0 0,-3 5 1 16,0-6-13-16,0 3 0 0,0-2 0 0,0 2 0 16,0 1 0-16,0 1 0 0,0-1 0 0,0 2 0 0,0-3 0 15,0 3 0-15,0 2 0 0,0-2 0 0,0 0 0 16,0 0 8-16,0 0-8 0,0 0 0 0,0-1 0 0,0-1 0 0,0-1 0 0,0 0 0 16,0-2 0-1,0 2 0-15,0-3 0 0,0 1 0 0,0 2 0 0,0-2 0 16,0 2 0-16,0-2 0 0,-3-1 0 0,3 4 0 0,-3-4 0 0,0 1 0 15,3 2-9-15,-3 0-5 0,3 0-1 0,-3 1 0 16,3 1 15-16,-3-1 0 0,0 2 0 0,0 2 0 16,3-2 0-16,-3 0 0 0,0 0 0 0,0 2 0 15,0-2 12-15,3 0 6 0,-3 0 1 0,0-3 0 16,3 3-19-16,-3-5 0 0,3 4 0 0,-3-1 0 16,3-4 0-16,0 3 0 0,-3-2 0 0,3 2 0 15,0-2 0-15,-3 2 0 16,3-2 0-16,-3 2 0 0,3-2-12 0,-2 2-5 0,2 0-2 0,-3 0 0 15,3 3 19-15,-3-3 0 0,3 3 0 0,0 3 0 16,-3-3 0-16,0 2 0 0,3-2 0 0,-3 2 0 16,0-2 0-16,0 0 0 0,3-3 0 0,-3 3 0 15,3-2 0-15,-3-4 0 0,0 3 0 0,3 1 0 16,-3-4 0-16,0 3 0 0,3-2 0 0,-3 0 0 16,3-1 0-16,-3 1 0 0,3-3 0 0,-3 2 0 15,3-2 0-15,-3 3 0 0,3-3 0 0,-3 0 0 16,3 0 0-16,-3-3 0 0,3 3 0 0,0 0 0 15,-3-3 0-15,3 3 0 0,0-3 0 0,0 1 0 16,0-1 0-16,0 3 0 0,0-6 0 0,0 6 0 16,0-8 0-16,0 6 0 0,0-6 0 0,3 5 0 0,0 0 15 0,-3-5 6 15,0 6 2-15,3-1 0 0,0-2-37 0,-3 2-7 16,3 0-2-16,-3-5 0 0,6 3 23 0,-3 2 0 16,3-2 0-16,-3-1 0 0,3 1 12 15,0 0 8-15,0-3 0 0,0 5 1 0,-1-5-33 16,4 3-8-16,-3-1 0 0,3 1-1 0,-3 0 21 0,3-1 0 15,-3-2 0-15,3 3 0 0,0-3 0 0,0 2 0 0,3-2 0 16,-3 3 0-16,3-3 0 0,-3 3 0 0,-1-3 0 16,4 0 0-16,-3 2 0 0,0-2 0 0,3 0 0 0,0 3 0 15,0-3 0-15,0 0 0 0,0 0 0 0,0 0 0 16,0 0 0-16,2 0 0 0,1 3 0 0,0-3 0 16,3 0 8-16,0 0 5 0,0 0 2 0,0 0 0 15,3 0-15-15,-1-3 0 0,1 3 0 0,0 0 0 16,0-3 0-16,-3 3 0 0,3-2 0 0,-1 2 0 15,-2 0-9-15,0-3-5 0,0 3-1 0,0 0 0 16,-3-3 15-16,3 3 0 0,-4-2 0 0,4 2 0 16,-3-3 9-16,0 3 5 0,3 0 1 0,-3-2 0 15,3 2-15-15,-3-3 0 0,2 0 0 0,-2 3 0 16,0-2 0-16,0 2 0 0,3-3 0 0,-6 3 0 16,3 0 0-16,-3-3 0 0,0 3 0 0,-4 0 0 15,1 0 8-15,0 0-8 0,-3 0 0 0,3 0 0 16,-3-2 0-16,-3 2 8 0,6 0-8 0,-6 0 0 15,-3 0 0-15,3 0 0 0,3 0 0 0,-6 0 0 16,3 0 0-16,-3 0 0 0,3 0 0 0,-3 0 0 16,3 0 0-16,-3 0 0 0,6 0 0 0,-3 0 0 15,-3 0 0-15,3 0 0 0,3 0 0 0,-3 0 0 0,3 0 0 0,-3 0 0 16,-3 0 0-16,3 0 0 0,-3 0-12 0,6 0-6 0,-3 0-1 16,-3 0 0-16,6-3 32 15,-3 0 7-15,0 1 0 0,-3 2 1 0,2-3-33 16,-2 3-8-16,3-3 0 0,0-2-1 0,0 2 21 0,-3-2 0 0,3 3 0 0,-3-4 0 15,3 1 14-15,-3 0 7 0,0 2 2 0,3-2 0 16,-3-3-23-16,0 2 0 0,3-1 0 16,-3-1 0-16,0 2 0 0,0-2 0 0,0 0 0 15,0 1 0-15,0-1 0 0,0 0 0 0,3 0 0 0,-3-3 0 16,0 1-14-16,0-1-7 0,0 0-2 0,0 1 0 16,0-3 23-16,0 2 0 0,3-2 0 0,-3 2 0 15,0-2 0-15,0 0 0 16,3-1 0-16,-3 1 0 0,0 0 0 0,0-3 0 0,3 0 0 0,-3 0 0 15,0 0 0-15,3 1 0 0,-3-1 0 0,3 0 0 16,0-3 0-16,-3 3 0 0,0 1 0 0,3-1 0 16,-3 0 0-16,3 3 0 0,-3-3 0 0,3 0 0 15,0 0 0-15,-3 0 0 0,3 0 0 0,0 0 0 16,-3 0 0-16,3 1 0 0,-3-1 0 0,3 0 0 16,0-3 0-16,0 1 0 0,0-3 0 0,0-1 0 15,-3 1 14-15,3-3 7 0,0 3 2 0,0 0 0 16,0 0-23-16,0 0 0 0,0 2 0 0,-3 1 0 15,3-1 0-15,0 1 0 0,0-1 0 0,0 1 0 16,-3-1 0-16,3 3 0 0,0-2 0 0,-3-1 0 16,3-2 0-16,0 0 0 0,0 0 0 0,0-3 0 0,-3 0 0 15,2-2 0-15,1 2 0 0,0 0 8 0,0 0-8 16,-3 3 0-16,3 0 0 0,0 0 0 0,0 0 0 0,-3 2 0 16,3 0 0-16,-3-2 0 15,0 3 0-15,3-3 0 0,-3 2 0 0,0-5 0 0,0 3 0 16,3-5 0-16,-3-1 0 0,0 3 0 15,3-2 0-15,-3 2 0 0,3-2 0 0,-3 2 0 0,3 0 0 0,-3 3 0 0,0 0 0 16,3 2 0-16,-3-2 0 0,0 2 0 0,0 1 0 0,0-3 0 16,0 0 0-16,0 2 0 0,0-2 0 0,0-3 0 15,0 0 0-15,0 1 0 0,0-1 0 0,0 0 0 16,0 0 0-16,0 3 0 0,0 0 0 0,0 0 0 16,0 2 0-16,0 1 0 0,0-1 0 0,0 0 0 15,0 1 0-15,0 2 0 0,3-2 0 0,-3-1 0 16,0-2 0-16,0 2 0 0,3-4 0 0,-3 1 0 15,-3-1 0-15,3-1 0 0,0 0 0 0,3 0 0 16,-3 3 0-16,0 0 8 0,3 2-8 0,-3 1 0 16,0-1 0-16,0 1 0 0,3-1 0 0,-3 3 0 15,0-2 0-15,3 2 0 0,-3-3 0 0,3 3 0 16,-3-2 0-16,0-1 0 0,3 1 0 0,-3-1 0 16,0-2 0-16,3-3 0 0,-3 3 0 0,3-3 0 15,-3 3 0-15,3 0 0 0,-3 0 0 0,3 2 0 16,-3-2 0-16,0 5 0 0,3-2 0 0,-3-1 0 15,0 3 0-15,3-2 0 0,-3 2 0 0,0 0 0 16,3-2 0-16,-3 2 0 0,0-3 0 0,0 1 0 16,0-3 0-16,0 2 0 0,0-5 0 0,0 3 0 15,0 0 0-15,0-3 0 0,0 3 0 0,0 0 0 0,0 0 0 16,0 5 0-16,0-3 0 0,0 1 0 0,0 2 0 16,0-3 0-16,0 3 0 0,0 0 0 0,0-2 0 15,0 2 0-15,0 0 0 0,0-2 0 0,0-1 0 16,0 1 0-16,0-4 0 0,0 1 0 0,0 0 0 0,-3-3 0 15,3 3 0-15,0 0 0 0,0 0 0 0,0 0 0 0,0-1 0 0,0 4 0 16,3-1 0-16,-3 4 0 0,0-1 0 0,3-3 0 16,-3 3 0-16,3 0 0 0,-3-2 0 0,0 2 0 15,3-2 0-15,-3-1 0 0,0 0 0 0,3-2 0 16,-3 0 0-16,0 0 0 0,3 0 0 16,-3-3 8-16,0 3-8 0,0 0 0 0,0-1 0 15,0 4 0-15,3-3 0 0,-3 5 0 16,0-3 0-16,3 1 0 0,-3 2 0 0,0 0 8 0,3-2-8 0,-3 2 0 15,3-3 0-15,-3 1 0 0,0 2 0 0,0-5 8 16,0 2-8-16,0-2 0 0,0 0 0 0,0-3 0 16,0 3 0-16,0-3 0 0,0 0 0 0,0 3 0 15,-3 0 0-15,3 2 0 0,-3 1 0 0,3-1 0 16,-3 1 0-16,3 2 0 0,-3-3 0 0,0 1 8 16,0 2-8-16,3-3 0 0,-3 4 0 0,0-4 0 15,3 0 0-15,-3-2 0 0,0 0 0 0,0 0 0 16,0 0 0-16,0 0 0 0,3-1 0 0,-3 1 0 15,0 0 0-15,0 3 0 0,0-1 0 0,0 1 0 16,0 2 0-16,0 0 0 0,0 0 0 0,0 0 0 16,3 0 0-16,-3 0 0 0,0 0 0 0,0 1 0 0,0-1 0 0,0-3 0 0,0 3 0 15,0-5 0-15,0 3 0 16,3-4 0-16,-3 1 0 0,0 0 0 16,0 3-24-16,3-4-8 0,-3 4-3 0,0-1 0 0,0 1 56 0,1-1 11 15,2 3 3-15,-3 1 0 16,0-1-35-16,0 0 0 0,3 0 0 0,-3 3 0 0,0-3 0 15,0 3 0-15,0-3 0 0,0 0 0 0,0 3 0 0,0-6 0 0,3 1 0 0,-3 2 0 16,3-5 0-16,-3 2 0 16,3-2 0-16,0 2 0 0,0 1 0 0,0-3 0 0,0 5 0 0,-3-3 0 15,3 1 0-15,0 2 0 0,0 0 0 0,3 0 0 16,-3 0 0-16,0 3 0 0,3-3 0 0,-3 3 0 16,0 0 0-16,3-1 0 0,-3 1 0 0,3 0 0 15,0-3 0-15,-3 3 0 0,3-3 0 0,0 3 0 16,-3-3 0-16,3 0 0 0,0-3 0 0,-3 4 0 15,3-4 0-15,0 3 0 0,0 0 0 0,0 0 0 16,-1 1 0-16,1 1 0 0,0 1 10 0,-3 0-10 16,3 0 0-16,0 2 0 0,0 0 0 0,-3 1 0 15,3-1 0-15,0 3 0 0,0-2 0 0,-3 2 0 16,3 0 0-16,0-3 0 0,0 3 0 0,0 0 0 16,0 1 0-16,0-1 0 0,0 0 0 0,-3 0 0 15,3 2 0-15,0-2 0 0,0 1 0 0,-3 1 0 16,3-2 0-16,0 0 0 0,0 3 0 0,-3-3 0 15,0 3 0-15,3 0 0 0,-3-1 0 0,0-2 0 16,3 3 0-16,-3 0 0 0,0-1 0 0,3-1 0 16,-3 1 0-16,0-2 0 0,3 3 0 0,-3-3 0 15,0 3 0-15,0-1 0 0,0 1 0 0,0-3 0 16,0 3 0-16,0-3 0 0,0 3 0 0,0-1 0 0,-3 1 0 16,3-3 0-16,0 3 0 0,0-3 0 0,-3 3 0 0,3-3 0 15,-3 0 0-15,0 0 0 16,0 0 0-16,0 0 0 0,-3 0 0 0,0 0 0 0,0 0 0 0,0 3 8 0,0-3-8 15,-3 3 0-15,0-1 0 0,-2-2 8 0,-4 3-8 16,0 0 0-16,-3 0 0 0,-6-1-16 16,0 1 3-16,-11 2 0 0,-4 1-106 0,-12-1-21 0,-5 3-4 15</inkml:trace>
  <inkml:trace contextRef="#ctx0" brushRef="#br1" timeOffset="35601.711">18261 8036 1422 0,'0'0'31'0,"0"0"6"0,0 0 2 0,0 0 1 0,0 0-32 0,0 0-8 0,0 0 0 0,0 0 0 16,0 0 53-16,0 0 9 0,0 0 2 0,0 0 0 15,0 0-12-15,0 0-1 0,0 0-1 0,3 8 0 16,-3-3-7-16,0 3-2 0,3-3 0 0,-3 3 0 15,0 3-14-15,0-1-3 0,0-2-1 0,-3 3 0 16,3 0-7-16,0-1-2 0,-3 1 0 0,0 2 0 16,3-2-2-16,0 2-1 0,-3 3 0 0,0 2 0 15,3 1-1-15,0 5 0 0,-3-1 0 0,3 4 0 16,0 2-10-16,0 0 0 0,3 0 0 0,-3 0 0 0,0 0 0 16,3-2 0-16,0-1 0 0,-3 1 0 0,0-3 0 15,0 5 0-15,0-3 0 0,0 6 0 16,0 0 0-16,0-1 0 0,3-2 0 0,0 3 0 0,-3-5 0 0,0-1 0 15,3 1 0-15,-3-6 0 0,0 0 0 0,3 0 0 16,-3-5 0-16,0 0 0 0,0 0 0 0,3-3 0 16,-3 3 0-16,0-3 0 0,3 0 0 0,-3-2 0 15,3 2 0-15,-3-2 0 0,3-3 0 0,0 0 0 16,-3-8 0-16,0 0 0 0,0 0 53 0,0 0 9 16,0 0 2-16,0 0 0 0,0 0-64 0,9 10 0 15,-9-10-16-15,12 5 3 0,-12-5 13 0,14 6 10 16,-2-4-2-16,-3 1 0 0,3 0-8 0,0-1 8 15,0-2-8-15,0 0 8 0,-3 3-8 0,3-3 0 0,0 0 0 0,0 3 0 16,-1-3 0-16,4 2 0 0,-6-2 0 0,6 3 0 16,-3-3 0-16,0 3 0 0,3-3 0 0,-3 2 0 15,3-2 0-15,0 0 0 0,-1 3 0 0,1-3 0 16,0 2 0-16,0-2 0 0,3 0 0 0,0 3 0 16,0-3 0-16,2 3 0 0,1-1 0 0,3-2 0 15,0 3 0-15,0 0 0 0,0-1 0 0,2 1 0 16,-2 0 0-16,0-1 0 0,0 1 0 0,-3 0 0 15,-1-1 0-15,1-2 0 0,0 3 0 0,0 0 0 16,0-3 0-16,3 2 0 0,-1-2 0 0,1 0 0 16,0 3 0-16,3-3 0 0,0 0 0 0,-1 0 0 0,1 0 0 15,-3 0 0-15,3 0 0 0,-3 0 0 0,-1 0 0 0,-2-3 0 16,0 3 0-16,3-2 0 16,0-1 0-16,0-2 0 0,-1 2 0 0,4 0 0 15,0 1 10-15,0-1 0 0,3 0 0 0,-4 1 0 0,-2-1-10 16,0 3 0-16,0-3 0 0,-3 1 0 0,-4-1 0 0,-2 3-14 15,3-3 3-15,-6 1 1 0,0-1 10 0,-3-2 0 16,0 0 0-16,0-1-1077 0</inkml:trace>
  <inkml:trace contextRef="#ctx0" brushRef="#br1" timeOffset="38051.17">19693 9184 1036 0,'0'0'23'0,"0"0"5"0,0 0 0 0,0 0 1 0,0 0-29 0,0 0 0 15,0 0 0-15,0 0 0 0,0 0 69 0,0 0 8 16,0 0 2-16,0 0 0 0,0 0-24 0,6 0-5 16,0 0-1-16,0 0 0 0,-1-2-39 15,4-1-10-15,0 0 0 0,0 3 0 0,3-2 53 0,-3-1 9 0,0 0 2 0,3-2 0 16,-3 2-64-16,0-2-15 0,3 3-1 0,-3-4-1 15,3 4 27-15,-4-4 6 0,7 4 0 0,-3-4 1 16,3 4-17-16,0-4 0 0,0 1 0 16,3 2 0-16,0-2 55 0,2 3 7 0,-2-4 2 0,6 4 0 15,-3-1-64-15,0 0-18 0,3-2-1 0,-1 5 0 16,-2-3 19-16,3 3 0 0,-3 0 0 0,3-5 0 16,-3 2 20-16,2-2-1 0,1 2-1 15,3-2 0-15,0 3-18 16,0-1 0-16,2 0 0 0,1-2 0 0,0 2 0 0,-3 1 0 0,2 2 12 0,-2-3-12 15,0 0 8-15,-6 1-8 0,3-1 0 0,-4-2 0 16,-2 0 0-16,3 2 0 0,-3 0-12 0,0-2 3 16,0 2 9-16,-3 1 0 0,0-1 0 0,-1 0 0 15,-2-2 0-15,0 5 0 0,0-3 0 0,-3 1 0 16,-3 2 0-16,3-3 0 0,-9 3 0 0,9 0 0 16,-9 0 0-16,6 0 0 0,-6 0 0 0,0 0 0 0,0 0 0 15,0 0 0-15,0 0 0 0,6 0 0 0,-6 0 23 16,0 0 6-16,0 0 2 0,0 0 0 15,0 0-23-15,6 0-8 0,-3-3 0 0,-3 1 0 0,0-1 16 0,0 3-4 16,-3-2 0-16,3-1 0 0,-3 0 0 0,0 3 0 16,0-2 0-16,0-1 0 0,0 0 4 0,0-2 0 15,0 2 0-15,-3-2 0 0,3 2-16 0,-3-2-12 16,3 0 3-16,0-3 0 0,0 3 58 0,-3-3 12 16,3 0 3-16,0-3 0 0,-3 1-52 15,3-1-12-15,0-5 0 0,0 3 0 0,0-6 0 0,0 1 0 16,0-3 0-16,0-1 0 0,3-1 54 0,-3-1 8 15,0-3 2-15,0 4 0 0,0 1-52 0,1-1-12 0,2 4 0 16,-3-2 0-16,0 2 0 16,3 1 0-16,-3 2 0 0,3-3 0 0,0 4 0 0,-3-4 0 0,3 1 0 0,-3-1 0 15,3 1 0-15,0-1 0 0,0-2 0 0,0 2 0 16,0-2 0-16,0 0 0 0,0 2 0 0,0 1 0 16,0 2 0-16,0 0 0 0,0 0 0 0,0 3 0 15,0 2 16-15,0 1 0 0,0 2 0 0,0 0 0 16,0 0-16-16,0 0 0 0,0 3 0 0,0 0 0 15,0-1 0-15,0 1 0 0,0 2 0 0,0-2 0 16,0 2 0-16,0 1 0 0,0-1 0 0,-3 0 0 16,3 1 8-16,0 2-8 0,-3-3 0 0,3 1 0 15,-3-1 0-15,3 3 8 0,0-3-8 0,-3 1 0 16,0-1 0-16,3 3 0 0,-3-3 0 0,3 1 0 16,-3-1 0-16,3 0 0 0,-3 1 0 0,0-1 0 15,3 0 0-15,-3 3 0 0,0-2 8 0,0-4-8 16,0 4 0-16,0-1 0 0,0 1 8 0,0-4-8 15,0 4 0-15,0-1 0 0,0-2 8 0,-3 2-8 0,3 0 0 0,0 1 0 16,-3-4 0-16,3 4 0 0,-3-4 9 16,3 4-9-16,-3-3 8 0,0-1-8 0,0 4 12 0,0-4-2 15,-2 4-1-15,2 2 0 0,-3-3-9 0,3 0 0 16,-3 3 0-16,0-2 0 0,0 2 0 0,0 0 0 16,-3 0 0-16,3 0 0 0,-3 0 0 0,0 2 0 15,-3-2 0-15,1 0 0 0,-1 3 0 0,0-3 8 16,-3 3-8-16,0-3 0 0,0 2 0 0,0-2 0 0,-2 0 0 15,2 3 0-15,-3 0 0 0,0-3 0 0,3 0 8 0,-3 0-8 16,3 0 0-16,-2 0 0 0,-1 0 0 0,0 0 0 16,-3 0 0-16,0 0 8 0,1 0-8 0,-4-3 0 15,-3 3 0-15,0-3 0 0,3 3 0 0,-5 0 0 16,5 0 0-16,0 0 0 0,0 0 8 0,1 0-8 16,2 0 0-16,0 0 0 0,0 0 0 0,-3 0 0 15,0 0 0-15,1 0 0 0,-1 0 0 0,-3 0 0 16,0 0 0-16,4 3 0 0,-1-3 0 0,0 3 0 15,3-3 15-15,0 0 1 0,4 2 0 0,-1-2 0 16,0 3-16-16,3-3 0 0,-3 3 0 0,0-3 0 16,3 2 0-16,-5 1 0 0,2-3 0 0,0 2 0 15,-3-2 0-15,0 3 0 0,1 0 0 0,-1-1 0 16,0-2-11-16,3 6-5 0,-3-6 0 0,3 2-1 16,1 4 17-16,2-4 0 0,-3 1 0 0,3 0 0 15,-3-1 0-15,3 1 0 0,-2 0 0 0,2-3 0 16,-3 2 10-16,3-2 6 0,-3 3 0 15,0-3 1-15,3 0-17 0,-2 2 0 0,-1-2 0 0,0 3 0 0,3 0 0 0,0-3 0 16,3 2 0-16,-3 1 0 0,4-3 0 0,-1 3 0 16,0-1 0-16,3-2 0 0,0 3-10 0,0 0-6 15,0-3 0-15,3 2-1 16,3-2 27-16,-3 3 6 0,3-3 0 0,0 0 1 0,1 0-29 0,-1 3-7 16,6-3-1-16,-6 0 0 15,0 0 20-15,0 2 0 0,6-2 0 0,-6 0 0 0,0 3 0 0,0-3 0 16,0 0 0-16,0 0 0 0,-3 0 0 0,3 0 0 15,-3 0 0-15,0 0 0 0,0 0 0 0,0 0 0 16,0 0 0-16,-2 0 0 16,-1 0 0-16,3 0 0 0,-6 0 0 0,3 0 0 0,0 0 0 0,0 3 0 15,-3-3 0-15,3 0 0 0,-3 2 0 0,3-2 0 0,1 3 0 0,-1-3 0 16,3 2 15-16,-3-2 3 16,6 3 1-16,-3 0 0 15,3-3-67-15,0 2-12 0,6-2-4 0,0 0-751 0,0 0-150 0</inkml:trace>
  <inkml:trace contextRef="#ctx0" brushRef="#br1" timeOffset="43466.82">21124 14437 1314 0,'-8'0'37'0,"8"0"8"0,-9 0-36 0,3 0-9 16,0 0 0-16,0 0 0 15,6 0 104-15,-6-3 20 0,6 3 3 0,0 0 1 16,0 0-52-16,0 0-9 0,0 0-3 0,0 0 0 0,0 0 0 0,0 0 0 16,0 0 0-16,0 0 0 0,0 0-5 0,0 0-2 15,0 0 0-15,0 8 0 0,0 0-21 0,3 0-4 16,3 5 0-16,0-2-1 0,0 2-9 15,0 0-2-15,2 3 0 0,1 2 0 0,0-2 0 0,3 5 0 0,0 1 0 16,3 1 0-16,0 1-7 0,0 8-1 0,3 0-1 0,0 2 0 16,2 1-3-16,-2-4 0 0,3-2 0 0,-3 1 0 15,3-4-8-15,-3 0 0 0,-1-2 9 0,-2 3-9 16,0-3 0-16,-3-3 0 0,0 3 0 0,0-3 8 16,0 0-25-16,0-3-5 0,0 1-1 0,-3-1 0 15,3-2 23-15,-4 0 0 0,4 0 0 16,-3-3 0-1,0 0-56-15,0-2-6 0,0 0-2 0,0-1 0 16,0-2-72-16,-3-3-14 0,3 3-3 0</inkml:trace>
  <inkml:trace contextRef="#ctx0" brushRef="#br1" timeOffset="43940.046">21327 15262 1728 0,'0'0'49'0,"0"0"11"0,0 0-48 16,0 0-12-16,0 0 0 0,0 0 0 0,0 0 90 0,0 0 16 0,0 0 3 0,0 0 1 15,0 0-33-15,0 0-6 0,3-3-2 16,3 1 0-16,-3 2-24 0,3 0-5 16,0 0 0-16,0 2-1 0,3 1-19 15,-4 2-4-15,1 3-1 0,3-2 0 0,-3 2-15 0,3 2 9 0,0 1-9 0,-3-1 8 16,3 1 23-16,0-1 4 0,0 1 1 0,0 0 0 15,0-3-36-15,-3 0 0 0,3-1 0 0,-3 1 0 16,3 0 0-16,-3-2 0 0,-1-1 0 0,1 0 0 16,0-2 0-16,0 0 0 0,0-1 0 0,-3 1 0 15,3-3-15-15,0 0-9 16,0 0-3-16,0-3 0 0,0 1 39 0,3-1 7 0,-3-2 1 16,3-3 1-16,0 2-12 0,0-2-9 0,3 0 12 0,-3-2-12 15,-1-1 18-15,4-2-3 0,0-3-1 16,-3 0 0-16,3-5-14 0,0 0 0 0,3-3 0 0</inkml:trace>
  <inkml:trace contextRef="#ctx0" brushRef="#br1" timeOffset="78581.182">22309 15685 1824 0,'12'-18'38'0,"-9"13"8"0,3-3-37 0,0-3-9 0,-3 3 0 0,3-2 0 15,0 2 94-15,-3-3 17 0,0 3 3 0,3 3 1 16,-3-3-32-16,-3 3-7 0,3 2 0 0,-3 3-1 15,0 0-7-15,0 0-2 0,0 0 0 0,0 0 0 16,0 0-2-16,-6 3 0 0,0 2 0 0,-3 6 0 16,0-1-51-16,0 6-13 0,-3 2 0 0,-3 6 0 15,3-3 0-15,-6 6 0 0,4-1 0 0,-4 4 0 16,0 1 12-16,-3 1-1 0,-3 5 0 0,-3 0 0 16,4 3-11-16,-4-1 0 0,-3 1-10 0,0 0 10 15,3-3-11-15,1-3 11 0,-1-2-12 0,0 2 12 16,3-4-60-16,3-4-6 0,1 3-1 0,-1-2 0 15,3-4-149-15,3 1-29 0,-3-3-7 0</inkml:trace>
  <inkml:trace contextRef="#ctx0" brushRef="#br1" timeOffset="78873.367">21800 15902 1637 0,'6'-21'69'0,"-3"5"-55"16,3 1 79-16,-3 1 16 0,3 1 3 0,-3 5 1 15,0 0-14-15,3 0-3 0,-3 3-1 0,0 2 0 16,3 3-50-16,-6 0-9 0,6-2-3 0,0 4 0 16,0-2 25-16,0 3 5 0,2 0 1 0,-2 2 0 15,6 0 0-15,-3 3 0 0,3 0 0 0,3 0 0 16,-3 5-52-16,6-2-12 16,-3 2 0-16,3 6 0 0,-1-4 0 0,4 1 0 0,-3 5-9 0,3 1 9 15,0-4 0-15,0 3 0 0,-1 1 0 0,1 1 0 16,0-1 0-16,-3-4 0 0,3 3 0 0,-3-2 0 15,3-1 8-15,-4-2-8 0,4 0 0 0,0-3 0 16,0-2 0-16,0 2 0 0,-3-5 0 0,2 0 0 16,-2-3-171-16,0 0-37 15,-3 1-8-15</inkml:trace>
  <inkml:trace contextRef="#ctx0" brushRef="#br1" timeOffset="79614.166">22738 15947 1824 0,'-6'11'76'15,"-3"0"-60"1,3-3 76-16,0 2 15 0,0-2 3 0,0 0 1 15,3 0-26-15,0-3-5 0,3-5 0 0,0 0-1 16,0 0-18-16,0 0-3 0,0 0-1 0,-3 6 0 16,3-6-38-16,0 0-8 0,0 0-2 0,0 0 0 15,0 0 29-15,0 0 6 0,0 0 0 0,0 0 1 16,0 0-28-16,0 0-5 0,0-6-2 0,0 6 0 16,3-5-10-16,0 0 0 0,-3-3 0 0,3 2 0 15,0-2 0-15,-3 3 0 0,3 0 0 0,-3 5 0 16,3-5-42-16,0-1-10 0,-3 6-3 0,3-5 0 15,0 2-8-15,3 1-1 0,-6 2-1 0,3-3 0 16,-3 3-152-16,6-3-31 0,0 3-5 0,-6 0-2 16,3-2 153-16,3 2 30 0,0 0 7 0,-6 0 1 15,0 0 51-15,0 0 13 0,0 0 0 0,0 0 0 16,0 0 0-16,0 0 0 0,0 0 0 0,0 0 0 0,0 0 48 16,0 0 13-16,0 5 3 0,0-5 0 15,0 0-52-15,0 0-12 0,0 5 0 0,0-5 0 0,0 0 54 16,0 0 8-16,-3 6 2 0,3-6 0 0,0 0 0 0,0 0 0 0,0 0 0 0,-3 5 0 15,3-5 0-15,0 0 0 0,-3 5 0 0,-3 1 0 16,6-6 0-16,-3 5 0 0,0-3 0 0,-3 6 0 16,3-2 0-16,0 2 0 0,0 0 0 0,0 2 0 15,0 3-52-15,0 1-12 0,-3-1 0 0,3 3 0 16,0 0 0-16,0-1 0 0,0 1 0 0,0 3 0 16,0-1 0-16,3 1 0 0,-3-3 0 0,3 2 0 15,0-2 0-15,-3 3 0 0,3-3 0 0,3 2 0 16,-3-2 0-16,0 0 0 0,0-3 0 0,0 3 0 15,0-3 0-15,3 0 0 0,-3-2 0 0,3 2 0 16,0-2 0-16,-3-1 0 0,3-2 0 0,-3-2 0 16,3-1-156-16,-3-5-35 0,0 0-6 0</inkml:trace>
  <inkml:trace contextRef="#ctx0" brushRef="#br1" timeOffset="80048.522">23083 15868 1751 0,'-12'19'36'0,"6"-11"9"0,3-3-36 0,-3 3-9 0,3 0 0 0,0-3 0 16,0 3 86-16,0-3 15 0,3 3 3 0,-3-3 1 15,0 1-17-15,3-6-3 0,0 5-1 0,0-5 0 16,0 0-16-16,0 0-4 0,0 0-1 0,0 0 0 16,0 0-20-16,0 0-4 0,0 0-1 0,0 0 0 15,0 0-38-15,0 0-16 0,0-5 0 0,3-1 1 16,-3 1 15-16,3-3 0 0,0 3 0 0,0-3 0 16,0-3 0-16,0 1 8 0,3-3 0 0,-3 2-8 15,0-2-192-15,-3 2-46 0</inkml:trace>
  <inkml:trace contextRef="#ctx0" brushRef="#br1" timeOffset="80367.303">23833 15476 2305 0,'0'0'48'0,"0"0"12"16,0 0-48-16,-3-5-12 0,3 5 0 0,0 0 0 0,-6-2 88 0,6 2 16 0,-6 0 4 0,0 0 0 16,0 2-32-16,0 1-7 0,-3-1-1 0,4 4 0 15,-4 2-40-15,3-3-9 0,-6 3-2 0,3 2 0 16,-3 1-17-16,3 5 0 0,0-3 0 0,-3 6 0 16,0 2 0-16,-3 3 0 0,0-1 0 0,1 4 0 15,-1-3 0-15,0 2 0 0,-3-2 0 0,3 5 0 16,0-5 0-16,0 0 0 0,0 0 0 0,1-1 0 15,-1 1 0-15,0 3 0 0,0-4 0 0,3-1-9 16,-3-1-41-16,3 0-8 0,-3-2-2 16,3-4 0-16,-2 1-69 0,-1-5-15 0,0-1-2 0</inkml:trace>
  <inkml:trace contextRef="#ctx0" brushRef="#br1" timeOffset="80904.902">23333 15749 2269 0,'3'-19'64'0,"3"1"15"16,0 2-63-16,0 3-16 0,-3 0 0 0,3 2 0 16,-3 3 54-16,3 0 8 0,-3 3 2 0,0 0 0 15,3 2 0-15,-3 3 0 0,3 3 0 0,0-1 0 0,0 3 0 0,-1 3 0 0,1 0 0 0,3 3 0 16,0 0-52 0,0 2-12-16,3 0 0 0,0 3 0 0,0-3 0 0,3 0 0 0,0 3 0 0,0-3 0 31,-1 1 0-31,4-1 0 0,-3 0 0 0,3 0 0 15,0-2-48-15,-3 0-13 0,3-1-3 0,-3 1 0 16,-1-1 0-16,-2-2 0 0,3 0 0 0,-3 0 0 16,-3 0 0-16,3-3 0 0,-3-2 0 0,-3 2 0 0,3-5 52 0,-3 3 12 0,0-3 0 15,0 0 0-15,-3 0 0 0,0-3 0 0,3 1 0 16,-3-4 0-16,2 4 48 16,-2-6 13-16,0 2 3 0,0-1 0 0,0-1 0 0,0 0 0 0,0-3 0 15,0 0 0-15,0 4 0 0,3-4 0 0,-3 0 0 0,3 1 0 16,-3 2-52-16,3-3-12 0,0 3 0 0,0 0 0 15,-3 0 0-15,3 3 0 0,0 0 0 0,0 0 0 16,0 2 0-16,-3 0 0 0,3 3 0 0,-6 0 0 16,3 3 0-16,0 2 0 0,0 1 0 0,0 1 0 15,-3 4 0-15,-3 0 0 0,3 2 0 0,-3 3 0 16,0 0 0-16,-3 2 0 0,0 1 0 0,0 4 0 16,0-1 0-16,0 1 0 0,-3 1 0 0,3 0 0 15,0 0-48-15,3-3-13 0,-3 0-3 0,3-2 0 16,3-1 33-16,0-5 7 0,0 1 0 0,0-1 1 15,3-5 12-15,3 0 3 0,0-3 0 0,0 0 0 16,3-2-20-16,3-3-4 0,0 0-1 0,0-3 0 16,0 1 33-16,2-4 0 0,1 1 0 0,0-3 0 15,0 0 44-15,3-2 16 0,-3-4 4 0,0 1 0 16,-3 0-103-16,3 0-20 0,-7 0-4 0,4-3-1 16,-3-3-104-16,0 1-22 0</inkml:trace>
  <inkml:trace contextRef="#ctx0" brushRef="#br1" timeOffset="81311.962">23416 15357 1970 0,'-6'-2'56'0,"-2"-1"12"16,2 0-54-16,0 1-14 0,3 2 0 0,-3 0 0 15,0 0 48-15,0 0 6 0,0 0 2 0,0 0 0 16,0 0-26-16,0 2-5 0,0-2-1 0,0 3 0 16,0 0-2-16,6-3-1 0,-6 2 0 0,0 1 0 15,0 0 7-15,3-1 0 0,3-2 1 0,-6 6 0 16,6-6 5-16,-3 2 1 0,3-2 0 0,0 0 0 15,0 0 1-15,3 8 1 0,-3-8 0 0,3 5 0 16,6-2-4-16,0 0-1 0,3-1 0 0,3 1 0 16,0-3 5-16,0-3 1 0,3 3 0 0,2-2 0 15,4-4-30-15,3 1-8 0,3 0 0 0,3-3 0 16,-1-3 20-16,1 1 2 0,3-3 1 0,-1-1 0 16,-2 1-23-16,-3-3 8 0,0 3-8 0,-1 0 0 15,-2 0 0-15,-3-3 0 0,0 2 0 0,0-1 0 16,-6 1-121-16,2 1-26 0,-2 0-5 0</inkml:trace>
  <inkml:trace contextRef="#ctx0" brushRef="#br1" timeOffset="84496.407">20970 11828 1337 0,'6'0'56'16,"3"-3"-44"-1,-1-2 41-15,1 2 9 0,3 0 2 0,0-2 0 0,0 0 0 0,3 0 0 0,3 2 0 0,0-2 0 32,6-1 0-32,-1 1 0 0,7 0 0 0,0-1 0 0,3 1 0 0,-1 0 0 0,4 0 0 15,3-3 0-15,-1 2 0 16,1 1 0-16,3 0 0 0,2-3 0 16,1 2-52-16,3 1-12 0,2-3 0 0,4 3 0 0,-6 0 0 0,2-1 0 15,-2 1 0-15,2 0 0 0,-2-1 0 0,3 1 0 16,2 0 0-16,-2 0 0 0,-4-1 0 0,-2 4 0 0,-3-4 0 15,-1 1 0-15,1 2 0 0,-3-2 0 0,2 3 0 0,-2-4 0 32,-6 4-41-32,0-4-11 0,-7 4-3 0,1-4 0 15,-6 4-103-15,-3-1-21 0,0 0-4 0</inkml:trace>
  <inkml:trace contextRef="#ctx0" brushRef="#br1" timeOffset="84917.212">22440 11396 1579 0,'-12'-2'32'0,"3"-1"10"0,0 0-34 0,3 1-8 0,-3-1 0 0,3 3 0 15,1-3 116-15,5 3 22 0,-6-2 4 0,6 2 1 16,0 0-75-16,0 0-16 0,0 0-2 0,0 0-1 15,0 0 11-15,0 0 1 0,0 0 1 0,6 0 0 16,2 0-23-16,-2 2-5 0,6 1-1 0,-3 0 0 16,3-1-7-16,3 1-2 0,-3 2 0 0,3 1 0 15,0-1-13-15,0 0-3 0,2 3-8 0,-2 0 12 16,-3 0-12-16,0 0 8 0,0 0-8 0,-3 0 0 16,0 2 0-16,0 1 0 0,0 0 0 0,-3 2 0 15,-3 0 0-15,0 0 0 0,-3 0 0 0,0 1 0 0,-3 2 0 0,0-3 0 0,0 3 0 16,-3 0 0-16,-3-3 0 0,-3 3 0 0,3-3 0 15,-6 0 0-15,3 0 0 0,-3-2 0 0,0 2 0 0,1-2 0 16,-4 2 0-16,3-2 0 0,0-3 0 16,0-1 0-16,0 1 24 0,3 0 3 0,-3 0 0 0,4 0 0 15,2-2 8-15,0-1 1 0,0 0 1 16,3 0 0 0,0 1-81-16,0-4-16 0,0 1-3 0,6-3-1 15,0 0-160-15,0 0-33 0</inkml:trace>
  <inkml:trace contextRef="#ctx0" brushRef="#br1" timeOffset="104195.306">23384 11494 2066 0,'-3'-5'43'0,"0"2"10"0,0-2-42 0,3 5-11 0,0 0 0 0,-3-3 0 16,3 3 104-16,-6 0 20 0,0-2 3 0,0 4 1 15,-3 1-52-15,-3 2-9 0,0 1-3 0,0 4 0 16,-6 3-51-16,1 6-13 0,-1-1 0 0,-9 6 0 16,3 0 0-16,0 3 0 0,-3 2 0 0,-2 0 0 15,2-3 0-15,0 3 0 0,3-2 0 0,-5 2 0 16,2-3 22-16,0 1 2 0,-3-1 0 0,0 1 0 16,1-1-24-16,2-2-12 0,3 0 2 0,-3 0 0 15,3-6-106-15,4-2-20 0,-1-3-5 0,3-2-1 16,-3-6-91-16,3 0-19 0</inkml:trace>
  <inkml:trace contextRef="#ctx0" brushRef="#br1" timeOffset="104811.836">22770 11709 2120 0,'12'-19'60'0,"3"0"13"0,-3 1-58 16,0 2-15-16,0 3 0 0,0 2 0 0,-3 3 86 0,0 0 14 15,0 6 4-15,-3-1 0 0,0 3-37 0,3 3-7 0,-4-1-2 0,4 4 0 16,-3 2 10-16,3 2 1 0,-3 1 1 0,3 2 0 15,0 0-56-15,-3 3-14 0,3 0 0 0,0 0 0 16,0 2 0-16,0-2 0 0,0 5 0 0,0-2 0 16,-3 2 0-16,3-2 0 15,-1 2 0-15,1 3 0 16,0-3-12-16,0 3-6 0,3-1-1 0,0 1 0 16,-3 0-21-16,3-5-4 0,0-1 0 0,0 1-1 15,0-3-67-15,-3-6-12 0,-1 3-4 0,4-5 0 16,-3 0 53-16,-3-2 11 0,3-4 1 0,-3 3 1 0,0-2 39 0,0-3 8 0,-6 0 2 0,0 0 0 15,6-3 37-15,-3-2 7 0,3 0 1 0,-6 0 1 16,3-3 37-16,0-3 7 0,-3-2 2 0,0 2 0 16,3-2 1-16,0-3 0 0,0 0 0 0,3-2 0 15,-3 2-20-15,3 0-4 0,3 0-1 0,-3 3 0 16,3 0-18-16,-1 2-3 0,1 0-1 0,3 1 0 16,0 5-10-16,-3-3-3 0,6 5 0 0,-6-2 0 15,3 2-6-15,0 0-2 0,-3 1 0 0,-3 2 0 16,3 0-12-16,-3 2 9 0,-1 1-9 0,1 0 8 15,0-1-8-15,-3 4 0 0,0 2 0 0,0 0 0 16,-3-1-35-16,0 1-12 0,0 3-2 0,-3 0-1 16,3-1 39-16,-3 1 11 0,0-1 0 0,0 1 0 15,3 2-32-15,-3-5-1 0,0 5-1 0,0-5 0 16,3 3 4-16,-3-3 1 0,3-3 0 16,3 3 0-16,0-3 21 0,0-2 8 0,0 0 0 0,3-1-9 15,0-2 9-15,0 0 0 0,3 0 0 0,0 0 0 16,0-2 0-16,0-1 0 0,3 0 0 0,0 3 8 15,-3-2-8-15,3-1 0 0,0 3 0 0,-4 0 0 0,-2 3 0 16,3-3 0-16,-3 2 0 0,-6-2 0 0,3 6 52 0,-3-1 10 16,0 3 2-16,-3 0 0 0,-3 0-64 0,-3 0-15 0,-2 2-1 15,-1 1-1-15,0-1 27 16,-3 4 6-16,0-4 0 0,0 3 1 16,-3 1-35-16,0-4-7 0,3 3-2 0,-5-2 0 0,2 2 5 0,0-2 1 0,-3-1 0 15,0-2 0 1,3 0-75-16,0 0-16 0,1 0-2 0</inkml:trace>
  <inkml:trace contextRef="#ctx0" brushRef="#br1" timeOffset="105504.989">24277 11558 1990 0,'3'-6'41'0,"0"1"11"15,-3 0-42-15,3 2-10 0,0-2 0 0,-3 5 0 16,0 0 88-16,0 0 16 0,0 0 4 0,0 0 0 16,0 0-29-16,0 0-6 0,0 0-1 0,0 0 0 15,0 0-21-15,-6 5-5 0,0 0-1 0,-3 6 0 16,0 0-23-16,-3-1-5 0,3 6-1 0,-6 0 0 15,-3 3-16-15,-3 2 0 0,1 0 0 0,-7 3 0 0,0-3 0 16,-3 3-9-16,0-3-1 0,-2 3 0 16,2-3-8-16,-3 3-2 0,3-1 0 0,1-1 0 15,2-1-86-15,0 0-18 0,0-3-3 0</inkml:trace>
  <inkml:trace contextRef="#ctx0" brushRef="#br1" timeOffset="105747.321">23839 11690 2245 0,'3'-19'47'0,"0"1"10"0,3 2-45 15,-3 3-12-15,0 0 0 0,0 2 0 0,-3 0 67 0,3 6 11 0,-3 5 2 0,0 0 1 16,0 0-13-16,0 0-4 0,0 0 0 0,0 8 0 16,0 0-51-16,3 5-13 0,0 1 0 0,0 1 0 15,3 1 54-15,0 3 8 0,0-3 2 0,3 2 0 16,0 1-52-16,-1-3-12 0,1-1 0 0,3 4 0 15,0 0-16-15,0-1-5 0,3 3-2 0,0 0 0 16,-3 1 23-16,0-1 0 0,3 0 0 0,-3 0 0 16,-1-2-88-16,1-4-14 0,-3 4-2 15</inkml:trace>
  <inkml:trace contextRef="#ctx0" brushRef="#br1" timeOffset="106175.619">24488 11843 1998 0,'0'0'84'16,"0"0"-67"0,0 0 103-16,0 0 21 0,0 0 4 0,0 0 1 0,0 0-66 0,0 0-12 0,0 0-4 15,0 0 0-15,-6 6 0 0,0 2 0 0,0-3 0 16,0 3 0-16,-3-3-51 0,0 3-13 0,0 3 0 0,-3-3 0 15,1 5 0-15,-4-2 0 0,0 2 0 0,0 3 0 16,-3-3 0-16,3 3 0 0,0-3 0 0,-3 3 0 16,4-3 0-16,-1 0 0 0,0-2 0 0,0-1 0 15,3 1 0-15,0 0 0 16,0-1 0-16,3-2 0 0,-3 0 0 0,3 0 0 16,3-3 0-16,1 1 0 0,-1-1 0 0,3 0 0 0,3 0 0 0,0-5 0 15,0 6 0-15,3-1 0 0,0-2 0 0,3-1 0 16,-1 1 0-16,4 0 0 0,0-1 0 0,3-2 0 15,0 3 0-15,0-3 0 0,0 0 0 0,3 0 0 16,0 0 0-16,0-3 0 0,2 3 0 0,-2 0 0 16,3 0-17-16,-3 0-7 0,3 0 0 0,0 0-1 15,0 0 40-15,-3 0 8 0,-1 0 1 0,1-2 1 16,-3 2-25-16,0-3 0 0,-3 0 0 0,0 3 0 16,0-5-97-16,0 2-25 0,-3 3-5 0,0-5-1 15,-3 2-102-15,3-2-21 0,-3 0-4 0</inkml:trace>
  <inkml:trace contextRef="#ctx0" brushRef="#br1" timeOffset="106467.242">24482 11910 1824 0,'-6'-8'38'0,"0"2"8"16,0 1-37-16,0 0-9 0,3 0 0 0,3 5 0 0,0 0 129 0,0 0 24 0,0 0 5 0,0 0 1 16,0 0-61-16,0 0-12 0,0 0-2 0,0 0-1 15,0 0-23-15,0 0-4 0,0 7 0 0,0 4-1 16,3 0-9-16,0 2-2 0,-3 0 0 0,3 6 0 15,-3-4-8-15,0 4-3 16,0 2 0-16,0 0 0 0,0-2-4 0,-3-1-1 0,3 1 0 0,-3-1 0 16,0-2 15-16,0 0 2 0,0 0 1 0,0 3 0 15,0-4-55-15,0 1-11 16,0 0-3-16,-3 3 0 0,3-1 23 0,-2 3 0 16,2 1 0-16,-3 1 0 0,3-1 19 0,-3-1 1 0,3 3 1 0,0-3 0 15,0-3-33-15,0-5-8 0,0 3 0 0,3-5-1 16,-3 0-18-16,0-6-3 0,3 3-1 0,0-3 0 15,0-5-119-15,0 0-24 0,0 0-5 0</inkml:trace>
  <inkml:trace contextRef="#ctx0" brushRef="#br1" timeOffset="108083.411">16829 14656 1637 0,'0'0'34'0,"0"0"8"0,0 0-34 0,0 0-8 0,0 0 0 0,0 0 0 16,0 0 124-16,0 0 24 0,0 0 4 0,0 0 0 16,0 0-36-16,0 0-8 0,0 0-2 0,0 0 0 31,0 0-35-31,0 0-7 0,0 0-2 0,0 0 0 0,0 0-23 0,0 0-5 0,0 0-1 0,0 5 0 16,-3 3-8-16,3-2-1 0,-3 2-1 0,-3 0 0 15,3 0-5-15,-3 2-1 0,0 1 0 0,0 5 0 16,-2-1-5-16,-4 7 0 0,0-1-1 0,-3 3 0 15,0 2-3-15,0 1 0 0,0 2 0 0,-3 0 0 16,3 2-8-16,-2-1 8 0,2 4-8 0,-3 3 8 16,3 0 7-16,0 5 1 0,0 3 0 0,-3 0 0 15,3-2-25-15,-2-4-5 0,-1 1-1 0,0 2 0 16,0-5 24-16,0 1 5 0,3-1 1 0,0 0 0 16,0-3-15-16,4-2 0 0,-4 2 0 0,3-5 0 15,3-2 0-15,-3-6 0 0,3 0 0 0,0-2 0 16,3-4-48-16,0-1-13 0,0-1-3 0,0-3 0 15,3 1-102-15,0-3-21 0,3 0-4 0</inkml:trace>
  <inkml:trace contextRef="#ctx0" brushRef="#br1" timeOffset="108579.492">16076 15638 1659 0,'-6'-3'34'0,"3"-2"10"0,0 0-36 0,0-1-8 0,3 1 0 0,-3-3 0 16,3 3 92-16,0 0 17 0,0-3 3 0,0 2 1 15,0 1-19-15,0 0-4 0,0 5-1 0,0 0 0 16,0 0-17-16,0 0-3 0,3-3-1 0,-3 3 0 16,0 0-12-16,0 0-4 0,3-3 0 0,3 6 0 15,-3 0-13-15,3 2-3 0,0 3-1 0,-3 0 0 16,3 5-20-16,0 0-4 0,0 3-1 0,0 3 0 16,-3-1-10-16,3 1 0 0,0 2 9 0,-3-3-9 15,3 1 0-15,0 2 9 0,0-5-9 0,-3 3 0 16,5-1 0-16,-2-2 0 0,0 0 0 0,0-3 0 15,0 0 0-15,0-2 0 0,3-3 0 0,0 0 0 16,0 0 0-16,3-6-9 0,0 4-1 0,0-6 0 16,3 0 10-16,-1-3 16 0,4-2-4 0,3-1-1 15,-3-2-3-15,6-2 0 0,0-1 0 0,-3 1 0 0,2-1-8 16,-2-5 0-16,3 3 0 0,-3-3 8 16,-3 0-8-16,0 3 0 0,-1-3 9 0,1-2-9 15,3 2 0-15,-3-3 0 0,3 1 0 0,3-1-12 16,-1 1-91-16,1-1-18 0,0 3-4 0,3-2-1 15,0 5-106-15,-1-1-20 0</inkml:trace>
  <inkml:trace contextRef="#ctx0" brushRef="#br1" timeOffset="117642.476">16600 16418 1552 0,'0'0'44'0,"0"0"10"0,0 0-43 0,0 0-11 0,0-5 0 0,0 5 0 15,0-3 53-15,0 3 9 0,-3-5 2 0,3 0 0 16,0 5 0-16,0-5 0 0,-3 2 0 0,3 3 0 15,0-5 27-15,0 5 5 0,0-3 2 0,0 3 0 16,0 0-31-16,0 0-7 0,-3-5 0 0,3 5-1 16,0 0-16-16,0 0-3 0,0 0-1 0,0 0 0 15,-6 2-10-15,6-2-1 0,-6 3-1 0,0 2 0 16,0 3-11-16,0 0-1 0,0 0-1 0,-3 3 0 16,3-1-6-16,-2 4 0 0,-4-1-8 0,3 3 12 15,-3 0-12-15,-3-1 8 0,0 4-8 0,0-1 0 16,0-2 0-16,-3 0 0 0,4 3 0 0,-4-1 0 15,3 1-8-15,-3-1-8 0,3 1-2 0,-3 2 0 16,3 0-15-16,0 3-3 0,3-3-1 16,1 0 0-16,-1 0-23 0,0 1-4 0,0-4 0 15,3 1-1-15,0-1-50 0,0-5-9 16,3 1-3-16</inkml:trace>
  <inkml:trace contextRef="#ctx0" brushRef="#br1" timeOffset="117974.76">16130 16606 2006 0,'-12'-5'42'0,"0"2"9"0,3-2-41 16,-3 2-10-16,3-2 0 0,3 2 0 0,0 1 70 0,0-1 12 0,6 3 2 0,0 0 1 16,0 0-25-16,0 0-6 0,0 0-1 0,0-5 0 15,0 5-13-15,3-5-2 0,3-1-1 0,-3 4 0 16,3-4-9-16,0 4-3 0,0-4 0 0,3 4 0 15,-3-1-6-15,3 0-2 0,0 3 0 0,-3-2 0 16,3 2-5-16,0 2-2 0,-1-2 0 0,4 3 0 16,-3 2-23-16,3 1-5 0,0-1-1 0,0 3 0 15,0 0 19-15,3 2 0 16,0-2 0-16,0 3 0 0,-1 0 23 0,1-3 8 0,0 2 1 0,0 1 1 16,0 2-23-16,0-3-10 0,0 4 8 0,0-1-8 15,-3 0 0-15,-1-2 0 0,1 2 0 0,-3-2 0 16,0 2-8-16,0-5-8 0,0 2 0 0,3 1-1 15,-6-3-40-15,3 0-8 0,0 0-2 0,-3-3 0 16,3-2-141-16,0 2-29 0,0-2-6 0</inkml:trace>
  <inkml:trace contextRef="#ctx0" brushRef="#br1" timeOffset="118275.234">16704 16612 2079 0,'0'0'59'0,"0"0"13"0,0 0-58 16,-3-3-14-16,-3 0 0 0,6 3 0 0,-6-2 95 0,6 2 16 0,-3 0 3 0,3 0 1 31,0 0-50-31,-6-3-9 0,6 3-3 0,0 0 0 16,0 0-33-16,0 0-8 0,0 0 0 0,0 0-1 16,0 0 42-16,-6 3 9 0,6-3 2 0,0 0 0 0,-3 8-52 0,0-3-12 15,0 3 0-15,0 2 0 16,3 1 0-16,0 2 0 0,-2 0 0 0,2 3 0 0,0 3 0 0,0-3 0 0,0 5 0 0,2 0 0 15,-2 3 0-15,0 0 0 0,3 2 0 0,0-2 0 16,-3 0 0-16,3 2 0 0,0-5 0 0,0-2 0 16,0-1 0-16,0-2 0 0,0-2 0 0,0-1 0 15,0-3-48 1,0 1-13-16,0 0-3 0,0-4 0 16,-3-1-79-16,3-1-16 0,0 0-3 0</inkml:trace>
  <inkml:trace contextRef="#ctx0" brushRef="#br1" timeOffset="119172.825">16969 16662 1990 0,'-6'5'41'0,"3"3"11"0,3-3-42 0,-3 1-10 0,3 2 0 16,0-3 0-1,-3 3 44-15,3 0 8 0,0-3 0 0,-3 3 1 16,3 3-31-16,0-3-6 0,-3 2-2 0,3-2 0 0,0 3 4 0,-3-3 1 0,3 0 0 0,0-3 0 16,-3 3 26-16,3 0 6 0,0-3 1 0,0-2 0 15,0-3 0-15,0 0 1 0,0 0 0 0,0 0 0 16,0 0-18-16,0 0-4 0,0 0-1 0,0 0 0 15,0 0-30-15,0 0-8 0,0 0-1 0,0-6 0 16,0-2 17-16,0-2 4 0,0 2 1 0,0-3 0 16,0 1-13-16,0 2 0 0,0-3 0 0,0 1 0 15,3 2 0-15,-3-3 0 0,0 0 0 0,3 4 0 16,-3-4 0-16,0 3-18 0,0 0 4 0,3 3 1 16,-3-1-11-16,0 1-1 0,3 0-1 0,-3 5 0 15,0 0-214-15</inkml:trace>
  <inkml:trace contextRef="#ctx0" brushRef="#br1" timeOffset="119899.823">15808 16360 1579 0,'0'0'32'0,"0"0"10"0,0 0-34 0,3-2-8 0,3-4 0 0,0 1 0 16,0 0 92-16,3-1 16 0,3-2 3 0,3 1 1 16,0-1-20-16,5-3-4 0,1 3-1 0,6-3 0 15,0 1-26-15,3-1-5 0,-1-2 0 0,4 2-1 16,-3-2-43-16,0 3-12 0,2-4 0 0,1-1 8 15,3-1 12-15,3 0 4 0,-1-3 0 0,4 1 0 16,-3-1-16-16,-7 1-8 0,1 2 8 0,0-3-8 16,-6 3 0-16,-4 3 0 0,1 0 0 0,3 0 8 15,-6 2-30 1,-3 1-6-16,3 2 0 0,-1-3-1 0,1 0-136 0,0 1-27 0</inkml:trace>
  <inkml:trace contextRef="#ctx0" brushRef="#br1" timeOffset="120483.881">17493 16186 1579 0,'0'0'32'0,"0"0"10"0,0 0-34 0,0 0-8 0,0 0 0 0,-6 2 0 16,6-2 104-16,-6 3 20 0,6-3 3 0,-3 5 1 16,3-5-54-16,-6 3-10 0,6-3-3 0,-6 5 0 15,3 0-17-15,-3 1-3 0,0 2-1 0,3-3 0 16,-3 3-10-16,0 2-2 0,3 1-1 0,-3 5 0 16,1-3-27-16,-1 6 0 0,-3-1 0 0,0 6 0 15,3 2 26-15,-3 1 0 0,0 2 0 0,3 3 0 16,-6 0-26-16,3-3 0 0,-3 0 0 0,3-3 0 15,-3 1-16-15,-3-1-8 0,4 1-1 0,-4-4-1 0,6 1 13 0,-3 0 2 0,3-3 1 16,-3 3 0 0,3-5-42-16,-3-4-8 0,3 4-1 0</inkml:trace>
  <inkml:trace contextRef="#ctx0" brushRef="#br1" timeOffset="121126.985">17186 16455 2090 0,'0'-23'44'0,"0"1"8"0,3 1-41 0,-3 5-11 0,0 1 0 0,0 1 0 16,0 4 99-16,0-1 17 0,0 3 4 0,0 3 1 16,0 0-47-16,3 2-10 0,-3 3-1 0,0 0-1 15,0 0-18-15,3-3-4 0,-3 3-1 0,3 3 0 16,6 0-14-16,-3 2-2 0,3 0-1 0,0 3 0 16,3 0-10-16,-3 5-1 0,3-2-1 0,3 5 0 15,-3 0-10-15,-1 2 0 0,1 1 0 0,0 2-11 16,0-3 11-16,3 4 9 0,-3-4-1 0,0 1-8 15,3-4 0-15,-3 1 0 0,6 0-10 0,-4-3 10 16,1 1-59-16,0-4-4 0,0-2-1 0,-3 0 0 16,3 0 8-16,0-3 0 0,-3 1 1 0,0-1 0 15,-4-2-65-15,1 2-14 0,0-2-2 0,-3-3-1 16,0 2 6-16,0-2 2 0,-6 0 0 16,0 0 0-16,6 0 77 0,-6 0 15 0,3 0 3 0,-3 0 1 15,0 0 33-15,6-2 11 0,-6 2 0 0,0-3 0 0,3-2 44 16,-3 5 9-16,0-6 1 0,0 1 1 15,0 5 24-15,0-5 5 0,0-1 1 0,0 1 0 0,0 0 1 0,0 0 1 16,3-3 0-16,-3 2 0 0,6-2-22 16,-3 0-4-16,3-2 0 0,-3 2-1 0,3-3-29 15,0 3-6-15,3 0 0 0,-3-2-1 0,3 2-12 16,-3-3-3-16,2 3 0 0,1 3 0 0,0-3-9 0,0 6-3 0,0-4 0 16,-3 4 0-16,3 2-8 0,-3 0 8 0,3 0-8 0,-3 2 8 15,0 4-8-15,-3 2 10 0,3-1-10 0,-3 4 10 16,0 2-10-16,0 0 8 0,-3 1-8 0,0-1 8 15,0 3-62-15,-3 0-13 16,3 0-2-16,-3 2-1 0,0 1 10 0,-3 2 1 0,0 0 1 0,0 3 0 16,0-3 66-16,0 3 12 0,3-3 4 0,-6 3 0 15,6-3-12-15,-3-3-1 0,3 1-1 0,-3-3 0 16,6-3 22-16,0-2 4 0,0-3 0 0,3-3 1 16,0 0-10-16,3-2-3 0,0-3 0 0,0-3 0 15,3 1-8-15,-3-4-1 0,3 1-1 0,3-3 0 16,0-3 4-16,0 1 1 0,3-1 0 0,-1-2 0 15,1 2-19-15,0 1 0 0,3-1 0 0,0 3 0 16,-3 3 0-16,3-3 0 0,-3 3 0 0,2 2 0 16,1 3-10-16,-3-2-6 0,3 2 0 0</inkml:trace>
  <inkml:trace contextRef="#ctx0" brushRef="#br1" timeOffset="123842.858">19794 8017 1496 0,'-6'3'42'0,"-3"0"10"0,3-1-41 0,-3 1-11 0,3 0 0 0,0-3 0 16,0 0 68-16,0 0 12 0,0 0 3 0,6 0 0 15,-6 0-12-15,6 0-3 0,0 0 0 0,0 0 0 16,-3-6-24-16,3 4-6 0,0-4-1 0,3 1 0 15,3-3-14-15,3 0-3 0,-3 0-1 0,6-2 0 16,0-6-19-16,6 0 0 0,0-3 0 0,3 1 0 16,8-6 60-16,7 0 9 0,3 0 2 15,5-7 0-15,1 2-11 16,6-1-3-16,-1-1 0 0,10-4 0 0,-4 1-57 0,7-3 0 0,2 0 0 16,7-5 0-16,-7 7 0 0,1 3 0 0,-1-2 0 0,4 2 12 15,-13 6-12-15,4 2 8 0,-7 3-8 0,4 0 8 16,-6 5-8-16,-4 0 0 0,1 3 0 0,-1-1-11 15,-8 4 11-15,0-1 8 0,-3 3-8 0,-4 3 11 16,-5 0-11-16,-3 2 0 0,-3 0 0 0,-3 3 0 16,-4-2 0-16,1 2 8 0,-6 0-8 0,0 2 0 15,0-2 0-15,-3 3 0 0,-3-3 0 0,-3 0 0 16,0 0 0-16,6 5-9 0,-6-5 0 0,0 0 0 16,3 3 9-16,-3-3 0 0,0 0 0 0,3 8 0 15,-3-8 0-15,0 0 0 0,0 0 0 0,0 0 0 16,0 0-53-16,0 0-9 0,0 0-2 0,0 0 0 15,0 0-42-15,0 0-9 0,0 0-1 0,0 0-1 16,0-5-120-16,3-1-24 0,0 1-5 0</inkml:trace>
  <inkml:trace contextRef="#ctx0" brushRef="#br1" timeOffset="124202.95">21437 7099 1094 0,'-6'-8'23'0,"3"-2"5"0,0 2-28 15,-3-3 0-15,3 1 0 0,0 2 0 0,-3 0 92 0,3 0 14 0,0 2 2 0,0-1 1 16,0 4-31-16,3-2-6 0,-3-1-2 0,3 6 0 15,-3-2 2-15,3-4 0 0,0 6 0 0,0 0 0 16,0 0-8-16,0 0-2 0,0 0 0 0,0 0 0 16,0 0-44-16,0 0-9 0,0 0-1 0,0 0-8 31,0 0 46-31,3-2 2 0,-3 2 1 0,3-3 0 0,3 3-27 0,0 0-6 0,0 0 0 0,3 3-1 16,0-3-15-16,3 2 0 0,0 1 0 0,0 0 0 15,0-1 32-15,3 4 4 0,-1-4 1 0,-2 4 0 16,3-1-19-16,0 0-4 0,0 3-1 0,-3-3 0 15,0 1 1-15,0 2 0 0,-3 0 0 0,0-1 0 16,-4 1-6-16,1 3 0 0,-3-3-8 0,0 0 12 16,-3 2 0-16,0-2 0 0,-3 3 0 0,-3 0 0 15,1-1-1-15,-1-2-1 0,-3 3 0 0,-3-1 0 16,3-2-10-16,-3 0 10 0,0 3-10 0,0-3 10 16,0 0 16-16,0 0 3 0,0-1 1 0,3 1 0 15,-2 0-44-15,2 0-9 0,3-2-1 0,-3-1-1 16,3 0-3-16,0 0-1 0,0-2 0 0,6-3 0 15,-6 5-139-15,6-5-27 0,0 0-5 0</inkml:trace>
  <inkml:trace contextRef="#ctx0" brushRef="#br1" timeOffset="130513.475">22300 6993 2030 0,'0'0'57'0,"0"0"14"0,0 0-57 0,0 0-14 0,0 0 0 0,-6-2 0 32,0-1 105-32,6 3 19 0,-6 0 3 0,0-3 1 0,0 3-52 0,0 3-9 0,-2-3-3 0,2 3 0 31,-3 2-51-31,0 3-13 0,0-3 0 0,0 3 0 0,-3 0 0 0,0 3 0 0,0 2 0 0,-6 0 0 15,3 3 0-15,-2 0 0 0,-4 0 0 0,0 2 0 16,-3 1 0-16,3-3 0 0,-3 0 0 0,4-1 0 16,-4 1 0-16,3-2 0 0,0-1 0 15,3 0 0 1,0-2-88-16,3-1-21 0,1-2-4 0</inkml:trace>
  <inkml:trace contextRef="#ctx0" brushRef="#br1" timeOffset="131013.532">21934 6996 2030 0,'3'-8'57'15,"0"3"14"-15,0-3-57 0,0 3-14 0,0 2 0 0,-3 3 0 16,0 0 111-16,3-3 19 0,0 1 4 0,-3 2 1 16,6 2-64-16,-3 1-13 0,3 2-2 0,-3 0-1 15,0 6-18-15,3 0-3 0,0-1-1 0,-3 6 0 16,6 0-17-16,-3 0-3 0,-1 5-1 0,1-2 0 15,0-1-12-15,3 3 9 0,-3-2-9 0,3 2 8 16,0-5-8-16,0 2 0 0,0-2 0 0,3 3 0 16,-3-6 18-16,0 3-2 0,3-3 0 0,-3 0 0 15,0 1-16-15,-1-4 0 0,1 3 0 0,3-5 0 16,-3 0-150-16,3 0-34 0,-3-3-6 0,3-2-2 16,0 0 52-16,-3-1 9 0,3-4 3 0,0 2 0 15,-1-3 0-15,1 0 0 0,3 1 0 0,-3-3 0 0,-3 2 102 16,0-2 26-16,0-1 0 0,-3 4 0 0,-3-4 25 15,3 4 11-15,-3-4 1 0,0 4 1 0,0-4 42 0,-3 1 8 16,0 0 1-16,0 5 1 0,0 0 22 0,0-3 5 16,0 3 1-16,0 0 0 0,0 0-35 0,0 0-7 0,0 0-2 15,0 0 0-15,0 0-8 16,0 0-2-16,0 0 0 0,0 0 0 0,0 0-27 0,0 0-5 0,0 0-2 0,0 0 0 16,0 0-6-16,3 6-2 0,0 1 0 0,-3 1 0 15,0 0-8-15,3 0-2 0,-3 0 0 0,0 5 0 16,0-2-4-16,0 0-8 0,0 2 11 0,0 0-11 15,0 0 8-15,0 3-8 0,0-3 0 0,0 1 0 16,0-1 0-16,0 0 0 0,0-2 0 0,0-1 0 16,0 1-28-16,0-6-10 0,3 0-2 15,0 1 0-15,3-1-172 16,-3-5-36-16,3 0-6 0</inkml:trace>
  <inkml:trace contextRef="#ctx0" brushRef="#br1" timeOffset="131307.638">22708 7290 1459 0,'0'0'61'15,"0"0"-49"-15,0 0 113 0,0 0 23 0,0 5 4 0,0-5 0 32,0 8-44-32,0-3-8 0,0-5-3 0,0 8 0 15,0-3-47-15,0 1-10 0,0-6-1 0,0 5-1 16,0 3 14-16,0-8 2 0,0 5 1 0,0-5 0 0,0 0-18 0,0 6-3 0,0-6-1 0,0 0 0 15,0 0 5-15,0 0 1 0,0 0 0 0,0 0 0 16,0 0-31-16,0 0-8 0,0 0 0 0,0 0 0 16,0 0 56-16,0 0 6 0,0 0 2 0,0 0 0 31,0 0-52-31,0 0-12 0,0 0 0 0,0 0 0 0,0 0 0 0,3-6 0 0,-3 1 0 0,3 0 0 31,-3 5-48-31,3-6-13 0,-3 4-3 0,0-4 0 16,0 1-153-16,0 0-31 0</inkml:trace>
  <inkml:trace contextRef="#ctx0" brushRef="#br1" timeOffset="132221.454">13338 8637 2030 0,'-3'-3'57'0,"0"0"14"0,0 1-57 0,0-4-14 0,-3 6 0 0,0-2 0 15,0-1 54-15,-3 0 8 0,-3 3 2 0,-3-2 0 16,0 2 0-16,-3 0 0 0,-2-3 0 0,-7 0 0 16,0 3-36-16,-3 0-6 0,-3 3-2 0,-2-3 0 15,-4 0 20-15,-3 0 3 0,1 0 1 0,-10 3 0 16,1-3-36-16,-1 2-8 0,-3 4 0 0,-2-4 0 16,5 1 24-16,1 0 2 0,2-1 1 0,-3 4 0 15,4-1-43-15,-1 0-9 0,-3 0-2 16,4 1 0-16,8-1 27 0,3 0 0 0,4 1 0 0,5-1 0 15,0 0 0-15,6 0 0 0,0-2 0 0,7 0 0 16,2-1-56-16,3 4-5 0,3-4-2 0</inkml:trace>
  <inkml:trace contextRef="#ctx0" brushRef="#br1" timeOffset="132670.943">12879 8406 2030 0,'-6'-2'57'0,"3"-1"14"0,-3 0-57 0,0 1-14 0,3-1 0 0,-3-2 0 16,6 5 54-16,-5-3 8 0,5 3 2 0,0 0 0 15,0 0 0-15,0 0 0 0,0 0 0 0,0 0 0 16,0 0-52-16,0 0-12 0,0 0 0 0,0 0 0 16,5 0 0-16,1-2 0 0,3-1 0 0,0 3 0 15,0 0 0-15,0 0 0 0,0 3 0 0,0-1 0 16,3 3 0-16,0 1 0 0,0 2 0 0,-3 0 0 16,6 2 0-16,-4 1 0 0,4-1 0 0,0 6 0 15,-3-3 54-15,0 1 8 0,0-1 2 0,0 3 0 16,-3 0-52-16,3 0-12 0,-6-1 0 0,0 4 0 15,0-1 0-15,-4 4-16 0,-2-4 3 0,0 3 1 16,-2-2 12-16,-1 2 16 0,-3-2-3 0,0-1-1 16,0 1-12-16,-6-4 0 0,3-1 0 0,-3 2 0 15,0-3 0-15,0-3 0 0,0 1 0 0,0 0 0 16,0-1 54-16,0-2 8 0,4 0 2 0,-1 0 0 16,0-3-52-16,0 1-12 0,3-1 0 0,0-3 0 15,0 1-98-15,6-3-22 0,0 0-5 0</inkml:trace>
  <inkml:trace contextRef="#ctx0" brushRef="#br1" timeOffset="135007.01">23550 7091 1337 0,'-6'-26'28'0,"3"15"6"0,3 1-34 0,0-1 0 0,0-2 0 0,3 2 0 16,-3 1 109-16,0 2 15 0,3-3 4 0,-3 3 0 16,0 3-14-16,0 0-2 0,0 5-1 0,0 0 0 15,0 0-24-15,0 0-5 0,0 0-1 0,0 0 0 16,0 0-13-16,-6 0-4 0,0 2 0 0,-2 4 0 16,-1 1-51-16,-3 7-13 0,0 2 0 0,0 5 0 15,-3 0 0-15,0 3 0 0,-3 2 0 0,0 3 0 16,1-2 0-16,-4-1 0 0,0 1 0 0,-3-1 0 15,0-5 0-15,3 0 0 0,-2-2 0 0,2 2 0 16,-3-5 0-16,3 3 0 0,3-1 0 0,-3-2 0 16,4 0 0-16,2-3 0 0,-3 0 0 0,6 1 0 15,0-7-151-15,0 1-33 0,6-2-6 16</inkml:trace>
  <inkml:trace contextRef="#ctx0" brushRef="#br1" timeOffset="135225.772">23074 7171 1698 0,'0'-11'48'0,"-3"3"11"0,3 0-47 16,0 3-12-16,0 0 0 0,0 5 0 0,0-6 82 15,0 6 14-15,3-5 4 0,-3 5 0 0,6 0-38 0,0-3-7 0,0 3-2 0,0 3 0 16,3 0 9-16,0-1 2 0,0 1 0 0,3 2 0 16,0 1 0-16,-1-1 0 0,1 3 0 0,0-3 0 15,3 3-64-15,0 0 0 0,0 3-16 0,0-1 3 16,0 1 13-16,0-1 0 0,-1-2 0 0,1 5 0 15,0-2-37-15,0 0-15 0,0-1-2 0,-3 1-1 16,0-1-106-16,0 1-22 0,0 0-4 16</inkml:trace>
  <inkml:trace contextRef="#ctx0" brushRef="#br1" timeOffset="135647.928">23446 7374 1552 0,'0'0'44'0,"0"0"10"16,0 0-43-16,0 0-11 0,-3-2 0 0,0-4 0 15,3 1 104-15,0 0 20 0,3 0 3 0,0-3 1 16,3 2-52-16,0 1-9 0,0-3-3 0,3 3 0 16,0 0 0-16,3-1 0 0,0 1 0 0,3 0 0 15,-3-1-51-15,2 4-13 0,1-4 0 0,0 4 0 0,-3-1 54 16,0 3 8-16,0 0 2 0,0 0 0 0,-3 3-52 16,-3-1-12-16,0 1 0 0,0 2 0 0,-3 1 0 0,-3-6 0 0,0 8 0 0,0 0 0 15,-3-3 0-15,-3 3 0 0,3 0 0 0,-3 0 0 31,-3 0-48-31,3 0-13 0,-3-1-3 0,0 1 0 0,3 0 52 0,-3 0 12 0,3 0 0 0,0 3 0 16,3-6 0-16,0 3 0 0,3-3 0 0,0-5 0 16,3 6 0-16,0-1 0 15,0 0 0-15,3-2 0 0,3-1 0 0,0-2 0 16,3 0 0-16,0 0 0 0,0 0 0 0,3 0 0 0,-4 0 0 16,4 0 0-16,-3 0 0 0,-3 0 0 0,3 0 0 0,-3 0 0 15,-3 3 48-15,0-3 13 0,0 3 3 0,-6-3 0 16,0 0-52-16,0 5-12 0,-3 0 0 0,0 3 0 15,-3 0 0-15,-3 3 0 0,0-3 0 0,-3 2 0 16,-3 1 0-16,-3 0 0 0,-2 2 0 0,-1-3 0 16,0 1 0-16,0-1 0 0,0 1 0 0,-3 0 0 15,1-3 0-15,2 2 0 0,0-2 0 0,0 0 0 16,0-3-126-16,0 1-28 0,-2-4-6 0</inkml:trace>
  <inkml:trace contextRef="#ctx0" brushRef="#br1" timeOffset="135942.505">23080 6970 1811 0,'-6'-6'37'0,"0"4"11"0,3-1-39 16,-3-2-9-16,3 2 0 0,3 3 0 0,0 0 95 0,-6 0 17 0,6 0 3 0,0 0 1 15,0 0-33-15,0 0-7 0,0 0 0 0,0 0-1 16,3-5-6-16,3 2-1 0,3 0 0 0,3 1 0 16,3 2-54-16,6-3-14 0,0 3 0 0,2-2 0 15,4 2 0-15,0 0 0 16,6 2 0-16,-3-2 0 0,-4 0 22 0,4 0 2 0,0 0 0 0,0-2 0 16,-1 2-24-16,4-3 9 0,-3 3-9 0,3-3 0 15,-4 3 8-15,1 0-8 0,0 0 0 0,-3 0 0 16,-1 3-60-16,-2-3-18 15,0 3-4-15</inkml:trace>
  <inkml:trace contextRef="#ctx0" brushRef="#br1" timeOffset="136729.981">24018 7239 2298 0,'-9'0'48'0,"0"-2"11"0,3 2-47 15,-3-3-12-15,9 3 0 0,-6 0 0 16,-3 3 56-16,3-3 8 0,0 2 3 0,0 1 0 0,3 2-3 0,-3-2 0 0,3 5 0 0,3-3 0 16,0-5-51-16,-3 6-13 0,3 1 0 0,0-7 0 15,0 3 0-15,0-3 0 0,0 0 0 0,0 0 0 16,0 0 0-16,0 0 0 0,0 0 0 0,0 0 0 16,0 0 54-16,0 0 8 0,0 0 2 0,0 0 0 15,3 0-52-15,3-3-12 0,-3 1 0 0,0-1 0 16,3-2 0-16,-3 0 0 0,3-1 0 0,0 1 0 15,0 0 8-15,-3-1-8 0,3-1 11 0,0 1-11 16,-3 1-100-16,3-3-28 0,0 3-4 16</inkml:trace>
  <inkml:trace contextRef="#ctx0" brushRef="#br1" timeOffset="137046.21">24687 7030 2224 0,'3'-8'63'0,"3"1"14"0,-3 1-61 16,0 1-16-16,0-3 0 0,0 3 0 0,-3 5 86 0,0 0 14 0,0 0 4 0,0 0 0 15,0 0-44-15,0 0-8 0,0 0-1 0,0 0-1 16,-6 5-25-16,0 3-5 0,0 0 0 0,-3 2-1 15,-2 4-7-15,2 2-2 0,-3 2 0 0,-3 3 0 16,0-2-10-16,-3-1 10 0,3 1-10 0,-6 2 10 16,4-2-10-16,-4-4 0 0,3 4 9 0,-6-3-9 31,6-3 0-31,-3 0 0 0,0 0 0 0,4-2 8 16,-4 2-48-16,3-5-10 0,3 3-2 0,0-3 0 15,0 0-112-15,3-3-22 0,0 0-5 0</inkml:trace>
  <inkml:trace contextRef="#ctx0" brushRef="#br1" timeOffset="137286.684">24324 7107 1824 0,'-3'-16'38'0,"0"0"8"0,0 3-37 0,0 3-9 0,3-1 0 0,-3 3 0 16,3 0 104-16,0 3 20 0,0 2 3 0,0 3 1 15,0 0 0-15,3 0 0 0,3 0 0 0,0 5 0 16,3 1-103-16,0 2-25 0,0 0 0 0,3 8 0 15,0-3 44-15,3 3 3 0,0 2 1 0,3-2 0 16,-4 3-33-16,1-4-7 0,3 1 0 0,-3 3-8 16,0-1 10-16,0-2-10 0,0 0 8 0,0 0-8 15,-4-3 9-15,4 3-9 0,-3-3 10 0,0 1-10 16,0-1 0-16,0 0 0 0,0-2 0 0,-3-1 0 16,0-2-199-16,-3 3-45 0</inkml:trace>
  <inkml:trace contextRef="#ctx0" brushRef="#br1" timeOffset="137820.045">24943 7308 2124 0,'0'0'44'0,"0"0"10"0,3-2-43 0,-3 2-11 0,3-6 0 0,-3 6 0 16,0 0 96-16,0 0 16 0,0 0 4 0,0 0 1 15,0 0-47-15,0 0-10 0,0 0-1 0,0 0-1 16,0 0-33-16,-6 3-6 0,0 0-2 0,1-1 0 16,-7 1-17-16,0 2 0 0,0-2 0 0,-3 2 0 15,0 0 0-15,0 3 0 0,-3 0 8 0,0 0-8 16,4 3-10-16,-4-1-6 0,3 1 0 0,0 0-1 16,0 2 17-16,3-3 0 0,0 1 0 0,3 2 0 15,3 0 0-15,0-2 0 0,0 2 0 0,6-2 0 16,0-1 0-16,0-2 0 0,6 3 0 0,0-6 0 15,0 1 0-15,6-1 0 0,-3-3 0 0,6-2 0 16,0 0-32-16,0 0-4 0,3-2 0 0,2-3 0 16,-2-1 12-16,0 1 1 0,0-3 1 0,0 3 0 15,-3-3 22-15,0 0-11 0,-3 0 11 0,-1-3-8 16,1 3 8-16,-6-2 14 0,3 2-3 0,-6-3-1 16,3 1 24-16,-3-1 5 0,-3 1 1 0,3 2 0 15,-3 0-5-15,0 0-1 0,0 0 0 0,0 2 0 0,0 1-6 16,0 0 0-16,0 5-1 0,0 0 0 0,0 0-4 15,0 0-1-15,0 0 0 0,0 0 0 0,0 0-4 0,0 0-1 0,0 0 0 16,-6 5 0-16,0 0-17 0,3 6 10 0,0 0-10 16,-3-1 8-16,3 3-8 15,0 3 0-15,0-2 0 0,0 4 8 16,0-2-8-16,3 2 0 0,-3-2 0 0,3 6 0 0,-2-4 0 0,2-2 0 0,0 0 0 16,-3 2 0-16,3-4 0 0,-3 1-17 0,0 1 2 0,0-2 1 31,3-4-88-31,-3-2-18 0,0 0-3 0,0 0-1 15,0-3-49-15,3-5-11 0,0 0-1 0</inkml:trace>
  <inkml:trace contextRef="#ctx0" brushRef="#br1" timeOffset="138182.444">24402 6882 1552 0,'-9'-5'44'0,"0"2"10"0,3 1-43 0,-3 2-11 0,3-3 0 0,-3 0 0 31,3 3 104-31,0 0 20 0,6 0 3 0,0 0 1 0,0 0-54 0,0 0-10 0,0 0-3 0,0 0 0 15,0 0 5 1,6 0 1-16,0 3 0 0,6 0 0 0,0-1-19 0,3-2-3 0,6 3-1 0,-4 0 0 16,7-1-8-16,0 1-3 0,3 0 0 15,0-3 0-15,-1 2-13 0,4-2-4 0,0-2 0 0,3 2 0 16,-1 0-16-16,4-3 0 16,0 3 8-16,-3 0-8 0,2 0 0 15,-5 3-9-15,0-3 1 0,-3 2 0 16,-1-2-189-16,-8-2-38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2:55:17.389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12495 1813 695 0,'-12'-3'29'16,"0"-2"-29"0,1 2 24-16,2 3 0 0,3-5-1 0,-3-1 0 15,3 4 54-15,3-4 11 0,0 4 3 0,0-4 0 16,3 4-29-16,0 2-6 0,3-8 0 0,0 8-1 15,0-5-5-15,0-1-1 0,0 4 0 0,3 2 0 16,0 0-25-16,0-6-4 0,2 6-2 0,-2 0 0 16,0 0-18-16,0 0 0 0,3 0 0 0,-3 6 0 15,0-6 0-15,3 2 0 0,0 4 0 0,0-6 0 16,0 5 25-16,3-5 11 0,0 8 3 0,3-8 0 0,-3 8-11 16,5-8-3-16,-2 2 0 0,6 4 0 0,0-4-25 15,3 4 0-15,0-6 0 0,2 5 0 0,4-5 0 0,-3 3 0 16,3-3 0-16,2 5 0 0,1-5 0 15,0 0-19-15,0 3 3 0,5 2 1 16,-2-5 15-16,3 0 0 0,2 0 12 0,4 2-12 16,-3-2 0-16,-1 6 0 0,4-6 0 0,3 0 0 0,-4 0 0 15,7 0 0-15,0 0 0 0,5 2 0 0,-2-2 0 16,-1 0 0-16,1 6 0 0,5-6 0 0,1 0 0 16,-1 5 0-16,4-5 0 0,2 0 0 0,-2 0 0 0,-1 0 0 0,1 0 0 15,5 3 0-15,-5-3 0 0,-1 0 0 0,4 5 0 0,5-5 0 16,-5 0 8-16,2 0-8 0,1 0 0 0,5 0 0 15,-5 3 12-15,2-3-4 0,1 0 0 0,2 0-8 16,-3 0 12-16,1 5-12 0,-1-5 12 0,7 0-12 16,-4 0 12-16,-3 0-12 0,4 0 12 15,5 0-12-15,-5 0 12 0,-1 0-12 16,6 0 12-16,4 0-12 0,-7 0 11 0,1 0-11 16,-1-5 10-16,9 5-10 0,-8 0 8 0,2 5-8 0,0-5 0 0,7 0 0 15,-7 0 8-15,3 0-8 0,-2 2 0 0,8-2 0 16,-6 0 0-16,-2 6 0 0,5-6 0 0,6 0 0 15,-8 0 9-15,-1 0-9 0,0 2 8 0,13 1-8 16,-13 0 11-16,3-3-3 0,1 5-8 0,8-5 12 16,-9 3-4-16,-2 2-8 0,-1-2 11 0,9 2-11 15,-8-2 8-15,2 2-8 0,-3-5 0 0,10 5 0 16,-10-2 11-16,-3 2-11 0,4-2 10 0,8 2-10 16,-12-2 14-16,4 2-3 0,-4-5-1 0,12 3 0 15,-11 2-1-15,-1 0 0 0,3-5 0 0,4 8 0 16,-7-8 7-16,0 3 2 0,-2-3 0 0,8 5 0 0,-9-5 1 15,-2 0 0-15,2 0 0 0,7 0 0 0,-10 0-3 16,3 0 0-16,1 0 0 0,5-5 0 16,-8 5 0-16,-1-3-1 0,0 3 0 0,7-5 0 15,-10 5 1-15,-2-3 0 0,-1 3 0 0,7-5 0 0,-10 5-2 16,1-5 0-16,2 2 0 0,0-2 0 0,-5 2 0 0,-3-2 0 0,-1 2 0 0,4 3 0 16,-10-5-14-16,1 2 9 15,2-2-9-15,-2 0 8 0,-4 2-8 0,-2-5 0 16,0 0 0-16,-4 0 0 0,1 3-11 0,-3-3-4 15,-4-5-1-15,4 5 0 0,-9-8-132 16,0 3-26-16,2-1-6 0</inkml:trace>
  <inkml:trace contextRef="#ctx0" brushRef="#br0" timeOffset="12082.56">11995 6837 1583 0,'-6'-2'32'0,"0"-4"10"0,0 4-34 0,0 2-8 0,0-3 0 0,0 0 0 15,6 3 88 1,-6-2 15-16,6 2 3 0,0 0 1 0,0 0-27 0,0 0-4 0,0 0-2 0,0 0 0 16,0 0 0-16,0 0 0 0,0 0 0 0,0 0 0 15,0 0-54-15,3-3-10 0,0 0-2 0,3 3-8 16,3 0 17-16,0 0-3 0,3 0-1 0,3 0 0 16,0 0-13-16,0 0 0 0,3 0 0 0,0 3 0 15,2-3 0-15,1 0 0 0,0 0 0 0,6-3 0 16,0 3-11-16,2-2-8 0,4 2-1 0,0-3-1 15,-3 1 36-15,5-4 7 0,-2 4 2 0,0-1 0 16,-3 0-39-16,-1 1-7 0,-2-1-2 16,0 0 0-16,0 1 24 0,-3-4 0 0,2 4 0 0,-2-1 0 15,3 0 16-15,-6 3 8 0,0-2 2 0,-1-1 0 16,-2 1-26-16,-3 2 8 0,3-3-8 0,-6 0 0 16,0 3 0-16,-3-2 0 0,0 2 0 0,0 0 0 15,-3 0 8-15,0 0-8 0,0 0 8 0,-1 0-8 16,1 2 16-16,-3-2-1 0,3 0-1 0,0 3 0 15,-6-3 3-15,3 3 1 0,3-3 0 0,-3 2 0 16,-3-2-18-16,3 5 0 0,-3-5 0 0,6 3 0 16,-3 2 0-16,0-2 0 0,0 2 0 0,0 1 0 15,0-4 55-15,0 4 7 0,0-4 2 0,0 4 0 16,0-1-52-16,0 0-12 0,0 0 0 0,0 3 0 16,0-2 0-16,-3 2 0 0,3-3 0 0,0 3 0 0,-3 0 0 0,3 0 0 15,-3-3 0-15,3 3 0 0,-3 0 0 0,3 0 0 0,-3 0 0 0,3 0 0 16,-3 2 0-16,0 1 0 0,3-1 0 0,-3 4 0 15,0-1 0-15,0 3 0 0,0 0 0 0,0 2 0 16,0 1 30-16,0-1 3 0,0 3 1 0,0 1 0 16,0-1-24-16,0 0-10 15,0 0 8-15,0 0-8 0,3 0 9 0,-3 1-9 0,0-4 10 16,0 1-10-16,0-1 12 0,0 3-3 0,0-2-1 0,0 2 0 16,3 3 1-16,-3 0 0 0,0 5 0 15,0 0 0-15,3-3-9 0,-3 3 8 0,0-2-8 0,0 2 8 16,3-3 3-16,-3-2 0 0,0 3 0 0,0-4 0 15,0 1-3-15,0 0 0 0,0-3 0 0,0 3 0 16,0 3 2-16,-3 2 0 0,3 2 0 0,0 1 0 16,0 0-10-16,-3-3 12 0,3 0-12 0,0 0 12 15,0-2-12-15,-3-4 12 0,0 1-12 0,3 3 12 16,-3-1-12-16,0 1 10 0,3-1-10 0,-3 6 10 16,0-3-10-16,0 3 8 0,3 2-8 0,-3-2 8 15,0 0-8-15,0-1 10 0,3-1-10 0,-3-1 10 16,0-3-10-16,0 3 8 0,3-2-8 0,-3 2 8 15,0 2-8-15,0 1 0 0,0 5 0 0,0 0 8 16,0-2-8-16,0-4 0 0,3 4 9 0,-3-1-9 16,0-2 0-16,3 0 0 0,-3-3 0 0,0 5 8 15,3 1-8-15,-3 2 0 0,3 2 8 0,-3 4-8 16,3-6 8-16,-3 0-8 0,3 0 8 0,0 3-8 0,-3-6 0 16,3 0 8-16,0 1-8 0,-3 4 0 0,3 1 0 15,-3 0-12-15,3 2 2 0,-3 1 0 0,0-4 10 0,3-2 0 16,-3-2 0-16,3 4 0 0,-3-2 16 0,3 3 6 15,0 2 1-15,-3 1 0 0,3-1-23 0,0-2 0 16,-3-1 0-16,3 1 0 16,-2-3 0-16,-1 0 0 0,3-2 0 0,-3 4 0 0,0-2 11 0,3 3-3 15,-3 2 0-15,3 1 0 0,-3-6-8 0,3-3 0 0,0 1 0 0,-3-1 0 16,3-2 0-16,0-1 0 0,0 1 0 0,0 0 0 31,0 2-23-31,0 1-6 0,0 2-2 0,0 0 0 0,0-3 31 0,0-2 0 0,0 0 0 0,0 0 0 16,0-6 0-16,3 3 0 0,-3-2 0 0,0 2 0 15,3 0 45-15,-3 3 15 0,0-1 4 0,3 4 0 16,-3-4-78-16,0-1-15 16,0-1-3-16,3 0-1 0,-3 0 33 0,0-3 0 0,0-2 0 0,3 5 0 15,-3-2 0-15,0-1 0 0,0 3 0 0,0 3 0 16,0 0-8-16,0-1 8 0,0 1 0 0,0 0 0 16,0-3 0-16,0 0 0 0,0-2 0 0,0 2 0 15,0-5 0-15,0-1 0 0,0 1 0 0,0 0 0 16,0 2 0-16,0 1 0 0,0 2 0 0,0 3 0 15,0-3 0-15,0 0 0 0,0 3 0 0,0-3 0 16,0-3 0-16,0-2 0 0,0 3 0 0,0-4 0 16,0-1 0-16,-3-1 0 0,3 0 0 0,0 0 0 15,0 0 0-15,0 3 0 0,0 0 0 0,0 2 0 16,0-2 0-16,-3 0 0 0,3 0 0 0,0 2 0 16,0-5 0-16,0 1 8 0,0-4-8 0,0 1 0 0,3-1 0 15,-3-2 0-15,0 0 0 0,0 0 0 0,0 0 0 0,3-3 8 0,-3 0-8 16,0 3 0-16,0-3 0 0,0 3 0 0,0 0 0 0,0 0 0 15,0 0 0-15,0 0 0 0,0-1 0 16,0 4 0-16,0-3 0 0,0 2 0 0,0 1 0 16,0-1 0-16,0-2 0 0,-3 0 8 15,3 0-8-15,-3-3 0 0,3 3 0 0,0-3 0 0,-3 1 0 16,3-1 0-16,-3 0 0 0,3-2 0 0,-3 2 0 0,0-3 0 16,3 4 0-16,-3-4 0 0,3 1 0 15,-3-1 0-15,3 1 0 0,0 0 0 0,-3 2 0 0,3-3 0 16,0 4 0-16,-3-1 0 0,3 0 0 0,0 3 0 15,-3 0-10-15,3-3 10 0,0 3-8 0,0-3 8 16,0 3-8-16,0-5 8 0,0-1-8 0,0 1 8 16,0-3 0-16,0 0 0 0,0 0 0 0,-3 0 0 15,3-3 0-15,0 0 0 0,0-5 0 0,-3 3 0 16,3-3 0-16,0 0 0 0,0 0 0 0,0 5 0 16,0-5 0-16,0 0 0 0,0 0 0 0,-6 5 0 15,6-5 0-15,-3 0 9 0,3 0-9 0,-9 3 0 16,3-3 8-16,0 0-8 0,-3-3 0 0,0 3 0 15,0-2 8-15,0-1-8 0,0 3 0 0,-2-3 0 16,-1 1 8-16,0-1-8 0,0 3 0 0,-3 0 0 16,0 0 8-16,0 0-8 0,0 0 0 0,0 0 0 15,0 0 0-15,1 3 0 0,2-1 0 0,-3 1 0 16,0 2 8-16,0-2-8 0,3 2 0 0,-3-2 0 0,0 2 0 16,0 1 0-16,1-1 0 0,-1 3 0 15,0-3 0-15,3 0 0 0,-3-2 0 0,3 2 0 0,0 1 0 0,0-4 0 0,0 4 0 16,1-4 0-16,-1 4 0 15,3-4 0-15,0 3 0 0,0-2 0 0,3 0 0 16,0-1 0-16,0 1 0 0,0 0 0 16,0-1 0-16,0-2 0 0,6 0 0 0,-6 3 0 0,6-3 19 0,-6 3 3 15,3-1 1-15,-3-2 0 0,6 0-23 0,-6 3 0 0,0 0 0 0,6-3 0 16,-6 2 0-16,0-2 0 0,1 3 0 0,-1 0 0 16,0-3-14-16,0 2-7 0,0-2-2 0,6 0 0 15,-6 3 23-15,-3-3 0 0,3 2 0 0,0-2 0 16,6 0 0-16,-9 0 0 0,3 0 0 0,0 0 0 15,0 0 0-15,0 0 0 0,6 0 0 0,-9 0 0 16,0 0 0-16,3-2 0 0,0-1 0 0,0 3 0 16,0-2 0-16,1-1 0 0,-1 0 0 0,0 1 0 15,0-1 0-15,3 0 0 0,-3-2 0 0,0 2 0 16,0-2 0-16,0 2 0 0,3-2 0 0,-3 0 0 16,0 0-8-16,0-1 8 0,0 1 0 0,0 0 0 15,3-1 0-15,-3-2 0 0,0 3 0 0,3-3 0 16,-3-2 0-16,0-1 0 0,3 0 0 0,-3 1 0 15,0-3 0-15,4-1 0 0,-4-4 0 0,0 2 0 16,0 0 0-16,0-2 0 0,3-1 0 0,-3-2 0 16,0 2 0-16,0 1 0 0,3-1 0 0,-3 1 0 15,0 2 0-15,3-3 0 0,0 4 0 0,-3-4 0 16,0 0 0-16,3 1 0 0,0-1 0 0,0-2 0 16,0-3 0-16,0-2 0 0,0-3 0 0,0-3 0 0,0 3 0 15,3-3 0-15,-3 3 0 0,3-3 0 0,0 6 18 0,-3-3 5 16,3 5 1-16,0-5 0 0,0 0-24 15,0-3 0-15,0 0 0 0,0-2 0 16,3-3 0-16,-3 0 0 0,3-3 0 0,-3 0 0 16,3 6 0-16,-3 2 0 0,3 1 0 0,-3-4 0 0,3-2 0 0,0 0 0 0,-3-8 0 0,3 3 0 15,0-1-16-15,-3 4-7 0,3-1-1 16,0 0-1-16,-3 3 25 0,3 0 0 0,0 0 0 0,-3-2 0 16,3-4 0-16,-3 1 0 0,3-6 0 0,-3 3 0 15,3 3 0-15,-3 5 0 0,0 0 0 0,0 0 0 16,0-3 0-16,0-2 0 15,0-1 0-15,0-2 0 0,0 3 0 0,0 2 0 0,0 1 0 0,0 2 0 16,0 0 0-16,0 0 0 0,0 0 0 16,0-3 0-16,0-2 0 0,0-1 0 0,3-2 0 0,-3 0 0 15,0 6 0-15,0-1 0 0,0 5 0 0,0-2 0 16,0 0 0-16,0-2 0 0,0-4 0 0,0-2 0 16,0 6 17-16,0-1 6 0,3 0 1 0,-3-2 0 15,0 5-24-15,0 3 0 0,3-4 0 0,-3-1 0 16,0-1-15-16,0-2-7 0,3-6-2 0,-3 3 0 15,0 3 39-15,3 2 7 0,-3 6 2 0,0-6 0 16,3 3-39-16,-3-3-7 0,0 1-2 0,3-4 0 16,-3 4 39-16,3-1 7 0,-3 0 2 0,0-2 0 15,0 7-38-15,0-2-7 0,0 6-2 0,0-6 0 16,-3 0 23-16,3-3 0 0,0-2 0 0,-3-3 0 16,3 8 0-16,0-1 0 0,-3 4 0 0,3 0 0 0,-3-1 0 0,3 4 0 0,0-1 0 15,-3-3 0-15,3 1 0 16,-3-6 0-16,3 1 0 0,-3-1 0 0,3 3 0 15,-3 5 0-15,3 0 0 0,-3 1 0 0,3 2 0 16,0-1 0-16,-3 4 0 0,3-6 0 16,-3 0 0-16,3-2 0 0,0 0 0 0,-3-3 0 0,3 5 0 15,0 0 0-15,0 3 0 0,-3 0 0 0,3 0 0 0,0 5 0 0,-3 0 0 16,3-2 0-16,-3 2 0 0,3-5 0 0,0 0 0 16,-3-3 0-16,3 0 0 0,0 0 0 0,-3 1 0 0,3-4 0 15,0 6 0-15,-3 3 0 0,3-1 0 0,0 3 0 16,-3 1 0-16,3-1 0 0,0 3 0 0,-3-3 0 15,3-3 0-15,0 1 0 0,-3-3 0 0,3 0 0 16,0 0 0-16,-3-1 0 0,3-1 0 0,0 4 0 16,0 1 0-16,0 2 0 0,3 3 0 15,-3 2 0-15,0-2 0 0,3 3 0 0,-3-1 0 16,3 1 0-16,-3-4 19 0,3 1 1 0,3 0 1 0,-3-3 0 16,-3 3-33-16,3-3-8 0,3-2 0 0,-3-1-1 15,0 4 21-15,0 1 0 0,3 1 0 0,-3 0 0 16,0 2 12-16,0 4 8 0,0 1 0 0,-3-1 1 15,3 1-21-15,0 1 0 0,0 0 0 0,0 0 0 16,-3 2-9-16,0-2-7 0,3 2 0 0,-3 1-1 16,0-4 27-16,0 4 6 0,0-1 0 0,0 1 1 15,0-1-17-15,0 0 0 0,0-2 0 0,0 5 0 16,0-2-48-16,0 2-12 0,0 0-4 0,0 0 0 16,0 0 0-16,3 0 0 0,-3 3 0 0,6-3 0 15,0 0-153-15,3-3-31 0</inkml:trace>
  <inkml:trace contextRef="#ctx0" brushRef="#br0" timeOffset="12959.38">21630 4361 2450 0,'-6'-3'51'0,"6"3"12"16,0 0-51-16,0 0-12 0,0 0 0 0,0 0 0 16,0 0 24-16,-2 5 3 0,2 3 0 0,0 3 0 15,0-3 29-15,2 5 7 0,1 3 1 0,0 0 0 16,0 2-52-16,0 1-12 0,3 5 0 0,-3 2 0 0,0 3 0 15,0 3 0-15,0 8 0 0,0-3 0 16,0-6 0-16,0 1 0 0,-3 0 0 0,3 2 0 16,-3-5 0-16,-3 0 0 0,3 1 0 0,-3-1 0 15,0-3 0-15,0 3 0 0,0-2 0 0,0 2 0 16,-3-5 0-16,0-1 0 0,3-1 0 0,-3-1 0 16,1-5 0-16,-1-3 0 0,0-3 0 0,0-2 0 15,6-8-202-15,0 0-43 0,0 0-9 0</inkml:trace>
  <inkml:trace contextRef="#ctx0" brushRef="#br0" timeOffset="13267.903">21776 4350 2138 0,'-6'-26'60'0,"0"2"15"16,0 5-60-16,-2 1-15 0,5 2 0 0,-3 3 0 16,3-1 96-16,0 4 17 0,0 2 3 0,3 0 1 15,0 0-57-15,0 5-11 0,0 3-2 0,0 0-1 16,3-2 14-16,3-1 4 0,3 3 0 0,-4 3 0 15,4 2-52-15,0 0-12 0,0 1 0 0,0 1 0 16,3 4 0-16,0 2 0 0,0 1 0 0,0 1 0 16,0 4 0-16,3-6 0 0,-3 3 0 0,-1 0 0 15,1 0 0-15,-3 0 0 0,0-3 0 0,-3 0 0 16,-3 0 0-16,0 1 0 0,-3-1 0 0,-3-3 0 16,-3 6 0-16,-3-8 0 0,0 3 0 0,-3 2 0 15,-2 0 0-15,-1-2 0 0,0 2 0 0,-3 0 0 16,3-2-13-16,-3-1-6 0,-3-2-1 0,3 0 0 15,1-2-19-15,-1-1-4 0,0-2-1 0,3-1 0 16,3-2-118-16,0-2-24 0,6-1-5 0</inkml:trace>
  <inkml:trace contextRef="#ctx0" brushRef="#br0" timeOffset="13613.879">22339 4321 1824 0,'0'0'38'0,"0"0"8"0,-6 5-37 0,3 3-9 0,-3 3 0 0,-3-3 0 16,3 2 75-16,-3 1 13 0,0 2 2 0,-3-2 1 16,0 2-38-16,4 0-7 0,-4 0-2 0,0 3 0 15,0-3-11-15,3 3-2 0,-3-2-1 0,3 1 0 16,0 1-10-16,0-2-3 0,3 1 0 0,0-1 0 16,3 2-17-16,3-3 10 0,3 0-10 0,-3 0 8 15,6-2-8-15,0-3 10 0,0 0-10 0,3 0 10 16,0-6 5-16,3 1 1 0,0-3 0 0,3-3 0 15,0 1 26-15,-1-9 6 0,4 0 0 0,3 3 1 16,-3-7-39-16,0-1-10 0,3 0 0 0,-3 0 0 16,-1 0 53-16,-2 3 9 0,0-3 2 0,-3 0 0 15,0 0-25-15,-3 0-5 0,-3 1-1 0,0-4 0 16,-3 0-1-16,-3-2-1 0,0 0 0 0,-3-3 0 16,-3 3-31-16,0 0 0 0,-6-3 0 0,0 3 0 15,-3 2 0-15,-3 4 0 0,1-1 0 0,-4 2 0 16,0 4-45-16,0 2-15 0,0 3-4 0,3 2 0 15,-3 0-51-15,7 3-10 0,-1 0-3 0</inkml:trace>
  <inkml:trace contextRef="#ctx0" brushRef="#br0" timeOffset="13958.754">22982 4178 2066 0,'21'-13'43'0,"-15"8"10"0,0-1-42 15,-3 1-11-15,0 0 0 0,0-1 0 0,-3 4 161 0,0 2 31 0,-3-8 5 0,-3 8 2 16,-3-8-114-16,0 5-22 0,-3 3-5 0,0-2-1 16,-3 2 6-16,-3 2 1 0,3-2 0 0,-6 5 0 15,1 3-52-15,-1 0-12 0,-3 0 0 0,3 3 0 16,0 5 0-16,3-6 0 0,1 9 0 0,5-6 0 16,0 6-10-16,3-4-5 0,3 4-1 0,3 0 0 15,6-1 26-15,0 1 5 0,6-1 1 0,3-2 0 16,3 0-16-16,2 0 0 0,4 2 0 0,0-2 0 15,0 0 0-15,0 0 0 0,0 0 0 0,-1 2 0 16,-2-5 0-16,-3 3 0 0,-3-2 0 0,0 1 0 16,-6-1 0-16,-3-1 0 0,0 0 0 0,-6 0 0 15,-6 1 0-15,0 1 0 0,-3 1 0 0,-6 0 0 16,-6 0-48-16,1-3-13 0,-7 1-3 0,0 1 0 16,-3-1 52-16,4-4 12 0,-4 1 0 0,0 5 0 15,3-11-47-15,1 3-6 0,-4 0-2 0</inkml:trace>
  <inkml:trace contextRef="#ctx0" brushRef="#br0" timeOffset="14641.291">22139 5522 2191 0,'0'-29'45'0,"3"19"12"0,-3 2-45 0,3-3-12 0,0 3 0 0,0 0 0 15,-3 0 88-15,3 6 15 0,-3-1 3 0,0 3 1 16,0 0-44-16,0 0-9 0,0 0-2 0,0 0 0 16,0 0 3-16,0 0 0 0,0 3 0 0,-3 7 0 15,3 3-37-15,-3 3-7 0,0 5-2 0,0 1 0 16,-3-1-9-16,4 3 0 0,-1-1 0 0,-3 1 0 15,0 0 0-15,3 0 0 0,-3 0 0 0,0-1 0 16,0 4 0-16,0-1 0 0,3 3 0 0,-3 1 0 16,3-4 0-16,0 0 0 0,0-2 0 0,0 0 0 15,0-5 0-15,3-1 0 0,0-5 0 0,3-2 0 16,-3 0 0-16,3-4 0 0,0-1 0 0,0-1 0 16,-3-5 0-16,0 0 0 0,0 0 0 0,3-3 0 0,3-5 0 0,-3 1 0 15,0-4 0-15,0 0 0 0,-3-7 0 0,0 2 0 0,0-5 0 16,-3-3 0-16,-3 3 0 0,0-3 0 0,-3 3 0 0,-3-3 0 15,0 6 53-15,0-1 9 0,-6 3 2 0,1 3 0 16,-4 0-52-16,0 7-12 16,-3-2 0-16,3 3 0 0,-3 2 0 0,4 3 0 15,-1 3 0-15,0 2 0 0,0 3-12 0,3-2-6 0,3 2-1 0,-3 2 0 16,7 1 31-16,-1 5 5 0,3-3 2 0,3 5 0 16,3 1-67-16,0-1-12 0,6 4-4 15,0-1 0-15,0-3 52 0,6 1 12 16,0-1 0-16,0-2 0 0,2-3 9 0,4 1 5 0,-3-4 1 0,6-2 0 15,0 0-89-15,0-3-18 0,6-2-3 16,2 0-1-16,4-3-165 0,0-3-34 0</inkml:trace>
  <inkml:trace contextRef="#ctx0" brushRef="#br0" timeOffset="14879.683">22494 5694 2508 0,'-6'0'71'0,"6"0"16"16,0 0-70-16,0 0-17 0,0 0 0 0,0 0 0 16,0 0 55-16,0 0 7 0,0 0 2 0,0 0 0 0,6 0 0 0,3-2 0 0,0 2 0 0,-1 0 0 15,4-3-52-15,0 3-12 0,3-3 0 0,-3 1 0 16,3-1 0-16,0 0 0 0,0 1 0 16,3-4 0-16,-4 4 0 0,1-1 0 0,3 0 0 15,-3 1 0-15,3-1 0 0,-6 0 0 16,3 3 0-16,-3-2 0 15,0 2-48-15,-4 0-13 0,1 2-3 0,0-2 0 16,-3 3-204-16,-6-3-42 0</inkml:trace>
  <inkml:trace contextRef="#ctx0" brushRef="#br0" timeOffset="15075.523">22473 5911 1580 0,'0'0'67'0,"0"0"-54"15,0 0 92-15,6 3 19 0,0-3 3 0,0 2 1 16,3-2 0-16,0-2 0 0,-1 2 0 0,1-3 0 16,3-2-52-16,-3 2-9 0,3 1-3 0,0-4 0 15,0 1-51-15,0 0-13 0,3-3 0 0,-3 0 0 16,3 0 0-16,2-3 0 0,-2 1 0 0,6 2 0 16,0-3-70-16,0-2-17 0,0 2-3 0</inkml:trace>
  <inkml:trace contextRef="#ctx0" brushRef="#br0" timeOffset="15446.194">23214 5599 1824 0,'-21'0'38'0,"12"0"8"16,0 3-37-16,0-1-9 0,0-2 0 0,-2 6 0 0,2-1 156 15,-3-3 28-15,3 4 7 0,0 2 1 0,0-3-103 16,0 3-20-16,0 0-4 0,0 0-1 0,3 0-51 0,0 0-13 0,3 0 0 0,-3 0 0 15,3-1 0-15,3 4 0 0,-3 0 0 0,3-1 0 16,0 1 0-16,0-3 0 16,3 2 0-16,0 1 0 0,0-3 0 0,0 2 0 15,6-2 0-15,-3 0 0 0,6-2 0 0,-3 2 0 0,6-3 0 16,-3-3 0-16,6 1 34 0,-3-3 4 0,2 0 1 16,1-3 0-16,0 1-11 0,0-1-3 0,3 1 0 0,-3-4 0 15,-3 4-25-15,-1-4 0 0,1 1 0 0,-3 0 0 16,0-3 0-16,0 3 0 0,0-3 0 0,-3-3 0 15,0 3 48-15,-3-3 4 0,-3 1 0 0,3-1 1 16,-6 3-33-16,3-5-8 0,-3 3 0 0,-3-1-1 16,0-2-11-16,-3 2 0 0,0 1 0 0,0-4 0 15,-3 4 0-15,0 2 0 0,-3-3 0 0,-3 3 0 16,0 3 0-16,-3 2 0 0,-2 1 0 0,-4-1 0 16,-3 6-100-16,0-1-23 0,-3 4-4 0</inkml:trace>
  <inkml:trace contextRef="#ctx0" brushRef="#br0" timeOffset="21209.48">17945 8610 1576 0,'0'0'32'0,"0"0"9"16,0 0-33-16,0 0-8 0,0 0 0 0,0 0 0 15,0 0 98-15,0 0 18 0,0 0 3 0,0 0 1 0,-6 0-32 16,6 0-7-16,-5-3-1 0,-1 3 0 0,6 0-26 0,-9 3-6 0,3-3 0 0,-3 3-1 15,3-3-11-15,-3 0-3 16,3 2 0-16,-3-2 0 0,0 3-5 16,-3 0 0-16,3-3-1 0,-3 2 0 0,3 1-3 15,-3 0 0-15,1-3 0 0,-1 2 0 0,0 1-4 16,-3 0 0-16,-3-3-1 0,0 2 0 16,0-2-4-16,-3 0-1 0,1 3 0 0,-4-1 0 0,0-2-6 0,-3 3-8 0,0 0 11 15,-2-1-11-15,2 1 12 0,-3 0-12 0,3-1 12 0,-2 1-12 16,-4 0 9-16,0-1-9 0,-3-2 0 0,-2 3 9 15,-1 0-9-15,0-1 8 0,-5 1-8 0,2 0 8 16,0-1-8-16,1 1 0 0,2-1 0 0,-3 4 8 16,-2-4-8-16,-1 1 0 0,-6 0 0 0,1-1 8 15,5 1-8-15,0 0 0 0,-2-1 0 0,-1 1 8 16,-2 0-8-16,-4 2 12 0,-3-2-12 0,1-1 12 16,2 1-3-16,4-3 0 0,-1 2 0 0,-3 1 0 15,1 0-9-15,-1-1 10 0,-5-2-10 0,-1 6 10 16,7-6-10-16,-1 2 0 0,4 1 0 0,-7 0 8 15,6-3-8-15,-5 2 0 0,2 1 9 0,-5 0-9 16,5-3 0-16,4 2 0 0,-1-2 0 0,-6 3 0 16,7-3 0-16,-1 2 0 0,1-2 0 0,-7 0 0 15,9 3 0-15,-2-3 0 0,2 3 0 0,-2-3 0 16,2 0 0-16,-3 2 0 0,1-2 0 0,-1 0 0 16,3 3 0-16,1-3 0 0,-1 3 0 0,-2-1 0 15,2-2 0-15,-3 3 0 0,1-3 0 0,-1 3 0 16,4-3 0-16,2 2 0 0,0 1 0 0,-2-3 0 15,-1 3 0-15,0-3 0 0,1 0 0 0,-4 2 0 16,9-2 0-16,1 0 0 0,2 0 0 0,-3 3 0 16,-2-3 0-16,2 0 0 0,-3 3 0 0,-2-3 0 0,5 0 0 15,3 0 0-15,1 0 0 0,-1 0 0 0,0 0 0 0,1 0 0 16,-1 2 0-16,-3 1 0 0,4-3 0 0,-4 0 0 0,3 0 0 16,-2 0 0-16,2 0 0 0,6 0 0 15,0 0 0-15,-5 0 0 0,5 0 0 0,-6 0 0 0,1 0 0 16,-1 2 0-16,3 1 0 0,-3-3 0 0,4 0 0 15,-1 3 0-15,3-3 0 0,4 0 0 0,-1 0 0 0,-3 2 0 16,3-2 0-16,-3 3 0 0,-2-3 0 0,-1 3 0 16,3-3 0-16,1 2 0 0,2-2 0 15,0 3 0-15,3-3 0 0,3 0 0 0,1 0 0 0,2 0 0 16,0 0 0-16,3 0 0 0,-3 0 0 0,3 0 0 16,1 0 0-16,-1 0 0 0,0 0 0 0,0 0-8 15,3 0 8-15,-3 0 0 0,3 0 0 0,0 0 0 16,1 0 0-16,2 0 0 0,0 0 0 0,-3 0 0 15,3 0 0-15,0 0 0 0,0 0 0 0,0-3 0 16,3 3 0-16,-3-2 0 0,3 2 0 0,1 0 0 16,-1 0 0-16,-3-3 0 0,6 3 0 0,-3 0 0 15,3 0 0-15,-3 0 0 0,3 0 0 0,0 0 0 16,6 0 0-16,-6 0 0 0,0 0 0 0,6 0-8 16,-6 0 8-16,0 0 0 0,6 0 0 0,-6 0 0 15,6 0 0-15,-6 0 0 0,6 0 0 0,0 0-8 16,-6 3 8-16,6-3 0 0,-6 0 0 0,6 0 0 15,-6 2 0-15,6-2 0 0,0 0 0 0,-5 3 0 0,5-3 0 0,-6 3 0 16,6-3 0-16,-6 5 0 16,3-2 0-16,3-3 0 0,-6 5 0 0,3 0 0 15,0 0 0-15,3 1 0 0,-3 2 0 0,3-3 0 0,0 0 0 16,0 3 0-16,0 0 0 0,0-3-8 0,0 3 8 16,0-2 0-16,0 4 0 0,0-2-8 0,3 0 8 0,-3 0 0 15,0 0 0-15,0 3 0 0,3-1 0 0,-3 3 0 0,0-2 0 0,0 2 0 16,0 3 0-16,0-3 0 0,0 3 0 0,0 0 0 15,0 3 0-15,-3-4 0 0,3 4 0 0,0 0 0 16,-3-4 0-16,3 4 0 0,0-3 0 0,-3 2 0 16,3-2 0-16,-3 0 0 0,3 3 0 0,-3-4 0 15,0-1 0-15,3 2 0 0,-3-1 0 0,0-1 0 16,0 2 0-16,3-3 0 0,-3 0 0 0,0 3 0 16,0 0 0-16,3 0 0 0,-3 0 0 0,0 2 0 15,0-2-11-15,0 0-6 0,0 2-2 0,0 1 0 16,0-3 19-16,0 2 0 0,0-2 0 0,0 0 0 15,3 0 0-15,-3-3 0 0,0 0 0 0,0-2 0 16,0 2 0-16,0-2 0 0,0-1 0 0,0 4 0 16,0-7 12-16,0 4 7 0,0-3 1 0,0 3 0 15,3-3-20-15,-3-1 0 0,3 1 0 0,0-2 0 16,-2 2 0-16,2-3 0 0,0 0 0 0,0 3 0 16,0-8 0-16,0 5 0 0,2 1 0 0,-2-6 0 15,3 5 0-15,0 0 8 0,0 1-8 0,3-4 0 16,-3 1-12-16,3 0-8 0,0-1-3 0,-3 3 0 15,3-5 70-15,0 3 13 0,0-3 4 0,0 3 0 16,3-3-52-16,-3 0-12 0,3 0 0 0,-3 0 0 16,3 0 0-16,-3 0 0 0,0 0 0 0,3 0 0 0,-3 0 0 15,2 0 0-15,1 0 0 0,-3-3 0 0,3 0 0 0,0 1 0 16,3-1 0-16,-3 1 0 0,3-4-17 0,0 6-7 16,0-2 0-16,3-1-1 0,-3 0 25 0,5 1 0 0,-2 2 0 15,3-3 0-15,0 0 0 0,0 3 0 0,3 0 0 0,-3 0-8 16,-1 0 8-16,1 0 0 0,3 0 0 0,-3 0 0 15,0 0 0-15,-3 0 0 0,3 0 0 0,-1 0 0 16,-2 0 0-16,0 0 0 16,3 0 0-16,0 0 0 0,0 0 0 0,3 0 0 0,-1 0 0 15,4 0 0-15,-3 0 0 0,3 3 0 0,3 0 0 0,0-1 0 16,-1 1 0-16,-2 0 0 0,3-1 0 0,0 1-8 16,-4 0 8-16,1-1 0 0,-3-2 0 0,0 3 0 15,3-3 0-15,3 2 0 0,-4-2 0 0,7 0 0 16,-3 3 0-16,3 0 0 0,-1-3 0 0,4 2 0 15,-3 4 0-15,-3-4 0 0,0 1 0 0,-1 0 0 16,1-3 0-16,-3 2 0 0,3-2 0 0,0 0 0 16,-1 0 0-16,4 0 0 0,0 0 0 0,3 0 0 15,-4 3 0-15,4-3 0 0,0 3 0 0,0-3 0 16,-4 2 0-16,-2-2 0 0,-3 0 0 0,3 0 8 16,-3 0-8-16,2 0 0 0,1 0 0 0,3 0 0 15,0 0 0-15,2 0 0 0,1 3 0 0,0 0 0 16,-3-3 0-16,-1 2 0 0,1 1 0 0,-3-1 0 15,0-2 0-15,3 3 0 0,-4-3 0 0,1 0 0 16,3 0 0-16,6 0 0 0,-4 3 0 0,4-3 0 16,0 0 0-16,-3 2 0 0,-1 1 0 0,1 0 0 15,0-3 0-15,-3 0 0 0,-1 2 0 0,1-2 0 16,3 0 0-16,0 0 0 0,5 0 0 0,-2 3 0 0,0-3 0 16,-1 3 0-16,1-1 0 0,0-2 0 0,0 3 0 15,-4-3 0-15,1 0 0 0,3 0 8 0,-1 0-8 0,4 0 0 0,3 3 0 0,0-3 0 16,-4 0 0-16,1 2 0 0,-3-2 0 0,2 3 8 15,-2-3-8-15,6 0 0 0,-1 0 0 0,1 0 0 16,3 0 0-16,-4 2 0 0,1-2 0 0,3 3 0 16,-4 0 0-16,-2-3 0 0,0 0 0 0,2 0 0 15,1 0 0-15,0 0 0 0,2 0 0 16,1 2 0-16,-3-2 0 0,-4 3 0 0,1 0 0 0,0-3 8 16,0 2-8-16,-1-2 0 0,4 0 0 0,0 3 0 15,-4 0 0-15,1-1 0 0,0 1 0 16,2-3 0-16,-5 3 0 0,-3-3 0 0,0 0 0 0,2 2 0 15,-2 1 0-15,6-3 0 0,-4 3 0 0,4-3 0 16,0 2 0-16,-3-2 0 0,-1 3 0 0,4-3 0 16,-6 0 0-16,-1 0 8 0,1 0-8 0,0 0 0 15,0-3 0-15,5 3 0 0,-2-2 0 0,3-1 8 16,-1 3-8-16,-5-3 0 0,3 1 0 0,-3-1 0 16,-4 3 0-16,1-5 0 0,0 2 0 0,3 0 0 15,-1 1 0-15,1 2 0 0,3-3 0 0,0 0 0 16,-7 3 0-16,4-2 0 0,-3 2 0 0,0 0 8 15,-6-6-8-15,2 6 0 0,-5-2 0 0,3-1 0 16,-3 3 0-16,3-2 0 0,-1 2 0 0,1-3 0 16,3 3 0-16,-3-3 0 0,3 1 0 0,-1 2 0 0,-2-3 0 15,-3 3 8-15,3 0-8 0,0 0 0 0,-6 0 0 16,2 0 0-16,-2 0 0 0,-3-3 0 0,3 3 0 0,-3 0 0 16,0-2 0-16,0 2 8 0,2-3-8 0,-2 3 0 15,3-3 0-15,0 1 0 0,-3 2 0 0,3 0 0 0,0-3 0 16,0 3 0-16,-1-3 0 0,1 3 0 0,0 0 0 0,-3 0 0 15,0 0 0-15,3 0 0 16,-3 0 0-16,0 0 0 0,-1 0 0 16,-2 0 0-16,0 0 0 0,0 0 0 0,0 0 0 0,-3-2 0 15,3 2 0-15,-3 0 8 0,0-3-8 0,0 3 0 0,0-2 0 0,-3 2 0 16,2-3 0-16,-2 0 8 0,0 3-8 0,0-2 0 16,0 2 0-16,0-3 0 0,0 0 0 0,0 3 0 15,0-2 0-15,-3-1 8 0,0 0-8 0,3 3 0 16,-6 0 0-16,0 0 8 0,3-2-8 0,-3 2 0 15,3-6 8-15,-3 6-8 0,0-2 8 0,3-4-8 16,0 4 12-16,-3-3-3 0,0-1 0 0,0 1 0 16,0 0 2-16,-3-1 0 0,3-2 0 0,-3 0 0 15,3 3-1-15,-3-3 0 0,0-2 0 0,0 2 0 16,3-3-1-16,-3 1 0 0,3-4 0 0,-3 1 0 16,3 0-1-16,-3 0-8 0,0-3 12 0,3 0-4 15,-3-3-8-15,0-2 8 0,3 0-8 0,-3-3 8 16,3 3-8-16,0 0 0 0,-3-3 0 0,3 3 8 15,0 0-8-15,0 5 0 0,0-3 0 0,0 3 0 0,0 3 0 16,0 0 0-16,0 0 0 0,0 0 0 16,0-1 0-16,0 1 0 0,0-3 8 0,0 3-8 15,0-3 0-15,0 0 0 0,3 3 0 0,-3-3 0 16,0-2 0-16,0 2 0 0,0-3 8 0,0 1-8 16,0-1 0-16,0 1 0 0,0-1 0 0,0 3 0 0,-3-2 12 15,3 2-2-15,-3-3-1 0,0 3 0 0,3 3 0 0,-3-3 0 0,0 6 0 16,3-1 0-16,-3 1-9 0,0-1 0 0,3 0 9 0,-3 1-9 15,0 2 0-15,3 0 8 0,-3 0-8 0,0 0 0 16,3 0 0-16,-3 0 0 0,3 0 0 0,-3 0 8 16,3 3-8-16,-2 0 0 0,2-3 0 0,0 5 0 15,-3-2 0-15,3 0 0 0,0-1 0 16,0 4 0-16,0 2 0 0,0-6 0 0,0 4 0 0,-3-4 0 16,3 6 0-16,0-2 0 0,0 2 0 0,0-6 0 15,0 6 0-15,-3-2 0 0,3 2 0 0,0-5 0 16,0 5 0-16,0-6 0 0,-3 1 0 0,3 2 0 15,-3-2 0-15,3 0 0 0,-3-1 0 0,0 4 0 16,3-6 0-16,-3 3 0 0,0-3 0 0,-3 0 8 16,0 0-8-16,-3 0 8 0,3 0-8 0,-6-3 8 15,0 1-8-15,-6-4 8 0,0 4-8 0,-5-3 8 16,-7 2-8-16,0 0 0 0,-6 4 0 0,-5-1 0 16,5 2 0-16,0 1-8 0,-2 0 8 0,-7 2-12 15,-3 3-44-15,-2 0-10 0,-10 0-2 0</inkml:trace>
  <inkml:trace contextRef="#ctx0" brushRef="#br0" timeOffset="24011.501">15469 12103 1516 0,'0'0'32'0,"0"0"6"0,0 0-30 0,0 0-8 0,0 0 0 0,0 0 0 16,0 0 62-16,0 0 11 0,0 0 3 0,6 2 0 15,3 1-15-15,0-3-2 0,3 3-1 0,2-1 0 16,4-2-17-16,0 0-3 0,0 0-1 0,3 0 0 16,3-2-16-16,-3-1-3 0,5 3-1 0,-2-3 0 15,0 3-17-15,0-2 10 0,0-1-10 0,2 3 8 16,1-2 0-16,3-1 0 0,-3 3 0 0,2-3 0 15,1 1-8-15,0 2 0 0,0-3-10 0,-3 3 10 16,-1-3 0-16,-5 3 16 0,3 0-1 0,-3 3-1 16,-3-3-14-16,0 0 0 0,-4 3 0 0,1-1 0 15,0-2 54-15,-3 3 8 0,-3 0 2 0,3-1 0 16,-6 1-21-16,3-1-4 0,-3 1-1 0,0 2 0 16,0-2-10-16,-3 0-1 0,-3-3-1 0,3 2 0 15,3 1 30-15,-6-3 7 0,3 5 1 0,-3-5 0 16,3 3-52-16,0 2-12 0,-3-5 0 0,0 8 0 15,3-3 0-15,-3 3 0 0,2-2 0 0,-2 2 0 16,0-3 0-16,0 3 0 0,0 2 0 0,0-2 0 16,-2 6 0-16,2-4 0 0,0 1 0 0,-3 5 0 15,3-1 0-15,0 7 0 0,-3-1 0 0,3 3 0 16,-3-1 0-16,3 4 0 0,0 2 0 0,-3-3 0 16,3 1 36-16,0-1 5 0,-3 1 1 0,3-1 0 15,0 1-16-15,-3-1-3 0,0 1-1 0,3 2 0 16,-3 0-22-16,3 5 0 0,-3 1 0 0,3-1 0 0,0-5 0 15,0 0 0-15,0 0 0 0,0-2 0 16,3-3-16-16,-3 0-7 0,0-3-1 0,0 0-1 0,3-3 25 0,-3 1 0 16,0-3 0-16,3 0 0 0,-3 0 15 0,0-1 8 15,3-1 1-15,-3-1 1 0,0 3-25 0,0-6 0 0,3 1 0 16,-3-1 0-16,0-2 0 0,0 0 0 0,0 0 0 0,0 0 0 16,-3 0-46-1,3-3-14-15,0 1-4 0,0-6 0 0,-3 5 103 0,0 0 20 0,0-2 4 0,0 2 1 16,0 1-52-16,0-4-12 0,3-2 0 0,-6 6 0 15,0-1-12-15,0-3-6 0,0 1-1 0,0 2 0 16,0-2 19-16,0 0 0 0,-3-1 0 16,3 4 0-16,-3-4 0 0,-3 1 0 0,3 2 9 0,-5 0-9 15,-1 1 0-15,-3-1 8 0,0 0-8 0,-3 3 0 16,-3-2 8-16,-2 2-8 0,-4-1 8 0,0 1-8 16,0 0 0-16,-3 0 0 0,4 0 8 0,-4 0-8 15,0 0 0-15,3 3 0 0,4-3 9 0,-7 2-9 16,3-2 0-16,-3-3 0 0,4 3 0 0,-4-2 0 15,6 2 0-15,0 0 0 0,1-3 0 0,-1 3 8 16,6 0-8-16,0-3 11 0,3 0-11 0,3 1 12 16,0-1-12-16,4 0 0 0,-1-2 0 0,3-1 0 15,3 1 0-15,0 0 0 0,6-3 0 0,0 0 0 16,0 0 0-16,0 0 0 0,0 0 0 0,0 0 0 16,0 0 0-16,0 0 0 0,0 0 0 0,0 0 0 15,0 0 0-15,0 0 0 0,0 0 0 0,0 0 0 0,0-6 0 16,0 1 0-16,3-3 0 0,-3 3 0 0,3 0 0 15,0-3 0-15,3 0 0 0,-3-3 0 0,0 3 0 0,0-2 0 16,3-4 0-16,-3 1 0 0,0-3 0 0,0-2 0 16,-1-1 0-16,1-5 0 0,0-2 0 15,0-3 0-15,3-5 0 0,-3-1 0 16,0 1 0-16,0-1 0 0,-3 1 0 0,0-3 0 0,3 0 0 0,-3-3 0 0,0 3 0 16,-3-5 0-16,3 5 0 15,0-6 0-15,0 4 0 0,-3-1 0 0,3 3 0 0,-3 5 0 0,3 3 0 0,-3 0 0 16,3 5 0-16,-3 0 8 0,0 1 2 0,0-1 0 15,3 3-10-15,-3 2 8 0,0-2-8 0,1 0 8 16,2 2-8-16,-3 1 0 0,3-1 0 0,-3 3 8 16,3 0-8-16,-3 3 0 0,3 0 0 0,0 0 8 15,-3 2-20-15,3 1-5 0,-3 2-1 0,0 0 0 16,0 0 30-16,3 2 7 0,0-2 1 0,-3 3 0 16,3 3-20-16,0-4 0 0,-3 4 0 0,3 2 0 15,0 0 8-15,0-3-8 0,0 3 0 0,0 0 0 16,-3-3 0-16,3 3 0 0,0 0 0 0,-3-2 0 15,3 2 0-15,0 0 0 0,0 0 0 0,-3-6 0 16,3 6 0-16,0 0 0 0,-3-2 0 0,3-1 0 16,0 3 0-16,-3-3 0 0,3-2 0 0,-3 0 0 15,0 2 0-15,3-2 0 0,-3 0 0 0,3-1 0 16,0 1 0-16,0 0 0 0,0-1 0 0,0 1 0 16,0 0 0-16,0 0 0 0,3-3 0 0,0 2 0 15,-3-2 0-15,3 0 0 0,0 3 0 0,0-3 0 16,0 3-21-16,0-3 1 0,3 3 1 0,0-1 0 0,0 1 19 15,0-3 0-15,0 0 0 0,5 3 0 16,1-3-13-16,0 0 1 0,3-2 0 0</inkml:trace>
  <inkml:trace contextRef="#ctx0" brushRef="#br1" timeOffset="32648.418">18326 9197 1314 0,'-9'-2'37'0,"1"-1"8"16,2 1-36-16,-3-1-9 0,0 0 0 0,-3 3 0 0,3 0 53 0,-3 0 9 15,0 3 2-15,0 0 0 0,0-1-6 0,0 3-1 0,3-2 0 0,-2 2 0 16,5 1 4-16,0-4 1 0,6-2 0 0,-3 6 0 16,3-6-5-16,0 8-1 0,6 0 0 0,3-3 0 15,5-3 3-15,4 4 0 0,6-6 0 0,6 2 0 16,3-4-2-16,5 2 0 15,7-6 0-15,3 1 0 0,2 0-22 0,1-3-5 16,5 0-1-16,4-3 0 0,-1 3 10 16,1-5 1-16,2 0 1 0,7 0 0 0,-4 0-14 0,1-1-3 15,2 1-1-15,7 0 0 0,-13 0-23 0,-2-1 0 0,2 1 0 16,-2 0 0-16,-4 5 0 0,1 0 0 0,-3 0 0 0,-1 3 0 16,-8-3 8-16,-7 3-8 0,1-3 10 0,-6 2-10 15,-3-2 0-15,-1 3 0 0,-5 0 0 0,0 2-10 16,-6-2 10-16,0 2 0 0,-3-2 0 0,-3 2 0 15,-4 1-53-15,1-1-9 0,-3 0-2 0,-3 1 0 16,-3 2-153-16,0-6-31 0,0 4-7 16</inkml:trace>
  <inkml:trace contextRef="#ctx0" brushRef="#br1" timeOffset="32982.728">19809 8629 1668 0,'0'0'35'0,"-3"-6"7"16,3 6-34-16,0 0-8 0,0 0 0 0,0 0 0 16,0 0 86-16,0 0 15 0,0 0 3 0,0 0 1 15,0 0-33-15,0 0-6 0,0 0-2 0,0 0 0 16,3 8 0-16,3-2 0 0,0-1 0 0,3 3 0 0,3 0 0 16,-1 0 0-16,4 2 0 0,0 1 0 0,3 2-51 15,0 3-13-15,3-3 0 0,0 3 0 0,-4 0 0 0,4 0 0 16,-3 0 0-16,0 2 0 0,0 1 54 0,0-3 8 15,-3 2 2-15,-4-2 0 0,1 0-52 0,0 0-12 0,-3 0 0 16,-3-1 0-16,-3 1 0 0,0 3 0 16,-6-3 0-16,0 2 0 0,-3 1 0 0,-3-1 0 15,-3 3 0-15,0-2 0 0,-5 2 0 0,-1 0 0 16,-3 1-12-16,-3-1 12 0,0-3 0 0,1 1 0 0,-4-3 8 0,3-1-8 16,0 1 0-16,0 0 0 0,3-3 0 15,1 3 0-15,2-2 0 0,-3-4-12 0,3 1 1 0,3 2 0 16,0-5-118-16,0 0-24 15,1 0-5-15</inkml:trace>
  <inkml:trace contextRef="#ctx0" brushRef="#br1" timeOffset="39818.743">21136 8663 1829 0,'6'-5'52'0,"3"-1"11"16,-3 1-51-16,0 0-12 0,0 0 0 0,0-1 0 0,-3 4 104 0,0-4 19 16,-3 6 3-16,0 0 1 0,0 0-35 0,0 0-8 15,0 0 0-15,0 0-1 0,-6 3-27 16,-3 2-6-16,0 1-1 0,-6 1 0 0,0 7-49 0,-2 2-11 15,-1-1-1-15,-3 7-1 16,-3 1 61-16,0 4 13 0,-3-3 3 0,1 5 0 16,-7-3-52-16,-3 1-12 0,-3 2 0 0,-2 3 0 0,2-3 0 0,3 2 0 15,1 4 0-15,-1-1 0 16,3-2-37-16,0-3-11 0,4-2-1 0,-4-4-1 16,6-1-109-16,-3-4-21 0,4-2-5 0</inkml:trace>
  <inkml:trace contextRef="#ctx0" brushRef="#br1" timeOffset="40461.424">20612 8846 2115 0,'3'-19'44'0,"-3"1"11"15,0 4-44-15,3-2-11 0,-3 6 0 0,0-1 0 16,3 3 108-16,-3 3 19 0,0 5 4 0,0 0 1 16,0 0-58-16,0 0-11 0,0 0-3 0,6 3 0 15,-3 5-20-15,3 0-5 0,0-1-1 0,0 7 0 16,3-4-14-16,0 4-4 0,3-1 0 0,-3 3 0 15,6 0-16-15,-3-3 0 0,0 3 0 0,2 2 0 16,1-2 0-16,0 3 0 0,0-1 0 0,3 3 0 16,-3 0 0-16,0-2 0 0,0 5 0 0,-1-3 0 15,1 0-147-15,0-2-36 0,0-1-7 0,0-2-2 16,-3-3 76-16,0-2 16 0,0-1 2 0,0-2 1 16,-3-2 1-16,0-4 0 0,-4 1 0 0,4-3 0 15,-3-3 73-15,0 1 23 0,0-4-11 0,-3-2 11 16,0 0 50-16,0-2 15 0,0-1 3 0,0-2 1 0,0 2 47 0,-3-4 10 15,3-1 2-15,0 0 0 0,0 0 0 16,0 3 0-16,0-3 0 0,3 3 0 0,-3-1-48 16,6 1-8-16,-3 0-3 0,3 2 0 0,0 1-8 0,3 2-1 0,2 0-1 15,1 0 0-15,0 3-43 0,3-1-8 0,0 1-8 0,-3 0 12 16,3 2 3-16,0 3 1 16,-4-3 0-16,1 6 0 0,-3-3-16 0,0 3 11 0,0 2-11 0,-3 0 10 15,3 1-30 1,-3 2-5-16,-3 0-2 0,0 2 0 0,-3-2 27 0,0 5 0 0,-3-2 0 15,-3 5 0-15,0-3 0 0,0 3 0 16,-6 2 0-16,0-2 0 16,0 0-36-16,0 3-1 0,0-1-1 0,-3-2 0 0,3-3 23 0,-3 1 5 0,3-1 1 0,3-3 0 15,0-2 9-15,1 0 0 0,5 0 0 0,0-8 0 16,0 0 0-16,3 3-10 0,5-1 10 0,-2 1 0 16,6-3 0-16,0 0 0 0,3 0 0 0,0-3 0 15,-3 3 0-15,3-5 0 0,0 2 10 0,-3 3-2 16,-1-2 0-16,1-1 1 0,0 3 0 0,-3 3 0 15,-3-1 0-15,3-2 0 0,-3 3 0 0,0 2 0 16,0 1-1-16,-6-1 0 0,3 0 0 0,-6 3 0 16,0 3 3-16,-3-1 0 0,0 1 0 0,-3 0 0 15,-3-1-3-15,0 3-8 0,-3-2 12 0,-2 0-4 16,-4 2-8-16,0-3-9 0,-3 1 9 0,0 0-13 16,0-1-25-16,-2 1-5 0,2-1-1 0,0 1 0 15,0-3-180-15,0 0-36 0</inkml:trace>
  <inkml:trace contextRef="#ctx0" brushRef="#br1" timeOffset="41071.481">21741 9023 2269 0,'0'0'64'0,"0"-3"15"0,3-2-63 0,0 2-16 0,0-2 0 0,5 2 0 16,-2 1 105-16,3-4 19 0,0 4 3 0,3-4 1 15,0 1-103-15,3 0-25 0,3 2 0 0,0-2 0 16,5 2 48-16,1-2 4 0,3 0 0 0,3 2 1 15,0 3-40-15,-4-3-13 0,4 1 8 0,0-1-8 16,-3 3 10-16,-6 0-2 0,2-3 0 0,-5 3 0 16,3-2-8-16,-6 2 0 0,0 0 0 0,-3-3 0 15,0 3-49 1,-3-2-12-16,0-1-3 0</inkml:trace>
  <inkml:trace contextRef="#ctx0" brushRef="#br1" timeOffset="41315.282">22056 8806 2211 0,'-6'-11'46'15,"3"1"10"-15,0 2-44 0,0 0-12 0,3 0 0 0,-3 0 0 16,3 3 93-16,0-1 17 0,0 1 3 0,0 5 1 16,0 0-32-16,0 0-6 0,0 0-2 0,0 0 0 15,0 0-27-15,0 0-6 0,3 5-1 0,-3 6 0 16,3-3-12-16,0 5-2 0,-3 0-1 0,3 1 0 15,-3 4-9-15,0-2-1 0,-3 0-1 0,3 2 0 16,0 1 1-16,-3-1 0 0,3 1 0 0,0-1 0 16,0 6-15-16,0-3-16 0,0 6 3 0,0-1 1 0,0-2 12 0,0 5 0 15,0-2 0-15,0-1 0 16,0-2-27-16,0-3 1 0,0 0 0 0,3 1 0 16,0-4-106-16,0-2-22 0,3 0-4 0</inkml:trace>
  <inkml:trace contextRef="#ctx0" brushRef="#br1" timeOffset="41600.239">23089 8748 2310 0,'0'-27'48'0,"0"19"11"15,0 0-47-15,-3-2-12 0,3 2 0 0,-3 0 0 16,3-3 104-16,-3 6 20 0,0 0 3 0,0-1 1 15,0 1-52-15,3 5-9 0,0 0-3 0,-6-3 0 16,6 3-16-16,-6 6-3 0,0-4-1 0,-3 6 0 16,3 3-28-16,-3 2-7 0,1 0-1 0,-4 6 0 15,0-1-8-15,-3 1 0 0,0 2 0 0,-6 3 8 16,0-3-8-16,-6-2 0 0,4 2 0 0,-7 0 0 16,3 0 0-16,-3-2 0 0,4 2 0 0,-1 0 0 15,0 0-19-15,3 0-5 0,3-2-2 0,0 2 0 16,4 0-104-16,-4-5-21 0,3 0-4 0</inkml:trace>
  <inkml:trace contextRef="#ctx0" brushRef="#br1" timeOffset="41843.014">22595 8875 2124 0,'0'-43'44'0,"0"27"10"0,0 1-43 15,0-4-11-15,3-2 0 0,-3 2 0 0,3 4 127 0,-3 1 23 0,0 1 5 0,3 2 1 16,-3 4-62-16,0-1-12 0,3 2-2 0,-3 6-1 15,0 0-31-15,0 0-5 0,0 0-2 0,6 6 0 16,0 2-13-16,0 5-2 0,0-3-1 0,0 9 0 16,2-3-9-16,1 0-1 0,3 5-1 0,0-3 0 15,0 1-14-15,0-1-13 0,3 1 2 0,0 2 1 16,0-5 10-16,3 2 0 0,-1 1 0 0,1 2 0 16,0-2 0-16,0 2 0 0,-3 3 0 0,3-1 0 15,-3-4-164-15,2 2-30 0,-2 0-6 16</inkml:trace>
  <inkml:trace contextRef="#ctx0" brushRef="#br1" timeOffset="42186.952">23277 8988 2374 0,'2'-5'49'0,"1"3"12"16,0-1-49-16,-3 3-12 0,6-3 0 0,-6 3 0 15,0 0 92-15,0 0 15 0,3 0 3 0,-3 0 1 16,0 0-39-16,0 0-8 0,0 0-2 0,0 0 0 0,0 0-31 0,0 0-7 0,-6 6 0 0,-3-1-1 16,1 3-15-16,-1 0-8 0,-3 0 10 0,-3 2-10 31,0-2-15-31,0 5-9 0,0-2-1 0,-3 2-1 0,0 0 45 0,4 1 9 0,-4-1 1 0,3 0 1 16,0 0-30-16,3 1 0 0,3-4 0 0,-3 3 0 15,6-2 0-15,-3 0 0 0,6-4 0 16,0 4 0-16,0-3 0 0,0 0 0 15,3-3 0-15,3 3 0 0,0-3-12 0,0 3 12 16,3-2-12-16,0-1 12 0,3-2-11 16,3-1 11-16,0 1-10 0,3 0 10 0,0-3-19 0,6 0 3 0,-4 0 0 15,4-3 0 1,0 0-88-16,0 1-18 0,0-4-3 0,3 4-1 16,-7-4-112-16,4 4-22 0</inkml:trace>
  <inkml:trace contextRef="#ctx0" brushRef="#br1" timeOffset="42413.862">23339 9057 1622 0,'-6'-8'68'0,"0"3"-54"16,0 0 130-16,0-1 25 0,3 1 6 0,3 5 1 15,0 0-58-15,0 0-11 0,0 0-3 0,0 0 0 16,0 0-42-16,-3 5-9 0,0 3-1 0,0 0-1 16,3 3-14-16,0 5-2 0,3-3-1 0,-3 6 0 15,0-1-5-15,0 1-1 0,0-1 0 0,0 3 0 16,0-2-6-16,0-1-2 0,0 1 0 0,-3-1 0 15,3 1-12-15,0-1-8 0,-3 1 10 0,3-1-10 16,0 1 0-16,-3-1 0 0,3 1 0 0,0 0 0 16,0-1-22-16,-3 1-10 0,3 2-3 0,-3 0 0 15,3-5-145-15,-3 0-28 0,0-3-7 0</inkml:trace>
  <inkml:trace contextRef="#ctx0" brushRef="#br1" timeOffset="42820.083">22574 8496 1792 0,'-9'-2'51'0,"3"-1"10"16,0 3-49-16,0-3-12 0,0 3 0 0,6 0 0 16,0 0 105-16,0 0 19 0,0 0 3 0,0 0 1 15,0 0-52-15,0 0-9 0,0 0-3 0,0 0 0 16,6-2 0-16,0 2 0 0,3 0 0 0,3 0 0 15,3 0 0-15,3-3 0 0,3 3 0 0,2-3 0 16,10 1-51-16,3-1-13 0,6 3 0 0,2-3 0 16,-2 1 34-16,-3-1 4 0,-1 3 1 0,4-2 0 0,-3-1-11 15,2 0-3-15,-2 1 0 0,3-1 0 16,-7 0-46-16,-2 3-10 0,-3-2-1 0,0-1-1 16,-7 0-101-16,-2 3-20 0,-6 0-4 0</inkml:trace>
  <inkml:trace contextRef="#ctx0" brushRef="#br1" timeOffset="44290.438">12436 13256 2024 0,'-18'3'42'0,"12"0"10"0,0-1-41 0,6-2-11 0,-3 3 0 0,3-3 0 15,-6 5 77-15,0-2 14 0,3 2 2 0,-3 3 1 16,0 0-20-16,3 3-4 0,-3-1-1 0,0 6 0 15,-3 0-25-15,3 0-6 0,-3 5-1 0,-2 3 0 16,-1 8-27-16,0 2-10 0,-3 6 0 0,-3 5 9 16,3 0 18-16,-3 2 3 0,0 4 1 0,-2 4 0 15,2 1-18-15,0-1-3 0,-3 6-1 0,-3 0 0 16,0-8 12-16,1-3 3 0,-1 1 0 0,-3 1 0 16,0-1-24-16,0-1 0 0,4 0 0 0,-4 1 0 15,3-9 0-15,3-2 0 0,3-6 0 0,0 0 0 16,1-5 0-16,2-2 0 0,3-3 0 0,0 2 0 15,0-5 0-15,6-2 0 0,-3-1-9 0,3 1 9 16,3-6-52-16,0 0-5 0,0-5-2 16,0 0 0-16,3-8-61 0,0 0-12 0,0 0-2 0,0 0-1 15,3-8-91-15,-3 0-18 0</inkml:trace>
  <inkml:trace contextRef="#ctx0" brushRef="#br1" timeOffset="44758.099">11355 14651 1824 0,'3'-5'38'0,"0"-1"8"0,0 1-37 0,3-3-9 0,0 3 0 0,0-1 0 16,0-1 89-16,3 1 16 0,-3 1 3 0,0 2 1 15,0-2-21-15,3 2-5 0,-3 1-1 0,0-1 0 16,0 3-21-16,-1-3-4 0,1 3-1 0,0 0 0 16,0 0-13-16,-3 3-3 0,3-3-1 0,0 5 0 15,3-2-15-15,-3 5-2 0,0-3-1 0,0 3 0 16,0 0-10-16,3 5-3 0,-3-2 0 0,0 2 0 15,0 3-8-15,0 0 8 0,0 2-8 0,0-2 8 16,0 6-8-16,-3-4 0 0,2 1 0 0,1 2 0 16,-3-5 0-16,3-1 0 0,3 1 0 0,-3 0 0 15,0-5 0-15,3-1 0 0,0-2 0 0,-3-2 0 16,3-1 0-16,0-2 0 0,0-1 0 0,0-2 0 16,0-2 8-16,3-1 0 0,-3-2 0 0,2-1 0 0,1-2-8 0,3-2-9 15,0-1 9-15,0-2-13 0,3 0 13 0,0-3 0 0,3-3 0 16,-1 3 0-16,1 1 0 0,0 1 16 15,0-1-3-15,3 1-1 16,-1 4-153-16,1-4-31 0,0 7-7 0</inkml:trace>
  <inkml:trace contextRef="#ctx0" brushRef="#br1" timeOffset="48175.076">12442 15241 2370 0,'-18'11'67'0,"3"2"15"16,3-3-66-16,-3 4-16 0,0-1 0 0,-3 3 0 15,1-3 59-15,2 0 8 0,-6 0 1 0,3 6 1 16,0-3-29-16,-3 2-7 0,3 1-1 0,-2 2 0 15,5 3-17-15,-3-3-4 0,3 5-1 0,-3 1 0 16,0-1-10-16,0 1 0 0,0 2 9 0,-2 0-9 16,2-5 0-16,0 2 0 0,-3-5 0 0,3 3 0 15,0-3-11-15,3-5 0 0,1 3 0 0,-1-3 0 16,0-3-110-16,0 0-23 0,3 0-4 0</inkml:trace>
  <inkml:trace contextRef="#ctx0" brushRef="#br1" timeOffset="48777.918">11787 15484 2228 0,'0'0'63'0,"0"0"14"0,0 0-61 0,0 0-16 0,0 0 0 0,0 0 0 16,0 0 63-16,0 0 9 0,0 0 3 0,0 0 0 15,0 0-9-15,3 0-2 0,3-2 0 0,0 2 0 16,3 2-20-16,0-2-5 0,2 3-1 0,-2 0 0 16,3-1-10-16,3 4-1 0,-3-1-1 0,3 0 0 15,3 3-10-15,0 3-3 0,0-1 0 0,-1 4 0 16,-2 1-5-16,3 4-8 0,0-3 11 0,0 5-11 16,-3-3 8-16,-3 4-8 0,3-4 0 0,-4 3 0 15,4-2 0-15,-3-3 0 0,0 0-8 0,3 0 8 16,-3-3-69-16,0-3-8 0,0 1-2 0,0-1 0 15,0-4-76-15,-1-1-15 0,1 0-3 0,0-2-1 16,0 0-29-16,0-3-5 0,0-3-2 0,0 0 0 16,0-2 79-16,-3 0 16 0,3-3 3 0,-3 0 1 15,2 0 75-15,-2 0 16 0,0 0 2 0,0-2 1 0,0-1 106 16,-3 3 22-16,0-3 4 0,-3 1 1 0,0-1 52 16,0 3 12-16,0-2 1 0,-3-1 1 0,0 1-18 0,0-1-3 15,3 3-1-15,-6-3 0 0,3 3-52 0,-3 1-10 0,0-1-2 16,3 0-1-16,-3 2-31 0,3 1-7 0,-3 0-1 15,3 5 0-15,0 0-14 0,0 0-3 0,0 0-1 16,0 0 0 0,0 0-7-16,0 0-2 0,3 8 0 0,-3 0 0 0,0 2-12 0,3 6-2 0,-3 0-1 15,0 0 0-15,3 2-6 0,0 1-8 0,-3-1 11 0,3 4-11 16,0-4 8-16,-3-2-8 0,3 0 0 0,0 0 0 16,-3 0 0-16,3 0 0 0,0-3 0 0,-3 3 0 15,3 0 8-15,-3-1-8 0,0 1 0 0,3 0 0 16,-3 0 0-16,0-3-11 0,0 3 2 0,0-3 0 31,0 1-19-31,0-1-3 0,0-5-1 0,0 2 0 0,0-2-84 0,-3-2-16 0,3-6-4 16,0 0-1-16,0 0-115 0,0 0-22 0</inkml:trace>
  <inkml:trace contextRef="#ctx0" brushRef="#br1" timeOffset="49407.271">12748 15627 1805 0,'0'0'76'0,"0"0"-61"31,0 0 77-31,0 0 16 0,0 0 4 0,0 0 0 0,3 3-32 0,3 0-5 0,3-3-2 0,-3-3 0 16,6 0-17 0,0 1-3-16,0-4-1 0,3 1 0 0,3-3-16 0,-1 0-4 0,1 0-1 15,0-2 0-15,3-1-31 0,0 0 0 0,0-2-11 0,2 0 11 16,1 2 0-16,3-2 18 15,0 3-2-15,3-1 0 0,-4-2-25 16,-2 2-6-16,3 1-1 0,0-1 0 16,-6 0-30-16,-1 1-6 0,1 2-2 0,-6 0 0 15,-3 0-170-15,-3 3-33 0</inkml:trace>
  <inkml:trace contextRef="#ctx0" brushRef="#br1" timeOffset="49706.801">12969 15386 2269 0,'0'0'64'0,"0"0"15"16,-3-7-63-16,3 1-16 0,0 6 0 0,0-5 0 15,0 5 105-15,3-5 19 0,-3 5 3 0,0 0 1 16,0 0-103-16,2-3-25 0,-2 3 0 0,6 0 0 15,-6 0 56-15,6 3 7 0,0 2 1 0,-3 0 0 16,3 3-52-16,0 0-12 0,0 0 0 0,-3 3 0 16,3 2 32-16,-3 3 3 0,3-3 1 0,0 6 0 15,0-1-27-15,-3 3-9 0,3 0 0 0,-3 3 9 16,3 0-9-16,0 0 0 0,0 2 0 0,0 1 0 16,0-6-22-16,0-3-3 0,3-2-1 0,-4 0 0 15,1-3-91-15,0-2-19 0,0 0-3 0</inkml:trace>
  <inkml:trace contextRef="#ctx0" brushRef="#br1" timeOffset="50030.139">13802 15119 2553 0,'0'0'53'0,"-3"-2"12"0,3 2-52 0,0 0-13 16,-3-6 0-16,3 6 0 0,0 0 54 0,-3-2 8 0,3 2 2 0,0 0 0 16,0 0 0-16,0 0 0 0,-6-3 0 0,6 3 0 15,0 0 0-15,0 0 0 0,-3-3 0 0,3 3 0 16,-6 3-52-16,0 0-12 0,0 2 0 0,0 0 0 16,0 6 0-16,0-1 0 0,0 4 0 0,-2 2 0 15,-1 2 0-15,0 3-8 0,-3 3 8 0,0 0-13 16,-3 0-7-16,0-1-2 0,-3-1 0 0,-3 1 0 15,1-1-18-15,-1-4-4 0,0 1-1 0,-3-3 0 16,6-1-22-16,-3-1-4 0,3-4-1 0,1 1 0 16,2-6-104-16,3 0-22 0,-3 1-4 0</inkml:trace>
  <inkml:trace contextRef="#ctx0" brushRef="#br1" timeOffset="50568.042">13385 15392 1497 0,'12'-35'66'0,"-6"25"14"0,0-6-64 15,0 0-16-15,0-2 0 0,3 2 0 0,-3-3 142 0,3 1 25 0,-3-1 5 0,3 3 0 16,-3 0-48-16,0 3-9 0,2 3-3 0,-5 2 0 15,3 0-44-15,0 2-8 0,3-2-3 0,-3 8 0 16,-3-2-19-16,6 2-4 0,-3 2-1 0,3 4 0 16,0 2-15-16,3 2-3 0,0 3-1 0,0 1 0 15,0 2-14-15,2 2 0 16,4 1 0-16,-3 2 0 16,-3-3-28-16,3-2-1 0,0 3-1 0,-3-3 0 15,0-1-6-15,3 1 0 0,-3-2-1 0,-1-1 0 0,1-3-73 0,-3 1-14 16,0 0-4-16,0-4 0 0,0 1 72 15,0-2 15-15,-3 2 2 0,3-3 1 0,-3-2 22 0,-3-1 4 0,-3-2 0 16,6 3 1-16,-6-3 28 0,0 0 6 0,0 0 1 0,0 0 0 16,0 0 52-16,0 0 10 0,0 0 2 0,3-5 1 15,0 2-20-15,-3 3-4 0,3-5-1 0,0-3 0 16,0 2 0-16,0 1 0 0,0-3 0 0,0 3 0 16,3-3-51-16,-1 0-13 0,1 3 0 0,3-3 0 15,0 2 39-15,0-1 5 0,0 1 0 0,0 1 1 16,3 0-31-16,0-1-6 0,-3 4-8 0,3-1 11 15,-3 0-2-15,0 3 0 0,-3 0 0 0,2 3 0 16,1 0-9-16,-3 2 0 0,0 0 0 0,-3 1 0 16,0 2 0-16,0 2 0 0,0 1-10 0,-6 2 10 15,0 3-50-15,-3 0-4 0,0 0-1 0,0 5 0 16,-6 0 37-16,4 5 7 0,-7 1 2 0,3 2 0 16,-3 0-1-16,3 0 0 0,-3 0 0 0,3 0 0 0,3-5 23 15,0-3 5-15,3-2 1 0,0-3 0 0,3-3-19 0,3 0 0 16,0-2 0-16,3-3 0 0,3-3 40 0,0 0 4 15,3 1 0-15,3-6 1 0,3 0-27 0,3 0-6 16,0-3 0-16,3 0-1 0,-1 1-3 0,1-4-8 0,3-2 12 16,-3 0-4-1,-3 1-8-15,3-1 0 0,-1-3 0 0,1 0 0 0,3-2 0 0,0-3 0 0,6 0 0 16,-1-2 0 0,4-3-104-16,3-3-17 0,3 0-3 0</inkml:trace>
  <inkml:trace contextRef="#ctx0" brushRef="#br1" timeOffset="51431.513">16198 13442 1839 0,'0'0'77'0,"0"0"-61"15,-3-8-16-15,0 2 0 16,3 1 51-16,0-3 7 0,-3 3 2 0,3 0 0 16,0-1 3-16,-3 1 1 0,3 0 0 0,0-1 0 15,0 6-1-15,0-5 0 0,0 5 0 0,0 0 0 16,0-2-22-16,0 2-4 0,3-6-1 0,-3 6 0 16,0 0-5-16,0 0-2 0,0 0 0 0,0 0 0 15,0 0-15-15,0 0-3 0,6 0-1 0,-3 3 0 16,3 0-10-16,0 2-14 0,0 0 3 0,0 3 1 15,0 0 10-15,3 3 0 0,0-1 0 0,3 3 0 16,3 3 0-16,-1 5 0 0,1 3 0 0,3 3 0 0,0 2 20 0,3 3 5 0,0 2 2 16,3 3 0-16,-1-3-27 0,1 1 0 15,0-1 0-15,0 6 0 0,3 0 8 0,-4 2-8 0,4 6 8 16,3 2-8 0,0-8-20-16,2 3-8 0,7-3-3 0,0 1 0 0,-3-4 31 0,-1 1 0 0,1 0 0 15,0 2 0-15,-4-2 45 0,1 0 15 0,0-1 4 0,0 1 0 16,-1-6-52-16,-2-2-12 0,3-3 0 0,0 0 0 15,-7-2 0-15,4-1 0 0,-6-2 0 0,0 3 0 16,0-4 0-16,-6-1 0 0,-1 1 0 0,-2-2 0 16,-3-5 0-16,0 3 0 0,0-6 0 0,-3 0 0 15,-3-2-100 1,3-3-22-16,-3 0-5 0,-3-6-1 0,-3-2-102 16,0 0-21-16</inkml:trace>
  <inkml:trace contextRef="#ctx0" brushRef="#br1" timeOffset="52047.485">17475 14577 2017 0,'-6'-3'42'0,"0"1"10"0,3-4-42 0,-3 4-10 0,0-1 0 0,3 0 0 15,-3 1 115-15,0-1 21 0,0 0 4 0,1 1 0 16,2-1-60-16,-3 3-13 0,0-3-3 0,6 3 0 15,-6-2 0-15,6 2 0 0,-6 0 0 0,6 0 0 16,-6 0-51-16,6 0-13 0,0 0 0 0,-6 2 0 16,6-2 0-16,-6 3 0 0,6-3 0 0,-6 5 0 15,6-5 37-15,-3 6 5 0,3-1 1 0,-3 0 0 16,3 3-30-16,0-3-5 0,0 3-8 0,0 0 11 16,3 0-11-16,0 3 0 0,0-1 0 0,0-2 0 15,3 3 0-15,0-3 0 0,0 2 0 0,3-2 0 16,-3 0 0-16,3 0 0 0,-1 3 0 0,1-1 0 15,0-2 12-15,-3 3 3 0,3-3 1 0,0 3 0 16,-3-4-16-16,0 1-15 0,-3 3 3 0,3 0 1 16,-3-4 11-16,-3 1 0 0,0 0 0 0,0 0 0 15,-3 3 0-15,0-3 0 0,0 0 0 0,-3 0 0 16,0 0 11-16,0 0-3 0,-3 0 0 0,0-1 0 16,0 1-8-16,-3-2 0 0,4 2 0 0,-4 0 0 15,3-3 0-15,-3 3 0 0,3-3 0 0,0 0 0 0,-3 1 0 16,3-1 0-16,-3 0 0 0,3 1 0 15,-3-1 0-15,0 0 0 0,4 0 0 0,-1 1 0 16,0-4 0-16,0 4 0 0,3-4 0 0,0 1 0 0,6-3 0 16,0 0 0-16,0 0 0 0,-6 3 0 15,6-3-97-15,0 0-25 0,0 0-5 0,0 0-1 16,0 0-111-16,0 0-22 0</inkml:trace>
  <inkml:trace contextRef="#ctx0" brushRef="#br1" timeOffset="54285.775">18562 14778 2017 0,'-21'-5'94'0,"18"5"-84"0,3 0-10 0,-6-6 0 0,0 6 0 16,3-2 64-16,0-1 10 0,3 3 2 0,-6-3 1 16,0 3 23-16,3-2 4 0,3 2 0 0,-6 0 1 15,0 0-46-15,0 0-10 0,6 0-1 0,-6 2-1 16,0 4-15-16,0-1-4 0,-3 0 0 0,3 6 0 16,-3-3-13-16,1 5-3 0,-1 0-1 0,-3 3 0 15,3 0-11-15,-3 3 0 0,0-1 9 0,-3 1-9 16,0 2 0-16,3 3 0 0,-3-3 0 0,-2 5 0 15,2-2 0-15,0 2 0 0,-3 4-9 0,0-1 9 16,0 0 0-16,-3 3 0 0,4-3 0 0,-7 2 0 16,0-4-55-16,-3-1-16 0,0-2-3 0,-2 3-1 15,2-6 2-15,-3-3 0 0,6-2 0 0</inkml:trace>
  <inkml:trace contextRef="#ctx0" brushRef="#br1" timeOffset="54782.984">17913 15098 1580 0,'6'-8'67'16,"0"-2"-54"-16,3-1 113 0,-4 3 22 0,4 0 5 0,0 3 1 15,-3 0-47-15,0-1-10 0,0 4-1 0,0-1-1 16,3 3-24-16,-3 0-5 0,0 0-1 0,3 0 0 16,-3 5-47-16,3-2-10 0,-3 5-8 0,3 0 12 15,3 2 26-15,-1 1 6 0,1 2 0 0,0 3 1 16,0 0-29-16,0 0-7 0,0 2-1 0,0 1 0 15,0-1-8-15,3 1 0 0,-3-3 0 0,0 2 0 16,2-2 0-16,-2-3 0 0,3 3 8 0,0-5-8 16,3-1-42-1,-3-2-10-15,0 0-3 0,3-2 0 0,-4-6-17 0,1 0-3 16,0 0-1-16,0-3 0 0,-3-2-37 16,3-1-8-16,-3 1-2 0,-1447-3 0 0,2894 0 63 0,-1447-2 12 0,-1 2 2 15,-2-3 1-15,3 3 54 0,-6-2 11 0,3 2 3 0,-3-3 0 16,0 3 63-16,-3 0 13 0,3 0 2 0,-3 0 1 15,0 0 2-15,0 0 1 0,-3 0 0 0,3 3 0 16,-3-3-29-16,3 3-5 0,-3 2-2 0,0 3 0 16,0 0-20-16,0 0-4 0,0 0-1 0,0 0 0 15,0 0-7-15,0 0-1 0,0 0-1 0,0 8 0 16,0 3-17-16,-3-1-3 0,3 6-1 0,0-3 0 0,0 3-14 0,-3 3 9 16,3-1-9-16,3 1 8 0,-3-1-8 0,0 1 0 0,0-1 0 15,0 1 0-15,0 0 0 0,3-1 0 0,-3-2 0 16,0 2 0-16,3-2 0 0,-3 0 0 0,0 0 0 0,3-3 0 15,-3 1-16 1,0-1-3-16,3-3 0 0,-3 1 0 16,3-3-85-16,0 0-16 0,-3-3-4 0,0-5-1 15,0 0-111-15,0 0-21 0</inkml:trace>
  <inkml:trace contextRef="#ctx0" brushRef="#br1" timeOffset="55623.764">17951 14693 1337 0,'0'0'28'0,"0"0"6"0,0 0-34 15,0 0 0-15,0 0 0 0,0 0 0 0,0 0 58 0,0 0 5 0,0 0 1 0,0 0 0 16,0 0 31-16,3 0 6 0,3 0 2 0,0-2 0 15,0-1-11-15,3 0-3 0,0 3 0 0,3-2 0 16,3-4-20-16,0 4-4 0,3-4-1 0,2 1 0 16,1 0 0-16,0 0 0 15,0-3 0-15,3 2 0 0,-3-2-51 0,2 0-13 0,4-2 0 0,0 2 0 16,0-3 0-16,0 3 0 0,2 0 0 16,1-2 0-16,0 2 0 0,-3-3 0 0,-4 3 0 0,4 0 0 31,-6 1-48-31,0-1-13 0,-3 2-3 0,0 1 0 15,-6 0-153-15,-4 2-31 0</inkml:trace>
  <inkml:trace contextRef="#ctx0" brushRef="#br1" timeOffset="56328.521">18978 15140 2066 0,'-12'6'96'0,"12"-6"-85"15,0 0-11-15,0 0 0 0,0 0 0 0,0 0 84 0,0 0 16 0,0 0 2 0,0 0 1 31,0 0-63-31,6-3-12 0,0 3-2 0,0-3-1 16,3 1 31-16,3-1 7 0,0-2 1 0,0 2 0 0,3 1-52 0,3-4-12 0,-1 1 0 0,1 2 0 16,6-2 0-16,0 0 0 0,0-3 0 15,3 2 0-15,-1 1 0 0,1-3 0 16,0 0 0-16,0 0 0 0,0 0 0 0,-4 1 0 16,-2-1 0-16,-3 0 0 15,3 0-151-15,-3 2-33 0,0-2-6 0</inkml:trace>
  <inkml:trace contextRef="#ctx0" brushRef="#br1" timeOffset="56629.552">19279 14910 2310 0,'-24'-2'107'0,"18"2"-95"0,-3-3-12 0,6-2 0 0,-3 2 0 16,6 3 84-16,-3-3 16 0,3 3 2 0,-3-5 1 15,3 5-63-15,0 0-12 0,0 0-2 0,0 0-1 16,0 0 21-16,0 0 4 0,0 0 1 0,0 0 0 16,0 0-28-16,0 0-6 0,3 5-1 0,0 3 0 15,3 0-4-15,-3 3-2 0,3-1 0 0,-3 4 0 16,3 1-10-16,-3 4 8 0,3 0-8 0,0 2 8 16,0 0-8-16,0 3 0 0,0-1 0 0,0 4 0 15,3-3 0-15,-3 2 0 0,0-2 0 0,3 2 0 16,-3-4-19-16,-1-1-2 0,1-3-1 0,0 4 0 15,0-7-33-15,-3-1-6 0,3-1-2 0,-3-3 0 16,3-2-150-16,-3 0-31 0,3-2-5 0</inkml:trace>
  <inkml:trace contextRef="#ctx0" brushRef="#br1" timeOffset="56948.432">20368 14656 1907 0,'0'0'80'0,"0"0"-64"15,0 0 114-15,0 0 22 0,0 0 5 0,0 0 1 16,0 0-66-16,-6-2-12 0,0 2-4 0,1 0 0 16,-1 0-9-16,-3 2-3 0,3 1 0 0,-3-1 0 15,-3 4-51-15,3-1-13 0,-3 6 0 0,0-3 0 16,-3 2 34-16,3 3 4 0,0 3 1 0,-2 0 0 15,-1 3-25-15,0 2-5 0,-3 0-1 0,0 3 0 16,-3 0-8-16,3-1 0 0,-3 4 0 0,-2 2 0 16,-1-5 16-16,0 2 0 0,0-2 1 0,0 3 0 15,1-1-65-15,2-2-12 0,0 2-4 0,0 1 0 16,3-3 52-16,0-3 12 0,1 0 0 0,-1-3 0 16,3-2-100-16,0-2-18 0,0-4-3 0</inkml:trace>
  <inkml:trace contextRef="#ctx0" brushRef="#br1" timeOffset="57501.611">19797 14865 1957 0,'0'-13'82'16,"0"0"-66"-16,0 2 110 0,0 1 22 0,0 2 4 0,0 2 0 16,0 6-67-16,0 0-13 0,0 0-4 0,0 0 0 15,0 0-3-15,0 0-1 0,0 0 0 0,0 0 0 16,6 6-51-16,0 2-13 0,0 2 0 0,3 1 0 15,0 2 0-15,0 3 0 0,2 0 0 16,1 0 0-16,0 2 0 0,3-2 0 0,0 0 0 0,0 2 0 16,0-2 0-16,3 0 0 0,-1 0 0 0,1 0 0 15,0-3-55-15,-3 3-13 0,3-3-4 0,-3-2 0 16,3 2-68-16,-3-5-15 0,-4 3-2 16,4-3-1-16,-3-3 70 0,-3 0 15 0,3-2 2 15,-6-1 1-15,3 1 40 0,-3-3 8 0,0-3 2 0,-3 3 0 16,3-5 20-16,-3 2 0 0,0-2 0 0,3 0 0 15,-3 0 70-15,0-1 18 0,3-2 4 0,-3 0 1 16,3 0-5-16,-3 1 0 0,2-4-1 0,-2 0 0 16,3 1-19-16,3 2-3 0,-3-3-1 0,3 1 0 15,-3 2 10-15,6-3 2 0,0 3 0 0,-3 0 0 16,3 0-61-16,-3 3-15 0,3-3 0 0,-3 5 0 16,0-2 12-16,-4 3-1 0,4 2 0 0,-3 0 0 15,0 2-11-15,-6-2 10 0,6 5-10 0,-3 1 10 16,-3 2-10-16,0 2 10 0,-3 1-10 0,-3 2 10 15,3-2-10-15,-3 5 0 0,0-3-10 0,0 3 10 16,1 0-16-16,-1 2 2 0,0-2 1 0,0 5 0 16,3-5-12-16,0 3-3 0,0 2 0 0,3-3 0 15,0-2-8-15,3-3-3 0,0 1 0 0,3-4 0 0,-3 1 39 0,3-3 0 0,3-3 0 16,-1 0 0-16,1-5 0 0,3 0 8 0,0 0 2 0,0-2 0 16,0-6-10-16,3 0-14 0,-3-3 3 0,3 1 1 31,0-1-43-31,-1-5-9 0,-2 3-2 0,3-3 0 0,-6-3-157 0,0 1-32 15</inkml:trace>
  <inkml:trace contextRef="#ctx0" brushRef="#br1" timeOffset="57784.979">19708 14542 2048 0,'-27'3'43'0,"18"-3"9"15,3 0-42-15,0 0-10 0,6 0 0 0,0 0 0 16,0 0 57-16,0 0 10 0,0 0 1 0,0 0 1 16,0 0 13-16,6 0 2 0,3 0 1 0,0 0 0 15,3 0-31-15,3-3-6 0,-1 3-2 0,4 0 0 16,-3-2-15-16,3-1-3 0,0 0-1 0,3 1 0 0,3-1 5 0,-1-2 2 15,4 0 0-15,3-1 0 16,3-2-46-16,-1-2-8 0,7-1-3 0,-3 1 0 0,0-1 5 0,-1-2 1 16,4 0 0-16,0-1 0 15,-1 1-143-15,1 0-29 0,3 0-6 0</inkml:trace>
  <inkml:trace contextRef="#ctx0" brushRef="#br1" timeOffset="58237.188">20767 14876 1792 0,'0'0'51'0,"0"0"10"0,0 0-49 0,0 0-12 0,0 0 0 0,0 0 0 31,6 5 54-31,-3-2 8 0,3-1 2 0,3 1 0 16,0-3 51-16,3 0 10 0,0 0 3 0,3 0 0 0,0 0-69 16,2-3-14-16,4 1-2 0,0-4-1 0,0 4-16 0,0-3-3 0,0-3-1 15,2 2 0-15,4-2-22 0,-3 0 0 0,6 0 0 0,0-2 0 16,-1-1 56-16,1 1 6 0,0-1 2 16,3 1 0-1,-7-1-103-15,1 0-20 0,0 1-4 0,-3-1-1 0,-3 3 52 0,-4 0 12 16,1 0 0-16,-3 0 0 15,-3 1-105-15,-3-1-19 0,0 2-3 0</inkml:trace>
  <inkml:trace contextRef="#ctx0" brushRef="#br1" timeOffset="58571.16">21107 14624 1986 0,'-9'-5'41'0,"9"5"11"0,0 0-42 0,-3-5-10 0,3 0 0 0,-3-1 0 16,3 1 70-16,0 0 12 0,0-1 2 0,3 1 1 16,-3 5 35-16,0-3 6 0,3-2 2 0,-3 5 0 15,0-5-52-15,0 5-9 0,0 0-3 0,0 0 0 16,0 0-51-16,0 0-13 0,0 0 0 0,0 0 0 16,0 0 0-16,6 3 0 0,0 2 0 0,-3 0 0 15,0 3 31-15,-1 3 3 0,1 2 1 0,-3 0 0 16,0 6-56-16,3-1-11 0,-3 6-3 0,0 0 0 15,0 2 79-15,0 3 16 0,0 0 4 0,0 1 0 16,0-1-103-16,3-3-20 0,-3-2-4 0,0 0-1 16,0 0 52-16,0-3 12 0,0-3 0 0,0 3 0 15,0-2 0-15,-3-1 0 0,3-2 0 0,0 3 0 16,-3-3-54-16,3-3-8 0,0 3-2 0,0-3 0 16,0-2-102-16,0-1-21 0,0-2-4 0</inkml:trace>
  <inkml:trace contextRef="#ctx0" brushRef="#br1" timeOffset="59627.505">22134 14415 2030 0,'0'0'57'0,"0"-5"14"0,0 0-57 16,0 2-14-16,2-2 0 0,-2 5 0 0,0-5 54 16,0 5 8-16,0 0 2 0,0 0 0 0,0 0 51 0,0 0 10 0,0 0 3 0,-5 0 0 15,-4 2-103-15,3 1-25 16,-3 5 0-16,0 0 0 0,-3 5 56 0,0 3 7 0,-3 2 1 0,-3 4 0 16,3 1-52-16,-5-1-12 0,-1 1 0 0,0 1 0 15,0 0 0-15,0 2 0 16,-3 4 0-16,4-4 0 15,-4 0-48-15,3 1-13 0,0-1-3 0,-3 1 0 16,3-6 26-16,-2-2 5 0,2 2 1 0,0-5 0 16,0-3-65-16,3-5-13 0,3 0-2 0,-3 0-1 15,7-8-101-15,-1 0-20 0,0 0-4 0,6-6-1 0,0-4 39 16,6-1 7-16,0-2 1 0,0-3 1 0,6-2 159 0,0-4 32 0,0 1 0 0,3 0 10 16,0 0 139-16,2 0 28 0,1 2 6 0,0-2 1 15,0 2 8-15,0 1 3 0,-3-1 0 0,3 4 0 16,-3-1-56-16,3 2-11 0,-3-1-3 0,0 1 0 15,0 4-49-15,-1-1-9 0,-2 3-3 0,0 0 0 16,0 3-4-16,0 2 0 0,-3-2-1 0,3 5 0 16,0 3-43-16,-3-1-16 0,3 6 11 0,0-2-11 15,3 4 0-15,-3 1 0 0,3-1 0 0,-3 4 0 16,3 1 0-16,3-1 0 0,0 2 0 0,-1-1 0 16,1 1 0-16,0-2 0 0,0-1 0 0,3 3 0 15,-3-6-45-15,3 3-15 0,0-2-4 16,-3 0 0-16,3-1 19 0,-4-2 3 0,1-3 1 0,-3 1 0 15,3-1 13-15,-3-2 4 0,0-1 0 0,0-2 0 16,-3 0 24-16,3-2 0 0,-3-1 0 0,0 0-8 16,0-2 8-16,0 0 16 0,0 0-4 0,0-3-1 15,0 0 24-15,-1 0 5 0,1 0 0 0,0-3 1 0,0 1 7 16,0-1 2-16,0 0 0 0,0-2 0 0,3 3-6 0,0-1 0 16,0 0-1-16,0 1 0 0,0-1 5 0,0 3 0 0,3 0 1 0,0 0 0 15,-1 3-39-15,1 0-10 0,0 2 0 0,0 1 0 16,0 2 0-16,-3 0 0 0,0 0 0 0,0 2 0 15,-3 1 0-15,0 2 0 0,-3-2 0 0,0 2 0 32,0 3-49-32,-3 0-12 0,-3 3-3 0,0-4 0 0,0 4 52 0,-3 0 12 0,0-1 0 0,0 3 0 31,0-2-54-31,-3 2-8 0,3 1-2 0,0-1 0 0,0-3 0 16,0 1 0-16,0 0 0 0,0-1 0 0,3-2 12 15,3-3 1-15,0 3 1 0,0-8 0 0,3 3 37 0,3 0 13 0,0-3-9 0,3-3 9 16,0 0-13-16,0 1 2 0,6-6 1 0,-3 2 0 15,3 1 59-15,0 0 12 0,-1-3 3 16,4 3 0-16,-3-1-24 0,-3 1-4 0,3 2 0 0,-6 1-1 16,3-1-4-16,-6 3-1 0,3 0 0 0,-6 3 0 15,3-1 0-15,-6-2 0 0,3 6 0 0,-6 2 0 16,0 5-10-16,-3 0-1 0,-3 0-1 0,0 6 0 16,-3-1-2-16,-3 1-1 0,0-1 0 0,-6 1 0 15,4-1-63-15,-4-2-13 0,3 0-3 0,-3 0 0 16,0-3 24-16,3 3 4 0,-3-3 0 0,1 1 1 15,2-1-39-15,-3 0-8 0,0 0-2 16</inkml:trace>
  <inkml:trace contextRef="#ctx0" brushRef="#br1" timeOffset="59953.247">21830 14275 1869 0,'-9'-10'39'0,"-3"-1"9"0,0 0-39 15,0 1-9-15,0 2 0 0,-3 0 0 0,4 0 78 0,-1 3 14 0,0-1 2 0,3 4 1 16,0-4-15-16,0 6-4 0,3-2 0 0,0 2 0 16,0 0-13-16,6 0-3 0,0 0-1 0,0 0 0 15,0 0-19-15,0 0-3 0,0 0-1 0,0 0 0 16,0 0-20-16,9 2-4 0,0 1 0 0,3-3-1 15,3 3 16-15,0-3 3 0,5 0 1 0,-2 0 0 16,3-3-31-16,0 0 0 0,0 3 0 0,6-2 0 16,-1-1 0-16,7 1 0 0,0-1 0 0,3-2 0 15,-1-1 15-15,4 4-3 0,-3-6-1 0,2 2 0 16,1 1-45-16,0-3-9 0,0 6-1 16,2-6-1-16,-2 2-147 0,3-2-30 0,2 0-6 15</inkml:trace>
  <inkml:trace contextRef="#ctx0" brushRef="#br1" timeOffset="60381.197">22809 14527 1675 0,'0'0'71'0,"0"0"-57"16,0 0 69-16,6 0 13 0,0 0 4 0,3 0 0 16,-3 0-8-16,3 0 0 0,3-3-1 0,0 3 0 15,0-3-16-15,5 3-3 0,1-5-1 0,0 2 0 16,3 1-31-16,-3-4-5 0,3 4-2 0,0-4 0 16,2 1 5-16,1 0 1 0,3-3 0 0,0 3 0 15,3-1-30-15,-1-4-9 0,1 2 0 0,3 0 0 16,-6-3 0-16,-1 3 0 0,1-2 0 0,-3 2 0 15,-3-3-47-15,0 3-6 0,-6 0-2 0,-1-2 0 16,-5 2-154-16,-3-3-31 0</inkml:trace>
  <inkml:trace contextRef="#ctx0" brushRef="#br1" timeOffset="60657.686">23077 14262 2067 0,'0'0'87'0,"0"0"-70"32,0 0 140-32,-3-3 28 0,3 3 6 0,0 0 1 0,0 0-126 0,0 0-25 0,0 0-5 0,0 0 0 15,0 0 6-15,0 0 2 0,0 0 0 0,0 0 0 16,0 0-15-16,0 6-2 0,3 2-1 0,0 2 0 16,0 3-10-16,0 3-3 0,3 3 0 0,-3 2 0 15,0 3-13-15,3 2 8 0,-3 1-8 0,0-1 0 16,3 1 0-16,-3-1 8 0,0-5-8 0,3 3 0 15,-3 0 8-15,3-3-8 0,-3-3 11 0,0 4-11 16,0-4-41-16,0 3-15 0,-3-2-4 0,3-1 0 16,-3-2-108-16,2-2-23 15,-2-1-4-15</inkml:trace>
  <inkml:trace contextRef="#ctx0" brushRef="#br1" timeOffset="61011.436">23961 14111 2269 0,'-3'-8'64'0,"0"0"15"15,0 3-63-15,3 0-16 0,0-1 0 0,-3 1 0 16,3 0 105-16,0-1 19 0,0 1 3 0,0 5 1 0,0 0-103 0,0 0-25 0,0 0 0 16,0 0 0-16,0 0 56 0,0 0 7 0,0 0 1 0,0 0 0 15,0 0-52-15,-3 5-12 0,0 3 0 0,-3 3 0 16,0 0 0-16,0 2 0 0,-3 3 0 0,-2 0 0 16,-1 5 0-16,0-3 0 0,-3 6 0 0,0 0 0 15,-3 2 0-15,0 1 0 0,-3 2 0 16,1 0 0-16,-4-3 0 0,3 1 0 0,0-1 0 0,0-2 0 31,3 0-48-31,-2-5-13 0,-1-1-3 0,3-2 0 0,0-3-55 0,3-2-11 16,0-3-2-16</inkml:trace>
  <inkml:trace contextRef="#ctx0" brushRef="#br1" timeOffset="61273.018">23637 14082 2508 0,'3'-13'71'0,"0"2"16"16,0 1-70-16,0 2-17 0,0 2 0 0,0 1 0 15,0 2 33-15,2 1 3 0,-5 2 1 0,3 2 0 16,3 1-8-16,0 5-1 0,0 3-1 0,3-1 0 16,0 3 16-16,0 3 3 0,3 3 1 0,3 2 0 15,-3-2-31-15,3 2-7 0,0 2-1 0,-1-1 0 16,1 1-8-16,-3-1 0 0,3-1 0 0,0 3 0 15,3-3 0-15,-3 3 0 0,3-3 0 0,-1 0 0 16,-2-3-42-16,0-2-10 0,3-2-3 0,0-1 0 16,-3-5-109-16,-3 2-23 0,3-4-4 0</inkml:trace>
  <inkml:trace contextRef="#ctx0" brushRef="#br1" timeOffset="61658.894">24274 14331 1968 0,'0'0'41'0,"0"0"9"16,0 0-40-16,0 0-10 0,0 0 0 0,0 0 0 15,0 0 74-15,0 0 13 0,0 0 2 0,0 0 1 16,0 0 30-16,-3 5 7 0,-3 0 1 0,0 1 0 16,0 2-103-16,0-3-25 0,0 3 0 0,-3 0 0 15,0 2 44-15,-3-2 3 0,3 3 1 0,-6-1 0 16,3 1-30-16,-2 2-6 0,-1-2 0 0,0 2-1 15,0 0-11-15,0-2 8 0,0-1-8 0,0 4 8 16,3-4-8-16,0-2 0 0,4 3 0 0,-1-1 0 16,0-2 0-16,3 0 0 0,3 0 0 0,0 0 0 15,0-3 0-15,3 3 0 0,3-2 0 0,0 2 0 16,3-6 0-16,0 3 0 0,3 1 0 0,2-1 0 16,1 0 0-16,0-2 0 0,6 0 0 0,0-1 0 15,0-2 0-15,0 3-16 0,0-3 3 0,2-3 0 16,-2 3 21-16,0-2 4 0,0-1 0 0,-3 3 1 15,3-3-13-15,-3-2 0 0,2 5 0 0,-2-3 0 16,-3-2 0-16,3 2 0 0,-3-2 0 0,-3 0 0 16,3 0-53-16,-3-1-14 0,0 1-2 0,-3-3-1 15,3 3-106-15,-6-3-20 0,3 0-5 0</inkml:trace>
  <inkml:trace contextRef="#ctx0" brushRef="#br1" timeOffset="61915.53">24354 14394 1972 0,'-12'-13'41'0,"9"8"9"0,0 2-40 0,0-2-10 0,3-1 0 0,0 6 0 16,-3-5 104-16,3 5 20 0,0 0 3 0,0 0 1 16,0 0-32-16,0 0-5 0,0 0-2 0,0 0 0 15,0 0-20-15,0 0-4 0,0 0-1 0,0 8 0 16,3 3-51-16,-3 2-13 0,0 3 0 0,3 0 0 16,-3 2 38-16,0 1 5 0,-3-1 1 0,3 3 0 15,-3-2-22-15,0-1-4 0,0 1-1 0,0 2 0 16,0-2-2-16,0-1-1 0,0 3 0 0,-3 1 0 15,0-1-14-15,3 0 11 16,-2 3-11-16,-1 0 10 0,0-6-21 0,0 1-4 0,3-1-1 0,-3 1 0 16,3-6 16-16,-3 0 0 0,3-2 0 0,3-1 0 15,-3-4-58-15,3-1-9 0,0-5-1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2:56:56.1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8021 8245 1482 0,'-9'0'42'0,"4"0"9"0,-1 3-41 0,0-3-10 0,0 0 0 0,6 0 0 16,0 0 72-16,0 0 12 0,0 0 2 0,0 0 1 15,0 0-22-15,0 0-4 0,0 0-1 0,0 0 0 16,0 0 2-16,9 0 0 0,-3-3 0 0,2 3 0 15,4 0-8-15,-3-3-2 0,3 1 0 0,0 2 0 16,3-3-18-16,0-2-4 0,3 2-1 0,0-2 0 16,-1 2-13-16,4-2-2 0,3 0-1 0,3 2 0 15,-3 0-13-15,0 1 8 0,2-1-8 0,1 0 0 16,-3 3 0-16,0-2 8 0,0 2-8 0,-4 0 0 16,1-3-23-16,-3 3-7 0,0-3-2 0,-3 3 0 15,-3-2-76-15,0 2-16 0,0 0-4 0</inkml:trace>
  <inkml:trace contextRef="#ctx0" brushRef="#br0" timeOffset="280.101">8057 8555 1982 0,'0'0'56'0,"0"0"12"0,0 0-54 16,0 0-14-16,0 0 0 0,0 0 0 0,0 0 96 0,6-3 17 0,0 3 3 0,3-3 1 15,-3 1-42-15,3-1-9 0,3 0-2 0,0 1 0 16,0-4-20-16,5 1-5 0,1 2-1 0,0 1 0 16,6-1-13-16,0 0-2 0,0-2-1 0,2 3 0 15,1-1-14-15,0 0-8 0,0 1 10 0,0-1-10 16,-1 0 0-16,1-2 0 0,-3 2 0 0,3-2 0 15,2 2-13-15,1-2-9 0,0 0-2 0</inkml:trace>
  <inkml:trace contextRef="#ctx0" brushRef="#br0" timeOffset="1373.98">18990 897 2063 0,'0'0'87'0,"0"0"-70"16,0 0 9-16,-6 0 2 0,0 5 0 0,0-5 0 15,-3 8 44 1,0-5 10-16,-2 10 2 0,-4 0 0 15,0 3-40-15,0 5-8 0,-6 8-2 0,-3 1 0 16,-3-1-14-16,-2-3-2 0,-4 3-1 0,-3 6 0 0,4 2-5 16,-4-6-2-16,0 6 0 0,-6 6 0 0,4-6 8 0,-1 0 2 0,-3 0 0 15,-2 5 0-15,5-13-20 0,3 3 0 0,-2-3 0 0,5-5 0 32,0 3-29-32,6-12-10 0,3 1-1 0,1 0-1 0,2-8-163 0,6 3-32 15</inkml:trace>
  <inkml:trace contextRef="#ctx0" brushRef="#br0" timeOffset="1601.083">18368 1109 1972 0,'3'-21'83'15,"-3"-3"-67"1,3 10 59-16,0-1 11 0,-3 1 2 0,3 6 1 16,0 0 31-16,0 1 7 0,0 1 1 0,-3 6 0 15,6 0-103-15,0 6-25 0,0 1 0 0,3 1 0 16,0 6 0-16,0-4 0 0,2 11 0 0,-2-5 0 15,3 5 56-15,3-5 7 0,-3 5 1 0,0 1 0 16,0-6-52-16,0 5-12 0,-3 0 0 0,3 3 0 16,0-3 0-16,-1 8-13 0,4-5 2 0,0 5 1 15,0-5 10-15,0 2 14 0,0 3-3 0,0-5-1 16,0-3-10-16,3 0 0 0,-4-5 0 0,1 0 0 16,0-3-105-16,0-2-23 0,0-3-5 0</inkml:trace>
  <inkml:trace contextRef="#ctx0" brushRef="#br0" timeOffset="1875.576">19401 881 2269 0,'-3'-8'64'0,"0"-5"15"0,0 5-63 0,-3 5-16 0,0-2 0 0,-3 5 0 16,0 0 105-16,-3 5 19 0,0-2 3 0,-2 5 1 15,-1 8-103-15,0 5-25 0,0 0 0 0,-3 8 0 16,0 0 0-16,3 8 0 0,-3-5 0 0,7 5 0 15,-1-2 43-15,6-4 3 0,0 4 1 0,3 2 0 16,6 0-31-16,3 3-7 0,3 7-1 0,3-2 0 16,2-8 1-16,1 0 0 0,6-5 0 0,0 2 0 15,0-5-9-15,0-5 0 0,2-3 0 0,4 1 0 16,-3-4 0-16,6 1 0 0,0-9 0 0,2 4 0 16,-2-1 0-16,6-11 0 0,-3 6 0 0,-1-2 0 15,1-6-152-15,0-6-32 0,-3 4-6 0</inkml:trace>
  <inkml:trace contextRef="#ctx0" brushRef="#br0" timeOffset="2547.014">19779 812 2230 0,'-3'-10'94'16,"0"2"-75"-1,0 5 53-15,3-5 10 0,-3 3 2 0,3 5 1 16,-3-8-17-16,3 8-3 0,0 0-1 0,0 0 0 15,0 0-51-15,0 0-13 0,0 0 0 0,0 13 0 16,-3-5 0-16,3 8 0 0,0-3 0 0,0 11 0 16,3-3 25-16,0 3 3 0,0 5 0 0,3-5 0 15,0 5-45-15,3-2-9 0,0 2-2 0,6-6 0 16,0-1 28-16,-1-6 0 0,7-1 0 0,0-1 0 16,0-6-56-16,3-1-7 0,0 1-1 0,-1-2 0 15,-2-6 64-15,0 0 15 0,0 0 1 0,-3-6 1 16,0 4-27-16,-6-4-6 0,-1-1 0 0,1 1-1 0,-3-4 65 15,-3 2 12-15,0-3 4 0,0 1 0 0,-3-6-4 0,0 2 0 16,-3-1 0-16,3-4 0 0,-3 3-17 0,0 0-4 0,0 0-1 0,0 1 0 16,-3 1-8-1,3 1-2-15,0 0 0 0,-3 5 0 0,0 5-10 0,3-5-2 0,0 8-1 0,0 0 0 16,-6 8-15-16,0 0 11 0,-3 8-11 0,0 5 10 16,0 0-10-16,1 9 0 0,-4 1 0 15,-3-2-11 1,0 1 11-16,0-1 0 0,0 0 0 0,0 0 0 0,-3 3 0 0,3 2 0 0,1 3 0 15,-1 3 0-15,0-3-16 0,3 0 1 0,0-3 1 0,0 3 0 16,0-8-92 0,3 0-18-16,0-2-4 0</inkml:trace>
  <inkml:trace contextRef="#ctx0" brushRef="#br0" timeOffset="2829.446">20237 1236 2030 0,'0'0'57'0,"0"0"14"0,0 0-57 15,0 0-14-15,0 0 0 0,0-8 0 16,0 8 105-16,3 0 19 0,3-6 3 0,0 4 1 0,0 2-52 0,6-5-9 0,0 2-3 0,3 3 0 31,0 0-51-31,3-5-13 0,3 2 0 0,-1 3 0 16,4 0 37-16,-3 0 5 0,3 0 1 0,-3 0 0 15,2 0-24-15,1 0-5 0,0 0-1 0,0 0 0 0,0-5-4 16,0 5-1-16,-4-6 0 0,4 4 0 16,-3-4-8-16,0 4 0 0,3-4 0 0,-6 4 0 15,-4-3-49-15,1 2-12 0,-3-8-3 0,-3 9 0 16,0-6-154-16,0 2-31 0</inkml:trace>
  <inkml:trace contextRef="#ctx0" brushRef="#br0" timeOffset="3044.423">20514 918 1580 0,'-9'0'67'16,"3"5"-54"0,-3-5 110-16,3 3 21 0,1-3 5 0,-1 8 1 15,3 0-65-15,-3 5-13 0,3 0-2 0,0 3-1 16,0 0-21-16,3 5-4 0,0 3 0 0,0 3-1 16,0-9-5-16,0 9-1 0,0-6 0 0,0 3 0 15,0-3-19-15,0 0-4 0,0 3-1 0,0 0 0 16,0 2-13-16,0 3 8 0,0-5-8 0,0 5 0 15,0-5 0-15,0 0-15 0,0 2 2 0,0-5 0 16,0-2-133-16,0-1-26 0,0-2-6 0</inkml:trace>
  <inkml:trace contextRef="#ctx0" brushRef="#br0" timeOffset="3390.295">20848 1005 2066 0,'17'-42'43'0,"-8"32"10"0,0-4-42 16,0 1-11-16,3 0 0 0,0 5 0 0,3 0 104 0,-3 0 20 0,0 0 3 0,3 3 1 15,-3 2-52-15,-1 3-9 0,1 0-3 0,3 0 0 16,-6 3-51-16,3 7-13 0,-3-2 0 0,0 0 0 16,-3 8 0-16,0-3 0 0,-3 9 0 15,-3-4 0-15,0 3 54 16,-3 0 8-16,-3 3 2 0,0 3 0 0,0-9-52 0,-3 3-12 15,0 1 0-15,0-1 0 0,0-5 0 0,0 5 0 0,3-5 0 16,-3-3 0 0,4 3-22-16,2-3-7 0,0-5-2 0,0 8 0 0,3-8 23 0,0 5 8 0,0-2 0 0,3-1-9 15,0-2 9-15,2 0 0 0,1 0 0 0,0-5 0 16,6 2 0-16,-3 0 0 0,3-5 0 0,3 0 0 16,3 0-28-16,0-5-1 0,3 5 0 0,2-8 0 15,-2 3 29-15,3-3 0 0,3 5 0 0,0-5 0 16,-4-5-160-16,4 5-25 0,0 0-6 15</inkml:trace>
  <inkml:trace contextRef="#ctx0" brushRef="#br0" timeOffset="3686.447">21523 773 2135 0,'-32'-11'44'0,"23"3"11"0,0 8-44 0,3-5-11 0,3 2 0 0,3 3 0 15,0 0 92-15,0 0 16 0,0 0 3 0,0 0 1 16,6 3-43-16,6 2-8 0,0-2-1 0,2 5-1 0,4 0-3 16,3 5-1-16,0-5 0 0,3 10 0 0,-3 1-18 15,2 7-3-15,1 3-1 0,-3 3 0 0,0-3-17 0,-3 3-3 16,0 2-1-16,-4 3 0 0,-2-7-12 0,-3-1 8 0,0 0-8 16,-3 0 0-16,-3-5 12 0,-3 0-4 0,0 2-8 15,-3-2 12-15,-6 0-12 0,0 2 8 0,0-2-8 16,-5-3 0-16,-4 0 10 0,0 3-10 15,-3-8 10-15,-3 5-10 0,-3-8 0 0,-2 3 8 16,2-3-8-16,-3-2 0 0,0 2 12 0,6-5 0 0,-2-3 0 0,2 3 0 16,3-5-112-1,0 2-22-15,3-5-5 0</inkml:trace>
  <inkml:trace contextRef="#ctx0" brushRef="#br0" timeOffset="3912.171">21955 1204 2457 0,'6'-5'51'0,"0"-1"13"15,3 4-52-15,0-6-12 0,3 2 0 0,-1 4 0 16,4-3 85-16,0 2 15 0,3-2 2 0,0-1 1 16,3 4-40-16,0-4-8 0,-1 4-2 0,4 2 0 15,3-6-28-15,-3 4-5 0,3-4-2 0,-1 6 0 16,4-2-18-16,-3 2 8 0,0 0-8 0,0 2 0 15,-4 4-68-15,-5-4-20 0,0 6-4 0,-3 0 0 16,-3 3-165-16,-6-3-33 0</inkml:trace>
  <inkml:trace contextRef="#ctx0" brushRef="#br0" timeOffset="4075.12">22068 1458 2542 0,'-3'5'72'0,"3"-5"16"0,0 0-71 0,0 0-17 0,0 0 0 0,0 0 0 16,9 0 77-16,0 0 12 0,0 0 3 0,3-5 0 15,0 2-26-15,3-2-5 0,-1-3-1 0,4 0 0 16,0 0-29-16,0 0-7 0,3-2 0 0,0-1-1 16,2 3-15-16,4-5-8 0,0 0 10 0,3 2-10 31,0 3-67-31,2-2-19 0,1-1-4 0</inkml:trace>
  <inkml:trace contextRef="#ctx0" brushRef="#br0" timeOffset="4662.269">23547 968 2305 0,'-3'-13'48'0,"3"-3"12"0,0 3-48 0,0 0-12 0,0 2 0 0,0 3 0 15,0 0 54-15,-3-2 9 0,3 7 1 0,0 3 1 16,0 0-1-16,-3-5 0 0,3 5 0 0,-5-3 0 16,-4 6-51-16,3 2-13 0,-3 3 0 0,0 5 0 15,-3-2 0-15,0 10 0 0,-3 0 0 0,-3 3 0 16,3 3 0-16,-6 2 0 0,1-3 0 0,-4 3 0 16,0-2 0-16,-6-4 0 0,3 1 0 0,-5 3 0 15,2-3 0-15,0 5 0 0,-3-6 0 0,1 7 0 16,5-1 13-16,0-3 0 0,3-2 0 0,-2 5 0 15,2-8-60-15,0-2-12 0,0-1-2 0,0-2-1 16,3-3-167-16,4-2-34 0</inkml:trace>
  <inkml:trace contextRef="#ctx0" brushRef="#br0" timeOffset="4901.097">23029 1154 1824 0,'9'-53'38'0,"-9"32"8"0,3-1-37 0,-3 7-9 0,3-1 0 0,-3-3 0 16,0 9 144-16,0-4 28 0,-3 6 4 0,3 0 2 15,0 3-80-15,0 5-16 0,0 0-3 0,0 0-1 16,0 0-62-16,0 0-16 0,0 5 0 0,0 6 0 16,3 2 54-16,0 3 8 0,0 3 2 0,0-3 0 15,3 5-52-15,0-5-12 0,0 5 0 0,3-5 0 16,0-1 0-16,0 1 0 0,3 3 0 0,0-3 0 16,0 0 0-16,0 0 0 0,-1 5 0 0,4-5 0 15,0 5 0-15,0-5 0 0,0 5 0 0,0 0 0 16,3 0 0-16,-3-5 0 0,-3 0 0 0,2 0 0 15,-2-3-50-15,3 0-13 0,-3-5-2 16</inkml:trace>
  <inkml:trace contextRef="#ctx0" brushRef="#br0" timeOffset="5400.424">23592 1228 1579 0,'0'0'32'0,"0"0"10"0,0 0-34 0,0 0-8 0,-6 0 0 0,6 0 0 16,0 0 53-16,-6 2 9 0,6-2 2 0,-3 6 0 15,3-6-1-15,-6 5 0 0,6-5 0 0,-3 3 0 16,3-3 1-16,0 5 0 0,0-5 0 0,0 0 0 16,-3 8 0-16,3-8 1 0,0 0 0 0,0 0 0 15,0 0-1-15,0 0 0 0,0 0 0 0,0 0 0 16,0 0 0-16,0 0 0 0,0 0 0 0,0 0 0 16,0 0-51-16,0 0-13 0,3-5 0 0,-3 5 0 15,3-3 0-15,0-2 0 0,0 2 0 0,-3 3 0 16,0-5 0-16,3 5 0 0,0-8 0 0,0 8 0 15,-3 0-253-15,3-8-54 0,0 8-10 0</inkml:trace>
  <inkml:trace contextRef="#ctx0" brushRef="#br0" timeOffset="5875.864">23708 1037 1824 0,'0'-8'76'0,"-3"0"-60"16,3 0 111-16,0 0 22 0,0 1 5 0,0-1 1 16,0-3-50-16,0 3-9 0,0 0-3 0,0 5 0 15,3-4-17-15,-3 1-3 0,0 6-1 0,0 0 0 16,0 0-57-16,0 0-15 0,0 0 0 0,0 0 0 16,0 0 0-16,3 6 0 0,3-4 0 0,-3 6 0 15,0 5 0-15,3 1 0 0,0-4 0 0,0 3 0 16,0 3-16-16,0-2-5 0,3 1-2 0,0-1 0 15,0-4-29-15,2 3-5 0,-2 1-2 16,3-6 0-16,-3 0-5 0,3-1 0 0,0-1-1 0,0-6 0 16,3 2 47-16,-3-2 10 0,-3 0 8 0,3-2-12 15,-3 2 30-15,-4-6 6 0,4 6 0 0,-3-2 1 16,0-3 31-16,-3-3 7 0,0 2 1 0,0 4 0 16,-3-6 0-16,3 2 0 0,-3 1 0 0,-3-3 0 15,3 0-37-15,0 0-7 0,-3 0-2 0,3 0 0 16,-3 1 2-16,3-1 0 0,-3 2 0 0,3 6 0 15,0 0-10-15,0 0-2 0,0 0 0 0,0 0 0 16,0 0-8-16,-3 8 0 0,-3 0 0 0,0 5 0 16,0 3 0-16,1 0 0 0,-1 3 0 0,0 2 0 15,-3-5 0-15,3 5 0 0,-3-3 0 0,3 4 0 16,-3 1-11-16,0 4 11 0,0-3-8 0,3 5 8 16,-3 0-24-16,0 0 0 0,3-5 0 0,-3 10 0 15,0-10-73-15,0 5-15 0,-2-5-2 0</inkml:trace>
  <inkml:trace contextRef="#ctx0" brushRef="#br0" timeOffset="6166.824">24181 1302 1824 0,'0'0'76'15,"0"0"-60"1,0 0 89-16,0 0 19 0,0 0 3 0,3-5 1 16,3 2-24-16,-3-2-4 0,3 2 0 0,0 3-1 15,3 0-56-15,0-5-11 0,3 2-3 0,0 3 0 16,6 0 28-16,0 0 6 0,5-5 1 0,1 5 0 16,3 0-52-16,0 0-12 0,3 0 0 0,-4 0 0 15,4 5 0-15,-3-5 0 0,0 0 0 0,-3 0 0 16,-1 0 0-16,-2-5 0 0,0 5 0 0,-3-3 0 15,0-2 0-15,-3 5 0 0,-3-6 0 16,-1 4 0-16,1-3-100 0,-3 5-22 0,0-3-5 0</inkml:trace>
  <inkml:trace contextRef="#ctx0" brushRef="#br0" timeOffset="6421.132">24464 992 2169 0,'0'0'92'16,"0"0"-74"-16,-6 6 87 0,0-4 18 0,3 6 3 0,-3 5 1 16,3-5-51-16,0 8-9 0,3-3-3 0,-3 9 0 15,0-7-20-15,3 1-5 0,0 3-1 0,-3-3 0 16,3 0 14-16,0-3 2 0,-3 3 1 0,3 0 0 16,0 5-37-16,-2-5-7 0,2 5-2 0,-3 0 0 15,3 3-1-15,-3 0 0 0,3 2 0 0,-3 3 0 16,0-10-8-16,3 7 0 0,-3-5 0 0,0-2-11 15,3 2-97-15,0 0-19 0,0-5-4 0,0 0-1 16,0 2-99-16,0-7-20 0</inkml:trace>
  <inkml:trace contextRef="#ctx0" brushRef="#br0" timeOffset="8696.61">23461 2299 2066 0,'-6'-8'43'0,"0"0"10"0,0 3-42 0,0-3-11 0,3 6 0 0,0-6 0 16,0 2 97-16,0 1 18 0,0 2 3 0,3 3 1 16,0 0-37-16,0 0-7 0,-3-7-2 0,3 7 0 15,0 0-58-15,-6 2-15 0,0 3 0 0,-2-2 0 16,-1 8 40-16,-3-1 6 0,3 3 1 0,-6 1 0 16,-3 2-31-16,-3 5-7 0,-3-3-1 15,-2 9 0-15,-1 2-8 0,-6-5 0 0,-3 7 0 16,1 4 0-16,-1-3 0 0,0 2 0 0,0 3 0 0,-2 0 0 15,2-8 9-15,-3 0 0 0,1 0 0 0,-4 0 0 32,6-5-72-32,4-3-14 0,-1 1-3 0,3-4-1 0,6-5-91 15,3 1-17-15,4-6-4 0,2-1-1 0,3-7 14 0,6 0 2 0,6 0 1 16</inkml:trace>
  <inkml:trace contextRef="#ctx0" brushRef="#br0" timeOffset="8914.857">22768 2651 1497 0,'20'-34'66'0,"1"2"14"0,-3 3-64 0,-3 0-16 0,0 5 0 0,0 3 0 15,-6 0 106-15,0 0 18 0,-1 5 3 0,-2 0 1 16,-3-3 0-16,3 9 0 0,-3 2 0 0,0-5 0 16,0 5-52-16,-3 2-9 0,3 4-3 0,-3 2 0 15,0 0-51-15,0 0-13 0,0 0 0 0,6 8 0 16,0 0 54-16,0 0 8 0,0 5 2 0,3-3 0 16,0 9-52-16,-3-3-12 0,3 0 0 0,3 5 0 15,-3 0 0-15,3 0 0 0,-1 6 0 0,4-1 0 16,-3 3 0-16,3 0 0 0,3-5 0 0,-3 5 0 15,3 0 0-15,-3-8 0 0,3 3 0 0,-4-3 0 0,1-2 0 16,0-1 0-16,0-4 0 0</inkml:trace>
  <inkml:trace contextRef="#ctx0" brushRef="#br0" timeOffset="9112.687">23547 2725 2480 0,'-3'-5'52'0,"-3"2"12"0,3-4-52 0,1 1-12 0,2 1 0 0,0 5 0 16,-3-3 120-16,3-2 22 0,-3 2 4 0,3 3 1 16,0-8-118-16,0 8-29 0,3-5 0 0,-3 5 0 15,0-5 0-15,3 2 0 0,-3-5 0 0,2 3 0 16,1 2 0-16,0-5 0 0,3 3 0 0,0-3 0 16,3 3-180-1,0-3-43-15</inkml:trace>
  <inkml:trace contextRef="#ctx0" brushRef="#br0" timeOffset="9466.476">23860 2400 2310 0,'-6'-5'48'0,"0"-1"11"16,0 4-47-16,3-6-12 0,3 2 0 0,-3 4 0 15,3-6 104-15,3 3 20 0,0-1 3 0,3 4 1 16,0-6-59-16,3 2-11 0,3 4-2 0,0-4-1 0,0 1-37 0,5 3-7 0,-2 2-2 0,3-6 0 15,0 6-9-15,3 0 0 0,-3 6 0 0,-3-4 0 16,0 3 0-16,-1 1 0 0,-2 4 0 0,-3-2 0 16,0 6 0-16,-3-1 0 0,0-3 0 0,-6 9 0 15,0-3 0-15,-3-3 0 0,-3 5 0 0,-3 1 0 16,-3 5-18-16,0-3-6 16,-2 3 0-16,-4 0-1 15,3 2-11-15,-3-5-3 0,3 3 0 0,-3-3 0 16,6-2 39-16,0-1 0 0,3-4 0 0,4 1 0 0,-1-4 44 0,6 0 16 0,0-1 3 15,0-2 1-15,6 0-52 0,-1-3-12 0,4 1 0 16,0 2 0-16,3-6 0 0,3 3 0 0,3-5 0 0,0 3 0 16,0 2 0-16,0-5 0 0,2 3 0 0,1 0 0 15,0-1 0-15,0 1 0 0,0-3 0 0,-3 3 0 16,2-1 0-16,1-2 0 0,0 0 0 0</inkml:trace>
  <inkml:trace contextRef="#ctx0" brushRef="#br0" timeOffset="11038.908">9703 8144 1545 0,'0'-10'32'0,"0"5"8"15,-3-1-32-15,3 1-8 0,0 0 0 0,0-3 0 16,-3 2 112-16,0 1 20 0,3 0 4 0,-6-3 0 16,0 3-6-16,0-1-2 0,0 4 0 0,-2-4 0 0,-1 4-55 15,-3-1-11-15,-3 3-2 0,-3 0-1 16,3 0-43-16,-6 3-16 0,0-1 11 0,1 1-11 0,-1 2 0 0,-3 1 0 16,0 2 0-16,0 2 0 0,3 1 0 0,4-3 0 15,-1 5 0-15,3-3 0 0,3 1 0 16,0 0 0-16,6 2 0 0,0 0 0 0,3 0 0 0,3 1 0 0,0-1 0 0,6 3 0 15,3 0 0-15,3-1 0 0,3 1 0 0,3 0 0 16,0 0 0-16,5 0 0 0,1-3 0 16,3 3 0-16,0-3 0 0,-3-2 0 0,-4-1 0 0,4 1 0 15,-3 0 0-15,-3-3 0 0,-3 2 0 0,0-2 0 16,-6 0 24-16,-3 3-2 0,-1-4 0 0,-2 4 0 16,-3-3-14-16,-3 3-8 15,-2-3 10-15,-4-1-10 0,0-1 0 0,-6 2 0 0,0-3 0 16,0 0 0-16,-6 3 0 0,3-2-8 0,-3-4 8 0,4 3-13 15,-1 1-5-15,0-4-1 0,0 4 0 0,3-4 0 16,0-2-91-16,3 3-18 16,3-3-4-16</inkml:trace>
  <inkml:trace contextRef="#ctx0" brushRef="#br0" timeOffset="11297.099">9781 8367 1824 0,'0'0'38'0,"3"0"8"0,-3 0-37 16,6 2-9-16,-1-2 0 0,-5 0 0 0,3 6 156 0,0-1 28 0,0 0 7 0,0 0 1 16,-3 3-103-16,3 0-20 15,0 0-4-15,-3 0-1 0,3 3 0 0,0-1 0 0,-3 1 0 16,3 2 0-16,0-2-51 0,-3-1-13 0,3 4 0 0,-3-4 0 31,3 3 0-31,-3-2 0 0,3 2 0 0,-3 0 0 16,3 1 0-16,-3-1 0 0,3 0 0 0,-3 0 0 0,3 3 0 0,-3-3 0 15,0 3 0-15,0 0 0 0,0-3 0 0,0-2-13 0,0 0 2 16,0 2 1 0,0-5-140-16,0 0-28 0,0-3-6 0</inkml:trace>
  <inkml:trace contextRef="#ctx0" brushRef="#br0" timeOffset="11623.511">9328 7822 2296 0,'0'0'65'0,"-6"0"14"15,6 0-63-15,0 0-16 0,0 0 0 0,0 0 0 16,0 0 100-16,0 0 16 0,0 0 4 0,0 0 1 15,6 2-78-15,3 1-16 0,0-3-3 0,3 0-1 16,3 3 14-16,3-3 3 0,-1-3 1 0,4 3 0 16,3 0-33-16,-3-3-8 0,6 3 0 0,-3 0 0 15,-4-2 0-15,4 2 0 0,-3-3 0 0,0 3 0 16,0-3 0-16,-3 1 0 0,2-1 0 0,-2 3 0 16,0-3 0-16,3 1 0 0,-3-1 0 0,0 0 0 15,3 3-152-15,-1 0-32 0,-2 0-6 0</inkml:trace>
  <inkml:trace contextRef="#ctx0" brushRef="#br0" timeOffset="12115.49">10680 7980 1824 0,'-6'-8'76'16,"3"3"-60"-1,-3-3 124-15,-3 0 26 0,0 3 5 0,-3 0 1 16,0 2-71-16,0 0-13 0,-3 3-4 0,-3 0 0 15,3 0-67-15,1 6-17 0,-4-4 0 0,0 4 0 16,3-1 17-16,-3 0 0 0,3 3 0 0,0 0 0 16,0 0-27-16,4 3-6 0,2-4 0 0,0 4-1 15,6 0 17-15,0-1 0 0,0 3 0 0,6-2 0 16,0 2 0-16,3 1 0 0,3-4 0 0,-1 1 0 0,4-1 0 0,3 1 0 16,-3-1 0-16,3 4 0 15,0-4 0-15,0 1 0 0,0 2 0 0,0-2 0 0,-1 2 0 16,1-3 0-16,-3 4 0 0,3-1 0 0,-3 0 0 15,-3 3 0-15,0-3 0 0,-3 0 0 16,0 1 48-16,-3 2 12 0,-3-1 4 0,-3 1 0 0,0-2-52 0,-3-1-12 0,-3 0 0 16,0-2 0-16,-3 2 0 0,0-3 0 0,0 1 0 0,-3 0 0 15,1-1 0-15,-4-2 0 0,3 3 0 0,0-3 0 16,0 0-29 0,-3-3-9-16,3 0-2 0,-3 0 0 15,4-2-66-15,2 0-14 0,0-1-2 0</inkml:trace>
  <inkml:trace contextRef="#ctx0" brushRef="#br0" timeOffset="12621.747">10879 8356 2470 0,'0'0'52'0,"0"0"10"0,0-5-50 0,0-1-12 0,0 1 0 0,0 0 0 16,3 0 104-16,-3-1 19 0,3 1 3 0,0-3 1 15,0 0-56-15,3 3-11 0,-3-3-3 0,3 0 0 16,3 3-27-16,-3-3-6 0,3 0 0 0,2 3-1 16,-2-3-13-16,6 2-2 0,-3 1-8 0,3 0 12 15,-3-1 17-15,3 4 3 0,0-1 1 0,0 0 0 16,-1 3-24-16,1 0-9 0,0 3 0 0,-3 0 9 16,0-1-9-16,0 4 0 0,-3-1 0 0,-3 3 0 0,0 0 0 15,0 2 0-15,-3 1 0 0,-3 0-11 16,0-1-17-16,0 3-3 0,-3 1-1 0,-3-1 0 15,0 3-25-15,-3-3-6 0,0 0-1 0,0-2 0 0,-3 2 52 0,3-2 12 0,-3-1 0 16,0 1 0-16,1-3 0 0,2 0 0 0,0 0 0 16,0-3 0-16,3 0 0 0,3 0 0 0,3-5 0 0,0 0 0 15,0 0 0-15,0 0 0 0,3 3 0 0,0 0 0 16,6-1 0-16,0 1 0 0,3-3 0 0,2 0 0 16,1 0 0-16,0 0 0 0,0 0 0 15,0 3 0-15,0-3 0 16,0 2 0-16,0-2 0 0,-1 3 0 0,-2 0 48 0,-3-1 13 0,0 4 3 0,0-4 0 15,0 4-43-15,-6-4-8 0,3 3-1 0,-3-2-1 16,-3 2 5-16,0 1 0 0,0-1 1 0,-6 0 0 16,3 3 15-16,-6-2 4 0,0 1 0 0,-3 1 0 15,-3 0-36-15,1 3 0 0,-7-1 0 0,0 4 0 16,0-4 0-16,-3 6 0 0,0-3 0 0,-2 3 0 16,2 0-44-16,0-3-16 0,3 3-4 0,-6 0 0 15,7-3-113-15,-4-2-23 0,0 0-5 0</inkml:trace>
  <inkml:trace contextRef="#ctx0" brushRef="#br0" timeOffset="14059.225">11849 8277 1504 0,'0'0'43'0,"0"0"9"0,-6 0-42 0,6 0-10 0,-6 0 0 0,6 0 0 16,0 0 101-16,-6 2 19 0,6-2 3 15,0 0 1-15,0 0-35 0,0 0-6 0,0 0-2 0,0 0 0 16,3 6-13-16,0-1-4 0,3-2 0 0,3 2 0 16,3-5 0-16,0 2 0 0,3 1 0 0,6-3 0 15,-3 0 0-15,3 0 0 0,2 0 0 0,1 0 0 16,0-3-51-16,3 1-13 0,-3-1 0 0,5 1 0 31,-2-1 0-31,3-2 0 0,0-1 0 0,2 4 0 0,1-4 0 16,-3 4 0-16,0-1 0 0,2 0 0 0,-5 1 0 0,-3-1 0 0,0 3 0 15,-3 0 0-15,-3-2-9 0,-1 2 9 0,-2-3-13 0,0 3 5 32,-3 0-47-32,-3 0-9 0,0 0-1 0,-3 0-1 0,-6 0-163 0,0 0-33 15</inkml:trace>
  <inkml:trace contextRef="#ctx0" brushRef="#br0" timeOffset="14345.482">12320 8033 1986 0,'-21'-8'41'0,"15"6"11"16,-3-4-42-16,3 4-10 0,0-1 0 0,6 3 0 15,0 0 121-15,-6-3 23 0,6 3 4 0,0 0 0 16,0 0-67-16,0 0-13 0,0 0-4 0,0 0 0 16,0 0 0-16,0 8 0 0,0-2 0 0,3 2 0 0,-3 0-51 15,3 2-13-15,3 1 0 0,-3-1 0 16,0 1 54-16,3 2 8 0,-3-2 2 0,0 5 0 15,0-3-52-15,0 3-12 0,0 0 0 0,0 2 0 16,0 1 0-16,-3-1 0 0,3 6 0 0,0-3 0 0,-3 0 0 0,3 3 0 16,-3-3 0-16,3 0 0 0,0 1 0 15,-3-4 0-15,3-2 0 0,-3 3 0 0,3-4 0 0,0-1 0 0,-1 1 0 16,1-1 0 0,0-1-112-16,3 0-24 0,0-2-6 0</inkml:trace>
  <inkml:trace contextRef="#ctx0" brushRef="#br0" timeOffset="15259.16">13704 7946 1474 0,'0'-5'62'16,"-3"-1"-50"-1,0 4 116-15,-3-4 22 0,3 4 5 0,-3-4 1 0,-3 4-52 16,0-1-11-16,0 1-1 0,-6-1-1 0,0 3-43 15,-3 0-9-15,1 3-2 0,-7-1 0 16,0 1-29-16,0 2-8 0,-3 3 0 0,1 3 0 16,2-3 0-16,0 0 0 0,0 2 0 0,0 1 0 15,4 2 0-15,2 0 0 0,0 0 0 0,3 1 0 0,3-1 16 0,3 0 1 0,0 0 1 0,6 3 0 16,3-3-29-16,3 1-5 0,6-1-2 16,0-3 0-16,3 4 18 0,3-1 0 15,0-3 0-15,3 4 0 0,2-4 0 0,4 1 0 16,0 2 0-16,3-2 0 0,0-3 48 0,-4 2 12 0,7 1 4 15,-6-1 0-15,-3 1-52 0,0 0-12 0,-3-1 0 16,-1 1 0-16,-5-3-13 0,0 2-6 0,-6-2-1 0,0 3 0 16,-3-1 20-16,-3-2 14 0,-3 0-2 0,-3 3-1 15,-3-1-1-15,-3-2 0 0,0 0 0 0,-2 0 0 16,-4 0-10-16,-3 0 0 0,3 0 0 0,-3-3 0 16,0 3 0-16,-3-2 0 0,4-1 0 0,2 0 0 15,0 0-20-15,0-2-2 0,6 2-1 0,-3-2 0 16,3-3-138-16,3 0-28 0,3-3-6 0</inkml:trace>
  <inkml:trace contextRef="#ctx0" brushRef="#br0" timeOffset="16002.394">13007 7774 2207 0,'0'0'46'0,"3"-5"10"0,3 2-44 0,3-2-12 0,3 2 0 0,6-2 0 16,0 2 75-16,3-2 13 0,2 2 2 0,1 1 1 15,3-1-22-15,0 0-4 0,3 3-1 0,-1-5 0 16,1 2-28-16,0-2-5 0,0 0-2 0,2 2 0 16,1-2 5-16,3 0 1 0,-1 2 0 0,4-2 0 15,-3 2-43-15,0 0-9 0,-1 1-2 0,4-1 0 16,-6 3 31-16,3-3 5 0,-4 1 2 16,4-1 0-1,-3 3-37-15,2 0-7 0,-2 0-2 0,0 0 0 16,0 0-113-16,-4 3-22 0,4-1-5 0</inkml:trace>
  <inkml:trace contextRef="#ctx0" brushRef="#br0" timeOffset="18025.245">13769 8451 2030 0,'0'0'57'0,"0"0"14"0,-3-5-57 0,3 5-14 0,0-5 0 0,0-1 0 15,0 1 88-15,3 0 14 0,0 0 3 0,0-1 1 16,0 1-18-16,3 0-4 0,0-1-1 0,0 1 0 16,0 0-27-16,0 0-4 0,3 2-2 0,0-2 0 15,0 2-26-15,0 0-6 0,0-2-1 0,0 5 0 16,-4-3-17-16,4 3 0 0,0 0 0 16,0 3 0-16,-3-3 0 0,3 5 0 0,-3-2 0 0,-3 2 0 15,3 3 0-15,-6 0 0 0,0 0 0 0,-3 3 0 16,0-1 0-16,-3 3 0 0,0 1 0 0,-3-1 0 15,0 0 0-15,0 0 0 0,-3 3 0 0,1-3 0 16,2 3-48-16,-3-2-12 0,3 1-4 0,-3 1 0 16,3-2 52-16,3-1 12 0,0 3 0 0,0-3 0 15,3 0 0-15,3-2 0 0,-3-1 0 0,6 4 0 16,-3-7 0-16,6 1 0 0,-3 0 0 0,3-2 0 16,3-1 0-16,3 0 0 0,-3-2 0 0,6-3 0 15,0 0 0-15,-1 0 0 0,4-3 0 0,3-2 0 16,0 0 0-16,0-1 0 0,0-2 0 0,2 0 0 15,-5 1-156-15,3-7-29 0</inkml:trace>
  <inkml:trace contextRef="#ctx0" brushRef="#br0" timeOffset="18326.066">14525 8338 2310 0,'-18'10'48'0,"9"-7"11"0,4 2-47 0,-1-2-12 0,3-1 0 0,3-2 0 15,0 0 105-15,0 0 19 0,0 0 4 0,0 0 1 16,0 0-43-16,0 0-9 0,0 0-1 0,0 0-1 16,0 0-9-16,0 0-2 0,0 0 0 0,0 0 0 15,0 0-14-15,0 0-3 0,0 0-1 0,0-5 0 16,3 0-21-16,0-1-4 0,-3-1-1 0,3 1 0 15,0-2-20-15,-3 3 9 0,2-3-9 0,1 0 0 16,0 3 0-16,-3-3 0 0,3 0 0 0,0 3 0 16,-3-1-65-16,3 1-11 0,-3 5-1 0,0-5-1 15,3 2-91-15,-3 3-19 0,6-5-3 0</inkml:trace>
  <inkml:trace contextRef="#ctx0" brushRef="#br0" timeOffset="18733.201">15049 7906 2553 0,'0'-13'53'15,"0"0"12"-15,-3 0-52 0,3-1-13 0,-3 4 0 0,0-1 0 0,0 1 105 0,-3-1 19 0,0 3 3 0,-3 3 1 16,0-3-103-16,1 5-25 0,-1-2 0 0,-6 5 0 15,3 0 0-15,-3 0 0 0,3 5 0 0,-6-2 0 16,0 5 0-16,0 0 0 0,-2 2 0 16,2 1 0-16,0 2 0 0,0 3 0 0,3 0 0 0,0 2 0 15,6-2 0-15,0 3 0 0,6-1 0 0,0 1 0 16,6-3 19 0,0 2-2-16,6-2 0 0,3 3 0 0,3-4-17 0,0 4 0 15,6 0 0-15,0-4-9 0,3 4 9 0,-7-3 0 0,4 0 0 0,0 0-8 16,-3-1-3-16,0-1 0 0,0 2 0 0,-3 2 0 15,-1-2 11-15,-5 0 0 0,0 0 0 0,0 0 0 16,-6-3 0-16,0 3 0 0,-3 0 0 0,0-3 0 16,-6 0 0-16,0 0 0 0,-3 0 0 0,-3-2 0 15,0 2 0-15,1-2 0 0,-4-1 0 0,0-2 0 16,0 3-53-16,-3-3-9 0,0 2-2 0,3-2 0 16,-3-2 30-16,4-1 6 0,-4 0 0 15</inkml:trace>
  <inkml:trace contextRef="#ctx0" brushRef="#br0" timeOffset="19187.508">15237 8303 2515 0,'3'-8'52'0,"3"-2"12"16,0 2-51-16,0-3-13 0,2 3 0 0,1 0 0 15,0 0 103-15,0 0 17 0,3 3 4 0,0-3 1 16,0 0-53-16,0 3-12 0,0 0-1 0,0-1-1 0,3 1-31 0,-4 2-7 0,4 1 0 0,-3 2-1 16,0 0-19-16,0 2 0 0,0 1 0 0,0 2 0 15,-3 1 0-15,0 2 0 0,0-1 0 0,-3 4 0 16,-3 0 0-16,0 2 0 0,-3 3 0 0,0 0 0 31,-3-1-48-31,0 1-12 0,-3 0-4 0,0 0 0 0,-3 0 52 0,0-3 12 16,-3 0 0-16,0 1 0 0,3-4-10 0,0 1 1 15,0-1 0-15,0 1 0 0,3-3 9 0,0 0 0 0,3 0 0 16,0 0 0-16,6-3 0 0,0 0 0 0,0-2 0 0,6 2-8 16,3-5 8-16,0 3 16 0,3 0-4 0,3-3-1 15,0 2-11-15,0-2 0 0,2 0 0 0,1 0 0 16,0 0 53-16,-3 3 9 0,0 0 2 0,0-1 0 16,-3 1-52-16,-1-1-12 0,-2 1 0 0,-3 2 0 15,0 1 0-15,-3-1 0 0,0 0 0 0,-6 1 0 16,0-1 0-16,0 0 0 0,-3 3 0 0,-6 0 0 15,0 0 0-15,-3 3 0 0,-2-4 0 0,-7 4 0 16,0 2 0-16,-3 1 0 0,-3-1 0 0,-3 0 0 16,1 3-100-16,2-3-22 0,-3 0-5 0</inkml:trace>
  <inkml:trace contextRef="#ctx0" brushRef="#br0" timeOffset="19688.599">16246 8298 1751 0,'0'0'36'0,"0"0"9"16,0 0-36-16,0 0-9 0,0 0 0 0,0 0 0 15,0 0 106-15,0 0 19 0,0 0 4 0,6 2 1 16,3 1-39-16,0 0-8 0,2-3-2 0,4 0 0 16,3 0-13-16,3 0-4 0,3 0 0 0,3 0 0 15,-1-3 0-15,1 3 0 0,3 0 0 0,0-3 0 16,3 3-51-16,-4-2-13 0,4-1 0 0,0 3 0 0,2-2 0 0,1-1 0 15,0 0 0-15,0 1 0 0,-4 2 0 16,-2-3 0-16,0 3 0 0,-3 0 0 0,-3-3 0 0,-7 1 0 0,1 2 0 16,0-3 0-1,-6 0-166-15,0 1-36 0,-3-1-7 0</inkml:trace>
  <inkml:trace contextRef="#ctx0" brushRef="#br0" timeOffset="19986.576">16621 8081 2471 0,'0'-11'70'0,"0"3"15"15,0 0-68-15,3 3-17 0,-3 0 0 0,3 0 0 16,0-1 114-16,-3 6 19 0,3-2 4 0,-3 2 1 16,0 0-76-16,0 0-15 0,0 0-3 0,0 0-1 15,0 0-18-15,0 0-3 0,0 0-1 0,3 8 0 16,-3 2 15-16,3 1 2 0,-3 5 1 0,0-1 0 15,0 4-25-15,-3 0-5 0,3 4-1 0,-3 4 0 16,3-1-8-16,-3 6 0 0,0 0 0 0,3 2 0 16,-3-2 0-16,3-3 0 0,0 0 8 0,0 0-8 15,0-5 0-15,0 2 0 0,0-4 0 0,0 1 0 16,3-1-37-16,-3-4-10 0,3 3-1 0,-3 0-1 16,3 1-63-16,0-4-13 0,0-2-3 0</inkml:trace>
  <inkml:trace contextRef="#ctx0" brushRef="#br0" timeOffset="20556.968">17931 7819 2258 0,'-6'-8'64'0,"-3"0"14"16,3 3-62-16,-3-3-16 0,0 3 0 0,0-1 0 15,-3 4 56-15,0-1 8 0,0 3 1 0,-3 0 1 16,0 0-52-16,1 5-14 0,-1-2 0 0,0 2 0 16,-3 3 0-16,0 0 0 0,-3 0 0 0,3 3 0 15,0-1 0-15,1 3 0 0,5 3 0 0,-3 0 0 16,3 3 0-16,3-1 0 0,3 1 0 0,3-1 0 15,6 1 0-15,0-1 0 0,3 3 0 0,6-2 0 16,3-1 0-16,0 1 0 0,5 0 0 0,-2-4 0 0,3 4 0 16,0-6 0-16,0 3 0 0,0 0 0 0,-3-3 41 15,2 0 3-15,1 1 1 0,0-1 0 0,-6 0-21 0,0 0-4 0,0 1 0 16,-3-1-1-16,-6 0-19 0,0-2 0 0,-3 2 0 16,-6-3 0-16,0 1 0 0,-6 2 0 15,0-2 0-15,-3-1 0 16,-3 1 0-16,-3-3 0 0,-3 0 0 0,0 0 0 0,-2 0 0 0,2-3 0 0,-3 3 0 15,0-3 0-15,0 1 0 0,3-4 0 0,-2 3 0 0,5-5 0 32,0 3-99-32,3-3-23 0,3-3-5 0</inkml:trace>
  <inkml:trace contextRef="#ctx0" brushRef="#br0" timeOffset="20806.376">18240 8189 1668 0,'0'0'70'15,"0"0"-56"1,0 0 175-16,0 0 35 0,0 0 8 0,0 0 0 16,0 0-83-16,-6 6-17 0,0-1-3 0,3 3-1 15,-3 2-51-15,3 1-10 0,0 0-3 0,-3 2 0 16,3 0-51-16,0 3-13 0,-3 0 0 0,3 0 0 16,0 2 54-16,-2-2 8 0,2 3 2 0,0-1 0 15,0 1-52-15,-3-1-12 0,3-2 0 0,0 5 0 16,0-5 0-16,-3 0 0 0,0 3 0 0,3-4 0 15,-3 1-48-15,3 0-13 0,0 3-3 0,0-3 0 16,0-1-7-16,3-1-1 0,0 2-1 0,0-3 0 16,0 0-156-16,0-2-31 0</inkml:trace>
  <inkml:trace contextRef="#ctx0" brushRef="#br0" timeOffset="21370.315">18969 7824 2066 0,'3'-29'43'0,"-3"19"10"0,3-1-42 0,0 0-11 0,0 1 0 0,0-1 0 15,0-2 104-15,-3 2 20 0,3 1 3 0,-3 2 1 16,0-3-52-16,0 3-9 0,0 0-3 0,-3 0 0 15,0 3-24-15,-3 0-6 0,0 0-1 0,-3 2 0 16,-2 3-17-16,-1 0-3 0,-3 3-1 0,-3 2 0 0,-3 0-12 16,0 3 0-16,0 0 8 0,1 3-8 0,-1 2 16 0,0 0 1 0,3 0 0 0,0 3 0 15,6 3-29 1,0 2-5-16,3 0-2 0,3 3 0 0,3 0 31 0,6-1 5 0,0 4 2 16,3-1 0-16,3-2-19 0,6 0 0 15,0-3 0-15,3 0 0 16,3 1-23-16,-3-4-8 0,2 1-1 0,-2 2-1 0,3-5 33 15,-3 2 0-15,0-2 0 0,-6 3 0 0,0-4 0 0,-3 1 0 0,-3 0 0 16,0 0 0-16,-6 0 8 0,-3-3 3 0,0 0 0 16,-3 1 0-16,-3-1-3 0,-6 0-8 0,0-2 12 15,-6 2-4-15,0-5 0 0,0 2 0 0,-2-2 0 16,-1 0 0-16,0-2-8 0,0-1 10 0,3 0-10 0,0 0 10 16,1-2-10-16,5-3-16 0,3 3 4 0,0-3 1 15,6-3-136-15,0 3-27 0,6 0-6 16</inkml:trace>
  <inkml:trace contextRef="#ctx0" brushRef="#br0" timeOffset="21822.099">19270 8237 2553 0,'-6'-3'53'0,"0"1"12"16,0-1-52-16,0 3-13 0,0-5 0 0,0 5 0 15,0-3 105-15,3 0 19 0,-3 1 3 0,6 2 1 0,-6-3-103 0,0 1-25 0,4-1 0 0,2 3 0 16,0 0 60-16,-3-5 8 16,3 5 0-16,0 0 1 0,0 0-59 0,0-3-10 15,3-2 0-15,2-1-10 0,4 4 39 16,0-1 8-16,0 0 2 0,3 1 0 0,3 2-25 16,0 0-5-16,0 0-1 0,0 0 0 15,3 0-8-15,-4 0 0 0,1 2 0 0,0 1 0 0,-3-3 0 0,3 3 13 16,0-1-3-16,-3 4-1 0,3-1-9 0,-3 0 0 0,-1 3 0 0,1 3 0 15,-3-1 0-15,0 4-14 0,0-1 5 0,-6 3 1 16,0 2-8-16,-3 1-2 0,0 2 0 0,-6 0 0 31,0 3-19-31,-6-3-4 0,0 0-1 0,1 3 0 0,-4-3 21 0,-3 3 4 0,0-3 1 0,3 0 0 16,-3 1 16-16,3-1 0 0,-3-3 0 0,4 3 0 16,2-2 0-16,0-1 9 0,6 1-9 0,0-3 12 15,6 0 1-15,0-3 1 0,3 3 0 0,3-6 0 16,3 1 0-16,6-3 0 0,-1 0 0 0,1 0 0 15,6-6-1-15,0 4 0 0,3-4 0 0,3 1 0 16,-1 0-13-16,7-3 8 0,0 0-8 0,3 0 0 16,-1 0-11-16,4 0-8 0,-3 0-1 0,2-3-1 15,-2 0-86-15,0 1-17 0,0-1-3 0</inkml:trace>
  <inkml:trace contextRef="#ctx0" brushRef="#br0" timeOffset="30520.158">10870 11402 2067 0,'-3'-11'87'15,"0"0"-70"1,0 1 89-16,0 2 18 0,0-3 3 0,-3 6 1 16,0-3-52-16,0 3-9 0,0 2-3 0,-3 1 0 15,-3 2-13-15,1 0-3 0,-1 2-1 0,-6 3 0 16,0 3-25-16,0 3-5 0,-3 2-1 0,-3 3 0 16,4 5-16-16,-1 0 0 0,0 6 0 0,0 5 0 15,3 2 0-15,3 0 0 0,3 6 0 0,1 2 0 0,2-5 0 0,3 3 0 16,0-3 0-16,3 3-12 0,0 2 12 0,3 1 0 15,3 2 0-15,-3 2-9 0,3-4 9 16,3-4 0-16,0 1 0 0,-3 5 0 0,3-5 0 0,-3-1 0 0,2 4 0 16,-2-1 0-16,0-2 0 0,-3-1 9 0,3 4 0 15,-3-4 0-15,0-2-9 16,0 0 0-16,0-2-12 0,-3 2 12 0,0-3 0 16,0 3 0-16,-2 0 0 0,-1 0 0 0,0-2 0 0,0-3 0 15,0-1 8-15,0-2-8 16,0 1-21-16,-3-7-10 0,3 1-1 0,-3 0-1 15,3-3-63-15,-3-5-13 0,3 0-3 0</inkml:trace>
  <inkml:trace contextRef="#ctx0" brushRef="#br0" timeOffset="30727.59">10248 12439 2310 0,'0'-8'48'0,"0"0"11"15,0 3-47-15,3-3-12 0,0 2 0 0,0 1 0 16,3 0 53-16,0 0 9 0,0 2 2 0,3-2 0 16,0 2 0-16,2 0 0 0,1 1 0 0,3-4 0 15,0 6-64-15,0-2-26 0,3 2 2 0,3-3 0 16,0 0 24-16,-1-2 0 0,4 3 0 0,0-6 0 16,3 0-150-16,3-3-25 0</inkml:trace>
  <inkml:trace contextRef="#ctx0" brushRef="#br0" timeOffset="31163.189">11599 11489 2184 0,'-9'-11'45'0,"3"1"11"0,0 2-44 0,0 0-12 0,1 0 0 0,-1 3 0 16,-3-1 79-16,3 1 13 0,-3 2 4 0,0 3 0 15,0 3-30-15,-3 0-6 0,0-1 0 0,-3 9-1 16,0 7-37-16,0 6-7 0,-2 5-2 0,-1 6 0 16,3 4-13-16,0 4-8 0,0 2 8 0,0 8-13 15,3 0 13-15,0 2 0 0,0 6 0 0,4 5 0 16,-1-2 0-16,3-1 0 0,3-2 0 0,-3 8 0 16,6-8 0-16,3 2 0 0,0 1 0 0,3-1 0 15,3-5 0-15,-3-5 0 0,5 0 0 0,1 0 0 16,0-8 0-16,3 0 0 0,3-5 0 0,0 0 0 0,3-6 0 15,0-5 0-15,-1 0 0 0,4-5 0 0,-3-6 0 0,3-2 0 16,-3-2 0-16</inkml:trace>
  <inkml:trace contextRef="#ctx0" brushRef="#br0" timeOffset="32230.905">12442 11650 2191 0,'-6'-5'62'0,"3"-3"14"0,0 3-61 16,0 0-15-16,0-1 0 0,-3 1 0 16,-3 2 79-16,3 1 13 0,-6-4 2 0,0 6 1 0,0 0-47 15,-3 6-8-15,-2-4-3 0,-1 6 0 0,0 0-20 0,-3 3-4 0,0 2-1 0,0 0 0 16,0 3-12-16,1 0 11 0,2 2-11 0,-3 1 10 15,3 0-10-15,3-1 0 0,-3 1 0 0,6 2 0 16,0 3 0-16,7-3 0 0,-1 3-12 0,6 2 12 16,0-2-10-16,3 0 10 0,5 2 0 0,1-2-9 15,0 0 9-15,6-3 0 0,0 0 0 0,0-2 0 16,3-4 8-16,0 1 0 0,0-5 0 0,-1 2 0 16,4 0-8-16,-6-5 0 15,3 3 0-15,-3-3 0 0,-3 0 0 0,-3-3 0 0,0 3 0 0,-6-3 0 16,-3-5 0-16,-3 8 0 0,0-2 0 0,-6 1 0 15,-3-1 0-15,-3 2 0 0,-3 0 0 0,-3 0 0 16,0-1 0-16,1 1 0 0,-1 0 0 0,-3 3 0 16,0-3 0-16,0 0 0 0,-2 0-11 0,-1-3 11 15,0 0 0-15,0 1 0 0,3 2 0 0,1-3 0 16,-1-2 0-16,3-3 0 0,3 2 0 0,3-2 10 16,3-2-59-16,3 2-12 0,0-6-3 0</inkml:trace>
  <inkml:trace contextRef="#ctx0" brushRef="#br0" timeOffset="32773.746">12605 12121 2066 0,'0'0'43'0,"0"0"10"15,0 0-42-15,0 0-11 0,0 0 0 0,0 0 0 16,0 0 104-16,0 0 20 0,0 0 3 0,0 0 1 15,0 0-52-15,0 0-9 0,0 0-3 0,0 8 0 0,0 0 0 0,0 0 0 0,0 0 0 0,-3 5 0 16,3-2-51-16,0 2-13 0,0 0 0 0,-3 3 0 16,3 3 54-1,-3-1 8-15,0 6 2 0,0 0 0 16,3 0-52-16,-2 2-12 0,-1 1 0 0,0-1 0 16,0-2 0-16,0 0 0 0,3-3 0 0,-3 0 0 15,3-2 0-15,-3-4 0 0,3 1 0 0,-3 0 0 0,3-3-12 0,-3 1-6 16,3-4-1-16,-3-2 0 15,3 0-138-15,3 0-28 0,-3-3-6 0</inkml:trace>
  <inkml:trace contextRef="#ctx0" brushRef="#br0" timeOffset="33276.089">13296 12291 2457 0,'0'0'51'0,"0"0"13"0,6-3-52 0,0 3-12 0,-3-3 0 0,-3 3 0 16,0 0 69-16,0 0 11 0,0 0 3 0,0 0 0 15,3 6-24-15,-3 2-5 0,0-3-1 0,0 5 0 16,-3 1-24-16,-3 2-5 0,0 1 0 0,-3 1-1 16,-3 4-13-16,-3-1-2 0,0 4-8 0,-3-1 12 15,1-3-12-15,-4 1 0 0,-3-3 0 0,0 2 0 16,3-2-15-16,0 0 4 0,1-3 1 0,-1 0 0 15,6 1-140-15,-3-1-28 16,3-3-6-16</inkml:trace>
  <inkml:trace contextRef="#ctx0" brushRef="#br0" timeOffset="34123.976">14248 11645 1982 0,'0'-11'56'0,"0"4"12"0,0-4-54 16,3 0-14-16,-3 3 0 0,0-2 0 0,0 2 100 0,-3 0 18 0,0 0 3 0,1 0 1 16,-1 3-31-16,-3-1-7 0,0 1 0 0,0 3-1 15,-3 2-23-15,0-3-4 0,0 3 0 0,-3 3-1 16,-3-1-32-16,3 3-7 0,-3 3 0 0,-3 3-1 15,-2 0-15-15,-1 4 0 0,-3 1 8 16,0 6-8-16,-3-4 0 0,4 1 0 16,-1 2 0-16,0 0-10 0,0 0 10 0,6-2-8 0,3 2 8 15,3 0-8-15,1 3 8 16,5-3 0-16,0 3 0 0,6 2 0 0,0-2-12 0,6 2-1 0,0 1 0 16,5-1 0-16,1 1 13 0,6-6-12 15,0 0 12-15,6 0-12 0,-3-5 12 0,3 0 0 0,-1 0 0 0,4-3 0 16,-6 0 0-16,-3-2 0 0,0 0 0 0,0-1 0 15,-7-2 0-15,1 0 0 0,-3 0 0 0,-3-3 0 16,0 3 0-16,-6 0 0 0,0-3 0 0,0 3 0 16,-6 0 8-16,-3 3-8 0,0-3 12 0,-5 2-12 15,-1 1 0-15,-3-3 0 0,-3 3-12 0,-3-4 3 16,-3 4 9-16,1-3 0 0,-1 3 0 0,-3-3 0 16,6-1-38-16,0 1-6 0,4 0 0 0,-1-2-1 15,6-1-67-15,0-2-12 0,3-1-4 16</inkml:trace>
  <inkml:trace contextRef="#ctx0" brushRef="#br0" timeOffset="34477.959">14281 12222 1824 0,'27'-8'38'0,"-21"5"8"0,3 3-37 16,-3-2-9-16,0-4 0 0,0 6 0 0,0-2 156 0,0-1 28 0,0 0 7 0,-3 3 1 31,3-2-52-31,-1-1-9 0,-2 0-3 0,3 3 0 0,0-2-51 15,0-1-10-15,3 1-3 0,-3 2 0 0,0 0-51 0,3 0-13 0,-3 0 0 0,0 2 0 16,0-2 0-16,-3 3 0 0,3-1 0 0,-3 4 0 16,0-4 0-16,0 4 0 0,0 2 0 0,-3-3 0 15,-3 6 0-15,0-4 0 0,0 4 0 0,-6 2 0 16,3 3 0-16,-3 0 0 0,0 3 0 0,0 2 0 16,-3 0 0-16,3 0 0 15,-3 3 0-15,4 0 0 0,2-6 0 0,-3 1 0 0,6 2 0 0,-3-5 0 16,6-3-48-16,0 0-13 0,0-2-3 15,6-1 0-15,0-2 52 0,0 0 12 0,2-2 0 0,4-1 0 16,0 0 48-16,0-5 13 0,3 0 3 0,3-3 0 16,0 1-103-16,0-1-20 15,0-2-4-15,-1 0-1 0,1-1 52 0,0 1 12 0,3-3 0 0,0 0 0 16,0 0-213-16,-1-2-40 16</inkml:trace>
  <inkml:trace contextRef="#ctx0" brushRef="#br0" timeOffset="35127.614">15665 11764 2030 0,'9'-10'57'0,"0"2"14"16,0-3-57-16,-3 0-14 0,3 1 0 0,-3-1 0 15,-3 1 105-15,3-1 19 0,-3 0 3 0,-3 4 1 16,0-4-52-16,-3 3-9 0,3 0-3 0,-6 0 0 16,-3 0-26-16,0 0-6 0,0 3 0 0,-3 2-1 15,-3 1-11-15,0 2-1 0,-2 2-1 0,-4 4 0 16,3-1-9-16,-3 3-1 0,-3 2-8 0,3 1 12 16,1 2-3-16,2 0-1 0,3 3 0 0,-3 0 0 15,6 3-21-15,3-1-5 0,0 1-1 0,6 2 0 0,0 0 10 16,3 0 9-16,3 0-13 0,3 6 5 0,3-3 27 0,3 5 5 15,6-3 2-15,0 3 0 16,0-2-72-16,2-3-14 0,4-3-4 0,-3 0 0 0,0 0 76 0,-3-5 14 0,0 3 3 16,-3-4 1-16,-7 1-30 0,1-2 0 0,-6-1-11 15,0 0 11-15,-3-2-24 0,-6-1 4 0,0 1 0 0,-2-1 0 32,-7 1-11-32,-3 0-1 0,0-1-1 0,-6 3 0 15,0-2-52-15,-3 0-11 0,1 2-1 0,-1 0-1 0,-3-2-126 16,3-1-26-16</inkml:trace>
  <inkml:trace contextRef="#ctx0" brushRef="#br0" timeOffset="35446.519">14990 12539 2415 0,'6'-2'68'0,"-3"-1"16"16,3 0-68-16,-4 1-16 0,4-1 0 0,-6 3 0 0,0 0 54 0,0 0 7 0,0 0 2 0,0 0 0 15,0 0-30-15,-3 5-5 0,0 1-2 0,-2 2 0 16,-1 2 30-16,-3 1 7 0,-3 2 1 0,0-2 0 15,0 2-64-15,-3 3-18 0,-3-3-1 0,3 3 0 32,-3-3-21-32,1 3-4 0,-1 0 0 0,-3 2-1 15,6-2-67-15,-3 0-12 0,3 0-4 0</inkml:trace>
  <inkml:trace contextRef="#ctx0" brushRef="#br0" timeOffset="38359.324">16002 12259 1314 0,'-6'3'37'0,"-3"2"8"0,3-3-36 0,0 1-9 0,0 0 0 0,0-1 0 15,0 4 104-15,0-4 20 0,6-2 3 0,-9 3 1 16,9-3-52-16,-6 3-9 0,6-3-3 0,0 0 0 15,0 0 30-15,0 0 6 0,0 0 0 0,0 0 1 16,0 0-8-16,0 0-1 0,0 0-1 0,0 0 0 16,0 0-22-16,3-6-4 0,0 1-1 0,3 2 0 0,3-2-51 0,0 2-13 0,3 1 0 15,-3-1 0-15,3 1 0 0,0 2 0 0,2 0 0 16,-2 0 0-16,0 0 0 0,0 0 0 16,0 2 0-16,-3-2 0 0,0 3 0 0,0-1 0 15,-3 1 0-15,0 2 0 0,-3-2 0 16,0 2 0-16,0 1 0 0,-3-1 0 0,-3 3 0 0,0 0 0 15,0 0 0-15,-3 0 0 16,0 0-48-16,0 0-13 0,-3 2-3 0,3-2 0 0,0 0 52 0,0 0 12 0,0 0 0 0,3-3 0 16,0 1 0-16,3-1-11 0,0-5 11 0,0 5-10 15,3 0 10-15,0-2 0 0,3 0 10 0,0-1-10 16,0 1 0-16,3-3 0 0,0 3 0 0,3-3 0 16,-3 2 0-16,0 1 0 0,3 0 0 0,-3-1 0 15,-1 1 0-15,1-1 0 0,0 4 0 0,-3-1 0 16,0 0 57-16,0 1 6 0,-3 2 1 0,3 0 0 15,-6 2-64-15,3 1-13 0,-3 2-3 0,-3 0 0 16,0 0 26-16,0 1 5 0,-3 4 1 0,0-2 0 16,-3 0-16-16,0 0-18 0,0 2 4 0,-2-2 1 15,-4 3-12-15,0-1-3 0,-3 1 0 0,0-1 0 16,0 1-21-16,0-1-5 0,-2 1-1 0,2-3 0 16,0 0-84-1,0-3-17-15,0 3-3 0</inkml:trace>
  <inkml:trace contextRef="#ctx0" brushRef="#br0" timeOffset="38743.115">16338 11455 2480 0,'-12'-19'52'0,"0"0"12"0,0 4-52 0,3-1-12 0,0 0 0 0,1 3 0 15,2 2 69-15,3 3 11 0,-3 0 3 0,3 0 0 16,0 6-15-16,3 2-4 0,0 0 0 0,0 0 0 16,0 0-51-16,0 0-13 0,3 5 0 0,3 3 0 15,3 2 0-15,2 1 0 0,4 5 0 0,0 2 0 16,6 9 44-16,3 5 5 0,3 2 2 0,-1 8 0 16,1 1-28-16,3 2-6 0,3 0-1 0,-1 8 0 15,-2-1-16-15,3 7 0 16,0-1 0-16,-1 8 0 0,1-5 0 0,-3-3 0 0,0 3 0 15,-3 8 0-15,-7-6 0 0,-2 3 0 0,-6 6 0 0,-3 2 0 16,-3-5 45-16,-6-3 15 0,-3 0 4 0,-6 5 0 16,-6-12-64-16,0-4-8 0,-5-2-4 0,-7 3-1 15,3-3 13-15,-3 2 0 0,-3-2 0 0,-2 3 0 16,-1-9-10-16,0-2 1 0,-6-2 0 0,-2-1 0 16,2-5-27-16,-6 0-4 0,1 0-2 0,-4 0 0 15,6-2-18-15,-2-6-3 0,5 0-1 0</inkml:trace>
  <inkml:trace contextRef="#ctx0" brushRef="#br0" timeOffset="39445.257">10611 14325 1546 0,'-3'-5'65'0,"-3"0"-52"32,3 0 151-32,-3-1 29 0,3 1 7 0,-6 2 0 0,3 1-57 0,-3-1-12 15,3 3-3-15,-5-3 0 0,2 6-51 0,-3-3-10 0,0 3-3 0,0 5 0 16,-3 0-51-16,0-1-13 0,-6 7 0 0,0 4 0 15,1 3 54-15,-1 6 8 0,0 2 2 0,-3 5 0 32,3-2-73-32,3 3-15 0,1-1-2 0,-1 8-1 0,6 1 27 0,0 2 0 0,3 5 0 0,3 3 0 15,3-6 21-15,3 1 3 0,3 0 1 16,0 2 0-16,6-2-40 0,-3 4-8 0,6 1-1 16,-3 3-1-16,3-3 25 15,-3-3 0-15,2-2 0 0,-2 7 0 0,-3-2 15 0,0 3 8 0,-3-1 1 16,-3 4 1-16,-3-9-33 0,-3 0-8 0,0-5 0 15,-3 3-1-15,1-6 17 0,-4 3 0 0,3 0-8 0,-6-3 8 16,3-5-40-16,-3 1-4 16,3-7 0-16,-3 1-1 0,0-8-15 0,3 0-4 0,1-1 0 15,-4-1 0-15,3-7-125 0,0 1-26 0,-3-2-5 0</inkml:trace>
  <inkml:trace contextRef="#ctx0" brushRef="#br0" timeOffset="39658.233">10072 15506 2480 0,'3'-14'52'0,"0"4"12"0,0-3-52 0,0 2-12 0,3 0 0 0,0 1 0 15,-3 2 69-15,3 0 11 0,0-3 3 0,0 6 0 16,3-3-67-16,0 3-16 0,0-1 0 16,3 1 0-16,0 0 55 0,2 0 7 15,4-1 2-15,0 4 0 0,3-4-52 0,6-2-12 0,0 3 0 0,2-3 0 16,1 0-16-16,3-2-7 0,0-1-1 0,2-2 0 31,1 0-181-31,3-1-37 0</inkml:trace>
  <inkml:trace contextRef="#ctx0" brushRef="#br0" timeOffset="39992.923">11191 14873 2529 0,'-14'-10'52'0,"8"7"14"0,0 0-53 0,3 1-13 0,-3-4 0 0,0 4 0 16,3 2 64-16,-3 0 9 0,0 2 3 0,-3 6 0 16,0 3-15-16,0 2-2 0,-3 6-1 0,0 2 0 15,3 5-46-15,-5 1-12 0,2 4 0 0,0 9 0 16,3 0 0-16,-3 10 0 0,3 3 0 0,0 3 0 15,3-3 0-15,0-3 0 0,3-3 0 0,0 4 0 16,6-1 0-16,3 3 0 0,0 0 0 0,6 0 0 16,0-6 0-16,6-4 0 0,3-4 0 0,2-2 0 15,1 0 0-15,0-5 12 0,6 3-12 0,0-4 12 16,-1-4-12-16,1-3 0 0,0-3 0 0,3-3 0 16,-1-7-61-16,1-6-5 0,3-2-1 0,2-6 0 15,-2-5-151-15,0-5-30 0</inkml:trace>
  <inkml:trace contextRef="#ctx0" brushRef="#br0" timeOffset="40533.562">12120 14855 2211 0,'-15'5'93'0,"0"-2"-74"15,1 2 43-15,-4 3 9 0,0-3 1 0,-3 3 1 16,0 3-33 0,0-3-8-16,0 5 0 0,1-3-1 15,-1 1 15-15,3 2 3 0,3-2 1 0,0 2 0 16,6-2-40-16,0 2-10 0,6 0 0 0,0 0 0 0,3-2 0 0,3 2 0 0,6-2 0 0,0-1 0 31,3 3 0-31,6 1 0 0,0-1 0 0,3 0 0 16,-1 3 25-16,1 0 3 0,3 0 1 0,-3 0 0 15,0 2-29-15,0-2 8 0,-3 3-8 0,-4 2 0 0,-2-3 0 0,0 1 9 0,-3-1-9 16,-3 3 8-16,-3 1 0 0,-3-4-8 0,-3 3 12 16,-6 1-4-1,0-1-8-15,-6 0-11 0,-3 3 3 0,1-1 0 0,-7 1-4 0,0 0-1 16,-3 3 0-16,0-1 0 0,1-2-6 0,-1 0-1 0,0-3 0 0,0 0 0 15,3-2-98-15,4-4-20 16,-1-4-4-16</inkml:trace>
  <inkml:trace contextRef="#ctx0" brushRef="#br0" timeOffset="41055.243">12343 15495 2310 0,'0'0'48'0,"0"0"11"0,0 0-47 15,0 0-12-15,0 0 0 0,0 0 0 16,0 0 58-16,0 0 10 0,0 0 1 0,0 0 1 16,0 0 4-16,3-3 1 0,0 1 0 0,0-4 0 15,3 4-23-15,0-4-4 0,3 4 0 0,0-3-1 0,3-1-13 0,0 1-2 0,0 0-1 0,0 2 0 16,3-2-17-16,0 2-3 0,-4-2-1 0,4 2 0 15,-6 0-10-15,3 1 8 0,-3 2-8 0,0 0 8 16,-3 0-8-16,0 2 8 0,0 1-8 0,-3 0 8 16,0 2 6-16,-3 3 1 0,0 0 0 0,-6 0 0 15,3 2-31-15,-3 1-5 0,-3 0-2 0,0 4 0 32,-3-1-5-32,0 2 0 0,0-1-1 0,-3 1 0 0,1 0 7 15,-1 0 2-15,3-3 0 0,0 3 0 0,3-3 4 0,0-2 0 0,3 0 1 16,0-3 0-16,6-1 6 0,-3-1 1 0,3-6 0 0,3 5 0 15,3-2 8-15,0-1-13 0,3-2 5 0,3 0 8 16,0 0-28-16,3-2 1 16,0-1 1-16,-1 0 0 0,-2 1 26 0,3-1 0 0,-3-2 0 0,3 5 0 15,-3-3 46-15,3 3 14 0,-3-2 4 0,-3 4 0 16,3-2-52-16,-4 3-12 0,-2 2 0 0,0 0 0 16,0 3 0-16,-3 0 0 0,0 0 0 0,-3 3 0 15,-3-1 0-15,0 1 0 0,-3 2 0 0,0 0 0 16,-3 1 0-16,1-1 0 0,-4 0 0 0,0 3 0 15,-3 0 0-15,0 0 9 0,-3 0-9 0,0 2 8 16,3-2-37-16,-2 0-8 0,-1-3-2 0,0 0 0 16,3-2-142-16,0 0-29 0</inkml:trace>
  <inkml:trace contextRef="#ctx0" brushRef="#br0" timeOffset="41281.769">12927 15738 2451 0,'-9'8'103'0,"3"0"-83"15,-3 0 57-15,0 3 11 0,0-3 3 0,0 2 0 16,0 1-22-16,-3-1-4 0,3 1-1 0,1 0 0 16,-1 2 0-16,0 0 0 0,3 0 0 0,-3 3 0 15,-3-3-51-15,3 3-13 0,-3 0 0 0,0 3 0 31,0-3-48-31,0-1-13 0,3 4-3 0,-2 0 0 0,-1-6-153 0,0 3-31 0</inkml:trace>
  <inkml:trace contextRef="#ctx0" brushRef="#br0" timeOffset="41835.998">14040 15207 2428 0,'-9'-11'51'0,"0"3"10"0,3 0-49 0,-3 0-12 0,0 0 0 0,0-2 0 16,4 2 71-16,-4 0 11 0,0 0 2 0,-3 3 1 16,3-1-33-16,-3 1-8 0,-3 2 0 0,0 1-1 15,0 2-8-15,0 0-2 0,1 2 0 0,-4 6 0 16,3-2-33-16,-3 4 0 0,6 1 0 0,-3 2 0 15,3 0 0-15,0 3 0 0,3 0 0 0,3 2 0 16,0-2 0-16,4 0-20 0,2 3 2 0,2-1 1 16,1 1 17-16,3-3 0 0,0 2-8 0,3-2 8 15,3 0 12-15,3 0 5 0,0 0 2 0,3 0 0 16,-3-1-35-16,3-1-8 0,-1 2 0 0,-2-3-1 16,0 0 40-16,0 0 8 0,-3 0 1 0,0 3 1 15,-6-2-35-15,0 1-7 0,-3 1-2 0,-3 3 0 16,-3-3 19-16,-3 2 0 0,-3 1 11 0,0-1-11 15,-6-2 10-15,0 3-10 0,0-3 8 0,-3-1-8 16,1-1-39-16,-1-1-13 0,-3-3-2 0,3 1-1 16,0 0 95-16,0-3 20 0,0-1 3 0,1-1 1 15,2-4-154-15,0 1-30 0,3 0-7 0,0-1-1 16,6-2-102-16,6 0-21 0</inkml:trace>
  <inkml:trace contextRef="#ctx0" brushRef="#br0" timeOffset="42151.202">14123 15603 1782 0,'0'0'75'15,"0"0"-60"-15,0 0 141 0,0 0 29 0,0 0 6 0,0 0 1 16,0 0-94-16,0 0-18 16,3-2-4-16,3-1-1 0,0 1-9 0,0-1-2 0,0 0 0 0,0 1 0 15,3 2-51-15,-3 0-13 0,3-3 0 0,0 3 0 16,-3 3 54-16,3-3 8 0,0 5 2 0,-3-2 0 15,0 2-64-15,0 3-18 0,-3 2-1 0,0 1 0 16,-3 2 31-16,0 0 5 0,-3 3 2 0,0 3 0 16,-3-1-35-16,0-2-8 0,0 0 0 0,-3 3-1 15,3-4-11-15,0 4-3 0,0-3 0 16,0 2 0-16,0-2 39 0,3 0 0 0,0 0 0 0,0-3 0 16,3 3 0-16,0-5 0 0,3-1 0 0,0-2 0 31,3-3-59-31,0-2-4 0,3 0-1 0,3-1 0 0,0-4 30 0,3-1 6 15,5-5 0-15,-2 0 1 0,3 0-161 0,0-5-33 0,3 0-7 16</inkml:trace>
  <inkml:trace contextRef="#ctx0" brushRef="#br0" timeOffset="42352.321">14868 15654 1845 0,'14'-3'38'0,"-2"3"10"0,-3-3-38 0,0 3-10 15,-3 0 0-15,0 3 0 0,-6-3 111 0,0 0 20 16,3 3 4-16,-3-3 1 0,0 8-18 0,0 0-3 0,0-3-1 0,-3 3 0 15,0 2-58-15,0 1-12 0,-3 0-3 16,0 2 0-16,-3-3-14 0,0 4-3 0,1-1-1 0,-4 3 0 16,0 0-23-16,0-1 0 0,0 1 0 0,0 3 0 15,0-1 0-15,0-2 0 16,-3 0 0-16,3 3 0 16,-3-3-98-16,4 2-24 0,-1 1-5 0</inkml:trace>
  <inkml:trace contextRef="#ctx0" brushRef="#br0" timeOffset="42901.172">16020 14995 2348 0,'0'0'67'0,"-6"-3"13"0,0 1-64 15,0-1-16-15,0 0 0 0,0 1 0 16,0-1 76-16,0 0 11 0,0 1 2 0,-3-1 1 0,0 3-28 16,-3 0-6-16,0 0 0 0,-3 3-1 0,3-3-23 0,-5 5-5 15,2-2-1-15,-3 5 0 0,0 0-26 0,0 2 0 0,0 1 0 16,0 5 0-16,4-1 0 0,-4 4 0 0,3-1 0 0,-3 4 0 31,6-1 0-31,0 3 0 0,3 2 0 0,3 1 0 0,0-4 0 0,6 1-9 16,3 3 9-16,0-4-13 0,3-1 5 0,3-1 8 0,3-3-13 15,0 1 5-15,3-1 8 0,0 1-12 0,-3-3 12 16,2 0-12-16,1-3 4 0,0 0 0 0,3-2 0 0,-3 2 0 16,0-3-22-16,-3 4-4 15,-3-1-1-15,0-2 0 0,-3 2 35 0,-3 0 0 0,0 3 0 0,-6 0 0 16,0-3 0-16,-6 3 0 0,0-3 0 0,-3 3 0 16,0-3-14-16,-3 0 4 0,-3 1 1 15,0-1 0-15,0 0 9 0,-2-2 0 0,-1-1 0 0,0 1-8 16,0-3-5-16,0-3-1 0,0 3 0 0,1-3 0 15,2-2-78 1,3 0-16-16,0-1-4 0</inkml:trace>
  <inkml:trace contextRef="#ctx0" brushRef="#br0" timeOffset="43275.966">16124 15556 2017 0,'0'0'85'0,"0"0"-68"15,0 0 99-15,0 0 20 0,0 0 4 0,0 0 1 16,0 0-32-16,0 0-6 0,0 0-2 0,0 8 0 16,3 0-59-16,-3 2-12 0,0 4-2 0,0-1-1 15,0 5 22-15,0 1 5 0,0 2 1 0,0 0 0 16,0 0-37-16,-3 3-7 0,3-3-2 0,-3 3 0 16,0 0-9-16,3 0 0 0,-3 0 0 0,0-1 0 15,0-1 0-15,0 1 0 0,0 1 0 0,0 0 0 16,0-3-13-16,0-2-5 0,0 2-1 0,0-5 0 15,0 0-123-15,3-3-25 0,-3-3-5 0</inkml:trace>
  <inkml:trace contextRef="#ctx0" brushRef="#br0" timeOffset="43754.929">16612 14823 2055 0,'-6'-11'87'0,"0"3"-70"16,0 0 87-16,0 0 16 0,0 1 4 0,3-1 1 15,0 5-44-15,3 3-9 0,0 0-1 0,0 0-1 16,0 0-9-16,0 0-1 0,0 0-1 0,3 5 0 16,3 3-23-16,0 5-5 0,3 1-1 0,0 7 0 15,3 3 7-15,6 5 2 0,0 0 0 0,2 8 0 16,-2 3-31-16,3 5-8 0,0 2 0 15,0 6 0-15,-3 0 0 0,-4 5 0 0,-2 3 0 0,0 5 0 16,-6-2 0-16,-6-3 0 0,0 5 0 0,-6 0 0 16,-3-5 0-16,-3-6 0 0,-5-2 0 0,-4 5 0 15,-3-5 0-15,0 6 0 0,-3-4 0 0,-2 3 0 16,-1-7 28-16,0-4 4 0,-3-2 0 0,1 0 1 16,-1-8-24-16,0 0-9 0,-3 0 0 0,4-2 9 15,2-9-36-15,0-2-7 0,6-5-2 0,-3-4 0 16,7-7-149-16,-1-2-31 0,0-6-5 0</inkml:trace>
  <inkml:trace contextRef="#ctx0" brushRef="#br0" timeOffset="48231.981">17365 12640 1340 0,'-6'-5'38'0,"-3"2"8"16,3 0-37-16,0 1-9 0,0-1 0 0,0 0 0 16,0 1 80-16,6 2 15 0,-3-3 2 0,3 3 1 15,0 0-32-15,0 0-6 0,0 0-2 0,0 0 0 16,0 8-34-16,0 0-8 0,0 0 0 0,3 5-1 15,0 0 4-15,0 3 1 0,0 3 0 0,0 2 0 16,3 3-20-16,-3 2 0 0,3 3-11 0,0 0 11 16,-3 3 0-16,3-3 0 0,0 6 0 0,-3-4 0 0,3-1 21 0,0-4 11 15,3 0 3-15,-3 1 0 0,3-6-6 16,3 0-1-16,-4 0 0 0,4-5 0 0,3 0 29 16,0-5 6-16,3-3 1 0,3-3 0 0,6-2 8 15,2-9 1-15,1 1 1 0,6-8 0 0,3-6-13 0,2-7-2 0,7-3-1 16,2-11 0-16,7-2-30 0,6-9-7 0,2-4-1 15,12-11 0-15,-2 2-20 0,2-5 9 0,4-2-9 0,11-14 0 16,-12 9-12-16,1-1-8 0,2-5-3 0,6-8 0 16,-11 13-83-16,-7 0-17 15,1 1-3-15,2-4-1 0,-12 14 34 0,-2 8 6 0,-3 2 2 16,-4 6 0-16,-14 5-72 0,-3 11-15 0,-7 2-2 0</inkml:trace>
  <inkml:trace contextRef="#ctx0" brushRef="#br0" timeOffset="48668.748">18047 12394 2366 0,'-15'-5'49'0,"15"5"12"15,0 0-49-15,0 0-12 0,0 0 0 0,0 0 0 0,0 0-9 0,6-3-5 0,0 3-1 0,3 3 0 16,-3 2 15-16,2 3 0 0,-2 0 0 0,0 5-9 16,0 3 9-16,0 0 0 0,0 5 0 0,0 5 0 15,0 3 0-15,-3 3 0 0,0 5 0 0,0 0-12 16,0 3-7-16,0-3-1 0,3 5-1 0,-3-2 0 15,6-3-14 1,-3-3-2-16,6-2-1 0,-3-3 0 0,3-2 38 0,2-9 0 0,1 1 0 0,3-3 0 16,3-3 95-16,6-5 26 0,-3 0 6 0,8-3 1 15,4-2-53-15,3-3-11 0,2 0-1 16,7-6-1-16,3-1-4 0,2-7-1 0,7-2 0 0,5-2 0 16,4-9-25-16,2 1-4 0,7-6-2 0,14-7 0 15,-6-4-16-15,6-2-10 0,7-5 12 0,17-8-12 16,-9 2 0-16,3-2 0 0,3-6-12 0,21-10 3 15,-18 14-31-15,0-4-7 0,6 1-1 0,21-12 0 16,-27 17-88-16,6-3-19 0,0 0-3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2:58:48.45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14832 3098 1997 0,'0'0'41'0,"0"0"11"16,0 0-41-16,0 0-11 0,-6-5 0 0,6 5 0 15,-6 0 104-15,6 0 18 0,-3-2 4 0,3 2 1 16,-6-3-52-16,6 3-11 0,0 0-1 0,-9 3-1 16,3-3-22-16,0 2-5 0,0 3-1 0,-3 1 0 15,3-1-13-15,-3 3-2 0,3 0-1 0,-2 0 0 0,-1 5 2 16,0-5 0-16,0 5 0 0,0-2 0 16,-3 2-6-16,3 0-1 0,0 3 0 0,0-5 0 15,3 2-4-15,-3 0-1 0,0 0 0 0,3 3 0 0,3 0-8 16,0 0 0-16,0 0 9 0,3 2-9 0,0-2 0 15,3-2 0-15,0 1 0 0,3-1 0 0,0 2 0 0,0-8 0 16,3 2 0-16,0-2 0 0,0 3 0 0,3-9 0 0,-3 4 0 0,3-4 8 16,0 1-8-16,0-3 0 0,0-3 0 0,-1 1 0 15,1-4 10-15,0-2-2 0,0 0-8 0,-3 0 12 16,3 1 3-16,-3-9 0 0,0 2 0 0,0 1 0 16,-3-3 4-16,3 3 1 0,-3-5 0 0,0 4 0 15,0-4-4-15,-4 2-1 0,1 0 0 0,0 0 0 16,0 0-5-16,-3 0-1 0,0 3 0 0,-3-5 0 15,0 7-9-15,0-5 10 0,1 6-10 0,-4-1 10 16,0 3-10-16,0-5 0 0,0 5 9 0,-3 3-9 16,0 2 0-16,0-2 0 0,0 2 0 0,0 3-12 15,0-5-16-15,0 5-3 0,0-3-1 16,0 6 0-16,3-3-93 16,-3 5-19-16,6-5-4 0</inkml:trace>
  <inkml:trace contextRef="#ctx0" brushRef="#br0" timeOffset="1039.665">15835 3175 1990 0,'0'0'41'0,"0"0"11"0,0 0-42 16,0 0-10-16,0 0 0 0,0 0 0 0,0 0 135 0,0 0 25 0,0 0 4 0,0 0 2 15,0 0-69-15,0 0-13 0,0 0-4 0,-3 3 0 16,0 2-28-16,0 3-5 0,0-3-2 0,3 3 0 15,-3 3-13-15,3-3-2 0,0 2-1 16,-3 1 0-16,3 2-9 0,0-2-3 0,0-1 0 16,-3 6 0-16,3-5-9 0,-3 2-8 0,3 3 12 0,0 2-12 15,0-7 8-15,0 5-8 16,0 2 0-16,0-7 0 0,0 8 8 0,0-9-8 0,0 1 0 0,0 5 0 16,-3-8 0-16,3 2 0 0,0 1 0 15,0-3 0-15,0 0 0 0,0 0-11 0,0-3 0 0,0 3 0 16,0 0-105-16,0-6-20 15,3 4-5-15</inkml:trace>
  <inkml:trace contextRef="#ctx0" brushRef="#br0" timeOffset="41650.341">16436 8121 1409 0,'9'-19'29'0,"-6"14"7"16,3-3-28-16,-3-3-8 0,3 1 0 0,-3 2 0 16,0 0 125-16,3 0 24 0,-3 0 5 0,0 3 1 15,0-1-43-15,0 4-9 0,-3 2-2 0,0 0 0 16,0 0-14-16,0 0-3 0,0 0-1 0,0 0 0 16,0 0-15-16,0 0-4 0,0 0 0 0,0 0 0 15,0 0-22-15,0 5-5 0,0 3-1 0,3 2 0 0,-3 4-10 16,-3-4-2-16,3 6-1 0,0 0 0 15,-3 3-10-15,3-4-1 0,0 4-1 0,0 2 0 16,0 0-11-16,0 3 0 0,0 3 0 0,0-1 8 0,0-2-8 0,3 2 0 16,-3-2 0-16,3 0 8 0,0 0-8 15,-3-3 0-15,3-3 0 0,0 4 0 0,0-4 0 0,-3-2 0 0,3 0 8 0,-3 0-8 16,0-3 13-16,3-2 1 0,-3-1 0 16,0 1 0-1,3-1-62-15,-3-2-13 0,0-2-3 0,3 1 0 0,0-1-94 16,3-4-19-16,-3 1-4 0</inkml:trace>
  <inkml:trace contextRef="#ctx0" brushRef="#br0" timeOffset="42204.572">18073 7943 1900 0,'0'0'40'0,"0"0"8"0,0 0-39 0,0 0-9 0,0 0 0 0,0 0 0 16,0 0 114-16,0 0 21 0,0 0 4 0,0 0 1 15,0 0-40-15,0 0-7 0,3 6-1 0,0 2-1 16,-3-3-19-16,3 3-4 0,0 2-1 0,-3 1 0 16,0-1-21-16,3 6-4 0,-3-2-1 0,0 4 0 15,0-2-9-15,0 3-3 0,0-4 0 0,-3 7 0 16,3-4-10-16,0 3-3 0,-3 3 0 0,3-3 0 16,0 3-16-16,-3 3 10 0,3-4-10 0,0 4 8 15,0-3-8-15,0-3 0 0,0 3 0 0,0-3 0 16,0-3 0-16,0-2 0 0,0 0 0 0,0-3 0 15,0 0-17-15,0 1-6 0,0-4-1 0,0 4 0 16,0-7-236-16,0 1-48 0</inkml:trace>
  <inkml:trace contextRef="#ctx0" brushRef="#br0" timeOffset="64017.04">18484 3411 1956 0,'0'0'56'15,"0"0"11"-15,0 0-54 0,0 0-13 0,-3-3 0 0,3 3 0 16,-3-3 102-16,-3-2 18 0,0 5 3 0,0-3 1 16,0 3-43-16,-3 3-8 0,4-3-1 0,-4 5-1 15,0-2-28-15,0 5-6 0,-3 3-1 0,3-3 0 16,-3 2-20-16,0 3-4 0,0 1 0 0,3 1-1 15,-3 1-11-15,3 0 0 0,0 3 9 0,4-6-9 0,-4 3 0 0,3 0 0 0,3-3 0 16,0 3 8 0,0-6-8-16,3 1 0 0,3 0 0 0,-3-1 0 0,6-2 0 0,-3 3 0 15,6 2 0-15,-3-8 0 0,5 3 0 16,-2 0 0-16,6 0 0 0,-3-5 0 0,6 2 0 0,-3-2 0 0,3-1 0 0,-3-2 0 16,2 0 0-16,1 0 8 0,0-2-8 15,-3-1 8-15,0 3 2 0,0-8 1 0,-3 3 0 0,0-3 0 16,-3 0 21-16,0 0 5 0,-4 0 1 0,1 0 0 15,0-3 3-15,-3 3 1 0,0-2 0 0,0-3 0 16,-3-1-10-16,0 4-3 0,0-9 0 0,-3 3 0 16,0 1-17-16,-3-1-4 0,3 0-8 0,-6-3 12 15,1 3-12-15,-1 3 0 0,3-3 8 0,-6 3-8 16,0 3-14-16,0 2-6 0,0-3 0 16,-3 6-1-16,-3-1-31 15,3 1-5-15,-2 2-2 0,-1 3 0 0,3 0-136 0,-3 0-27 0,3 0-6 16</inkml:trace>
  <inkml:trace contextRef="#ctx0" brushRef="#br0" timeOffset="65213.864">19413 3442 1925 0,'0'0'40'0,"0"-7"10"0,0 7-40 0,-3-6-10 0,3 4 0 0,0 2 0 15,0-6 116-15,0 6 22 0,0 0 4 0,0 0 1 16,0 0-45-16,0 0-9 0,0 0-1 0,0 0-1 15,0 0-30-15,0 0-5 0,0 0-2 0,0 0 0 16,3 6-20-16,-3 2-4 0,3 2-1 0,-3 1 0 16,3 5-7-16,-3-3-2 0,0 5 0 15,3 1 0-15,-3-1-6 0,0-2-2 0,0 3 0 0,-3-1 0 16,3 1-8-16,0-1 8 0,-3 1-8 0,3 2 8 16,0-5-8-16,-3 5 0 0,3-2 9 0,0 2-9 15,-3 0 0-15,3 0 8 0,0 0-8 0,0-2 0 16,0-1 0-16,0-2 0 0,0 0 0 0,0-3 8 15,0 0-8-15,0-2 0 0,0 2 0 0,0-7 0 16,3-1-17-16,-3 3-5 0,0-3-1 0,3 0 0 16,-3-5-212-16,0 0-42 0</inkml:trace>
  <inkml:trace contextRef="#ctx0" brushRef="#br0" timeOffset="87923.418">16445 8054 1706 0,'3'-2'36'0,"-3"2"7"0,0-6-35 0,0 6-8 0,3-2 0 0,-3 2 0 15,0 0 81-15,0 0 15 0,0 0 2 0,0 0 1 16,0 0-47-16,0 0-8 0,0 0-3 0,0 0 0 16,0 0-13-16,-3 5-4 0,3 0 0 0,0 1 0 15,-3-1-13-15,3 0-3 0,0 1-8 0,0 2 12 16,3-1-12-16,-3-1 0 0,3 2 8 0,0 2-8 16,-3-2 0-16,3 3 0 0,3-3 0 0,-3 5 0 15,0-2 0-15,0 2 0 0,0 0 0 0,-3 3 0 16,3 0 0-16,0 0 0 0,-3 2 0 0,3 1 0 15,0-1 0-15,-3 1 0 0,3-1-8 0,-3 3 8 16,3-2-24-16,-3 2 3 0,0-5 0 0,0 3 0 16,0-1-2-16,0-2 0 0,0 2 0 0,0 1 0 15,0-6 10-15,-3 3 1 0,3-3 1 0,-3 3 0 16,3-3-9-16,-3 1-3 0,0-1 0 0,3 0 0 16,-3 0 7-16,3 1 0 0,0-1 1 0,-3-3 0 15,3 1 15-15,-3 0 0 0,3-1 0 0,0-2-9 16,-3 3 9-16,3-3 0 0,0 0 0 0,0-1 0 0,0-1 0 15,0 2 0-15,0-3 10 0,0-5-10 0,0 0 20 0,0 3-3 16,0-3 0-16,0 0 0 16,0 0-6-16,0 0-2 0,0 0 0 0,0 0 0 15,0 0 14-15,0 0 2 0,0 0 1 0,0 0 0 16,0-8 2-16,0 0 1 0,3 0 0 0,-3-3 0 0,0 1 28 16,3-4 6-16,-3 4 1 0,0-6 0 0,3 3-52 0,-3-3-12 15,3 0 0-15,-3 0 0 0,3 0 40 0,-3-2 6 0,3 2 1 16,-3-3 0-16,0 1-17 0,3-3-3 0,-3-1-1 0,0 1 0 15,0 0-4-15,0 0-1 0,0-3 0 0,0 3 0 16,-3 0 7-16,3 0 0 0,0 2 1 0,-3-2 0 16,3 5-16-16,-3 0-3 0,3 0-1 0,-3 3 0 15,0 0-1-15,0 2-8 0,0 1 12 0,0 2-4 16,0 0-8-16,0 0 0 0,0 0 0 0,0 3 8 16,0 2-8-16,0-2 0 0,3 5 0 0,0 0 8 15,-3-3-8-15,3 3 0 0,0 0 0 0,0 0 0 16,0 0 0-16,0 0 0 0,0 0 0 0,0 0 0 15,0 0-11-15,0 0 11 0,-3 8-8 0,3 0 8 16,0 0-8-16,3 2 8 0,-3 1-8 0,3 2 8 16,-3 3-8-16,3 0 8 0,0 0-8 0,0 5 8 15,0 0-10-15,0 0 10 0,0 3-12 0,3 0 12 16,-3-3-14-16,0 0 4 0,3-2 1 0,-3 2 0 16,0-2-5-16,3-4-1 0,-3 1 0 0,3 0 0 15,-3-3-14-15,0 1-3 0,0-1-1 0,0-3 0 16,0 1-5-16,0 0-1 0,0-3 0 0,0-1 0 15,0 1-111-15,-1-2-22 0,4-1-5 0</inkml:trace>
  <inkml:trace contextRef="#ctx0" brushRef="#br0" timeOffset="89606.415">21288 7957 1246 0,'0'0'35'0,"0"0"9"16,0 0-36-16,0-6-8 0,0 6 0 0,0-2 0 16,0 2 76-16,0 0 14 0,0 0 2 0,0 0 1 0,0 0-16 0,0 0-3 0,0 0-1 0,0 0 0 15,0 0-15-15,0 0-3 0,0 0-1 16,0 0 0-16,0 0-22 0,0 0-5 0,0 0-1 16,0 0 0-16,0 0-9 0,-3 5-1 0,0 0-1 0,0 3 0 15,0 3-7-15,0-3-8 0,0 0 11 0,0 2-11 16,0 3 0-16,3-2 0 0,-3 2 0 15,3 3 0-15,0-3 0 0,0 1 0 0,0-1 0 16,0 0 0-16,0 3 0 0,0 0 0 0,0 0 0 16,0-1 0-16,0 4-20 0,-3 0 1 0,3-1 1 15,0 1 0-15,-3-1 8 0,3 1 2 0,0-1 0 0,-3 3 0 16,3-5-1-16,-3 0 0 0,3 0 0 0,-3 0 0 16,0-3 9-16,3-2 0 0,0 2 0 0,-2-3 0 15,2 1 0-15,-3-3 0 0,3 0 0 0,-3 2 0 16,3-4 0-16,0 2 0 0,-3-3 0 0,3 0 0 15,0-5 0-15,0 6 0 0,0-6 0 0,0 5 0 16,0-5 0-16,0 0 0 0,0 0 0 0,0 0 11 16,0 0-11-16,0 0 10 0,0 0-10 0,0 0 10 15,0 0 2-15,0 0 1 0,0 0 0 0,0 0 0 16,0 0 3-16,0 0 1 0,-3-5 0 0,0-3 0 16,3 0 2-16,-3 0 0 0,3 0 0 0,-3-3 0 15,0 1-4-15,3-1-1 0,0-2 0 0,-3-3 0 16,3 0-1-16,0-5 0 0,0 0 0 0,3 0 0 15,-3-1 5-15,0-1 1 0,3-1 0 0,0 0 0 16,-3 3 1-16,3 2 1 0,0 1 0 0,0-3 0 16,0 2-5-16,0 1-2 0,0-1 0 0,-1 1 0 15,1 2 8-15,0 0 2 0,0 0 0 0,0 3 0 16,0-1-16-16,-3 1-8 0,3 0 10 0,-3 2-10 0,3 3 12 0,-3-2-4 16,0 2-8-16,0 3 12 0,0-1-12 0,0 1 8 15,0 2-8-15,0 3 0 0,0 0 10 0,0 0-10 0,0 0 10 16,0 0-10-16,0 0 0 0,0 0 0 0,0 0 0 0,-3 8 0 15,0 0 0-15,0 3 0 0,0-1 0 0,0 4 0 16,3-1 0-16,0 0 0 0,-3 3-8 16,3 0 8-16,0 0 0 0,-3 0 0 0,3 0 0 15,-2 2 0-15,2 1 0 0,-3-4 0 0,3 4 0 16,-3 2 0-16,3 0-9 0,-3 3 9 0,0 0 0 0,0 0-9 16,-3 0 9-16,3-1-10 0,0 1 10 0,0 0-10 15,0-3-2-15,0 0 0 0,0-5 0 0,0 3 0 16,0-3 12-16,0-3 0 0,0 0 0 0,3 0 0 15,-3-2 0-15,3-1 0 0,0 1 0 0,0 0 0 16,-3-3 0-16,3 0-8 0,0-3 8 0,-3 0-8 16,3 0 8-16,0-5 0 0,0 6 0 0,0-6-8 15,0 0 8-15,0 0 0 0,0 0 0 0,0 0 0 16,0 0 0-16,0 0 0 0,0 0 0 0,0 0 8 16,0 0-8-16,0 0 9 0,3-6-9 0,-3 1 10 15,0-3-10-15,3 0 8 0,-3-2-8 0,0-1 8 16,0-2-8-16,3-3 12 0,0 0-12 0,-3-2 12 15,3-1-12-15,0-5 12 0,-3 0-12 0,3 1 12 16,0-4-4-16,0 1 0 0,0-1 0 0,0 1 0 16,0 2 0-16,0 3 0 0,-3 0 0 0,3 2 0 15,0 1 0-15,-3 2-8 0,3 0 12 0,-3 0-4 0,0 0 4 16,3 3 0-16,-3-3 0 0,0 5 0 0,0 1-12 16,0-3 0-16,0 5 0 0,0 0 8 0,0 0-8 15,0 2 0-15,0-2 9 0,0 3-9 0,0 5 0 16,0 0 8-16,0 0-8 0,0 0 0 0,0 0 0 0,0 0 0 0,0 0 0 0,0 0 0 15,0 0 0-15,0 0 0 16,0 0 0-16,0 8 0 0,0 3 0 0,3-6 0 16,-3 3 0-16,0 0 0 0,0 0 0 0,0-3-8 0,0 3 8 0,0 0-8 31,3 0-80-31,-3 0-16 0,0 0-4 0</inkml:trace>
  <inkml:trace contextRef="#ctx0" brushRef="#br0" timeOffset="98450.568">21827 3466 1268 0,'0'0'26'0,"0"0"7"0,-3-2-33 0,3 2 0 0,-3-6 0 0,3 6 0 16,-3-2 72-16,3 2 8 0,-3-6 2 0,3 1 0 15,0 5 22-15,0-3 5 0,0 3 1 0,0-5 0 16,0 5-26-16,0-2-6 0,0 2-1 0,0 0 0 16,0 0-6-16,0 0-2 0,0 0 0 0,0 0 0 15,-3-8-4-15,3 8-1 0,0 0 0 0,0 0 0 16,0 0 0-16,0 0 0 0,0 0 0 0,0 0 0 15,-6 2-51-15,3 4-13 0,-3 1 0 0,3-1 0 0,0 4 0 16,0 4 0-16,3-4 0 0,-3 3 0 16,3 3 0-16,-3 3 0 0,3-1 0 0,0 3 0 0,0-5 54 15,0 3 8-15,0-1 2 0,0 1 0 0,0-1-52 0,3 1-12 16,-3-1 0-16,0 4 0 0,0-1 0 0,3-3 0 16,-3 6 0-16,0-3 0 0,3 3 0 0,-3-8 0 0,0 5 0 0,3-5 0 15,-3 0-10-15,0-3-5 0,3 0-1 0,-3-2 0 16,3-3 3-16,-3 0 0 0,3 2 0 0,0-7 0 15,0 2-120-15,3-2-24 0,0 0-5 16</inkml:trace>
  <inkml:trace contextRef="#ctx0" brushRef="#br0" timeOffset="98952.606">22875 3326 1580 0,'0'0'67'15,"0"0"-54"-15,0 0 119 0,0 0 23 16,0 0 5-16,0 0 0 0,0 0-56 0,0 0-12 0,0 0-3 0,0 0 0 15,0 0-33-15,3 5-8 0,0 1 0 0,0-1-1 16,0 5-11-16,0 1-1 0,-3 2-1 0,3 3 0 16,-3 0-7-16,3 3-2 0,-3-1 0 0,0 3 0 15,0-2-5-15,0 5 0 0,0-3-1 0,0-3 0 16,0 3 0-16,-3-5 0 0,3 3 0 0,0-1 0 16,0 1-19-16,-3-6-12 0,3 6 1 0,0-1 1 15,-3 1 25-15,3-1 5 0,0 1 0 0,-3-1 1 16,3 1-21-16,-3-1 9 0,3 1-9 0,-3-3 0 15,3 2 0-15,-3-5 0 0,3 3 0 0,-3-5 0 16,3-1-24 0,0-2-12-16,0 0-3 0</inkml:trace>
  <inkml:trace contextRef="#ctx0" brushRef="#br0" timeOffset="103387.884">19687 4538 1583 0,'3'-5'32'0,"0"-1"10"16,-3 1-34-16,3-3-8 0,0 3 0 0,0-1 0 15,3 1 107-15,-3 0 19 0,0 2 4 0,-1-5 1 16,1 3-35-16,0 2-8 0,0 1 0 0,-3 2-1 16,3-3-26-16,-3 3-5 0,0 0 0 0,0 0-1 15,0 0-7-15,0 0-2 0,0 0 0 0,0 0 0 16,0 0-37-16,3 5-9 0,-3 3 0 0,0 3 0 15,0-1 0-15,0 6 0 0,-3 0 0 0,3 5 0 0,-3 1 13 16,0 4 1-16,3 0 0 0,-3 4 0 0,0-4-22 0,3-2-5 16,-2 0-1-16,2-3 0 0,0 0 14 15,0 3 0-15,0-11 0 0,0 6 0 0,0-4-9 0,2 1 1 0,-2-2 0 16,0-1 0 0,3-3-40-16,-3 4-7 0,0-4-1 0,3-2-1 15,-3 3-111-15,0-3-23 0,0 0-4 0</inkml:trace>
  <inkml:trace contextRef="#ctx0" brushRef="#br0" timeOffset="103760.132">19565 4861 1545 0,'-9'-3'32'0,"9"3"8"16,0 0-32-16,-6-3-8 0,6 3 0 0,-6 0 0 15,6 0 115-15,0 0 21 0,-6-2 4 0,6 2 0 16,-3-3-35-16,3 3-7 0,0 0-2 0,0 0 0 16,0 0-26-16,0 0-6 0,0 0 0 0,0 0-1 15,0 0-31-15,0 0-7 0,0 0-1 0,0 0 0 16,0 0-9-16,0 5-3 0,3 3 0 0,0-2 0 16,0 2-12-16,0-3 9 0,0 3-9 0,3 2 8 15,0 1-8-15,0-6 0 0,0 6 0 0,0-3 0 16,2 2 0-16,1-2 0 0,0 0 0 0,0 3 0 15,3-3 0-15,-3-3 0 0,3 0 0 0,0 1 8 16,-3-4-16-16,0 1-4 0,3-3-1 0,0-3 0 0,-3 3 28 16,2-2 5-16,-2-1 2 0,3-2 0 15,0-1-5-15,-3 1-1 0,0-5 0 0,3-1 0 16,0 3-7-16,-3 0-1 0,3-3-8 0,0 1 12 0,0 2-12 0,2-5 0 16,-2 2 0-16,0 3 0 15,0 3-128-15,3-8-26 0,-3 5-5 0</inkml:trace>
  <inkml:trace contextRef="#ctx0" brushRef="#br0" timeOffset="109017.208">19672 6385 2269 0,'0'0'64'0,"0"0"15"0,0 0-63 0,0 0-16 0,0 0 0 0,0 0 0 15,0 0 86-15,0 0 14 0,0 0 4 0,0 0 0 16,0 0-36-16,0 0-6 0,0 0-2 0,0 5 0 16,0 3-19-16,3 0-4 0,-3 0-1 0,3 0 0 15,0 2-6-15,-3 4-2 0,3-1 0 0,0 0 0 16,-3 3-3-16,0 0-1 0,3 2 0 0,-3 4 0 15,0-1-4-15,0 5 0 0,0 1-1 0,0-1 0 16,3 3-5-16,-6-2-1 0,3-1 0 0,0-2 0 16,-3 0-3-16,3-3-1 0,0-3 0 0,-3 4 0 15,0-7 1-15,3 4 0 0,-3-3 0 0,0 0 0 16,0 0-10-16,0-3 0 0,3 0 0 0,-3 0 0 16,3 1-15-16,-3-1-1 0,3-3-1 0,0 1 0 15,0 0-112-15,0-1-23 0,3-2-4 0</inkml:trace>
  <inkml:trace contextRef="#ctx0" brushRef="#br0" timeOffset="109721.715">19758 7988 2055 0,'0'0'43'0,"0"0"9"0,0 0-41 16,0 0-11-16,0 0 0 0,0 0 0 0,-3 3 106 0,3-3 19 0,0 0 4 0,-6 5 1 15,3 0-44-15,0-2-9 0,0 5-1 0,0-3-1 16,3 3-22-16,0 3-4 0,3-1-1 0,0 4 0 16,0-1-9-16,-3 3-3 0,3 0 0 0,0 0 0 15,-3 2-9-15,0 3-3 0,3-2 0 0,-3 5 0 16,0-3-7-16,0 3-1 0,0 2-1 0,0-2 0 16,0 0-4-16,0-1-1 0,0 1 0 0,0-3 0 15,0-2-10-15,-3 2 8 0,3-5-8 0,0 3 8 16,0-4-8-16,-3 1 0 0,3-2 9 0,0-1-9 15,0 3 0-15,-3-6 0 0,3 1 0 0,0-1 8 16,0 1-25-16,0-3-5 0,0 0-1 0,0 0 0 16,0-3-33-16,3 0-6 0,-3-5-2 15,3 6 0-15,0-1-102 0,0-2-21 0,3-3-4 0</inkml:trace>
  <inkml:trace contextRef="#ctx0" brushRef="#br0" timeOffset="113038.23">21223 6419 1831 0,'0'0'77'15,"-9"-2"-61"1,3 2 86-16,0-3 18 0,0 3 3 0,-3 0 1 16,3 0-32-16,0 3-7 0,0-3-1 0,0 2 0 15,0 3-32-15,-3 1-8 0,3-1 0 0,-3 3-1 16,3 0-16-16,-3 3-3 0,1-1-1 0,-1 3 0 15,0 1-11-15,0 1-1 0,3 1-1 0,-3 3 0 16,3 2-10-16,-3 0 8 0,6 3-8 0,-3 2 8 16,3-2-8-16,0 0 0 0,0 0 0 0,3 0 0 15,0-3 0-15,3 0 0 0,0-2 0 0,0-4 0 16,3 1 0-16,0-2 0 0,3-1-8 0,0-3 8 16,0-2 0-16,3 0 0 0,0-2 0 0,2-1 0 0,1-5 0 15,0 2 0-15,3-2 0 0,3-2 0 0,-3-1 20 0,0-2-2 16,2 2 0-16,-2-5 0 0,0 0 6 0,0 0 0 0,-3-2 1 15,3-3 0-15,-6-1 9 0,0-1 2 16,-3-1 0-16,-1-3 0 0,1 1 2 0,-3-4 1 16,-3-1 0-16,3 1 0 0,-3-1-11 0,-3 1-3 0,3-1 0 15,-3 1 0-15,-3 4-13 0,3-1-2 0,-3 4-1 16,-3-1 0-16,0 0-9 0,-3 3 0 0,1-3 9 0,-1 2-9 16,-3 4 0-16,-3-3 0 0,0 5 0 15,-3-3 0-15,0 3-10 0,0 3-6 0,-5 0-2 0,-1 2 0 16,3 0-80-1,-3 3-16-15,0 0-3 0</inkml:trace>
  <inkml:trace contextRef="#ctx0" brushRef="#br0" timeOffset="113816.289">18225 6501 1579 0,'0'-10'32'0,"0"10"10"16,0 0-34-16,-3-6-8 0,0 1 0 0,3 5 0 16,-3-5 156-16,0 2 28 0,-3 0 7 0,0 1 1 15,3 2-103-15,-3 0-20 0,1 0-4 0,-4 2-1 16,3 1 0-16,0 0 0 0,0 2 0 0,-3 3 0 15,0 0-51-15,0 0-13 0,0 2 0 0,0 4 0 16,-3-1 0-16,3 0 0 0,0 3 0 0,0 3 0 16,3-1 0-16,0 3 0 0,1 3 0 0,-1-3 0 15,0 3 0-15,6-3 0 0,-3-2 0 0,3 2 0 16,3-5 0-16,0 0 0 0,3 0 0 0,2-1 0 16,-2-4 18-16,6 0 1 0,-3-4 0 0,3 1 0 15,0 0-19-15,0-5 0 0,3 0 0 0,-3-1 0 0,3-2 15 16,-3-2-4-16,2-1-1 0,4-2 0 0,-3-1 6 0,0-2 0 15,6 1 1-15,-6-1 0 16,3-3 0-16,-3 0 0 0,2-2 0 0,-5 0 0 16,3 0 23-16,-3-6 5 0,-3 1 1 0,0-3 0 0,-3-1-8 0,-3-1-2 0,0-1 0 15,-3 0 0-15,-3 3-13 0,0 0-3 16,-3 2-1-16,0 1 0 0,-3-1 6 0,-3 6 2 16,0-3 0-16,0 3 0 0,-3-1-36 0,1 4-7 0,-1-1-2 15,0 1 0-15,0 2 3 0,0 2 1 0,0-1 0 16,-3 1 0-16,3 4-26 15,1-1-4-15,-4 3-2 0,0 0 0 0,0 0-107 16,0 3-22-16,-3 2-4 0</inkml:trace>
  <inkml:trace contextRef="#ctx0" brushRef="#br0" timeOffset="114515.726">16639 6541 1637 0,'-6'0'69'0,"0"-3"-55"16,6 3 79-16,-6 0 16 0,0-2 3 0,-3 2 1 15,3 0 12-15,0 2 3 0,-3-2 0 0,3 3 0 16,-3-3-73-16,3 5-15 0,0-2-2 0,-3-1-1 16,3 4-7-16,-3 2-2 0,4-3 0 0,-4 6 0 15,0 2-5-15,3 0-2 0,-3 3 0 0,0 2 0 16,0 1-8-16,3 2-1 0,-3 0-1 0,0 0 0 15,3 1-11-15,3-1 8 0,-3-3-8 0,3 1 8 16,3-1-8-16,0-2 0 0,3-3 0 0,0 3 0 16,0-2 0-16,6-4 0 0,0 1-8 0,0-1 8 15,3 1 0-15,-3-3 0 0,3 0-9 0,3-3 9 16,-3-2 0-16,-1-1 11 0,4-2-2 0,3-2 0 16,0-1 5-16,0-2 1 0,3 0 0 0,3-3 0 15,-4 0-5-15,4 0-1 0,3 0 0 0,-3-3 0 0,0 1 12 16,-4-1 3-16,1 0 0 0,-3-2 0 0,-3 0 9 0,0 0 3 15,-6-3 0-15,0-3 0 0,-3 1 1 16,-3-3 1-16,0-1 0 0,-6-4 0 0,0 2-13 16,-6 0-2-16,3-2-1 0,-6 2 0 0,0 3-11 0,-3 2-3 15,-3 4 0-15,-3-1 0 0,1 2-8 0,-4 4 0 0,0 2 0 16,0 0 8-16,-3 3-18 0,4 2-4 16,-4-2-1-16,0 5 0 0,-6 0-74 15,0 2-15-15,-5 4-4 0</inkml:trace>
  <inkml:trace contextRef="#ctx0" brushRef="#br0" timeOffset="123924.936">16249 7800 1242 0,'0'0'52'0,"0"0"-41"16,0 0 92-16,0 0 18 0,0 0 4 16,0 0 1-16,0 0-37 0,0 0-7 0,0 0-2 0,0 0 0 15,-3-5-33-15,3 5-7 0,0 0-2 0,0 0 0 16,0 0-7-16,0 0-2 0,0 0 0 0,0 0 0 16,0 0-5-16,0 0 0 0,0 0-1 0,0 0 0 15,0 0-7-15,0 0-2 0,0 0 0 0,0 0 0 16,0 0-1-16,0 0 0 0,6 0 0 0,-3-3 0 15,3 1 2-15,0 2 0 0,0 0 0 0,2-3 0 16,1 3-6-16,3 0-1 16,3-2 0-16,-3 2 0 0,3-3-8 0,3 3 0 0,-3-3 9 0,3 3-9 15,-1 0 0-15,1-2 8 0,0 2-8 0,3 2 0 16,0-4 0-16,-3 2 0 0,0-3 0 0,-1 3 0 16,4-3 0-16,0 3 0 0,0-5 0 0,3 5 0 15,0-3 0-15,-1 1 0 0,4-1 0 0,0 3 0 16,0 0 0-16,3 0 0 0,-1 0 0 0,-2-3 0 15,0 3 0-15,3-2 0 0,-4 2 0 0,-2-3 0 16,3 0 0-16,0 1 0 0,0 2 0 0,2-3 0 16,1 1 0-16,0 2 0 0,0-3 0 0,2 3 0 15,-2 0 0-15,0 0 0 0,0 0 0 0,-1 0 0 16,-2 0 0-16,0 0 0 0,-3-3 0 0,0 3 0 16,2 0 0-16,1-2 0 0,3 2 0 0,0 2 0 15,0-2 0-15,-4 0 0 0,4 3 0 0,3 0 0 16,-6-1 0-16,-1-2 0 0,-2 3 0 0,6-3 0 15,-6 0 0-15,3 0 0 0,-4 0 0 0,7 2 0 16,-3-2 0-16,0 0 0 0,3 3 0 0,2-3 0 16,-2 3 0-16,0-1 0 0,3 1 0 0,-4-3 0 15,-2 3 0-15,0-3 0 0,3 0 0 0,-4 0 0 16,4 0 0-16,0 0 0 0,3-3 0 0,-1 3 0 16,1 3 0-16,0-3 0 0,0 2 0 0,-1-2 0 0,-2 3 0 15,0-3 0-15,-3 0 0 0,0 0 0 0,-1 0 0 0,1 0 0 0,0 0 0 0,0 0 0 16,2 0 0-16,1 0 0 0,-3 0 0 15,6 3 0 1,-6-3 0-16,2 2 0 0,1 1 0 0,0-3 8 0,-3 0-8 0,-1 0 0 0,-2 0 0 0,3-3 8 16,0 3-8-16,0 0 0 0,-1-2 0 0,4 2 0 15,0-3 0-15,0 3 8 0,-1 0-8 0,1 0 0 16,0 0 0-16,-3 0 8 0,3 0-8 0,-4 0 0 16,1 0 0-16,0 0 9 0,0-3-9 0,0 1 0 15,2-1 0-15,-2 3 0 0,6-3 0 0,0 3 0 16,-4 0 8-16,1 0-8 0,3 0 0 0,-3 0 0 15,-4 0 0-15,1 0 0 0,0-2 0 0,-3-1 0 16,3 3 0-16,-1-3 0 0,4 1 8 0,-3-1-8 16,3 3 0-16,-1 0 0 0,1 0 0 0,0 0 0 15,-3 3 0-15,3-3 0 0,-4 0 0 0,1 0 0 16,0 0 0-16,0 0 0 0,-4-3 0 0,4 1 0 16,3 2 0-16,-3-3 0 0,0 3 0 0,2 0 0 15,1 0 8-15,-3 0-8 0,0 0 0 0,3 0 0 16,-4 0 0-16,-2 0 0 0,0 0 0 0,0-3 0 15,0 3 0-15,-4-2 0 0,1-1 0 0,0 3 0 16,0-3 0 0,3 1 0-16,-3-1 0 0,-1 3 0 0,4 0 8 0,-3-3-8 0,3 3 0 0,-3-2 0 15,0 2 0-15,-1 0 0 0,-2 0 0 0,3 0 0 0,-3-3 0 16,0 3 0-16,0-3 0 0,-1 1 0 0,-2 2 0 0,3-3 0 16,-3 1 8-16,0-1-8 0,0 0 0 0,3 1 0 0,-3-1 8 0,0-2-8 15,2 5 0-15,1-3 8 0,-3 0-8 0,3 1 0 16,-3-1 9-16,3 3-9 0,-3-3 0 15,-1 1 9-15,1 2-9 0,0 0 8 16,0 0-8-16,-3 0 8 0,0-3 1 16,0 3 0-16,0 0 0 0,-3 0 0 0,3 0 7 0,-3 0 2 0,-4 0 0 0,4 0 0 15,-3 0-4-15,0 0-1 0,0-3 0 0,0 6 0 16,0-3 0-16,-3 0 0 0,3 0 0 0,-3 3 0 16,-3-3-1-16,6 0-1 0,-6 0 0 0,6 5 0 15,-3-2-2-15,-3-3 0 0,6 2 0 0,-3 1 0 16,-3-3-9-16,6 5 10 0,-3 1-10 0,0-1 10 15,0-2-10-15,0 2 0 0,-3-5 9 0,3 5-9 16,0 3 0-16,0-3 9 0,0 3-9 0,-3-2 0 16,3 1 8-16,0 1-8 0,-3 0 0 0,3 3 0 15,-3 0 12-15,3-1-12 0,-3 3 12 0,0 1-12 16,3 1 8-16,-3-1-8 0,0 2 0 0,3-1 0 16,-3 1 8-16,0 0-8 0,2 0 0 0,1 3 0 15,-3-4 8-15,3 1-8 0,0 0 0 0,-3 0 0 16,3 0 0-16,0 0 0 0,-3-3 0 0,3 3 0 15,0 0 0-15,-3 0 0 0,3-3 0 0,-3 3 0 16,3 0 0-16,-3 0 0 0,0-1 0 0,3 4 0 16,-3-1 0-16,0 1 0 0,3 2 0 0,-3-2 0 15,0-1 10-15,3 1-10 0,-3 2 8 0,0-3-8 0,0-2 8 16,0 0-8-16,0 0 8 0,0-3-8 0,0 1 8 16,0-1-8-16,0-3 8 0,0 4-8 0,-3-4 0 15,3 3 0-15,0-5 8 0,-3 3-8 0,0-1 0 0,3-2 8 0,-3 0-8 16,0 0 8-16,3 0-8 0,-3-2 0 0,0 1 0 0,0 1 0 31,0 0 0-31,3-2 8 0,-3 2-8 0,0-3 0 0,0 0 0 0,3 0 8 0,-2 1-8 0,-1-1 0 16,3 0 0-16,-3 1 0 0,3-6 8 0,0 5-8 15,-3 0 0-15,0 0 0 0,3-5 0 0,-3 6 8 16,0-1-8-16,3-5 0 0,-3 5 0 0,0 1 0 16,3-6 0-16,-3 2 8 0,0 4-8 0,3-6 0 15,-6 5 8-15,3 0-8 0,3-5 0 0,-6 5 8 16,3-2-8-16,0 2 0 0,3-5 0 0,-6 3 0 15,0 0 0-15,0 2 0 0,6-5 0 0,-6 3 0 16,0-1 8-16,0 1-8 0,0 0 0 0,0-1 8 16,0 1-8-16,-3 0 0 0,0-1 0 0,4 1 0 15,-4-1 0-15,0 4 0 0,-3-6 8 0,3 5-8 16,-3-2 0-16,0-1 0 0,3 1 0 0,-3 0 0 16,0 2 0-16,0-2 0 0,-3-1 0 0,4 1 0 15,-4-1 0-15,0 1 8 0,3 0-8 0,-3-1 0 16,3 1 0-16,-3 0 0 0,0-3 8 0,3 2-8 15,-2 1 0-15,-1-3 0 0,3 3 0 0,-3-1 0 16,3-2 0-16,0 3 0 0,0-3 0 0,0 3 0 16,-3-3 0-16,0 0 0 0,1 2 8 0,-1 1-8 0,0-3 0 15,-3 3 0-15,0-3 0 0,0 2 0 0,-3 1 0 16,4-1 0-16,-4 1 0 0,0 0 0 0,0-3 0 0,0 2 8 16,0-2-8-16,4 3 0 0,-4-3 0 0,3 3 0 0,0-3 0 15,0 0 0-15,0 2 0 0,0-2 8 0,1 3-8 0,-4-3 0 16,3 3 8-16,-3-3-8 15,-3 2 8-15,0 1-8 0,-2-3 0 0,2 3 8 16,-3-3-8-16,3 0 0 16,-3 2 0-16,4-2 8 0,-4 0-8 0,3 3 0 15,0-3 0-15,3 0 0 0,0 0 8 0,-2 0-8 0,2 3 0 0,-6-3 0 0,3 2 9 0,-3-2-9 16,1 3 0-16,-1-3 0 0,0 0 0 0,-3 2 0 16,6-2 0-16,-2 0 0 0,-1 0 0 0,0 3 8 15,3-3-8-15,0 0 0 0,1 0 0 0,-1 3 0 16,-3-3 0-16,0 0 0 0,0 2 0 0,-2-2 8 15,-1 3-8-15,-3-3 0 0,3 0 0 0,1 3 0 16,-1-3 0-16,0 0 8 0,6 2-8 0,-2-2 0 16,-1 3 0-16,0-3 8 0,0 0-8 0,0 3 0 15,1-1 0-15,-4 1 0 0,0-3 0 0,0 5 0 16,4-5 0-16,-4 3 0 0,3-1 0 0,0 1 0 16,0 0 0-16,7-1 0 0,-4 1 0 0,0 0 0 15,0-1 0-15,0 1 0 0,0-3 0 0,-2 3 0 16,2-3 0-16,-6 2 0 0,3 1 0 0,-2 0 0 15,2-1 0-15,0 1 0 0,0-3 0 0,0 3 0 16,1-1 0-16,2 1 0 0,0-1 0 0,0 1 0 16,0 0 0-16,-2-1 0 0,-1-2 0 0,-3 3 8 15,3-3-8-15,-6 0 0 0,4 3 0 0,-4-3 0 16,3 2 0-16,0 1 0 0,1 2 0 0,-1-2 0 16,0-3 0-16,3 3 0 0,-2-1 0 0,-1-2 0 15,-3 0 0-15,3 0 0 0,-5 0 0 0,-1 3 8 0,3-3-8 0,0 3 0 16,1-1 0-16,-1 1 0 0,3-1 0 0,3 1 0 0,-2-3 0 15,-1 0 0 1,0 3 0-16,-3-3 8 0,4 0-8 0,-7 2 0 0,3-2 0 0,3 3 0 0,-2-3 0 16,-4 5 8-16,9-5-8 0,-3 3 0 0,4 0 0 15,-1-1 0-15,0-2 0 0,-3 3 0 16,3-3 0-16,-5 0 8 0,5 0-8 0,-3 0 0 0,0 0 0 0,1 0 0 16,2 0 0-16,0 0 0 0,3 0 0 0,-3 0 8 15,7 0-8-15,-1 0 0 0,0 0 0 0,0 0 0 16,0 0 0-16,-3 0 0 0,4-3 0 15,-4 3 8-15,0 0-8 0,0-2 0 0,0 2 8 16,0 0-8-16,1 0 0 0,2 0 8 0,-3 0-8 0,0 0 0 16,3 0 0-16,1 2 0 0,-1-2 0 0,0 0 8 15,3 3-8-15,0-3 0 0,-3 0 0 0,0 0 0 16,4 0 0-16,-4 0 0 0,0 0 0 0,-3 0 0 16,3-3 0-16,0 3 8 0,1 0-8 0,-1 0 0 15,0 0 0-15,0 0 8 0,3 0-8 0,-3 0 0 16,7 0 8-16,-4-2-8 0,3 2 8 0,0 0-8 15,3-3 0-15,0 3 8 0,0 0-8 0,3-3 0 16,0 3 0-16,3 0 9 0,-3-2-9 0,0-1 0 16,4 0 10-16,-4 3-10 0,3-5 8 0,0 2-8 0,0 1 9 15,0-1-9-15,0-2 10 0,0 0-10 0,0-1 10 16,0 1-10-16,3 0 10 0,-3-1-10 16,0 1 9-16,0-3-9 0,0-2 8 0,3 2-8 0,0-3 8 0,0 0-8 15,0-2 8-15,0 3-8 0,0-6 8 0,0 3-8 0,0-3 8 0,0-3-8 16,0 1 0-1,3-4 8-15,-3 1-8 0,0-2 0 0,3-1 8 0,0 0-8 16,0 0 0-16,0 0 8 0,-3 0-8 16,6 1 0-16,-3 1 0 0,0 1 8 0,3-3-8 15,-3 3 0-15,3 0 9 0,0-3-9 0,0-2 0 0,0 2 9 0,0-5-9 0,0 2 0 16,0 1 13-16,3 2-4 0,-3-2-1 0,0 2 0 16,0 3-8-16,0 2 8 0,0 1-8 0,0 2 8 15,0 0-8-15,0 0 8 0,0 0-8 0,-3 0 8 16,3 3-8-16,0 0 0 0,0 0 0 0,-3-1 8 15,3 1-8-15,0 3 8 0,-3-4-8 0,3 1 8 16,0 3-8-16,0-1 0 0,0 0 0 0,0-2 0 16,0 5 0-16,0-2 0 0,0-1 8 0,0 3-8 15,0 0 0-15,-3 0 0 0,3 3 0 0,0-3 0 16,0 5 0-16,0-2 0 0,0 0 0 0,0 2 0 16,0 0 0-16,-1-2 0 0,1 3-8 0,-3 2 8 15,3-3-18-15,-3 3 1 0,6-3 0 0,-3 3 0 16,0-5-31-16,3 2-5 0,0-2-2 0</inkml:trace>
  <inkml:trace contextRef="#ctx0" brushRef="#br1" timeOffset="130800.358">20115 6321 1306 0,'3'-5'27'0,"0"-6"7"0,0 3-34 0,0-2 0 0,0 2 0 0,0-3 0 15,0 3 94-15,0 0 12 0,0-2 2 0,0 2 1 16,0-3-15-16,-3 3-3 0,3 1-1 0,-3-1 0 16,3 0-14-16,-3 0-4 0,0 0 0 0,0 2 0 15,0 1-10-15,-3 0-2 0,3 5-1 0,0-5 0 16,-6-1-4-16,3 4-1 0,-3-4 0 0,0 4 0 15,0-4-14-15,0 1-2 0,-3 2-1 0,0 1 0 16,1-1-9-16,-4 1-1 0,0-4-1 0,-3 4 0 16,0-1-15-16,-3 0-3 0,0 3-8 0,0-2 12 15,-2-1-1-15,-1 0-1 0,-3 1 0 0,3-1 0 16,-3 0-10-16,0 3 8 0,1-2-8 0,-4-1 8 16,0 1-8-16,-3-1 0 0,-2-2 0 0,-1 2 0 15,3 0 0-15,-6 1 8 0,4-1-8 0,-1 0 0 16,3 1 0-16,0 2 0 0,6-3 0 0,-2 3 0 15,5 0 0-15,0-3 0 0,0 3 0 0,6 0 0 16,0 0 0-16,4 3 0 0,-1-3 0 0,3 0 0 16,3 3 0-16,0-3 0 0,6 0-9 0,0 0 9 15,0 0 0-15,0 0-10 0,0 0 10 0,0 5-8 0,0-5 8 0,0 8 0 16,3-3 0-16,-3 1-8 16,3-1 8-16,0 0 0 0,0 3 0 0,0-3 0 0,-3 3 0 15,3 0 0-15,0 0 0 0,0 3 0 0,-3-3 0 16,3 2 0-16,-3 1 0 0,0 2 0 15,0 0 0-15,0 3 0 0,0 3 0 0,0-3 0 16,0 5 0-16,-3-3 0 0,3 3 0 0,0 1 0 0,0-1 0 0,-3 0 0 16,3 0 0-16,-3 3 0 0,3-3 0 0,-3 0 0 0,3 0 0 0,-3 3 0 15,3 0 0-15,0 0 0 0,-3 2 0 0,3 3 0 16,0 1 0-16,-3-1 0 0,3 0 0 0,-3 2 8 16,0-1-8-16,3-1 8 0,-3 0-8 0,0-3 8 15,3 3-8-15,-3-2 11 0,0-1-11 0,0 1 12 16,0 2-24-16,-3 3-4 0,3-1 0 0,0 4-1 15,0-3 17-15,0-1 0 0,0-2 0 0,0 0 0 16,0 1 0-16,0-4 0 0,0-2 0 0,0 2 0 16,0 3 48-16,3-2 12 0,-3-1 4 0,3 6 0 15,-3-3-64-15,3 0-15 0,0 0-1 0,0 3-1 16,0-5 17-16,0-1 0 0,0-2 0 0,0 0 0 16,0-3 0-16,0 0 0 0,3-2 9 0,-3-1-9 15,3 3 9-15,-3-2-9 0,3 2 10 0,-3 3-10 16,3-3 12-16,0 0-4 0,0 3-8 0,-3-3 12 15,3 0-12-15,0 0 0 0,0 1 0 0,0-4 0 16,0 1 0-16,0-4 0 0,-3 4 0 0,3-3 0 16,0 0 0-16,-3 0 0 0,3-3 0 0,0 3 0 15,-3-3 0-15,3 0 0 0,-3 0 0 0,3 1 0 0,-3-1 0 16,0-3 0-16,0 4 0 0,0-1 0 0,0-2 0 16,-3 2 0-16,3 3 0 0,0-3 0 0,0 0 0 0,-3 3 0 15,3-3 0-15,0 3 0 0,0-3 0 0,-3 3 0 0,3-3 0 16,0 3 0-16,0-2 0 0,-3-1 0 0,3 0 0 15,0 0 0-15,0 0 0 0,0-2 0 16,0 2 0-16,0 0 0 0,0 1 0 16,0-4 0-16,0 4 0 0,0-4 0 0,0 3 0 0,0-2 0 15,0 0 0-15,0-1 0 0,0 1 0 0,0-1 0 0,0 3 0 16,0 1 0-16,0-4 0 0,0 4 0 0,0-1 0 16,0 0 0-16,0 0 0 0,0-2 0 0,0 2 0 0,0-2 0 15,0 2 0-15,-3-3 0 0,3 1 0 0,0 0 0 16,0-1 0-16,0 1 0 0,0-1 0 0,0-2 0 15,0 3 0-15,0-3 0 0,0 0 0 0,0 0 0 16,0 0 0-16,0 0 0 0,0 0 0 0,0-1 0 16,3-1 27-16,-3 2 2 0,0 0 1 0,0 0 0 15,3-3-30-15,-3 3 0 0,0 0 0 0,0-3 0 16,3 3 0-16,-3-3 8 0,0-5-8 0,0 8 0 16,3-3 0-16,-3 1 0 0,0-6 0 0,0 8 0 15,3-3 0-15,-3-5 0 0,0 5 0 0,3 3 0 16,-3-5 0-16,3 2 0 0,-3 0 0 0,3 1 0 15,0-1 0-15,-3 0 0 0,3 1 0 0,0-1 0 16,0 0 0-16,-3-2 0 0,3 2 0 0,0 0 0 16,0-2 0-16,0 2 0 0,0-2 0 0,0 2 0 15,0 1 0-15,-1-1 0 0,1 0 0 0,3 0 0 16,-3-2 0-16,0 2 0 0,3-2 0 0,-3 0 0 16,3-1 0-16,-3 1 0 0,3 2 0 0,0-2 0 15,0 0 0-15,0-1 0 0,0 1 0 0,3 0 0 16,0-3 0-16,0 2 0 0,3-2 0 0,-3 3 0 15,6-1 0-15,-1-2 0 0,1 0 0 0,3 3 0 16,0-3 0-16,0 0 8 0,3 0-8 0,0 0 0 0,-1 0 0 0,1 3 0 0,0-3 0 16,0 0 0-16,0 0 0 0,0 0 0 0,-4 0 0 0,4 0 0 15,0 0 0-15,-3 0 0 0,0 0 0 0,3 0 0 16,-4 0 0-16,1 0 0 0,0 0 0 0,0 0 0 16,-3 0 0-16,3-3 0 0,0 3 0 0,0 0 0 15,-4 0-24 1,4 0-7-16,-3 0-1 0,0 3-1 0,0-3 53 0,0 0 12 0,0 0 1 0,-3 0 1 15,-1 0-24-15,1 0-10 0,-3 0 8 16,0 0-8-16,0 0 0 0,-3 0 0 0,3 0 8 0,-3 0-8 16,-3 0 0-16,3 0 0 0,-6 0 0 0,0 0 0 15,0 0 8-15,3-3-8 0,-3 3 12 0,0 0-4 16,0 0-8-16,0 0 0 0,3-3 0 0,-3 3 0 16,0 0 19-16,3-5-2 0,-3 5 0 0,0-5 0 15,0 0-27-15,0-1-6 0,0 1 0 0,0 0-1 16,0-3 17-16,0 2 0 0,0-4 0 0,-3 2 0 15,3 0 0-15,0 0 0 0,0-2 0 0,0-1 0 16,0 0 0-16,0 1 0 0,0-1 8 0,0-2-8 16,0 2 0-16,3 1 0 0,-3-1 8 0,0-2-8 15,3 0 0-15,-3-3 8 0,0 3-8 0,3-3 0 16,-3 3 9-16,3-3-9 0,0-3 8 0,-3 1-8 0,3-1 8 16,0 1-8-16,-3-4 0 0,3 4 8 0,0-3-8 15,-3 0 0-15,3-3 0 0,0 3 8 0,0 2-8 16,0-2 0-16,0 2 0 0,0-2 8 0,0 3-8 0,0-4 0 0,-1 1 9 15,1 0-9 1,-3 0 0-16,3-3 8 0,0 0-8 0,0 1 0 0,0-1 0 16,0-3 9-16,0 1-9 0,0 2 0 0,0 0 8 0,0 0-8 0,-3 1 0 0,3 4 0 15,0-2 0 1,-3 0 0-16,3 2 0 0,0 1 0 0,-3-4 0 0,3 4 0 16,0-1 0-16,-3-2 0 0,3 3 0 0,-3-6 0 0,3 0 0 0,-3 0 0 15,3 0 0-15,-3 3 0 0,3-3 0 0,-3 1 0 16,3 2 0-16,-3-1 0 0,0 4 0 0,3-1 0 15,-3 1 0-15,0 2 0 0,3-3 0 0,-3 4 0 16,0-1 0-16,0-3 0 0,0 1 0 0,0-1 0 16,0-2 0-16,0 0 0 0,0 0 0 0,0-3 0 15,0 3 0-15,0-3 0 0,0 3 0 0,0-1 0 16,0 4 0-16,0-1 0 0,0 1 0 0,0-1 0 16,0 3 0-16,0 3 0 0,3-3 0 0,-3 3 0 15,0-3 0-15,3 3 0 0,-3 0 0 0,0 0 0 16,3-3 0-16,-3 0 0 0,0-3 0 0,0 1 0 15,0-1 0-15,-3-2 0 0,3 0 0 0,-3 0 0 16,3 0 8-16,0-3-8 0,-3 3 0 0,3-1 0 16,-3 1 0-16,3 3 0 0,0 2 0 0,-3-3 0 15,3 3 0-15,0 3 0 0,0 0 0 0,0 0 0 16,0 0 0-16,3-1 0 0,-3-2 0 0,0 3 0 16,0-3 0-16,0 3 0 0,3 0 0 0,-3 0 0 15,3-3 0-15,0 0 0 0,0 0 0 0,0-3 0 16,0 4 0-16,0-4 0 0,0 1 0 0,3-1 0 15,-3 1 0-15,0 2 0 0,3-3 0 0,-3 3 0 0,0 3 9 16,0 0-1-16,0 0-8 0,0 2 12 0,0 0-12 0,2 1 0 16,-2-1 0-16,0 1-10 0,0-1 10 0,0 3 0 0,0-2 0 0,0-1 0 15,0 3 0-15,0-5 0 0,0 2 0 0,0 1 0 16,0-4 0-16,-3 4 9 0,3-3-9 0,0-1 0 16,0-2 8-16,-3 3-8 0,0-3 0 0,3 3 0 15,-3-3 0-15,0 0 0 0,0 3 8 0,0-3-8 16,-3 3 0-16,3 0 8 0,-3 0-8 0,0-1 0 15,0 4 8-15,0-1-8 0,0 3 0 16,-3 0 0-16,0 0 8 0,0 0-8 0,0 3 0 0,0 0 0 16,1 0 0-16,-4 2 0 0,-3-2 0 0,0 2 0 15,0 0 0-15,0 3 0 0,-3-2 0 0,0-1 0 16,0 3 0-16,0 0 0 0,1 0 0 0,-4 0 0 16,0 3 0-16,0-3 0 0,0 0-12 0,-3 2 3 15,0 1-22-15,1 0-4 0,-1-1-1 16,0 4 0-16,0-1-121 0,3 3-25 0,-3 0-5 0</inkml:trace>
  <inkml:trace contextRef="#ctx0" brushRef="#br1" timeOffset="134114.507">21494 8549 1492 0,'-6'0'31'0,"6"0"8"0,0 0-31 16,0 0-8-16,0 0 0 0,0 0 0 16,0 0 82-16,0 0 15 0,0 0 3 0,0 0 1 15,0 0-41-15,9 0-8 0,-1 0-1 0,4 0-1 0,3 3-6 0,6 0 0 0,0-3-1 16,3 2 0-16,2 3-11 0,7 1-1 0,-3-1-1 16,6 0 0-16,-4 1-6 0,4-1 0 0,0 0-1 0,3 0 0 15,2 3-11-15,7 0-1 0,0 0-1 16,2 0 0-16,-2 3-2 0,-4-3-8 15,1 0 12-15,0 2-4 0,-1 1-8 0,1-1 0 16,3 1 9-16,-1 0-9 0,-5 2 0 16,-6-3 8-16,-1 1-8 0,1 0 0 0,-6-1 12 0,0-2-1 15,-4 0-1-15,1 0 0 0,0 0-10 0,-6 0 0 0,0-3 0 0,-1 0 0 16,-5 1 0-16,0-1 0 0,0-2 0 0,-3 2 0 16,-3-2 0-16,0-3 0 0,-3 2 0 0,0 1 0 15,0-3-49 1,-3-3-12-16,3 1-3 0,-3-1 0 0,0-2-51 0,-3-1-10 15,3 1-3-15,0-5 0 0,-3 2 0 0,0-3 0 0,3-2 0 16,-3 0 0-16,0-1 103 0,0 1 25 0,-3-3 0 0,3 0 0 16,-3 0-19-16,0 1 2 0,-3-1 0 0,3-3 0 15,-3 6 27-15,-3 0 6 0,3-1 0 0,-3 1 1 16,0 3 75-16,0-1 16 0,-3 1 2 0,3 2 1 16,0 0-47-16,0 0-10 0,0 2-2 0,1 1 0 15,2 2-18-15,0-2-4 0,0 3-1 0,6 2 0 16,0 0 40-16,0 0 8 0,0 0 2 0,0 0 0 15,0 0-40-15,0 0-8 0,0 0-2 0,0 0 0 16,0 5-2-16,3 0-1 0,0 3 0 0,0-3 0 0,3 3-2 16,2 0-1-16,-2 0 0 0,3 0 0 15,0 3-5-15,0-1-1 0,0 1 0 0,0 2 0 16,0-2 0-16,-3 2 0 0,3 0 0 0,-3 0 0 0,-3 3-17 16,3 0 0-16,-3 0 0 0,-3 3 0 0,0-4 10 15,0 1-2-15,-3 0 0 0,0 0 0 0,-3 0 0 16,-3-3 0-16,0 3 0 0,-3-5 0 0,0 2-8 15,-3 0 10-15,0-2-10 0,1 2 10 0,-4-3-24 0,3 1-5 16,0 2-1-16,-3-2 0 0,3-1 20 0,3 1 0 0,-3 0 0 0,3-1 0 16,4-2 0-16,-4 3 0 0,3-3 0 0,0 0 0 15,3 0 0-15,-3-1 0 0,3-1 0 0,0-1 0 32,0 0-166-32,0-2-30 0,6-3-5 0</inkml:trace>
  <inkml:trace contextRef="#ctx0" brushRef="#br1" timeOffset="135371.295">23527 9414 1428 0,'0'-5'60'15,"3"0"-48"1,-3 5 90-16,0-5 18 0,0 5 3 0,0-6 1 16,0 6-21-16,0-5-4 0,-3 0-1 0,0-1 0 15,0 4-42-15,-3-1-8 0,0 0-1 0,-3 3-1 16,-3-2-28-16,0 2-6 0,0 0 0 0,-6 0-1 0,0 0-1 16,0 2 0-16,-2-2 0 0,-1 3 0 0,-3 0-10 15,0-1 12-15,3 4-12 0,0-1 12 0,1 0-12 0,2 1 0 0,0 2 0 16,3-1 0-16,6 4 0 0,0-3 0 15,3 3-11-15,0 2 11 0,6 0-10 0,3 0 10 16,0 3-12-16,3-5 12 0,3 5-13 0,3-3 4 0,3 0 1 16,0 3 0-16,3-3 8 0,-3 0-8 15,2 1 8-15,1-4-8 0,-3 1 8 16,0-1 0-16,0-2 0 0,-3 3 0 0,-3-3 0 0,0 0 0 0,0 0 0 16,-6 0 0-16,0 0 0 0,0 0 0 0,-3-3 10 0,-3 0-10 15,0 0 13-15,-3 1-3 0,0-4-1 0,-3 4 0 16,-3-4-1-16,-3 1 0 0,0 0 0 0,-3-1 0 15,0 4-8-15,0-4 0 0,-2-2 9 0,2 3-9 16,0-1 0-16,3 1 0 0,0-3 0 0,0 3 8 16,3-1-8-16,3-2 0 0,1 0 0 0,-1 3-8 15,6-3-28-15,3 0-4 0,0 0-2 0,0 0 0 16,0 0-139-16,0 0-28 0,6 3-6 0</inkml:trace>
  <inkml:trace contextRef="#ctx0" brushRef="#br1" timeOffset="135902.712">23574 9811 1516 0,'0'0'32'0,"0"0"6"16,0 0-30-16,0 0-8 0,0 0 0 0,0 0 0 0,0 0 120 0,0 0 24 0,0 0 4 0,0 0 0 31,0 0-31-31,0 0-6 0,0-2-2 0,0-4 0 15,3 1-33-15,0 2-6 0,0-2-2 0,3 3 0 0,0-4-24 0,3 4-4 0,0-4-2 16,3 1 0-16,0 2-9 0,0-2-1 0,5 2-1 0,-2 3 0 16,0-2-11-16,3-1-1 0,-3 1-1 0,3 2 0 15,-3 0-6-15,0 0 0 0,-4 0-8 0,1 0 12 16,0 0-12-16,0 2 0 0,0-2 8 0,-3 3-8 16,0-1 0-16,0 1 8 0,0 0-8 0,-6-1 0 15,3 4 0-15,-3-1 0 0,-3 0 0 0,3 1 0 16,-6 1-21-16,3 1-1 0,-6 0 0 0,3 3 0 15,-6 0-9 1,3 2-1-16,0-3-1 0,-3 1 0 0,3 0 6 0,-3-1 2 0,0 1 0 0,0-3 0 16,0 2 9-16,0-2 1 0,1-3 1 0,-1 3 0 15,3-2 14-15,0-1 0 0,-3 0-10 0,6-2 10 16,3-3 0-16,0 0-9 0,0 0 9 0,0 0 0 16,3 5-9-16,0-2 9 0,6-1 0 0,-3 1-9 15,0 0 9-15,2-3 16 0,1 2-4 0,0 1-1 16,0 0 4-16,0-1 1 0,0 1 0 0,0 0 0 15,-3 2 7-15,0 0 1 0,0 1 1 0,0-1 0 16,0 3 0-16,-3-3 0 0,0 3 0 0,0 0 0 16,-3 0-7-16,-3 0-2 0,0 2 0 0,0 1 0 15,-6 0-5-15,0 2-2 0,0 0 0 0,0 0 0 16,-6-2-9-16,0 2 10 0,0 0-10 0,-5 1 10 0,-1-4-19 16,-3 3-4-16,0 1-1 0,-3 1 0 15,-2 1-19-15,2 0-4 0,0 0-1 0,-3 3 0 16,3-4-44-16,4 1-9 0,2 0-1 0</inkml:trace>
  <inkml:trace contextRef="#ctx0" brushRef="#br1" timeOffset="136583.013">19999 9242 1982 0,'0'0'56'0,"0"0"12"0,0 0-54 0,-3-5-14 0,3 5 0 0,-3-2 0 16,3 2 76-1,0 0 13-15,0 0 3 0,0 0 0 0,-6-3-24 0,6 3-4 0,-6 0 0 0,-3 3-1 16,4 2-24-16,-4 3-5 0,0 2-1 0,-3 4 0 16,3-1-8-16,-3 3-1 0,0 2-1 0,0 6 0 15,-3 0-23-15,3 5 0 0,0 3-10 0,-2 5 10 16,2-3 0-16,0 1 0 0,3-1 0 0,-3 3 0 16,3-3 0-16,0-5 0 0,0 3 0 0,-3 0 0 15,0 0 18-15,0-1 10 0,0-1 3 0,1 1 0 16,-4 4-31-16,3-6 0 0,-3 0 0 0,3 0 0 15,-3-2-9-15,3-4 9 0,-3-1 0 0,3-4-9 16,0 1-19-16,4-4-3 0,-4-1-1 0,3-1 0 16,0-3-130-16,3 1-26 0,0-3-6 0</inkml:trace>
  <inkml:trace contextRef="#ctx0" brushRef="#br1" timeOffset="137047.1">19386 10047 1482 0,'0'0'62'0,"0"0"-50"16,-3-5 81-16,3-1 16 0,-3 1 3 0,3 5 1 15,0 0-26-15,0 0-6 0,3-5-1 0,-3 5 0 16,0 0-44-16,0 0-8 0,0 0-3 0,0 0 0 16,0 0 31-16,0 0 7 0,3 5 1 0,3-2 0 15,-3 5-52-15,0-3-12 0,3 5 0 0,-3 1 0 16,0 0 0-16,0-1 0 0,3 3 0 0,-3 1 0 16,0 2 0-16,0-3 0 0,-3 0 0 0,3 0 0 15,-3 0 54-15,3 1 8 0,0-1 2 0,-3 0 0 16,3 0-103-1,-3 1-20-15,3-1-4 0,-3 0-1 0,3-2 52 0,0-1 12 0,0 1 0 0,0-3 0 16,0 0 0-16,0 0 0 0,2 0 0 0,-2-3 0 16,3 0 48-16,0-2 13 0,3-1 3 0,-3-2 0 15,6 0-64-15,-3-2-24 0,3-1 0 0,3 0 1 16,-3-4 23-16,3 1 18 0,2-2-3 0,-2-2-1 16,3-1-14-16,0 3 8 0,0-5-8 0,0 2 0 15,0 1 0-15,-3-1 8 0,-1 3-8 0,1-2 0 16,0-1-44-16,-3 3-12 0,0 0-3 0,0 0 0 15,0 0-73-15,-3 3-14 0,0 0-3 16</inkml:trace>
  <inkml:trace contextRef="#ctx0" brushRef="#br1" timeOffset="137807.412">19731 10864 1744 0,'-6'-10'36'0,"6"10"8"0,-3-3-35 16,0-2-9-16,0 2 0 0,-2 1 0 0,-1-1 84 0,-3 0 14 0,0-2 3 0,0 5 1 15,-6-3-44-15,0 1-9 0,-3 2-1 0,-3 2-1 16,0 1-38-16,1 2-9 0,-4 1 0 0,0 2 0 16,3 0 32-16,0 2 4 0,-2 1 0 0,5 2 1 15,-3-2-8-15,6 2-1 0,-3 0-1 0,3 0 0 16,3-2-38-16,0-1-7 0,1 4-2 0,2-4 0 16,3 1 20-16,3-1-12 0,0 1 12 0,3 0-10 15,3-1-23-15,3 1-5 16,3-1-1-16,-4 4 0 0,4-7 39 0,3 4 0 0,-3 0 0 0,3-1 0 15,0-2 0-15,0 3 0 0,0-3 0 0,3 0 0 16,-3 0 44-16,3-1 16 0,-1 1 3 0,-2 0 1 16,0 0-64-16,0 0-26 0,-3 0 2 0,0 0 0 15,-3 0 24-15,-3 0 0 0,0 0 12 0,-3 0-4 16,-3 0 4-16,-3-3 0 0,-3 3 1 0,0 0 0 16,0-3-13-16,-3 1 9 0,0 1-9 0,-2-1 8 15,2-1-8-15,-3 3 0 0,0-5 0 0,3 5 0 16,-3-3 0-16,3 0 0 0,-3-2 0 0,3 2 0 15,0-2 0-15,-2-3 0 0,-1 2 0 0,3 1 0 16,3-3-132-16,0-3-28 0,3 1-5 0</inkml:trace>
  <inkml:trace contextRef="#ctx0" brushRef="#br1" timeOffset="138072.449">19612 11134 1355 0,'54'-10'28'0,"-36"7"8"0,-3 0-36 16,0 1 0-16,-1-1 0 0,1 1 0 15,-6 2 105-15,0-3 15 0,-3 3 2 0,0 3 1 0,0-3 4 0,-3 2 1 0,-3-2 0 0,0 5 0 16,3 1-52-16,-3-1-9 0,0 0-3 0,0 3 0 16,-3 0 0-16,3 0 0 0,0 3 0 0,-3-1 0 15,3 4-10-15,0-1-2 0,0 0-1 0,-3 0 0 16,3 3-25-16,-3 0-5 0,3-3-1 0,-3 3 0 16,3 0-9-16,-3 0-3 0,0 0 0 0,3 2 0 15,-3-4-8-15,0-1 8 0,3 3-8 0,-3-3 8 16,0 0-21-16,0 3-5 0,3-3-1 0,-3 0 0 15,3 1 19-15,0-4 0 0,-3 3 0 0,3-2 0 16,0-3-101-16,3 3-23 0,-3-6-5 0</inkml:trace>
  <inkml:trace contextRef="#ctx0" brushRef="#br1" timeOffset="138652.385">20345 10912 1797 0,'0'-5'76'0,"0"0"-61"15,0-1 75-15,-3 1 15 0,3 0 3 0,-6-1 1 16,3 1-41-16,-6 2-8 0,3-2-1 0,-6 2-1 15,3 1-24-15,-6 2-5 0,0 0-1 0,0 0 0 16,0 0-11-16,1 2-2 0,-1 1-1 0,0 2 0 16,-3 1-5-16,0-1-1 0,0 3 0 0,3 0 0 15,0 0-8-15,1 0 0 0,2 0 0 0,0 2 8 16,6-2-8-16,-3 0 0 0,6 3 0 0,0-1 0 16,3-2-9-16,6 5 9 0,0-2-12 0,3 0 12 15,3 2-8-15,2 0 8 0,1 0 0 0,0 1 0 16,3-1 0-16,-3 0 0 0,0 0 0 0,3-2 0 15,-3 2 0-15,0-2 0 0,-1 2 0 0,-2-3 9 16,3 4-9-16,-3-4 8 0,-3 1-8 0,0-3 8 0,-3 2 2 16,-3 1 0-16,-3-3 0 0,0 0 0 0,0 2 20 0,-6-2 4 15,0 0 1-15,-3 0 0 0,0 0-35 0,-3 0 0 16,0-3 0-16,0 3 0 0,0-2 0 0,-2-1 0 0,2 3-15 16,-3-3 5-16,0 0 10 0,0-2 0 0,0 2 0 0,3-2 0 31,0-3-82-31,3 3-14 0,0-3-4 0</inkml:trace>
  <inkml:trace contextRef="#ctx0" brushRef="#br1" timeOffset="139105.173">20464 11280 1552 0,'0'0'44'0,"0"0"10"0,0 0-43 0,0 0-11 0,0 0 0 0,0 0 0 15,0 0 104-15,0 0 20 0,3 0 3 0,3-5 1 16,-3 2-52-16,0 0-9 0,2-2-3 0,1 0 0 16,-3-1 0-16,3-2 0 0,0 3 0 0,3 0 0 15,-3-3-2-15,3 0-1 0,0 0 0 0,-3 0 0 16,3 3-46-16,0-3-15 0,0 0 8 0,0 3-8 16,3-1 41-16,-3 1 5 0,-1 2 1 0,-2 1 0 15,3-1-31-15,0 1-7 0,0 2-1 0,0 2 0 16,-3 1 0-16,3 2 0 0,-3 0 0 0,-3 3 0 15,3 3-8-15,-3 2 0 0,-3 0 0 0,0 3 0 16,0 0 0-16,-3 0-11 0,-3 0 3 0,0 2 0 16,0 1-38-16,-3-3-7 0,3 5-2 0,-3-2 0 15,0-1 31-15,-3-2 5 0,3 2 2 0,1 1 0 16,-1-3 6-16,-3 2 2 0,6-2 0 0,0-3 0 0,0 3 9 16,3-2 0-16,3-1 10 0,0 0-10 0,0-2 13 15,3-1-3-15,0-2-1 0,3 0 0 0,0-3 3 0,3 1 0 0,0-4 0 16,2-2 0-1,4 0 20-15,0 0 5 0,3-2 1 0,3-1 0 0,0 0-17 0,3-2-3 0,2 0-1 16,1-1 0-16,3 1-17 0,-3 3 8 0,0-4-8 0,2 1 0 16,-2-3 0-16,-3 3 0 0,-3-1 0 0,3 1 0 15,-1-3-110 1,-2 3-29-16,3 0-5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3:01:56.100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context xml:id="ctx1">
      <inkml:inkSource xml:id="inkSrc29">
        <inkml:traceFormat>
          <inkml:channel name="X" type="integer" max="428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50.17545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1" timeString="2022-02-14T23:02:22.122"/>
    </inkml:context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2060"/>
    </inkml:brush>
    <inkml:brush xml:id="br3">
      <inkml:brushProperty name="width" value="0.05292" units="cm"/>
      <inkml:brushProperty name="height" value="0.05292" units="cm"/>
      <inkml:brushProperty name="color" value="#00B050"/>
    </inkml:brush>
    <inkml:brush xml:id="br4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12590 3265 2030 0,'0'-5'57'0,"0"5"14"0,0-3-57 0,0 3-14 0,0 0 0 0,0 0 0 16,0 0 105-16,0 0 19 0,0 0 3 0,0 0 1 15,-5 3-52-15,-4 2-9 0,0 0-3 0,0 6 0 16,0 2-51-16,-6 3-13 0,3 5 0 0,-3 0 0 15,0 6 54-15,-3-1 8 0,-2 6 2 0,-7 3 0 16,3-6-52-16,-3 0-12 0,0 0 0 0,-2 3 0 16,2-1 0-16,0-2 0 0,0 1 0 0,0 4 0 15,4-5 0-15,2-5 0 0,3 2 0 0,-3 1 0 16,0-6-35-16,3 0-9 0,1-8-3 0,-1 3 0 16,6-3-159-16,0-5-32 0</inkml:trace>
  <inkml:trace contextRef="#ctx0" brushRef="#br0" timeOffset="244.11">12114 3448 1824 0,'-3'-6'76'0,"0"-1"-60"16,0 1 112-16,0 4 24 0,3 2 4 0,0 0 0 16,0 0-73-16,0 0-15 0,0 0-4 0,0 0 0 15,6 2-24-15,-3 4-6 0,3-4-1 0,3 6 0 16,-3 0-1-16,3 3-1 0,0 2 0 0,0 3 0 15,3-6 3-15,3 6 1 0,-3-3 0 0,2 3 0 16,1-2-35-16,3 1 0 0,-3 1 0 0,3 3 0 16,0-3 0-16,-3 0 0 0,3 2 0 0,-4-2 0 15,4 2 0-15,-3 1 0 0,-3 2 0 0,3-2 0 16,-3-1 0-16,0 1 0 0,3-1 0 0,-6-2 0 16,2-3-96-16,-2 3-25 15,-3-8-6-15</inkml:trace>
  <inkml:trace contextRef="#ctx0" brushRef="#br0" timeOffset="510.788">12611 3670 2066 0,'-3'-13'43'0,"0"5"10"16,0 0-42-16,3 0-11 0,-3 0 0 0,3 3 0 16,0 5 156-16,0 0 28 0,0 0 7 0,0 0 1 15,0 0-103-15,0 0-20 0,0 0-4 0,0 0-1 16,0 0-28-16,0 0-7 0,3 5-1 0,0 3 0 0,0 0 5 0,3 2 1 0,-3-2 0 0,3 6 0 31,0 2-11-31,-3 2-3 0,3-2 0 0,-3 0 0 0,3 5-12 0,0 3-8 0,0-3 8 16,0 3-8-16,0 2-13 0,-3-7-7 15,3-1-2-15,0 1 0 0,-3-1 22 0,3-4 0 0,-3 1 0 16,0-1 0-16,0 2 0 16,0-6 0-16,-3 1 0 0,3-1 0 15,0-2-108-15,0 0-16 0,-1-3-4 0</inkml:trace>
  <inkml:trace contextRef="#ctx0" brushRef="#br0" timeOffset="2374.131">13326 3286 1579 0,'9'-16'32'0,"-6"14"10"0,0-1-34 0,0-5-8 0,0 3 0 0,0 2 0 15,0-5 156-15,-3 3 28 0,2 0 7 0,-2 2 1 16,0 3-103-16,0 0-20 0,0 0-4 0,0 0-1 16,0 0 0-16,0 0 0 0,0 0 0 0,0 0 0 15,0 0 0-15,0 0 0 0,0 0 0 0,-5 3 0 16,-1-1-51-16,-3 1-13 0,3 2 0 0,-3 3 0 15,-3 3 0-15,0-1 0 0,-3 1 0 0,0 5 0 16,-3 5 0-16,-3 0 0 0,-2 3 0 0,-4 5 0 16,3-5 0-16,0 5 0 0,-3-2 0 0,4 2 0 15,-1-6 15-15,0 1 0 0,3-3 0 0,3 1 0 0,-3-1-24 16,4-3-5-16,-1 1-1 0,3-6 0 16,-3 3-34-16,0-3-7 0,0-2-2 0,0 2 0 15,4-5-193-15,2-3-38 0</inkml:trace>
  <inkml:trace contextRef="#ctx0" brushRef="#br0" timeOffset="2630.972">12885 3405 2206 0,'-3'-23'63'0,"3"4"13"0,-3-2-61 0,3 5-15 0,0 3 0 0,0 2 0 16,0 3 93-16,0 0 16 0,0-2 3 0,0 4 1 15,0 6-41-15,0 0-9 0,0 0-2 0,3-2 0 16,3 4-28-16,-3-2-5 0,3 6-2 0,0-1 0 15,0 3-6-15,0 5 0 0,0-2-1 0,0 2 0 16,3 6-5-16,0 4-1 0,0-1 0 0,0-1 0 16,5 3-29-16,-2-1-5 0,3 1-2 0,0 3 0 15,-3-6 23-15,3-3 0 0,0 1 0 0,3-1 0 16,-3 1 0-16,2-3 0 0,-2 0 0 0,3-1 0 16,-3-1-168-16,0-1-28 0,3-2-7 0</inkml:trace>
  <inkml:trace contextRef="#ctx0" brushRef="#br0" timeOffset="2989.652">13403 3583 2040 0,'-3'-6'86'0,"0"4"-69"16,0-6 146-16,3 8 29 0,-3-5 5 0,3 5 2 31,0 0-123-31,3-3-25 0,-3 3-5 0,3-3-1 16,3-2-21-16,0 5-4 0,0-3 0 0,0 3-1 0,3 3 36 0,0-3 7 0,0 5 2 0,0-2 0 15,3 5-52-15,-3-6-12 0,2 6 0 0,-2-2 0 16,0 2 0-16,0 5 8 0,0-5-8 16,-3 2 0-16,-3 1 8 0,0 5-8 0,0-6 0 0,-3 9 9 15,0-6-24-15,-3 11-5 0,-3-5 0 0,3 2-1 16,-3 0-3-16,0 0 0 0,0 3 0 0,0-6 0 16,-3 1 0-16,6-1-1 0,-3-2 0 0,0-3 0 15,4-2 25-15,2 2 0 0,-3-5 0 0,6 0 0 16,-3-3 0-16,5 3 0 0,-2-5 0 0,6 2 0 15,3-5 26-15,0 0 10 0,0 0 3 0,6 0 0 16,0 0-11-16,0-5-3 0,3 2 0 0,-1-2 0 16,1 2-25-16,-3-2-17 0,3 0 2 0,-3 0 1 15,3 2 14-15,-1 0 0 0,1-5 0 0,0 3 0 16,3 0 0-16,3-1-9 0,2 4 9 0,-2-3-12 16,0-1-81-16,0-2-17 0,0 3-3 0</inkml:trace>
  <inkml:trace contextRef="#ctx0" brushRef="#br0" timeOffset="3641.737">11123 4382 2172 0,'0'0'61'0,"0"0"15"0,0 0-61 0,-3-3-15 0,-3 3 0 0,0 0 0 31,0-5 108-31,0 5 18 0,-3 5 4 0,0-5 1 0,0 3-87 0,-2 5-16 0,2-3-4 0,-6 6-1 16,3-1 33-16,-3 3 6 0,-3 3 2 0,3 5 0 16,-3 3-56-16,0 0-8 0,-2 3-8 0,-1 4 8 15,-3 1 0-15,-6 0 0 0,0 2 8 0,-2-2-8 16,2 0 0-16,-3-3 0 0,0-3 0 0,1-2 0 31,5 0-45-31,0-3-15 0,3 0-4 0,3 0 0 16,1-5-102-16,-1-3-21 0,6 1-4 0</inkml:trace>
  <inkml:trace contextRef="#ctx0" brushRef="#br0" timeOffset="3895.628">10629 4530 1622 0,'0'-16'68'0,"3"0"-54"16,-3 8 135-16,0-5 27 0,0 5 6 0,0 3 1 15,0 0-46-15,0 5-9 0,0 0-1 0,0 0-1 16,0 0-50-16,0 0-9 0,3 2-3 0,3 3 0 15,0 3-51-15,0 3-13 0,0 2 0 0,3 3 0 16,-3 3 0-16,2 4 0 0,4 1 0 0,-3 3 0 16,3-1 0-16,-3 3 0 0,3-2 0 0,3 2 0 15,-3-5 0-15,0-1 0 0,0 1 0 0,0 0 0 16,-3 0 24-16,2-6 1 0,-2 4 1 0,0-1 0 16,-3 0-18-16,0 0-8 0,0 0 0 0,0 0 8 0,-3-5-20 0,3 3-4 15,-3-3 0-15,0-3-1 16,0 0-128-16,3-2-26 0,0-1-5 0</inkml:trace>
  <inkml:trace contextRef="#ctx0" brushRef="#br0" timeOffset="4389.702">11016 4842 1824 0,'-3'-10'38'0,"3"10"8"0,0-6-37 16,0 1-9-16,0 0 0 0,3-1 0 0,0 1 104 0,0 2 20 0,0 1 3 0,3-6 1 15,0 5-10-15,3-2-2 0,3 2 0 0,-1 1 0 16,1-1-47-16,0 0-9 0,3 1-3 0,0 2 0 16,-3 0-17-16,3-6-4 0,-3 6-1 0,3 6 0 15,-6-6-17-15,2 0-3 0,-2 2-1 0,0 1 0 16,-3 2-6-16,0-2-8 0,0 2 11 0,-3 1-11 16,0 1 9-16,-3-1-9 0,0-1 0 0,0 3 9 15,-3-3-19-15,-3 6-4 0,3-6-1 0,-3 3 0 16,-3 0-1-16,3-3-1 0,-3 6 0 0,1-8 0 15,-1 2 6-15,-3 0 2 0,3 0 0 0,0-2 0 16,0 0 9-16,3-1 0 0,6-2 0 0,0 0 0 16,0 0 0-16,0 0 0 0,0 0-9 0,0 0 9 15,0 0-9-15,0 0 9 0,6 0-12 0,3-2 12 16,0-1-8-16,3 0 8 0,0 3 0 0,-1-2 0 16,1 2 0-16,0-3 12 0,0 3 0 0,0 0 0 15,0 0-12-15,-3 3 9 0,3-3-9 0,-3 2 8 16,-3 1-8-16,0 2 0 0,0-2 0 0,0 5 0 15,-3-3 0-15,0 1 0 0,0 1 0 0,-1 4 0 16,-2 0 23-16,0-1 12 0,0 6 2 0,0-5 1 16,-2 5-25-16,-1-3-5 0,0 3 0 0,-3 2-8 0,0-5 0 0,0 3 0 0,0 0 0 15,-6 0 0-15,3 0 0 0,-6 0 0 0,3-3 0 0,-6 3 0 16,3-5 0-16,0-1 0 0,-2 1 0 0,-1-1 0 16,3-2-29-1,0 0-13-15,0 0-2 0,-3 0-1 16,6-5-75-16,0 5-14 0,4-6-3 0</inkml:trace>
  <inkml:trace contextRef="#ctx0" brushRef="#br0" timeOffset="4989.246">11921 4440 2001 0,'-6'-11'41'0,"6"11"11"0,0 0-41 0,-3-2-11 0,3 2 0 16,-6-6 0-16,6 6 125 0,-6-2 23 0,0-1 5 0,0 3 1 16,0 0-79-16,0 0-16 0,0 0-3 0,0 3-1 15,-3 2 7-15,3 0 2 0,-3 1 0 0,0 4 0 16,-2-2-52-16,2 3-12 0,-3 2 0 0,-3 6 0 15,6-1 26-15,-6 6 2 0,3 0 1 0,-3 7 0 16,0-7-15-16,0 3-3 0,1-1-1 0,-4 3 0 16,-3-5-10-16,3 0 0 0,-3 0 0 0,-3-6 0 15,4 1-29-15,-4-1-8 0,3-2-2 0,0-3 0 16,0 6 39-16,3-11 0 0,0 5 0 0,4-2 0 16,-4-6-264-16,3 0-44 0</inkml:trace>
  <inkml:trace contextRef="#ctx0" brushRef="#br0" timeOffset="5243.254">11424 4551 2066 0,'-3'-13'43'0,"0"2"10"0,0 3-42 0,0-2-11 0,3 2 0 0,-3 3 0 16,3 5 132-16,0 0 24 0,0 0 4 0,0 0 2 16,0 0-106-16,6 0-20 0,-3 2-5 0,6 3-1 15,0 3 24-15,-1 3 5 0,4 0 1 0,3 7 0 16,0-2-32-16,3 5-5 0,-3-2-2 0,3 4 0 15,0-1-30-15,-3 1-7 0,2-1 0 0,-2-1-1 16,0 0 40-16,-3-2 8 0,3-1 1 0,-3-2 1 16,0 2-25-16,-3-2-8 0,0-2 0 0,0 1 0 15,-1-1 9-15,-2-1-9 0,3 0 0 0,-3 3 9 16,0-5-37-16,0-1-8 0,0 1-2 16,0-1 0-16,0-2-123 0,3 0-25 15,0 0-5-15</inkml:trace>
  <inkml:trace contextRef="#ctx0" brushRef="#br0" timeOffset="6920.415">12096 4840 1580 0,'0'0'67'0,"0"0"-54"16,0 0 132-16,0 0 27 0,0 0 4 0,0 0 2 16,0 0-55-16,0 0-11 0,0 0-3 0,0 0 0 15,0 0-48-15,-6 2-9 0,0-2-3 0,1 3 0 16,-1-1-19-16,-3 1-4 0,0 0-1 0,0 2 0 16,-3 0-15-16,3 1-10 0,-6 2 12 0,3 0-12 15,0-1 8-15,-3 1-8 0,0 3 0 0,1-3 0 16,2 2 0-16,0 4 0 0,0-4 0 0,0 1 0 15,3 2 0-15,0-5 0 0,3 3 0 0,0 2 0 16,3-5 0-16,0 2 0 0,3-2 0 0,0 3 0 16,0-3 0-16,3 0 0 0,0 0-9 0,3 2 9 15,0-7 0-15,3 2-10 0,3 1 10 0,-3-1 0 16,6-3-9-16,0 1 9 0,0 0 0 0,-1-1-9 16,1-2 9-16,0 3 0 0,0-3 0 0,3 0 0 15,-3 0 0-15,0 0-8 0,-3-3 8 0,2 3 0 16,-2 0 0-16,-3-2 0 0,0-1 0 0,3 0 0 15,-3 1-13-15,0 2 2 0,-3-5 1 0,3 2 0 16,-3 0-114-16,0 1-22 0,0-1-5 0</inkml:trace>
  <inkml:trace contextRef="#ctx0" brushRef="#br0" timeOffset="7189.414">12099 4861 2033 0,'0'0'85'16,"-3"5"-68"-16,-3 3 96 0,6-8 19 0,-3 3 4 0,0 5 1 15,0-1-7-15,3 1-2 0,0 3 0 0,0-6 0 16,0 8-83-16,0 1-17 0,3 2-3 0,-3 2-1 16,3 1 13-16,-3 4 3 0,3-1 0 0,0 1 0 15,-3 4-32-15,3-1-8 0,0-4 0 0,0 1 0 16,-3 1 0-16,3-3 0 0,0 0 0 0,-3 1 0 15,0-1 52-15,3 3 10 0,-3-3 2 0,0 3 0 16,3-3-52-16,-3 0-12 0,0 3 0 0,0-3 0 16,3-3-48-16,-3-2-13 0,3 0-3 15</inkml:trace>
  <inkml:trace contextRef="#ctx0" brushRef="#br0" timeOffset="8665.305">13891 4996 1856 0,'-6'0'51'0,"6"0"-41"15,-3-3 94-15,3 3 20 0,-3 0 3 0,3 0 1 16,0 0 0-16,-6 3 0 0,6-3 0 0,-6 2 0 15,3 4-103-15,1-1-25 0,-1 0 0 0,0 3 0 16,0 0 0-16,0 3 0 0,0 2 0 0,0 0 0 16,3 3 0-16,0 0 0 0,0 2 0 0,0-4 0 15,3-1 0-15,0 0 0 0,0 0 0 0,3 1 0 16,-1-4 0-16,1 1 0 0,3-1 0 0,0-2 0 16,3 0 0-16,0-3 0 0,3 1 0 0,-3-1 0 15,3-2 0-15,0-3 0 0,0 0 0 0,-1 0 0 16,1-3 12-16,3-2-2 0,-3-1-1 0,0 1 0 0,-3-3 37 15,0 0 7-15,-3 0 2 0,0-2 0 0,-3 4-32 0,0-7-7 16,-1 3 0-16,-2-4-1 0,0 1 21 0,0 0 4 0,0-3 0 0,0 3 1 16,-3-3-12-16,-3-3-2 0,0 6-1 0,0-8 0 15,0 5-35-15,0 0-7 0,0 0-2 0,-2 3 0 16,-1 0 41-16,-3 2 8 0,0 1 1 0,-3 2 1 16,3 3-33-16,-6-3 0 0,3 5 0 0,-3 3 0 15,-3-5-20-15,3 5-5 16,-2 5-1-16,-1-5 0 0,0 5-72 15,3 1-14-15,0 1-4 0,0 4 0 0,6 2-111 0,0 1-22 0</inkml:trace>
  <inkml:trace contextRef="#ctx0" brushRef="#br0" timeOffset="9146.552">14510 4982 1824 0,'0'0'38'0,"-3"-2"8"15,-3-1-37-15,1 3-9 0,2 0 0 0,-3-5 0 0,0 5 156 0,0-3 28 0,0 3 7 0,0 3 1 16,-3-3-103-16,3 5-20 0,0-5-4 0,0 5-1 15,0 1 0-15,0-1 0 0,0 0 0 0,0 3 0 16,0 0-51-16,3 3-13 0,-3-1 0 0,3 6 0 16,3-5 0-16,-3-1 0 0,3 4 0 15,-3-1 0-15,6 0 0 0,0-2 0 0,0 2 0 16,3-3 0-16,0-2 0 0,0 3 0 16,3-3 0-16,0-3 0 0,3 3 0 0,0-3 0 0,3-2 0 15,-3 0 0-15,0-1 0 16,-1-2 0-16,4-2 0 0,-3 2 0 0,0-3 0 0,3 0 0 0,0 3 0 0,-3-7 0 15,0-1 0-15,3 2 0 0,-4-2 0 0,1 0 0 16,0 0 54-16,-3-2 8 0,0-1 2 0,-3 3 0 16,0-8-52-16,-3 6-12 0,0-6 0 0,-3 0 0 15,0 3 0-15,-3-6 0 0,0 6 0 0,0-3 0 16,-3 0 35-16,-3 3 4 0,0 3 1 0,-3-1 0 16,0 3-31-16,1-3-9 0,-1 6 0 0,-3-3 0 15,3 6-16-15,-3-1-11 0,0 3-1 0,0 0-1 16,0 0-30-16,-3 0-5 0,1 0-2 15</inkml:trace>
  <inkml:trace contextRef="#ctx0" brushRef="#br0" timeOffset="9821.758">16871 4924 2269 0,'-3'0'64'0,"3"0"15"15,-6-2-63-15,0 2-16 0,6 0 0 0,-6 0 0 16,-3 2 54-16,3 1 8 0,0-1 2 0,-3 9 0 16,3-6-20-16,-3 3-3 0,0 6-1 0,1-1 0 15,2 3-26-15,-3 2-6 0,0 1 0 0,0 2-8 16,3-3 8-16,0 1-8 0,3-1 0 0,0 4 0 16,0-4 0-16,3-2 0 0,3 0 0 0,0 0 0 15,3-3 0-15,0 0 0 0,0-2 0 0,3-1 0 16,3-2 0-16,-1 0-11 0,4 0 11 0,0-5-10 15,0 2 10-15,0-2 0 0,0-3 0 0,3 0 0 16,-3 0 0-16,-3-3 0 0,2 0 0 0,-2 1 0 0,0-6 16 0,-3 3 6 16,3-3 1-16,-3 0 0 0,0-3 33 15,-3 1 6-15,0-4 2 0,0 1 0 0,-3 0-52 0,0-3-12 16,0-3 0-16,-3 1 0 0,0-1 54 0,0-2 8 16,-3 0 2-16,0 0 0 0,-3 0-52 0,3 2-12 0,-3 1 0 15,-3-1 0-15,0 3 12 0,0 3-1 16,0 2 0-16,-3-2 0 0,-3 3-11 0,1 2-16 0,-1 0 4 0,-3 0 1 15,0 3 11-15,0 2 0 0,0 3 0 0,0-5 0 16,3 5 0-16,1 0 0 0,-1 0 0 0,3 5 0 16,3-5-156-16,0 3-28 0,6 2-7 0</inkml:trace>
  <inkml:trace contextRef="#ctx0" brushRef="#br0" timeOffset="10099.71">17267 4877 1824 0,'0'0'76'16,"0"0"-60"0,0 0 192-16,0 0 38 0,0 0 8 0,0 0 2 15,0 0-154-15,0 0-30 0,0 0-7 0,0 0-1 16,0 0-51-16,0 0-13 0,0 0 0 0,0 0 0 16,0 0 54-16,3 8 8 0,-3-3 2 0,3 3 0 15,0 5-52-15,-3-5-12 0,3 5 0 0,0 0 0 16,-3 6 0-16,3-1 0 0,-3 1 0 0,3 5 0 15,-3-3 0-15,3-3 0 0,0 4 0 0,0-1 0 0,-3 0 24 16,0-5 3-16,2 2 0 0,-2 1 0 0,0-3-27 0,0-3 8 16,0 3-8-16,-2-3 0 0,2 0 0 0,0 1 0 0,0-4 8 15,0 1-8-15,0-1-14 0,0 1-5 0,0-3-1 0,2 2 0 32,1-2-129-32,0 0-27 0,6-2-4 0</inkml:trace>
  <inkml:trace contextRef="#ctx0" brushRef="#br0" timeOffset="10688.296">19639 4728 2158 0,'0'0'45'0,"0"0"10"0,0 0-44 0,0 0-11 0,0 0 0 0,0 0 0 16,0 0 102-16,0 0 18 0,6 6 4 0,-6-6 1 15,3 2-57-15,0 1-12 0,0 0-3 0,0 2 0 16,0 0-16-16,0 1-3 0,0 1-1 0,-3 1 0 16,3 0-13-16,-3 3-2 0,0 2-1 0,3 0 0 15,-3-2-5-15,0 5 0 0,0-3-1 0,-3 6 0 16,3-4-11-16,0 4-9 0,-3-1 9 0,3 4-13 16,-3-1 13-16,3 3 0 0,0-1 0 0,-3 1 0 15,3-3 13-15,0 1 6 0,0-4 1 0,0 1 0 16,0-3-20-16,0-1 0 0,0-4 0 0,0 0 0 15,0-1-13-15,0-2-10 0,3 0-1 0,-3 0-1 16,6-3-113-16,-6-5-22 0,3 3-5 0,3-3-1 16,0 0-125-16</inkml:trace>
  <inkml:trace contextRef="#ctx0" brushRef="#br0" timeOffset="10946.797">19898 4863 1997 0,'0'-13'41'0,"0"0"11"0,0 2-41 0,-3-2-11 0,3 2 0 0,0 1 0 15,0 2 119-15,-3 3 21 0,3-1 5 0,0 4 1 16,0 2-66-16,0 0-12 0,0 0-4 0,0 0 0 16,0 0 0-16,0 0 0 0,0 0 0 0,0 0 0 15,3 5-51-15,-3 3-13 0,0 0 0 0,3 2 0 16,-3 1 54-16,0-3 8 0,0 8 2 0,0-8 0 16,0 5-52-16,0 3-12 15,0-5 0-15,0 2 0 16,0 3 0-16,0 2 0 0,0 1 0 0,0 2 0 0,-3-3 0 0,3 6 0 15,0-5 0-15,0 2 0 0,0-3 0 0,0 1 0 0,0-3 0 0,0 0 0 16,0-3 0-16,3-3 0 0,-3 4 0 0,3-4 0 16,-3 1-100-16,3-1-22 15,3-4-5-15</inkml:trace>
  <inkml:trace contextRef="#ctx0" brushRef="#br0" timeOffset="11528.573">22104 4720 1854 0,'0'0'39'0,"0"0"8"0,0 0-38 0,0 0-9 0,0 0 0 0,0 0 0 16,0 0 116-16,0 0 20 0,0 0 5 0,0 0 1 15,0 0-52-15,3 8-10 0,0-2-3 0,0-4 0 16,-3 4-22-16,3-1-5 0,0 3-1 0,-3 0 0 15,0 0-17-15,3 2-3 0,0 1-1 0,-3 2 0 16,0 0-8-16,3-2-1 0,-3 5-1 0,0 0 0 16,0 0-18-16,0-1 0 0,0 4 0 0,0 2 0 15,0 0 0-15,0 3 0 0,0 0 0 0,0 2 0 16,0-2 0-16,3-3 0 0,-3 1 0 0,0 1 0 16,0-4 22-16,0-1 7 0,0-4 2 0,0 2 0 15,0-3-23-15,0 0-8 0,0-2 0 0,0-1 0 16,0-2 0-16,0-3-20 0,3 3 4 0,-1-2 0 15,1-4-137-15,3-2-27 0,3 3-6 0</inkml:trace>
  <inkml:trace contextRef="#ctx0" brushRef="#br0" timeOffset="11932.304">22538 4826 2066 0,'0'0'43'0,"0"0"10"0,0 0-42 0,-6 0-11 0,6 0 0 0,-6-2 0 16,6 2 156-16,-6 2 28 0,3 1 7 0,-2 5 1 16,-1-5-154-16,3 2-30 0,-3 3-8 0,0 0 0 15,0 0 52-15,3 0 10 0,-3 2 2 0,3 1 0 16,0 2-52-16,3 0-12 0,-3 3 0 0,3-3 0 16,3 1 0-16,-3 1 0 0,3 4 0 0,3-3 0 15,-3 0 0-15,6 2 0 0,0-5 0 0,0 3 0 16,2-5 0-16,-2-1 0 0,6-2 0 0,-3 3 0 15,0-6 0-15,0 1 0 0,0-4 0 0,3 1 0 16,-3-3 0-16,0-3 0 0,2 1 0 0,-2-1 0 16,0-2 0-16,0-1 0 0,0-2 0 0,-3 0 0 15,3 1 0-15,0-7 0 0,-3 1 0 0,0 0 0 16,0-3 47-16,0 0 6 0,-3-2 2 0,-1 2 0 16,1-3-22-16,-3 3-4 0,0 3-1 0,-3-3 0 15,0 3-8-15,-3-3-1 0,0 6-1 0,-6-1 0 16,4 0-7-16,-7 1-2 0,3-1 0 0,-6 6 0 15,3-8-1-15,-3 5 0 0,0 0 0 0,-3 2 0 0,3-1-18 16,-2 1-4-16,2 1-1 0,-3 2 0 16,-6 1-70-16,3-1-15 0,-3 3-2 0</inkml:trace>
  <inkml:trace contextRef="#ctx0" brushRef="#br0" timeOffset="12751.092">12236 6462 1824 0,'-18'13'38'0,"12"-8"8"0,-2 3-37 0,2-3-9 0,0 1 0 0,0 2 0 16,-3-3 91-16,3 3 16 0,0 2 3 0,-3 1 1 15,3-1-42-15,0 1-8 0,0 2-1 0,0 3-1 16,0 0-25-16,0 0-5 0,0 0-1 0,3 0 0 15,0 0-12-15,0-1-4 0,3 4 0 0,-3-3 0 16,3-3-12-16,3 3 8 0,-3-3-8 0,3-2 0 16,3-1 0-16,-3 1 0 0,3-3 0 0,0 0 0 15,0-3 0-15,3 0 0 0,0 1 0 0,0-4 0 16,3-2-13-16,0 0-6 0,0-2-1 0,2-1 0 16,1 0 68-16,3-2 12 0,-3 0 4 0,0 0 0 15,0-3-52-15,-3 0-12 0,0 0 0 0,0-3 0 16,-6 1 54-16,2-4 8 0,-5 1 2 0,0 0 0 15,0-3 0-15,-3-3 0 0,-3 1 0 0,0-1 0 16,-3 1-47-16,-2-1-9 0,2 3-8 0,-6-2 12 16,3 2-3-16,-6 3 0 0,3 2 0 0,-3-2 0 0,0 5-9 15,0 0 10-15,-3 0-10 0,4 3 10 0,-1 2-10 0,0-2-12 16,3 2 2-16,0 3 1 16,0-2-24-16,0 2-5 0,3 2-1 0,0 1 0 15,9-3-101-15,0 0-21 0,0 0-4 0</inkml:trace>
  <inkml:trace contextRef="#ctx0" brushRef="#br0" timeOffset="13128.247">12579 6493 1580 0,'0'0'67'0,"0"0"-54"16,0 0 195-16,0 0 38 0,0 0 8 0,0 0 2 16,0 0-103-16,0 0-20 0,0 0-4 0,0 0-1 15,-6 6-102-15,3-1-26 0,0 3 0 0,0 0 0 16,0 0 56-16,0 2 7 0,0 1 1 0,-3 2 0 15,3 3-52-15,-3 0-12 0,3 0 0 0,0 2 0 16,0 1 0-16,0-1 0 0,0 1 0 0,3 2 0 16,0-3 0-16,3-2 0 0,0 0 0 0,0 0 0 15,3-3 0-15,0 1 0 0,0-6 0 0,3 2 0 16,0-2 0-16,3-3 0 0,-1 1 0 0,1-1 0 16,3-2 0-16,-3-1 0 0,3-2 0 0,0-2 0 15,0 2 0-15,3-6 0 0,-3 4 0 0,-1-4 0 16,-2 1 0-16,0 0 0 0,0-3 0 0,-3 0 0 15,0-3 0-15,-3 3 0 0,0-2 0 0,0-3 0 16,-3-1 54-16,-3-2 8 0,0-2 2 0,-3-1 0 16,0 3-52-16,0-5-12 0,-3 3 0 0,-3-1 0 0,0 1 0 15,-3 2 0-15,0 0 0 0,-3 3 0 0,4 2 0 16,-4 3 0-16,-3 0 0 0,0 0 0 16,0 6-48-16,3 2-13 0,-3 0-3 0,0 5 0 15,1 0-103-15,-1 6-21 0,-3-1-4 0</inkml:trace>
  <inkml:trace contextRef="#ctx0" brushRef="#br0" timeOffset="13784.949">12477 8724 1824 0,'-44'10'38'0,"29"-2"8"0,-3-2-37 0,3 2-9 0,0 0 0 0,-3 2 0 16,3 1 104-16,-2-3 20 0,-1 2 3 0,3 1 1 15,0 2-52-15,3-2-9 0,0-1-3 0,0 3 0 16,0-2-51-16,3 2-13 0,3-2 0 0,-2 2 0 16,2-2 32-16,3 2 4 0,-3-3 1 0,3 1 0 15,0 0-8-15,3-1-1 0,0-2-1 0,3 3 0 16,0-3-27-16,0 0 0 0,3-3 0 0,3 3 0 16,-1-5 0-16,4-1 0 0,0 1 0 0,6-3 0 15,0-3 0-15,0-2 0 0,6 2 0 0,-1-5 0 16,-2 3 8-16,3-3-8 0,0 0 8 0,-3-2-8 15,0-1 21-15,-4 0-1 0,1 1 0 0,-6-1 0 16,0 1 16-16,-3-1 4 0,-3-2 0 0,0 2 0 16,-3-2-32-16,-3 0-8 0,-3 2 0 0,0-5 0 15,-3 3 39-15,-3 0 6 0,0-3 2 0,-3 3 0 16,-3-1-24-16,-2 4-5 0,-4-3-1 0,-3 2 0 16,0 3-17-16,-3 3 0 0,3 0 0 0,-2 2 0 15,2 3 0-15,3 0 0 0,3 0 0 16,0 3 0-16,0-1 0 0,7 4 0 0,-1-4 0 0,3 3 0 15,3-2-112-15,0 2-27 0,6-5-5 0</inkml:trace>
  <inkml:trace contextRef="#ctx0" brushRef="#br0" timeOffset="14132.774">12659 8536 1824 0,'0'0'76'15,"0"0"-60"-15,0 0 140 0,0 0 29 0,0 0 6 0,0 0 1 16,0 0-87-16,0 0-17 0,0 0-3 0,0 0-1 16,0 0-16-16,0 0-4 0,0 0-1 0,0 0 0 15,0 0-19-15,3 5-4 0,0-2-1 0,0 2 0 16,0 3-9-16,0 3-2 0,-3 2 0 0,3 0 0 16,-3 8-3-16,0 1-1 0,3 1 0 0,-3 4 0 15,0-1-4-15,0 1-2 0,0-3 0 0,0 5 0 16,0-6-18-16,0-1 0 0,-3-1 0 0,3 3 0 15,-3-3 0-15,3 0 0 0,-3 0 0 0,0 3 0 16,3 2 0-16,-3 4 0 0,0-1 0 0,3 2 0 16,-3-4 0-16,0-1 0 0,3-2 0 0,0 0 0 15,-3-3 0-15,3-2 0 0,0-4 0 0,0 1 0 16,0-2 0-16,0-1 0 0,0-5 0 0,0 2 0 16,3 1-109-16,-3-3-26 0,3 0-5 0,0 0 0 15,0-6-88-15,0 1-18 0</inkml:trace>
  <inkml:trace contextRef="#ctx0" brushRef="#br0" timeOffset="14771.527">12406 10568 1907 0,'0'0'40'0,"0"0"8"0,0 0-38 0,0 0-10 0,0 0 0 0,-3 5 0 31,-3 1 98-31,3 2 18 0,-3-3 3 0,3 6 1 0,-3-4-36 0,3 7-6 16,-3-4-2-16,3 6 0 0,-3 0-30 0,0 5-6 15,3 3-2-15,-3 0 0 0,0 2-30 0,3 1-8 0,-2-1 0 0,2 1 0 16,-3-1 32 0,0-2 4-16,0 0 2 0,0 0 0 0,3-1-20 0,0 4-4 0,0-1-1 0,0 1 0 15,0 2-4-15,0 0-1 0,0 0 0 16,0 0 0-16,3-2-8 0,-3-4 0 0,3-1 9 0,0-1-9 16,0-5 0-16,0-3 0 0,3 3 0 0,-3-6 8 15,3-2-22-15,-3 0-4 0,3 0-1 0,0-5 0 16,3 2-147-16,-3-5-30 15,3 0-5-15</inkml:trace>
  <inkml:trace contextRef="#ctx0" brushRef="#br0" timeOffset="15070.27">12620 10812 1900 0,'0'-16'80'15,"-3"2"-64"1,0 1 123-16,0 3 25 0,0-1 4 0,0 3 2 15,0 0-83-15,0 3-17 0,3 0-3 0,-3 2-1 16,3 3-2-16,0 0 0 0,0 0 0 0,0 0 0 16,0 0 0-16,0 0 0 0,-3 5 0 0,0 3 0 15,3 3-51-15,0 5-13 0,0 0 0 0,0 2 0 16,0-2 0-16,0 5 0 0,-2 0 0 0,2-2 0 16,0-1 54-16,-3 1 8 0,0-1 2 0,3 1 0 15,-3-1-64-15,0 4-21 0,0 1 0 0,0 1 0 0,0 5 21 16,0 0 0-16,0 6 0 0,0-3 0 0,0-1 0 15,0-4 0-15,0 2 0 0,0-5 0 0,0-1 0 0,0-1 0 16,0-4 0-16,0 3 0 16,3-2-39-16,-3-1-3 0,3 1-1 0,-3-1 0 15,3 1-68-15,0-1-13 0,3 1-4 0</inkml:trace>
  <inkml:trace contextRef="#ctx0" brushRef="#br0" timeOffset="15815.504">12335 13047 1580 0,'0'0'67'15,"0"0"-54"1,0 0 123-16,0 0 24 0,0 0 4 0,0 0 2 16,0 0-62-16,0 0-13 0,0 0-3 0,0 0 0 15,0 0-17-15,0 8-4 0,2-2-1 0,-2 2 0 16,0 2-2-16,3 3 0 0,-3 1 0 0,0 2 0 15,3 5-51-15,-3 0-13 0,3 5 0 0,-3 1 0 16,0-1 14-16,3-2 0 0,-3 2 0 0,0-2 0 16,0 0-4-16,0 0-1 0,0-3 0 0,0 6 0 15,0-4-1-15,0 4 0 0,0 2 0 0,0 3 0 16,0-3-8-16,0 3 0 0,0-3 0 0,0 0 0 16,0-5 0-16,0-3 12 0,3 0-12 0,-3-5 12 15,0 0-12-15,0-3 0 0,0 0 0 0,0-2 0 16,0-3-8-16,0 2 8 0,3-2 0 0,-3 0 0 15,0-3-25-15,0 1-1 0,0-6 0 0,3 2 0 16,-3-2-97-16,0 0-19 0,6 0-4 0,-3 0-1 16,3-2-77-16,3-4-15 0</inkml:trace>
  <inkml:trace contextRef="#ctx0" brushRef="#br0" timeOffset="16257.47">12567 13365 1824 0,'0'0'38'0,"0"0"8"0,0 0-37 0,0 0-9 0,-6-3 0 0,6 3 0 16,0 0 104-16,-6 0 20 0,6 0 3 0,0 0 1 15,-9 0-19-15,9 0-3 0,0 0-1 0,-6 6 0 16,0-1-65-16,0 3-14 0,3 0-2 0,0 0-1 16,0 2 19-16,0 1 4 0,3 2 1 0,-3 0 0 15,0 1-31-15,3 1-7 0,-3 1-1 0,0 3 0 16,3-1-8-16,-3 1 0 0,3-1 0 0,0 1 0 15,0-1 0-15,3 1 0 0,-3-3 0 0,3 0 0 16,0-3 9-16,0-2 0 0,3 2 0 0,-3-5 0 16,3 0-9-16,3 0-12 0,-3-3 2 0,3 0 1 15,0-2-1-15,0-1 0 0,0-2 0 0,2-2 0 16,-2-1 23-16,3-2 5 0,3-3 1 0,-3 0 0 16,3 0-19-16,0-5 0 0,-3 0 0 0,0-3 0 15,3 0 0-15,-4 0 0 0,-2-5 0 0,3 2 0 16,-3 1 0-16,0-1 0 0,-3 1 0 0,0-1 0 15,0 3 0-15,0 3 0 0,-3-3 0 0,0 3 0 0,-3 0 55 0,0 0 7 16,0 2 2-16,-3 0 0 0,-3 1-52 0,0 2-12 0,0 0 0 0,-3 0 0 16,-3 3 0-16,0-1 0 0,-3 4 0 0,1-1 0 15,-4 0 0-15,3 3 0 0,-3 0 0 0,-3 0 0 16,3 3 0-16,3 0 0 0,-2 2 0 0,2 0 0 31,0 1-48-31,3 2-13 0,0-1-3 0,0 1 0 0,3 0-102 0,-3 0-21 0</inkml:trace>
  <inkml:trace contextRef="#ctx1" brushRef="#br1">7144 0 0</inkml:trace>
  <inkml:trace contextRef="#ctx0" brushRef="#br1" timeOffset="47831.025">10081 1574 1621 0,'0'0'33'0,"0"0"10"15,-6-5-35-15,6 5-8 0,-3-3 0 0,3 3 0 16,-6 0 128-16,0 0 23 0,6 0 5 0,-6-5 0 16,0 5-52-16,1 0-12 0,-1 0-1 0,0 5-1 15,0-5-36-15,3 3-7 0,-3 2-2 0,0-5 0 16,0 8-17-16,0-2-3 0,0-4-1 0,0 6 0 16,0-3-9-16,0 3-3 0,0 0 0 0,3 6 0 15,-3-6-12-15,3-1 9 0,0 7-9 0,3-4 8 0,0 4-8 0,0-1 0 16,0-5 0-16,3 8 0 0,0-3 0 0,3-5 0 15,0 2 0-15,0 1 0 0,3-1 0 0,3-2 0 0,-3-2 0 0,3 2 0 16,-3-3 0-16,3-5 0 0,-4 0 0 16,1 0 0-16,3 0 10 0,-3 0 3 15,0-5 1-15,-3-3 0 0,3 2 19 0,0-2 4 16,0 6 1-16,-3-11 0 0,3 5 2 16,-3 0 1-16,0-6 0 0,-3 1 0 0,0 3-2 0,0-4-1 0,0 7 0 0,-3-7 0 15,0 4-10-15,0-1-3 0,-3 1 0 0,0 2 0 16,0 0-13-16,0-3-4 0,-3 0 0 0,3 4 0 15,-3 1-8-15,0-2 0 0,0 0 9 0,0 0-9 16,-3 0 0-16,3 3 0 0,0 0-12 0,-3 2 4 16,0 3-22-16,0-5-4 0,0 2-1 0,0 3 0 15,1 0-98-15,2 0-20 0,0 3-4 0</inkml:trace>
  <inkml:trace contextRef="#ctx0" brushRef="#br1" timeOffset="48513.276">10754 1529 1523 0,'-6'0'64'15,"-3"0"-51"1,3 0 118-16,0 3 23 0,0 2 5 0,0-5 1 16,0 3-51-16,0 2-9 0,0-5-3 0,0 8 0 15,0-8-36-15,1 5-7 0,-1 3-2 0,0-5 0 16,0 2-20-16,3 3-5 0,-3 0-1 0,0-2 0 15,3 1-12-15,-3 1-2 0,3 0-1 0,0 0 0 16,0 0-11-16,0 0 10 0,3 5-10 0,-3-5 10 16,3 0-10-16,3 6 0 0,-3-7 0 0,3 7 0 15,0-6 0-15,3 0 0 0,0 5 0 0,3-5 0 16,-3 0 0-16,3 0 0 0,0-3 0 0,2-2 0 16,-2 2 0-16,3-3 8 0,0 4-8 0,0-6 0 15,3 0 19-15,-3 0-2 0,0-6 0 0,3 6 0 0,-3-2 12 16,-3-3 3-16,2 2 0 0,1-2 0 0,-3-3 3 0,-3 0 1 15,3 0 0-15,0-5 0 0,-3 5-1 16,0-6 0-16,-3 6 0 0,3-5 0 0,-3 3-11 0,-3 2-1 0,3-6-1 16,0 7 0-16,-3-1-9 0,0 0-1 0,0-6-1 15,0 9 0-15,-3-3-11 0,0 0 8 16,0 0-8-16,-3 0 8 0,3 3-8 16,-3 2 0-16,0-5 0 0,-3 3 8 15,-3 5-29-15,0-5-7 0,3 2 0 0,-5 3-1 16,2 0-111-16,0 3-21 0,-3-3-5 0</inkml:trace>
  <inkml:trace contextRef="#ctx0" brushRef="#br1" timeOffset="49317.01">11757 1619 1607 0,'0'0'68'16,"0"0"-55"-1,0 0 124-15,-6 0 25 0,6 0 5 0,-6-5 1 16,3 5-60-16,3 0-12 0,-6-3-3 0,0 3 0 15,0 0-40-15,0 3-8 0,6-3-1 0,-6 5-1 16,0-5-22-16,0 6-4 0,1-4-1 0,-1 4 0 16,0 2-7-16,0-1-1 0,3 1-8 0,-3-2 12 15,0 4-12-15,3-2 0 0,0 5 8 0,0-5-8 16,0 6 0-16,3-4 0 0,-3 3 0 0,3 1 0 16,3-1 0-16,-3-5 0 0,3 2 0 0,0 4 0 15,0-6 0-15,3 0 0 0,0-1 0 0,0 1 0 16,0-2-8-16,3-1 8 0,-1-2 0 0,-2 2 0 0,3-5 0 0,0 3 0 15,3-3 0-15,-3 0 0 0,3-3 0 0,0 3 8 16,0-8 0-16,3 3 1 0,0-1 10 16,-3 4 1-16,2-6 1 0,-2 0 0 0,0 0 2 0,0-3 0 15,-3 3 0-15,3-2 0 0,-3 2 17 0,0-5 4 16,-3 5 1-16,0-6 0 0,-3 1-21 0,0 3-4 0,0-4 0 16,-3 1-1-1,0 5 36-15,0-2 7 0,-3-1 2 0,0 3 0 0,-3 0-52 0,-3 6-12 0,0-6 0 0,0 2 0 16,-3 1 0-16,0 2 0 0,0-2 0 0,-3 2-10 15,0 3 10-15,4-5 0 0,-7 5 8 0,3 0-8 16,0 0-17-16,0 5-8 16,3-5-2-16,-3 3 0 0,-3 2-110 0,-2-2-23 15,-1 2-4-15</inkml:trace>
  <inkml:trace contextRef="#ctx0" brushRef="#br1" timeOffset="53740.873">11706 6811 2066 0,'0'0'43'0,"-6"0"10"0,1 2-42 0,-1-2-11 0,6 0 0 0,-6 3 0 15,0-3 104-15,0 0 20 0,0 0 3 0,0-3 1 16,0 3 0-16,0 0 0 0,0-2 0 0,-3 2 0 16,0-3-103-16,3 1-25 0,-3-1 0 0,-3 0 0 15,-3 1 56-15,4-1 7 0,-4 0 1 0,-3 1 0 16,-3-4-34-16,0 4-6 0,-3-1-2 0,-3 3 0 16,1-3-35-16,-4 1-7 0,0 2-2 0,-6-3 0 15,1 3 42-15,-7 0 9 0,0 0 2 0,-5 3 0 16,5-3-31-16,-3 0 8 0,1 2-8 0,-1-2 0 15,0 6-23-15,1-4-7 0,2 4-2 0,-2-1 0 16,8 0 51-16,-3 1 9 0,6-1 3 0,4 3 0 16,-1-6-50-16,9 6-9 0,3-2-3 0,0 2 0 15,6-3 13-15,3 0 2 0,1 0 1 0,5 3 0 16,0-2-34-16,3-6-7 0,3 2-2 0,0 4 0 16,2-1-90-16,4-2-19 0,3-1-3 0</inkml:trace>
  <inkml:trace contextRef="#ctx0" brushRef="#br1" timeOffset="54363.632">11462 6586 1792 0,'-6'-3'51'0,"-3"-2"10"16,4 0-49-16,-1-1-12 0,0 4 0 0,3-4 0 15,3 6 101-15,-6-5 18 0,6 5 3 0,-3-5 1 16,3 5-43-16,0 0-9 0,0-3-2 0,0 3 0 16,0 0-4-16,0 0-1 0,0-5 0 0,0 5 0 15,3-3-13-15,-3 3-3 0,3-5-1 0,-3 5 0 16,0 0-24-16,3 0-5 0,-3 0-1 0,6-3 0 16,-3 3-17-16,3 3 0 0,-1-3 0 0,1 3 0 15,0-1 19-15,0 4 0 0,3-1 0 0,0 0 0 0,0 3-19 16,3 0 10-16,3 3-10 0,-3-1 8 0,3 1-8 15,-3 2 0-15,2 0 0 0,1 0 0 0,3-2 0 16,-3 2 0-16,0 0 8 0,-3 1-8 0,3-1 0 16,-3-2 0-16,0 2 0 0,-3-3 0 0,-1 1 0 15,1 0 0-15,-3-1 9 0,-3 1-9 0,0-3 8 0,0 2-8 0,-3 1 10 0,0-3-10 16,-3 2 20-16,-3-2-1 0,3 3-1 16,-6-1 0-16,1 1 2 15,-1-3 1-15,-3 3 0 0,-3-4 0 0,3 1-3 0,-3 0-1 0,0-2 0 0,0 2 0 16,0-3-2-16,3 0-1 0,-2 0 0 0,-1 1 0 15,3-1-6-15,0 0-8 0,0 1 11 0,3-1-11 16,0 0 8-16,-3-2-8 0,6 2 0 0,0-2 0 16,0 2 0-16,6-5 0 0,-6 3 0 0,6-3 0 15,0 0-13-15,-3 2-7 0,3-2 0 0,0 0-1 16,0 0-55-16,0 0-10 0,0 0-2 0,0 0-1 31,0 0-134-31,3 3-26 0,3 0-6 0</inkml:trace>
  <inkml:trace contextRef="#ctx0" brushRef="#br1" timeOffset="57848.501">13939 4371 1516 0,'3'-8'64'0,"3"0"-52"16,-3 3 107-16,0-3 21 0,3 0 4 0,-3 3 0 16,3 0-32-16,-3-1-6 0,0 1-2 0,0 5 0 15,-3 0-38-15,0 0-8 0,0 0-2 0,0 0 0 16,0 0-19-16,3 0-4 0,-3 0-1 16,6 0 0-16,-4 5-14 0,1 3-3 0,0 0-1 0,0 3 0 15,-3-1-5-15,3 4-1 0,-3-1 0 0,3-3 0 16,-3 4-8-16,0 1 0 0,0-1 0 0,0 4 8 15,0-7-8-15,0 7 0 0,0-4 0 0,0 4 8 16,-3-2-8-16,3 2 0 0,0 1 9 0,0 0-9 16,0-4 0-16,0 1-10 0,0 0 1 0,0 0 0 15,0-3-20-15,-3 0-4 0,3-2-1 0,0 0 0 16,0-1-115-16,-3-2-23 0,3-3-5 0</inkml:trace>
  <inkml:trace contextRef="#ctx0" brushRef="#br1" timeOffset="58199.606">13808 4612 1824 0,'0'0'38'0,"0"0"8"0,-3-5-37 0,3 5-9 0,0-6 0 0,0 6 0 15,0-5 125-15,0 5 23 0,0-3 5 0,0 3 1 16,3 0-70-16,-3 0-13 0,0 0-3 0,6-5-1 15,0 5-26-15,0 5-5 0,-3-5 0 0,3 3-1 16,0 2-3-16,-3 1-1 0,3 2 0 0,0 2 0 16,0 1-17-1,-1-3-3-15,1 8-1 0,0-8 0 0,0 2-10 0,3 3 0 16,-3-5 9-16,3 3-9 0,0-3 0 0,0 2 0 0,0-4 0 0,0 2 0 16,0-3 0-16,-3 0 0 0,3-2 0 0,0 5 8 15,-3-8-8-15,2 0 0 0,1 0 0 0,0 0 8 16,0 0 7-16,0 0 1 0,0-5 1 0,0-1 0 15,0 1-17-15,0 0 0 0,3-1 0 0,-3-2 0 16,3-2 0-16,-3 2 0 0,0-3 0 0,2-2 0 16,1-3-165-16,-3 0-37 0</inkml:trace>
  <inkml:trace contextRef="#ctx0" brushRef="#br1" timeOffset="58878.613">16927 4289 1824 0,'3'-18'38'0,"-3"10"8"16,3 0-37-16,-3 0-9 0,3 0 0 0,-3 0 0 0,0 0 104 15,3 3 20-15,-3-1 3 0,0 4 1 16,3-6-52-16,-3 8-9 0,0-5-3 0,0 5 0 16,0 0-1-16,0 0-1 0,0 0 0 0,0 0 0 0,0 0-34 0,0 0-8 0,0 0 0 15,0 0-1-15,0 7-10 0,-3 4-1 0,3 2-8 0,0 1 12 16,0 1-12-1,-3 4 11-15,3-1-11 0,0 1 10 0,-3 2-10 0,3-2 0 0,0 2 0 16,-3 0 0-16,3 0 0 0,-3-5 0 0,3 0 8 16,-3 0-8-16,3 2 0 0,0-4 0 15,-3 1 0-15,3 1 0 0,0-2 0 0,0 1 0 0,0-1 0 16,0-1 0 0,-3 0-28-16,3 0 0 0,0 1-1 0,0-7 0 15,0 1-131-15,0-2-25 0,0 2-6 0</inkml:trace>
  <inkml:trace contextRef="#ctx0" brushRef="#br1" timeOffset="59221.719">16785 4498 1675 0,'-9'-5'35'0,"6"2"8"0,-3 3-35 0,6 0-8 0,-3-5 0 0,3 5 0 15,0 0 104-15,0 0 18 0,0 0 4 0,0 0 1 16,0 0-41-16,0-3-8 0,0 3-2 0,0 0 0 15,0 0-22-15,6-5-5 0,-3 2-1 0,3 3 0 16,0 3-3-16,-1 2-1 0,-2-5 0 0,3 3 0 16,0 2-35-16,-3 1-9 0,3 1 0 0,-3 1 0 15,3 3 0-15,0-3 0 0,0 3 9 0,-3-1-9 16,3 1 0-16,0-1 0 0,-3 1 0 0,3-1 8 16,0-2-8-16,-3 0 0 0,3 0 0 0,0 0 8 15,0-3-8-15,0 1 0 0,0-1 0 0,0-2 0 0,-3-1 8 0,3-2 0 16,-1 0 0-16,1 0 0 0,0-2 15 0,0-1 3 0,0-2 1 0,0-1 0 15,0-1-7-15,3-1 0 0,-3-3-1 16,3 0 0-16,0 1-19 0,3-3 10 0,0 2-10 16,0-2 8-16,0 2-8 0,2 3 0 0,1-8-10 0,0 8 10 31,0-2-116-31,3 2-16 0,-3 5-4 0</inkml:trace>
  <inkml:trace contextRef="#ctx0" brushRef="#br1" timeOffset="61934.15">14365 6250 1824 0,'-3'-19'38'0,"0"14"8"0,3 0-37 0,-3-3-9 0,3 3 0 0,0-1 0 15,0 1 104-15,0 0 20 0,0-1 3 0,0 1 1 16,0 2 0-16,0 3 0 0,0-5 0 0,0 5 0 16,0 0-52-16,0 0-9 0,0-3-3 0,0 3 0 15,0 0-7-15,0 0-1 0,0 0-1 0,0 0 0 16,0 0-37-16,0 0-7 0,0 0-2 0,3 6 0 15,0 2-9-15,-3 2 0 0,0 6 0 0,3 3 0 0,-3 2 36 16,0 3 4-16,0-1 2 0,0 7 0 16,0-4-16-16,0 1-3 0,0 2-1 0,0 0 0 15,0-3-22-15,0 3 8 0,3 0-8 0,-6 6 0 16,3-3 9-16,-3-1-9 0,3 4 12 0,-3-1-12 0,0-5 0 16,3-2 0-16,0-1-12 0,-3-5 3 0,3 0 18 0,-3 1 4 0,3-7 1 0,-3 1 0 15,3 0-14-15,-3-3 0 0,0-2 0 0,0 0 0 16,3-1 0-16,0 1 0 0,0-3 0 0,0 0-10 15,3-3-22 1,-3 3-4-16,6-3 0 0,-3 0-1 0,3-2-119 0,0 0-24 16,3-3-5-16</inkml:trace>
  <inkml:trace contextRef="#ctx0" brushRef="#br1" timeOffset="62567.661">16850 6459 1820 0,'3'-11'38'0,"0"3"8"0,3-2-37 16,-3 2-9-16,0 0 0 0,0 0 0 0,0 0 136 0,0 0 26 0,0 3 5 0,-3 0 1 16,3-3-48-16,0 5-10 0,0-2-2 0,-3-1 0 15,0 6-31-15,3-2-6 0,-3 2-2 0,0 0 0 16,0 0-28-16,0 0-5 0,0 0-2 0,0 0 0 15,6 0-7-15,-3 5-2 0,0 0 0 0,0 3 0 16,0 3-3-16,0 2-1 0,0 0 0 0,-1 6 0 16,-2-3-1-16,3 2-1 0,-3 1 0 0,3 2 0 15,-3 3-6-15,0-1-1 0,0 4 0 0,0 2 0 16,0-2-4-16,0 2 0 0,0 2-8 0,0-2 12 16,0 1-20-16,0-4-5 0,0 1-1 0,0-4 0 15,0 1 26-15,0-5 4 0,3-1 2 0,-3 1 0 16,0-3-18-16,0-3 0 0,0 3 0 0,0-3 0 15,0-3 0-15,0 1 0 0,3 0 0 0,-3-1 0 16,0-2-28-16,3-3-4 0,-3 1 0 0,3-1 0 16,-3-5-141-16,0 0-29 0,6 0-6 0</inkml:trace>
  <inkml:trace contextRef="#ctx0" brushRef="#br2" timeOffset="76626.466">13802 1651 1292 0,'0'-3'54'0,"0"-2"-43"31,0 3 116-31,0-6 23 0,0 2 5 0,0 6 1 0,0-2-34 0,0-4-6 0,0 6-2 0,0-5 0 16,0 5-32-16,0-3-6 0,0-5-2 0,0 8 0 16,3-5-18-16,-3 5-3 0,0 0-1 0,0 0 0 15,0 0-16-15,0 0-4 0,0 0-1 0,0 0 0 16,0 0-14-16,0 0-2 0,0 0-1 16,0 0 0-16,0 0-2 0,0 0-1 0,3 5 0 0,-3 3 0 15,3 6 0-15,-3-6 0 0,0 2 0 0,3 9 0 16,-3-3-11-16,0-1 8 0,0 7-8 0,0-7 8 15,0 7-8-15,3-1 0 0,-3-3 9 16,0 4-9-16,0-1 0 0,3-5 0 0,-3-1 0 0,0 4 8 16,0-8-8-16,0 2-16 0,3 0 4 0,-3-5 0 15,0 5 12-15,0-5 0 0,3 0 0 0,-3 0 0 16,0 0 0-16,0-3 0 0,3 3 0 0,-3-8 0 16,0 8-53-16,0-8-9 0,0 3-2 0,3 2 0 15,-3-5-152-15,0 0-30 0</inkml:trace>
  <inkml:trace contextRef="#ctx0" brushRef="#br2" timeOffset="77363.061">14674 1633 1744 0,'-3'-6'36'0,"3"4"8"0,0-4-35 16,0-2-9-16,0 3 0 0,0 5 0 0,-3-3 121 0,3 3 23 0,0 0 4 0,0 0 0 16,0-7-67-16,0 7-13 0,0 0-4 0,0 0 0 15,0 0 0-15,0 0 0 0,0 0 0 0,0 0 0 16,0 0 0 0,0 0 0-16,0 0 0 0,0 0 0 0,-6 7-51 0,0-4-13 0,3 5 0 15,0 3 0-15,-3-3 0 0,3 7 0 0,0-1 0 0,0-4 0 16,0 6 20-16,3 3 2 15,-3-1 0-15,3 3 0 0,0-2-22 0,-3-1 0 16,3 1 0-16,0-1 8 0,0 1-8 0,0-8 0 0,0 2 0 0,3 0 0 16,-3-2 0-16,0-3 0 0,3 2 8 0,-3-2-8 15,0 0 0-15,3 0 0 0,-3 0 0 0,0 0 0 16,3-3-19-16,-3 3-5 0,0-5 0 0,0-3-1 16,3 8-203-16,-3-8-40 0</inkml:trace>
  <inkml:trace contextRef="#ctx0" brushRef="#br2" timeOffset="84659.366">11855 11002 1780 0,'0'0'50'0,"0"0"12"0,0 0-50 0,0 0-12 0,0 0 0 0,0 0 0 16,0 0 92-16,0 0 16 0,-6 0 4 0,6 0 0 15,-6 0-31-15,0 0-5 0,6 0-2 0,-9 0 0 16,4 0-17-16,-4 0-3 16,0 0-1-16,0 3 0 0,0-3-13 0,0 2-4 0,-3-2 0 0,0 3 0 15,-3 0-11-15,0-3-2 0,-3 0-1 0,-5 2 0 16,-4-2-7-16,-3 0-2 0,-3 0 0 0,-5 3 0 15,2 0 0-15,-3-1 0 0,1 4 0 0,-4-4 0 16,3 3-13-16,0 1 0 0,1-4 0 0,-4 4 0 16,3-1 0-16,-2 0 0 0,2 1 0 0,0 2 0 15,7-1 0-15,-1-1 0 0,3 2 0 0,3 0 0 16,0-3 0-16,7 0 0 0,-1 0 0 0,0 1 0 16,6-4 0-16,-3 4 0 0,6-1 0 0,0 0-10 15,6-2-2-15,-2 0 0 0,8-3 0 0,0 0 0 16,0 0-43-1,0 0-9-15,0 0-1 0,0 0-1 0,6-6-153 0,2 1-30 0</inkml:trace>
  <inkml:trace contextRef="#ctx0" brushRef="#br2" timeOffset="85264.913">11564 10730 1824 0,'-12'-19'38'0,"6"14"8"0,0-3-37 0,3 2-9 0,-3-1 0 0,0 1 0 16,0 1 112-16,0 0 20 0,0-1 4 0,0 4 0 15,0-1-44-15,0-2-8 0,0 5-3 0,0-3 0 16,0 3-21-16,6 0-5 0,-6-3-1 0,6 3 0 16,0 0-14-16,0 0-4 0,-3 6 0 0,3-6 0 15,-3 5-13-15,0 3-3 0,3 0-1 0,3 0 0 16,0 0-11-16,3 2-8 0,0 1 12 0,3 2-12 15,3-2 9-15,0 2-9 0,3 0 0 0,0 3 9 16,3-3-9-16,-1-2 8 0,1 2-8 0,3-2 8 16,-3 2-8-16,0 0 12 0,0-2-12 0,0 2 12 15,-1-2-12-15,-2-1 8 0,0 3-8 0,0-2 8 16,0 0-8-16,0-1 10 0,-3-2-10 0,0 3 10 16,3-1-10-16,-6-2 12 0,-1 0-12 0,1 0 12 15,-3 0-4-15,0 0 0 0,0 0 0 0,-3 0 0 16,0 2 4-16,-3-2 1 0,0 0 0 0,-3 3 0 15,-3 0 1-15,3-1 0 0,-3 1 0 0,-3 2 0 16,0-3-14-16,-2 4-16 0,-1-4 3 0,0 1 1 0,0-1 12 16,0-2 0-16,0 0 0 0,-3 3 0 0,3-3 0 0,-3 0 0 15,3 0 0-15,-2 0 0 16,-1-3 48-16,3 3 13 0,-3 0 3 0,3-3 0 16,0 3-52-16,3-5-12 0,0 2 0 0,0 0 0 15,0 1-26-15,3-4-8 0,3 1-2 0,3-3 0 16,-6 3-58-16,6-3-12 0,0 0-2 0</inkml:trace>
  <inkml:trace contextRef="#ctx0" brushRef="#br2" timeOffset="92839.812">14543 10695 2030 0,'0'0'57'0,"0"0"14"0,0 0-57 0,0 0-14 0,0 0 0 0,0 0 0 15,0 0 122-15,0 0 22 0,0 0 4 0,0 0 0 16,0 0-84-16,0 0-16 0,0 0-4 0,-3 5-1 16,3 3 25-16,-3 3 4 0,0 0 2 0,3 4 0 15,-3 1-16-15,3 3-3 0,0-1-1 0,0 3 0 16,0 1-54-16,0-1 0 0,0 3 0 0,0-3-12 16,0 0 12-16,0 0 11 0,0 0-3 0,0 3 0 15,-3 0-8-15,3 0 10 0,0 0-10 0,-3 2 10 16,3 0-10-16,0-2 0 0,0 3 0 0,0-1 8 15,0-5-8-15,0 1 0 0,0-4 0 0,0 1 8 16,0-4-8-16,0-1 0 0,3-1 0 0,-3 0 0 16,3-2-12-16,-3-3-4 0,3 0 0 0,3 0-1 15,-3-3-116-15,3-2-23 0,3 2-5 0</inkml:trace>
  <inkml:trace contextRef="#ctx0" brushRef="#br2" timeOffset="93595.464">17180 10790 1792 0,'-3'-5'51'0,"3"0"10"0,0 2-49 16,3-2-12-16,-3 2 0 0,0 3 0 0,0-5 105 0,0 5 19 0,0 0 3 0,0 0 1 15,0 0 0-15,0 0 0 0,0 0 0 0,0 0 0 16,0 0-52-16,0 0-9 0,0 0-3 0,0 0 0 15,3 5-51-15,0 1-13 0,0 1 0 0,0 4 0 16,0 0 48-16,0 2 8 0,0 5 0 0,0-2 1 16,0 0-40-16,0 3-8 0,0-1-1 0,0 1-8 15,0-1 0-15,0 1 0 0,0-1 0 0,-3 3 0 16,3 1 0-16,0 1 0 0,-3 4 0 0,3-1 0 16,-3 1 58-16,0-3 5 0,3 2 1 0,-3-2 0 15,0-3-64-15,3-2-20 0,-3 2 0 0,0-5 0 16,3-3 20-16,-3 0 0 0,0-2 0 0,0 2 0 15,3-3 0-15,-3-2 0 0,3 0 0 0,-3 0 0 16,3-2-30-16,-3-1 1 0,3 0 0 16,0 0 0-16,3 1-69 0,-3-4-14 0,3 1-2 0,3 0-1 15,-3-3-76-15,3-3-15 0,2 0-3 0</inkml:trace>
  <inkml:trace contextRef="#ctx0" brushRef="#br2" timeOffset="94192.792">19523 10798 1386 0,'3'-10'28'0,"0"2"8"15,3 0-28-15,-3 3-8 0,0-3 0 0,0 2 0 16,0 1 111-16,0 0 21 0,0 2 4 0,-3 3 0 16,3-3-32-16,-3 3-6 0,0 0-2 0,0 0 0 0,0 0-16 15,0 0-4-15,0 0-1 0,0 0 0 16,0 0-12-16,3 6-3 0,0-1 0 0,0 0 0 15,0 3-12-15,0 3-4 0,-3 2 0 0,3 3 0 0,-3 0-12 0,0 2-2 16,3 1-1-16,-3-1 0 16,0-2-5-16,-3 3-2 0,0-1 0 0,3 1 0 0,-3-1-5 0,0 1-1 0,0-1 0 15,0 4 0-15,3-1-7 16,-3 3-1-16,0-1-8 0,3 4 12 0,-3-3-12 0,3-1 9 16,0 1-9-16,-3-3 8 0,3 1-8 0,0-7 0 0,0 1 0 15,0-2 0-15,3-1 0 0,-3 0 0 0,0-5 8 16,3 3-8-16,-3-1 0 0,0-2 0 0,3-3 0 0,-3 3 0 15,3-2 0-15,0-1-14 0,-3 3 3 0,3-3 1 16,3-2-30 0,-3 2-5-16,3-2-2 0,0-1 0 0,2 1-167 0,1-3-34 0,0 0-6 15</inkml:trace>
  <inkml:trace contextRef="#ctx0" brushRef="#br2" timeOffset="94831.213">22139 10798 1698 0,'3'-5'48'0,"0"0"11"0,-3 2-47 0,0-2-12 16,3 0 0-16,-3 5 0 0,0-6 105 0,0 1 19 0,0 5 4 0,0-3 1 16,0-2-17-16,0 5-3 0,0-5-1 0,0 5 0 15,0 0-24-15,0 0-6 0,0 0-1 0,0 0 0 16,0 0-21-16,0 0-4 0,0 0 0 0,0 0-1 15,0 0-19-15,0 0-3 0,0 5-1 0,3 3 0 16,-3 3-4-16,0 2-2 0,3 0 0 0,-3 3 0 16,0 0-3-16,3 2-1 0,-3 1 0 0,0-1 0 15,0 1-1-15,0-1 0 0,0-2 0 0,0 5 0 16,0-2-6-16,0 2-2 0,0 0 0 0,0 3 0 16,3-3-9-16,-3 6 8 0,0-4-8 0,3 1 8 15,-3 0-8-15,0 0 0 0,3-6 0 0,-3 4 8 16,0-7-8-16,3 1 0 0,-3-2 0 0,0-1 0 15,3 0 0-15,-3-2 0 0,3-3 8 0,0 2-8 16,0-2 0-16,-3 0 0 0,3-3 0 0,0 3-11 16,0-5-24-16,0 2-5 0,0 1 0 0,3-1-1 15,-3-3-133-15,3 1-26 0,0 0-6 0</inkml:trace>
  <inkml:trace contextRef="#ctx0" brushRef="#br2" timeOffset="111019.365">22628 8311 1552 0,'0'0'44'0,"0"0"10"0,3-5-43 16,-3 5-11-16,3-3 0 0,-3 3 0 0,0 0 104 0,0 0 20 0,0 0 3 0,0 0 1 15,0 0-52-15,0 0-9 0,0 0-3 0,0 0 0 16,0 0 0-16,0 0 0 0,0 0 0 0,0 0 0 16,0 0-51-16,0 0-13 0,0 0 0 0,0 0 0 15,0 0 54-15,0 0 8 0,0 0 2 0,0 0 0 16,0 5-52-16,3 1-12 0,-3 2 0 0,0 2 0 16,0-2 0-16,0 3 0 0,3-1 0 0,-3 1 0 15,0 2 0-15,0 0 0 0,0-2 0 0,0 2 0 16,0 3 0-16,0-3 0 0,0 1 0 0,0 1 0 15,0-1 0-15,0-1 0 0,0 0 0 0,0 0 0 16,-3 1 0-16,3 1 0 0,0-1 0 0,0 2 0 16,0-3 0-16,0 3 0 0,0 0 0 0,0-1 0 15,-3 4 0-15,3-3 0 0,0-3 0 0,0 3 0 16,0-5 20-16,0 2 2 0,0 0 0 0,0-2 0 16,0-1-35-16,0 1-7 0,0-3-2 0,0 0 0 15,0 0 37-15,0-3 7 0,0 0 2 0,0 0 0 16,0-5-24-16,0 6 0 0,0-6 0 0,0 5 0 0,0-5-15 15,0 0-7-15,0 0-2 0,0 3 0 0,0-3 24 0,0 0 0 16,0 5 0-16,0-5 0 0,0 0 0 0,0 0 0 0,0 0 0 0,0 0 0 16,0 0 0-1,0 0 0-15,0 0 0 0,0 0 0 0,0 0 0 0,3 5 0 0,-3-5 0 0,0 6 0 16,0-6 0-16,0 0 0 16,0 0 0-16,0 5 0 0,0-5 0 0,0 0 0 0,0 0 0 15,0 0 0-15,0 0 47 0,-3 5 13 0,3-5 4 0,0 0 0 16,0 0-52-16,0 0-12 0,0 0 0 0,0 0 0 15,0 0 0-15,0 0 0 0,0 0 0 0,0 0 0 16,0 0 0-16,0 0 0 0,0 0 0 0,0 0 0 16,-6 0 0-16,0-5 0 0,3 2 0 0,-3-2 0 15,0 2 0-15,3-2 0 0,-3 0 0 0,0-1 0 16,0 1 54-16,-3 0 8 0,3-1 2 0,-3 1 0 16,0 0-72-16,0 2-15 0,-3-2-2 0,3 0-1 15,1 2 42-15,-4 0 8 0,3 1 1 0,-3-1 1 16,3 3-72-16,-3-3-14 0,3 3-4 0,0 0 0 15,0 3 83-15,0 0 16 0,0-3 3 0,0 5 1 16,0-2-39-16,3 2 0 0,-2-2 0 0,2 5 0 16,-3-3 0-16,3 3 0 0,0 0 0 0,0 0 0 15,0 2-31-15,3 1-4 0,0-3-1 0,-3 5 0 16,3-5 36-16,0 2 0 0,3 1 0 0,-3 0 0 16,3-3 17-16,0 2 11 0,0-2 1 0,3 0 1 15,0 0-48-15,0-3-10 0,0 3-1 0,3-2-1 16,3-1 45-16,-3 0 9 0,3 0 1 0,3-5 1 0,-1 3-26 15,1 0 0-15,3-3 0 0,0 2 0 0,0-2 0 0,3 0 0 16,-3-2 0-16,3-1 0 0,0 3-20 16,-4-3-4-16,1-2 0 0,-3 2 0 0,3-2 24 0,-3 3 0 15,0-4 0-15,-3 1 0 16,3 0 0-16,-3-3 0 0,0 2 0 0,-1 1 0 0,-2-3 26 0,3 3 10 16,0-3 1-16,-3 3 1 15,3-1-61-15,0 1-12 0,-3-3-2 0,3 3-1 0,-3 2 38 0,0-2 0 0,3 0 0 0,-3 2 0 16,0 0-161-16,-3 1-25 15,3-1-5-15</inkml:trace>
  <inkml:trace contextRef="#ctx0" brushRef="#br2" timeOffset="113110.544">19880 6094 1876 0,'0'0'39'0,"0"0"9"0,0-6-38 0,0 6-10 0,-3-5 0 0,3 5 0 16,0 0 96-16,0-2 18 0,0 2 3 0,0 0 1 15,0 0-41-15,0 0-8 0,0 0-1 0,0 0-1 16,0 0-32-16,0 0-7 0,0 0 0 0,0 0-1 16,0 0-12-16,0 0-3 0,0 0 0 0,0 5 0 15,0 0-1-15,0 3-1 0,0 3 0 0,0 2 0 16,0 3-10-16,-3 2 10 0,3 3-10 0,0 3 10 15,0 0 0-15,0 5 0 0,0 0 0 0,0 3 0 16,0-6-10-16,0 1 0 0,0-1 0 0,0 1-11 16,0-3 11-16,-3-1 0 0,3 1 0 0,-3 0 0 15,3 0 0-15,0 2 0 0,-3 1 0 0,3 2 0 16,-3-5 0-16,3 0 0 0,0-1 0 0,-3 1 0 16,3-5 0-16,0-1 0 0,-3-2 0 0,3 0-8 15,-3-3 8-15,3 0 0 0,-3-2 0 0,3 0 0 16,-3-3 0-16,3-1 0 0,-3 1 0 0,3-2 0 15,0-1 0-15,0-5 0 0,0 0 12 0,0 0-4 16,0 0-8-16,0 0-8 0,0 0 8 0,0 0-12 16,0 0 12-16,0 0 0 0,0 0 10 0,0 0-10 15,-2-5 15-15,2-3-3 0,-3 0-1 0,0 0 0 16,3 0 7-16,-3-3 2 0,3 1 0 0,-3-3 0 0,3-1-3 0,-3 4 0 16,0-3 0-16,0-3 0 0,0 2-4 0,0 1-1 0,0-3 0 15,-3 3 0-15,0 2-4 0,0 1-8 0,0-1 11 16,0 3-11-16,-3-2 10 0,-3 5-10 0,3-3 8 0,-6 2-8 15,3 1 8-15,-2 0-8 0,-1 2 0 0,-3 3 8 16,0 0-8-16,3 0 0 0,-3 3 0 0,0 2 0 16,0 0 0-16,1 3 0 0,2 0 0 0,0 5 0 31,3-2-15-31,0 2 2 0,0 3 0 0,3 3 0 0,0-6 13 0,3 3 0 0,0 0 0 0,3-3 0 16,0 0 0-16,0 0 0 0,3 1 0 0,3-4 0 15,0 1 0-15,0-1 0 0,3 1 0 0,0-1 0 16,0-2 0-16,3 0 0 0,0 3 0 0,3-6 0 15,0 0-9-15,0 1 1 0,3-1 0 0,0-2 0 16,-1 2 8-16,1-2 0 0,3-1 0 0,0 1 0 16,-3-3 0-16,3 3 0 0,-3-3 0 0,3 0 0 15,-4 0 0-15,-2 0 0 0,3 0 0 0,0-3 0 16,-3 3 0-16,0-3 0 0,0 1 0 0,0 2 0 16,0-3-86-16,-3-2-15 0,2 2-3 0</inkml:trace>
  <inkml:trace contextRef="#ctx0" brushRef="#br2" timeOffset="116954.541">19868 12651 1337 0,'0'0'56'0,"0"0"-44"16,0 0 71-16,0 0 14 0,0 0 3 0,0 0 1 15,0 0-9-15,0 0-1 0,0 0-1 0,0 0 0 16,0 0-20-16,0 0-4 0,0 0-1 0,0 0 0 16,0 0-1-16,0 0 0 0,6 2 0 0,-3 6 0 15,0-3-51-15,-3 3-13 0,3 3 0 0,-3 2 0 16,3 3 54-16,-3 0 8 0,0 5 2 0,-3-2 0 16,3 2-52-16,0 3-12 0,0-3 0 0,0 3 0 15,0-3-11-15,0 3-5 0,0-3 0 0,0 3-1 16,0-3 27-16,0 2 6 0,0-1 0 0,0 4 1 15,0 1-17-15,0 2 0 0,0 2 0 0,0 1 0 16,3-5 0-16,-3 2 0 0,0-3 0 0,3-2 0 16,-3-3 0-16,3-2 0 0,0-1 0 0,-3-2 0 15,3 0 0-15,0-3 0 0,-3 0 0 0,3-2 0 16,0 2 0-16,-3-5 0 0,3 3 0 0,-3-3 0 16,3-3 0-16,-3 0-19 0,0-5 4 0,0 6 1 15,0-6 14-15,0 0 0 0,0 0 0 0,0 0 0 16,0 0 0-16,0 0 0 0,0 0 9 0,0 0-9 15,0 0 13-15,0 0-3 0,0 0-1 0,0 0 0 16,-3-3 22-16,-3-2 4 0,3-1 1 0,-3-2 0 0,3 3-13 16,-3-3-3-16,0 0 0 0,-3 0 0 15,3 0-9-15,0 0-3 0,-3 1 0 0,3-4 0 0,-2 3-8 16,-1 0 0-16,3-3 0 0,-3 4 0 0,3-1 17 0,-3 0 2 0,0 0 0 16,3 2 0-16,-3 1-19 0,0 2 10 0,3 1-10 0,-6-1 8 15,3 3-24-15,-3 0-6 0,3 0-1 0,-2 3 0 16,2-1 41-16,-3 4 8 0,0-1 2 0,0 3 0 15,0-3-28-15,0 3 0 0,0 3 0 0,0-3 0 16,3 2-10-16,-3 1-1 0,4 0 0 0,-1-1 0 16,0-2-3-16,3 3-1 0,0-1 0 0,0 1 0 15,3-1 15-15,0-2 0 0,3 0 0 16,-3 0 0-16,3 0 0 0,3 3 0 0,-3-3 0 0,6-3 0 16,-3 0 0-16,3 3-11 0,3-3 11 0,-3-2-10 15,6 0 10-15,-4-1-8 0,4 1 8 0,3 0-8 16,-3-3 8-16,3 0 0 0,0 0-9 0,-3 0 9 15,3-3 0-15,-3 0 0 0,3 1 0 0,-4-1 0 16,1 0 0-16,0-2 0 0,0 0 0 0,0 0 8 16,-3-1 0-16,3 4 0 0,0-6 0 0,0 2 0 15,0 1-57-15,0 2-12 0,-1-2-3 0</inkml:trace>
  <inkml:trace contextRef="#ctx0" brushRef="#br3" timeOffset="132951.13">16585 1516 1116 0,'0'0'23'0,"0"0"6"0,0 0-29 0,0 0 0 0,-6 0 0 0,0 0 0 16,6 0 61-16,-6 0 7 0,0 0 0 0,0 0 1 15,-3 0-21-15,3 5-5 0,0-5-1 0,-2 3 0 16,-1 2-14-16,3 3-4 0,-3-5 0 0,0 2 0 15,-3 3-8-15,3-3-1 0,3 3-1 0,-3 0 0 16,0-5-14-16,3 8 9 0,-3-3-9 0,3-1 8 16,3 1-8-16,-3 0 0 0,3 0 0 0,0 0 0 15,3 0 0-15,-3 0 0 0,3 3 0 0,0-3 0 16,3 0 0-16,0 0 0 0,0-1 0 0,0 1 0 16,3-2 0-16,0 2 0 0,0 0 0 0,3-6 8 15,0 3 12-15,3 1 1 0,-3-6 1 0,3 2 0 0,0-2 4 16,0 0 1-16,0-2 0 0,-1 2 0 0,1-6 9 15,0 1 3-15,0 3 0 0,-3-6 0 0,0 2 8 16,0 4 1-16,0-6 1 0,0-3 0 16,-3 9 2-16,0-6 0 0,0 0 0 0,0 0 0 15,-3-3-1-15,0 3 0 0,0-2 0 0,-3 2 0 0,0-3-17 0,0 3-3 16,0-2-1-16,-3 2 0 0,0-6-13 0,0 6-4 0,0-5 0 0,-3 5 0 16,3 0-4-16,-3-5-8 0,0 5 11 0,-3 0-11 15,3 0 9-15,0 3-9 0,0-3 0 0,-3 5 9 16,3-2-9-16,-3 0 0 0,3 2 0 0,-3 3 0 15,0-5 0-15,3 5-12 0,-2-3 2 0,-1 6 1 16,0-3-24-16,0 5-5 0,0-2-1 0,0 2 0 16,3 0-116-16,0 3-23 0,0-5-5 15</inkml:trace>
  <inkml:trace contextRef="#ctx0" brushRef="#br3" timeOffset="133995.413">17320 1516 1199 0,'0'0'24'0,"0"0"8"0,0 0-32 0,0 0 0 0,0 0 0 0,-6 0 0 16,6 0 92-16,-6-5 12 0,6 5 3 0,-6-3 0 15,6 3-40-15,-5 0-8 0,5 0-2 0,-9 0 0 16,3 0-15-16,0 3-3 0,6-3-1 0,-6 5 0 15,0-5-15-15,-3 5-3 0,3-2-1 0,-3 5 0 16,3-3-8-16,-3 3-2 0,3 0 0 0,-3-3 0 16,3 6-9-16,-3-3 8 0,0-3-8 0,0 3 8 15,3 0-8-15,1 5 0 0,-1-5 0 0,0 0 8 16,3 0-8-16,0 0 0 0,0 0 0 0,3 3 0 16,0-3 0-16,3 0 0 0,0 0 0 0,0-1 0 15,3 1 0-15,0 0 0 0,2 0 0 0,1-2 0 16,0 1 12-16,3-1-4 0,3-6 0 0,-3 8 0 15,3-8 2-15,0 0 0 0,0 0 0 0,0 0 0 16,2 0 2-16,-2-6 1 0,3 4 0 0,-3-4 0 16,0 1 7-16,0 3 0 0,0-6 1 0,0 0 0 15,-4 0 9-15,1 2 2 0,3-1 0 0,-6-1 0 16,3 0 8-16,-3 0 1 0,-3 2 1 0,3-2 0 16,-6 1-2-16,3-1 0 0,-3 0 0 0,0-3 0 15,0 3-8-15,-3-2-1 0,3 4-1 0,-3-7 0 16,-3 5-11-16,3 0-3 0,-3 0 0 0,-3 0 0 0,3-5 16 15,0 5 2-15,-3 0 1 0,0 0 0 0,0 0-35 16,0 0-14-16,-3 0 1 0,0 3 0 0,0-3 13 0,0 0 0 16,0 0 9-16,-2 3-9 0,2 2 0 0,-3-2 0 15,3 0 0-15,-3 2 0 0,3-2 0 0,-3 5-8 0,0-3 8 16,0 3-13 0,0 0-23-16,0 3-4 0,0 2 0 0,1-2-1 15,-4 2-112-15,3 3-23 0,0-3-4 0</inkml:trace>
  <inkml:trace contextRef="#ctx0" brushRef="#br3" timeOffset="135045.557">18166 1413 1136 0,'0'0'24'0,"0"0"4"0,0 0-28 0,0 0 0 0,0 0 0 0,0 0 0 16,0 0 91-16,0 0 12 0,0 0 2 0,0 0 1 16,0 0-30-16,0 0-7 0,0 0-1 0,0 0 0 15,0 0-12-15,0 0-2 0,0 0-1 0,0 0 0 16,0 0-7-16,0 0-2 0,0 5 0 0,-3 3 0 15,3 0-7-15,-3 0-1 0,3 0-1 0,-3 0 0 16,3 5-4-16,-3-5-1 0,0 5 0 0,0 3 0 16,3-3-6-16,-3 3-2 0,0 0 0 0,0 0 0 15,0 3-7-15,0-4-2 0,3-4 0 0,-3 8 0 16,3-4-5-16,0 1-8 0,-3 0 11 0,3 3-11 16,0-3 9-16,0-1-9 0,3 1 0 0,-3 3 9 15,3-3-9-15,0 0 0 0,0-3 0 0,-3 3 8 16,3-3-8-16,0-2 0 0,-3 2 0 0,3-5 0 15,0 5 0-15,-3-5 0 0,3 0-14 0,0-3 5 16,-3 3-131-16,3-5-25 0,0 2-6 0</inkml:trace>
  <inkml:trace contextRef="#ctx0" brushRef="#br3" timeOffset="142432.319">14519 3728 1094 0,'0'-2'23'0,"0"2"5"16,0-3-28-16,0-5 0 0,0 8 0 0,-3-5 0 16,3 5 56-16,0-3 7 0,0 3 1 0,0 0 0 15,0 0 0-15,0 0 0 0,0-8 0 0,0 8 0 16,0 0 0-16,0 0 0 0,0 0 0 0,0 0 0 15,0 0 0-15,0 0 0 0,0 0 0 0,0 0 0 16,0 8-27-16,0 0-5 0,-3 3 0 0,3 2-1 16,0 3-15-16,-3 0-4 0,0 2 0 0,3 6 0 15,-3-3-12-15,0 3 9 0,0 2-9 0,1-5 8 16,-1 6 8-16,-3-1 0 0,3-7 1 0,0 5 0 0,0 0-17 16,-3-6 0-16,3 1 0 0,0-1 0 0,-3 1 0 15,3-6 0-15,0 5 0 0,-3-2 0 16,3 3-48-16,0-6-12 0,0 0-4 0,0 0 0 0,0 1 52 0,0-4 12 0,0 1 0 15,3-3 0-15,-3-3-23 0,3 0-1 0,0-5-1 16,0 0 0 0,0 0-114-16,0 0-22 0,0 0-5 0</inkml:trace>
  <inkml:trace contextRef="#ctx0" brushRef="#br3" timeOffset="142760.51">14677 3696 1579 0,'-3'-5'32'0,"0"3"10"15,3 2-34-15,0-3-8 0,0 3 0 0,-3-5 0 16,3 5 84-16,0 0 16 0,0 0 2 0,0 0 1 16,0 0-14-16,0 0-2 0,0 0-1 0,0 0 0 15,0 0-35-15,0 0-7 0,-3 5-2 0,-3 5 0 16,3 1-14-16,-3 5-2 0,3-3-1 0,0 6 0 15,0-1-25-15,-3 3 0 0,3 3 0 0,0-3 0 16,0 3 0-16,-2-3 0 0,2-2 0 0,0 2 0 16,-3 0 0-16,3 0 0 0,0 1 0 0,-3-7 0 15,3 7 0-15,0-9 0 0,-3 5 0 0,3-2 0 16,-3 0 0-16,3 3 0 0,0-4 0 0,-3 1 0 16,3 0 0-16,0 3 0 0,-3-6 0 0,3 3 0 15,0-3-46-15,0 0-14 0,3-2-4 0,-3-1 0 16,0 1-10-16,3-3-2 0,-3 0-1 0</inkml:trace>
  <inkml:trace contextRef="#ctx0" brushRef="#br3" timeOffset="143217.832">14275 4048 1337 0,'0'0'56'16,"0"0"-44"-1,0 0 92-15,0 0 20 0,0 0 3 0,0 0 1 16,0 0-52-16,0 0-9 0,0 0-3 0,0 0 0 16,0 0-19-16,0 0-4 0,3 6-1 0,3 2 0 15,-3-6-4-15,3 4-2 0,3-1 0 0,-3 3 0 16,0 0-16-16,3 0-3 0,-3 0-1 0,0 0 0 15,3 5-30-15,-3-5-7 0,0 5-1 0,0 3 0 16,0-8 24-16,-1 5 0 0,-2 3 0 0,3-6 0 16,0 1 0-16,-3 5 0 0,0-8 0 0,3 5 0 15,-3-5 0-15,0 3 0 0,3-6 0 0,-3 3 0 16,0-3 47-16,3 3 13 0,-3-5 4 0,3 2 0 0,-3-5-52 16,0 0-12-16,3 0 0 0,0 0 0 0,0-5 0 15,3 2 0-15,-3-8 0 0,3 6 0 0,0-5 54 0,-1 2 8 16,4-6 2-16,0 4 0 0,0-3-52 0,0-3-12 0,3 0 0 15,0-3 0-15,0 3 0 0,3 3 0 0,-1-3 0 16,1 6 0-16,0-6 0 0,0 5 0 0,3-2 0 0,-3 5 0 16,-3 0 0-16,3 0 0 15,-1 0 0-15,-2 3 0 16,0 0-100-16,0-3-22 0,-3 3-5 0</inkml:trace>
  <inkml:trace contextRef="#ctx0" brushRef="#br3" timeOffset="154687.466">11724 8936 1698 0,'0'0'48'0,"0"0"11"0,0 0-47 0,-6 0-12 0,6 0 0 0,-6 0 0 16,0 0 84-16,0 0 14 0,-2 0 3 0,2 0 1 16,-3 2-29-16,0-2-5 0,0 0-2 0,0 0 0 15,-3 3-15-15,-3-3-3 0,3 0-1 0,-6 0 0 16,0 2-14-16,-2-2-2 0,-1 0-1 0,-3 0 0 15,0 3-6-15,-3-3-2 0,4 3 0 0,-4-1 0 16,-3 1-3-16,3-3-1 0,-6 0 0 0,1 3 0 16,-1-3-2-16,0 0 0 0,1 0 0 0,-4 2 0 15,6-2-28-15,0 3-7 0,3 0-1 0,1-1 0 16,5 1 20-16,0 0 0 0,3 2 0 0,3-2 0 16,0 2 0-16,3 0 0 0,1-2 0 0,5-1 0 0,0 1 0 15,6-3 0-15,0 0 0 0,0 0 0 16,0 0 0-16,0 0 0 0,0 0 0 0,0 0 0 15,3 3-55-15,0-1-7 0,3-2-2 0,2 0 0 16,1-2-204-16,0-4-42 0</inkml:trace>
  <inkml:trace contextRef="#ctx0" brushRef="#br3" timeOffset="155733.724">11025 9200 1314 0,'-12'0'37'0,"3"0"8"0,0 0-36 0,0 0-9 0,0 0 0 0,0 0 0 16,3 3 53-16,-3-3 9 0,3 0 2 0,6 0 0 15,-6 2 0-15,6-2 0 0,-6 0 0 0,6 0 0 16,0 0 0-16,0 0 0 0,0 0 0 0,0 0 0 15,0 0 0-15,0 0 0 0,0 0 0 0,0 0 0 16,0 0-52-16,0 0-12 0,0 0 0 0,0 0 0 16,0 0 0-16,3 6 0 0,3-4 0 0,3 1 0 15,0 0 54-15,0-1 8 0,0-2 2 0,3 3 0 16,0 0-52-16,3-1-12 0,0-2 0 0,3 3 0 16,2 0-8-16,4-3-5 0,0 0-1 0,0 0 0 15,3 0 14-15,-4 0 0 0,4 0 0 0,-3 2 0 16,0-2 0-16,0 0 0 0,-3 0 0 0,2 0 0 15,-2 3 0-15,0-3 0 0,0 2 0 0,0-2 0 16,0 0 0-16,-4 3 0 0,4-3 8 0,-3 0-8 16,-3 0 0-16,0 0 0 0,0 0 0 0,-6-3 0 15,3 3-8-15,-4 0-6 0,1 0-1 0,0 0 0 16,0 0-23-16,-3-2-5 0,3-1-1 0,-3 1 0 16,0-1-102-16,3 0-21 0,0 1-4 0</inkml:trace>
  <inkml:trace contextRef="#ctx0" brushRef="#br3" timeOffset="156342.904">11489 8753 1403 0,'-12'-5'40'0,"6"2"8"0,-3 0-38 0,3 1-10 0,0-1 0 0,6 3 0 16,0 0 88-16,-6-3 16 0,6 3 4 0,0 0 0 15,0 0-36-15,0 0-6 0,-2 6-2 0,-1-1 0 16,3 0-12-16,0 1-4 0,0-1 0 0,3 3 0 15,-1-3-5-15,1 0-2 0,3 3 0 0,3 0 0 16,-3-2-13-16,3 2-2 0,3-1-1 0,0 1 0 16,0 0-7-16,0 0-2 0,3-2 0 0,0 4 0 15,2-2-1-15,-2 0-1 0,3 0 0 0,-3 3 0 16,0-4-6-16,0 1-8 0,0 0 11 0,-3 0-11 16,3 0 9-16,-4 0-9 0,1 0 0 0,-3 0 9 15,0 3-9-15,0-3 10 0,-3 2-10 0,0-2 10 16,0 3-10-16,0 2 8 0,-3-2-8 0,0 2 8 15,-3 0 3-15,0 3 0 0,-3-3 0 0,0 3 0 16,0 2 1-16,-3-2 0 0,0 0 0 0,0 0 0 16,-3 0-3-16,-3-3 0 0,3 3 0 0,-3-3 0 15,-2 3-1-15,-1-3-8 0,0 1 12 0,-3-1-4 0,-3-3 4 0,3 4 1 16,-3-6 0-16,1 0 0 0,-1 2 2 0,0-2 0 0,3 0 0 16,-3 0 0-16,3 0-1 0,3-3 0 0,1 3 0 0,2-3 0 15,0 3-4-15,0-2-1 0,3-1 0 0,0 0 0 16,3 1-9-16,0-4 0 0,0 1 0 0,6-3 0 15,0 0 0-15,0 0 0 0,0 0 0 0,0 0 0 16,0 0 0-16,0 0 0 0,0 0 0 0,0 0 0 31,0 0-49-31,0 0-12 0,0 0-3 0,3-3 0 16,3 1-51-16,0-1-10 0,3 0-3 0</inkml:trace>
  <inkml:trace contextRef="#ctx0" brushRef="#br3" timeOffset="160063.693">10813 10404 1545 0,'-14'3'32'0,"14"-3"8"16,-6 2-32-16,0 1-8 0,6-3 0 0,-6 3 0 15,6-3 112-15,0 0 20 0,0 0 4 0,0 0 0 16,0 0-57-16,0 0-12 0,0 0-3 0,0 0 0 15,0 0-51-15,0 0-13 0,3 2 0 0,3 1 0 16,0 0 54-16,3-1 8 0,2-2 2 0,1 0 0 16,0 0 0-16,3 0 0 0,0 0 0 0,0 0 0 15,3-2-52-15,0-1-12 0,-1 0 0 0,7 3 0 16,-3-2 0-16,3-4 0 0,0 1 0 0,3 0 0 16,-1-1 0-16,-2 1 0 0,0 0 0 0,0 0 0 0,0-1 0 15,-7 1 0-15,4 2 0 0,-6-2 0 0,0 2 0 16,0 1 0-16,-6-1 0 0,3 0 0 0,-6 1 0 15,0 2 0-15,-3-3 0 0,-3 3 0 16,0 0-48-16,0 0-13 0,0 0-3 0,0 0 0 16,0 0-52-16,-3 5-10 0,-3 1-2 0</inkml:trace>
  <inkml:trace contextRef="#ctx0" brushRef="#br3" timeOffset="160376.633">10849 10565 1579 0,'0'0'32'0,"0"0"10"0,-6 3-34 0,6-3-8 0,0 0 0 0,0 0 0 15,0 0 104-15,0 0 20 0,0 0 3 0,0 0 1 16,0 0-52-16,0 0-9 0,0 0-3 0,0 0 0 16,0 0 0-16,0 0 0 0,6 3 0 0,0-3 0 15,0 0 0-15,3 0 0 0,-3 0 0 0,3-3 0 16,0 3-51-16,0-3-13 0,3 3 0 0,-3 0 0 15,2-2 0-15,4 2 0 0,0-3 0 0,0 1 0 16,3-1 0-16,0 3 0 0,0-3 0 0,3 3 0 16,2-2 18-16,-2 2 1 0,0 0 0 0,3-3 0 15,0 3-31-15,-1-3-5 0,1 1-2 0,0 2 0 16,-3-3 19-16,3 0 0 0,-6 1 0 0,2-4 0 16,-2 4-55-16,0-1-7 0,0 0-2 0,0 1 0 15,-3-1-13-15,0 1-3 0,-3-4-1 0</inkml:trace>
  <inkml:trace contextRef="#ctx0" brushRef="#br3" timeOffset="160838.034">11430 10089 1579 0,'-21'-18'32'0,"12"15"10"0,0-2-34 0,0-1-8 0,0 4 0 0,0-3 0 16,0 5 104-16,0-3 18 0,0 3 4 0,0 0 1 16,3 0-50-16,1 3-9 0,-4 2-3 0,3-3 0 15,3 4-1-15,-3-1 0 0,3 0 0 0,0 3 0 16,3 0 0-16,-3 0 0 0,3 0 0 0,3 3 0 16,-3-1-45-16,3-2-10 0,3 3-1 0,-3-3-8 15,3 2 20-15,3 1-4 0,-4-1 0 0,4 1 0 16,3-3-2-16,-3 3-1 0,6-1 0 0,-3 1 0 15,3 2-13-15,-3 0 11 0,3 0-11 0,-3 3 10 16,2-2-10-16,-2 1 8 0,0 1-8 0,-3 0 8 16,0 0 2-16,0 0 0 0,-3 0 0 0,0 0 0 15,-3 0-10-15,-3-1 0 0,-3 1 0 0,-3-2 0 16,0 1 0-16,-6-1 8 0,0 1 2 0,-3-1 0 16,1-1-10-16,-4 0 0 0,-3 0 0 0,3 3 8 0,-3-2-8 15,0-1 0-15,3 0 0 0,1 0 0 16,-1 0 0-16,0 1 0 0,0-1 0 0,0-3 0 15,3 1 0-15,3 0 0 0,-3-1 0 0,7-2 0 16,-4 0 0-16,3 0 0 0,3-3 0 0,0 3 0 0,3-5 0 16,3-3 0-16,0 0 0 0,0 0 0 15,0 0-49-15,0 0-12 0,0 0-3 0,6-5 0 16,0-1-153-16,3 1-31 0</inkml:trace>
  <inkml:trace contextRef="#ctx0" brushRef="#br3" timeOffset="171107.61">14323 8510 1337 0,'3'-11'28'0,"-3"11"6"0,0-5-34 0,0-1 0 0,0 1 0 0,0 0 0 16,0-1 58-16,-3 1 5 0,3 5 1 0,0-5 0 15,-3 2 47-15,0-2 9 0,3 5 3 0,-3-3 0 16,3 3-45-16,-3-5-9 0,0 2-1 0,3 3-1 15,0 0-1-15,0 0 0 0,0 0 0 0,0 0 0 16,0 0-53-16,0 0-13 0,0 0 0 0,0 0 0 16,0 0 0-16,0 0 0 15,0 0 0-15,0 0 0 0,0 0 0 0,0 0 0 16,0 0 0-16,-3 8 0 0,3-2 54 0,0 2 8 0,0-1 2 0,0 1 0 16,0 3-52-16,3-3-12 0,-3 3 0 0,0-4 0 15,0 4 0-15,3 2 0 0,-3-2 0 0,0 2 0 16,0 3 0-16,0 0 0 0,0 2 0 0,0 4 0 15,0-1 0-15,0 3 0 0,0-3 0 0,0 3 0 16,-3-1 0-16,3-2 0 0,0 1 0 0,-3-1 0 16,0-3-16-16,3 1-7 0,-3-3-1 0,0 0 0 15,3-1 24-15,-3-1 0 0,3-1-9 0,-3 0 9 16,3 0-9-16,-3 1 9 0,0-1-13 0,3 0 5 16,-3 0-2-16,3 1 0 0,-3-4 0 0,3 3 0 15,-3-2 10-15,3 2-8 0,-3-5 8 0,3 3-8 16,-3-1 8-16,3-2 0 0,0 0 0 0,-3 0-8 15,3 0-6-15,0-3-1 0,-3 1 0 0,3-6 0 16,0 0 15-16,0 0 0 0,0 0 0 0,0 0 0 16,0 0 0-16,0 0 0 0,0 0 0 0,0 0 0 15,0 0 11-15,0 0 5 0,3-6 0 0,0 1 1 16,0-3-17-16,0 3-14 0,0-3 2 0,3-3 1 16,-3 3-155-16,3-5-31 0</inkml:trace>
  <inkml:trace contextRef="#ctx0" brushRef="#br4" timeOffset="187950.703">20348 1561 2168 0,'0'-3'61'0,"0"-7"15"0,3 2-61 0,-1 5-15 0,-2-5 0 0,3 0 0 16,0 3 71-16,-3 0 11 0,3 2 2 0,0-5 1 15,-3 3-25-15,0 5-6 0,3-3-1 0,-3 3 0 16,0 0-9-16,0 0-3 0,0 0 0 0,0 0 0 16,0 0-11-16,0 0-2 0,0 0-1 0,0 0 0 15,0 0-15-15,0 8-4 0,0 0 0 0,-3 0 0 16,0-3-8-16,3 6 0 0,-3 2 9 0,0 0-9 16,0-2 0-16,-2 8 0 0,2-9 0 0,-3 6 8 15,3 3-8-15,-3-1 0 0,0 3 0 0,3 6 0 16,-3-3 0-16,0 5 0 0,3-6 0 0,0 7 0 15,-3-7 0-15,3-1 0 0,0-1 0 0,0 0-12 16,0 0-37-16,3-5-8 0,-3-3-2 0,0 3 0 16,3-5 47-16,0-1 12 0,0-2 0 0,-3 0 0 15,3 0-258-15,0-8-50 0</inkml:trace>
  <inkml:trace contextRef="#ctx0" brushRef="#br4" timeOffset="188411.212">20871 1603 2269 0,'0'-7'64'0,"0"1"15"15,3-2-63-15,-3 3-16 0,0 2 0 0,0-5 0 16,0 8 90-16,0-5 15 0,0 5 3 0,0 0 1 15,0 0-21-15,0 0-4 0,0 0 0 0,0 0-1 16,0 0-46-16,0 0-9 0,0 0-1 0,0 0-1 16,0 0 10-16,0 0 1 0,0 0 1 0,0 8 0 15,-3 0-38-15,0 5-21 0,3-5 2 0,-3 5 1 16,0 1 18-16,1-4 0 0,-1 6 0 0,0 3 0 16,0-1 18-16,0 3-2 0,3 0-1 0,-3 3 0 0,0-3-24 0,0 6-5 15,3-3-1-15,-3-3 0 0,0-3 15 0,3 1 0 0,0-3 0 16,-3-3 0-1,3-2-93-15,0 2-16 0,3 0-3 0</inkml:trace>
  <inkml:trace contextRef="#ctx0" brushRef="#br4" timeOffset="189859.735">21782 1484 1579 0,'-3'-13'32'0,"3"13"10"0,0-5-34 0,-3 2-8 0,3-5 0 16,-3 3 0-16,3 5 104 0,-3-3 20 0,0-2 3 0,3 5 1 16,-3-5 0-16,0 5 0 0,3 0 0 0,-9-3 0 15,4 3-103-15,-4 0-25 0,3 3 0 0,-3-3 0 16,0 5 56-16,3 0 7 0,-3-2 1 0,0 5 0 16,3 0-52-16,-3 0-12 15,0 2 0-15,0 1 0 0,3 2 0 0,-3 0 0 0,3-5 0 0,0 8 0 16,3-8 0-16,0 5 0 0,3-2 0 0,-2 2 0 15,4 0 0-15,-2-5 0 0,3 6 0 16,3-6 0-16,0 0 0 0,3-1 0 0,-3 7 0 0,3-6 0 16,3-6 0-16,-3 6 0 0,3-2 0 15,3 1 0-15,-3-7 0 0,3 0 0 0,-3 0 0 0,2 0 0 16,1-7 0-16,0 1 0 0,-3 4 0 0,3-6 0 16,-3 0 0-16,0-3 0 0,0 3 0 0,0 0 0 15,-3 0 32-15,-1 0 4 0,-2 0 1 0,0-5 0 16,-3 5-8-16,0-5-1 0,-3 2-1 0,0-2 0 15,-3 0 29-15,-3 2 7 0,0-7 1 0,0 7 0 16,-2-5-64-16,-1 3-28 0,0-3 3 0,-3 3 0 16,3 0 25-16,-3 5 0 0,0 0 0 0,0 0 0 15,0 0-24-15,0 3 0 0,-3 2 0 0,1 3 0 16,2 0-34-16,-3 0-6 0,3 3-2 0,0 2 0 16,3 3-162-16,3 5-33 0</inkml:trace>
  <inkml:trace contextRef="#ctx0" brushRef="#br4" timeOffset="191134.606">22634 1389 1652 0,'-3'-5'34'0,"0"2"9"16,0-2-35-16,0-3-8 0,3 8 0 0,0 0 0 16,0 0 100-16,0 0 17 0,-3-8 4 0,3 8 1 15,0 0-57-15,0 0-11 0,0 0-2 0,0 0-1 16,0 0 10-16,0 0 3 0,0 0 0 0,0 8 0 15,0 5 0-15,0-2 0 0,0 2 0 0,0 8 0 16,0-5-64-16,3 5-15 0,-3 0-1 0,0-2-1 0,0 2 27 16,0 0 6-16,0 0 0 0,0 1 1 0,0-4-17 15,0 1 0-15,0-1 0 0,0 3 0 0,0 1 0 0,3 1 0 0,-3 4 0 16,0-9 0 0,3 9 0-16,-3-6 0 0,0-5 0 0,3 5 0 0,-3-3 0 0,3 1 0 0,0-3 0 15,0-3 0 1,-1 3-125-16,1-5-29 0,0 2-6 0</inkml:trace>
  <inkml:trace contextRef="#ctx0" brushRef="#br4" timeOffset="194385.529">19708 3612 2066 0,'0'0'43'0,"0"0"10"0,-3 0-42 0,3 0-11 0,0 0 0 0,0 0 0 15,0 0 104-15,0 0 20 0,0 0 3 0,0 0 1 16,0 0-103-16,0 0-25 0,0 0 0 0,0 0 0 16,0 2 0-16,0 6 0 0,0 3 0 0,3 0 0 15,-3-1 56-15,0 6 7 0,3-5 1 0,-3 4 0 16,0 4-52-16,0 2-12 0,0 0 0 0,0 3 0 15,0-3 0-15,0 3 0 0,0 0 0 0,0 2 0 16,0-4 0-16,0 1 0 0,0-1 0 0,0 1 0 16,0-7 0-16,0 3 0 0,0-3 0 0,0 2 0 15,0-2 0-15,-3 3 0 0,3-9 0 0,0 3 0 16,0 3 0-16,-3-3 0 0,3 1-12 0,0-4 12 16,0 1-24-16,0-1 3 0,0-2 0 0,0-2 0 15,3-1-115-15,-3-5-24 0,0 0-4 0</inkml:trace>
  <inkml:trace contextRef="#ctx0" brushRef="#br4" timeOffset="194684.526">19975 3604 1580 0,'-5'-11'67'16,"-1"3"-54"-16,3 0 143 0,-3 6 29 0,0-6 6 0,3 8 1 15,-3-8-52-15,0 8-9 0,6 0-3 0,-6 0 0 31,0 0-102-31,0 3-26 0,3 2 0 0,-3-3 0 16,3 4 56-16,-3 2 7 0,3 2 1 0,0 1 0 0,0-1-52 16,0 1-12-16,0 0 0 0,0 4 0 0,0 4 0 0,0-3 0 0,0 5 0 0,0-2 0 15,3 7 0-15,0 3 0 0,0 0 8 0,3-2-8 16,-3 2 0-16,3 0 0 0,0-3 0 0,0-2 0 16,-3 0 0-16,0-3 0 0,3-2 0 0,-3 5 0 15,-3-9 0-15,3 7 0 0,-3-7 0 0,0 7 0 16,0-7-55-16,0 4-7 15,0 0-2-15,0-1 0 0,0-2 0 0,-3 0 0 0,3-3 0 16,0 3 0 0,0-8-102-16,1 0-21 0,-1-3-4 0</inkml:trace>
  <inkml:trace contextRef="#ctx0" brushRef="#br4" timeOffset="195101.071">19523 4019 2112 0,'-6'-2'60'0,"-3"-1"13"15,6 0-58-15,-3 1-15 0,6 2 0 0,-3-6 0 16,3 6 88-16,0 0 14 0,0 0 3 0,0 0 1 16,0 0-34-16,0 0-6 0,0-5-2 0,0 5 0 15,0 0 0-15,0 0 0 0,0 0 0 0,0 0 0 0,0 0-51 0,3 0-13 16,3 3 0-16,0-3 0 0,0 5 0 15,0-2 0-15,3 2 0 0,-3 0 0 0,3 3 0 0,-3 0 0 0,3 0 0 16,0 3 0 0,0-1 0-16,-1 1 0 0,4-1 0 0,-3 4 0 15,3-4 21-15,-3 3 2 0,3 1 0 0,-3-4 0 0,3 1-23 0,-3-1 0 16,3 1 0-16,-3-3 0 0,0-3 0 0,3-2 0 0,-4 5 0 16,4-8 0-16,-3 0 8 0,3-5 3 15,-3 2 1-15,3-5 0 0,0 3 15 0,3-3 3 0,0 0 1 0,3-8 0 16,2 5-31-16,1 1 0 0,3-1 0 0,0 1 0 15,0 2 15-15,2-3-3 0,-2 0-1 0,3 4 0 16,-6-1-11-16,3-3 0 16,-3 3 0-16,-1-2 0 0,-2 2 0 0,0-3 0 0,0 3-9 0,0-3 9 15,0 4-63-15,-3-4-5 0,5 3-2 16,-2 0 0-16,6 0-162 16,0 3-32-16</inkml:trace>
  <inkml:trace contextRef="#ctx0" brushRef="#br4" timeOffset="202511.053">23914 8668 1382 0,'0'0'30'0,"0"0"6"0,0 0 2 0,5 3 2 0,1-3-32 0,0 3-8 0,3-3 0 0,-3 0 0 15,3 0 104-15,0-3 20 0,0 3 4 0,3-3 1 16,0 3-19-16,3 0-4 0,0-2-1 0,2-1 0 16,4 0-22-16,0 3-5 0,3-2-1 0,0 2 0 15,0-3-21-15,2 0-5 0,-2 1-1 0,3-1 0 0,0-2-24 16,3 2-5-16,2-2-1 0,4 2 0 0,-3-2-12 0,2 2-8 15,1 1 8-15,0 2-8 16,0-3 0-16,-7 0 0 0,1 3 0 0,0-2 8 16,-6-4-8-16,0 4 0 0,-1-1 0 0,-2 0 8 15,0 3-8-15,-3-2 0 0,0-1 0 0,-6 3 0 16,0 0 0-16,-4-2-20 0,1 2 4 0,-6 0 1 16,-3 0-34-16,0 0-7 0,0 0-2 0,0 0 0 15,0 0-100-15,-3 5-20 0,-6 0-4 0,1 0-755 16</inkml:trace>
  <inkml:trace contextRef="#ctx0" brushRef="#br4" timeOffset="202889.387">24053 8943 1458 0,'0'0'32'0,"-6"0"6"0,1 3 2 0,-1-3 1 0,6 0-33 0,-6 0-8 0,6 0 0 0,-6 3 0 15,6-3 102-15,0 0 18 0,0 0 4 0,0 0 1 16,0 0-41-16,0 0-9 0,0 0-2 0,0 0 0 16,0 0-29-16,0 0-7 0,0 0-1 0,0 0 0 15,6-3 3-15,3 3 0 0,2 0 0 0,1 0 0 16,3 0-1-16,3 0 0 0,0 0 0 0,3 0 0 15,3 0-6-15,-1-3-2 0,-2 3 0 0,3-2 0 16,0 2-11-16,0-3-3 0,2 1 0 0,4-1 0 16,0 0-16-16,3 3 8 0,-1-2-8 0,4-1 0 0,-3 0 8 0,0 1-8 15,-1-1 0-15,-2 3 0 0,0-5 0 16,-6 2 0-16,0 0 0 0,-4 1 0 16,1 2-34-16,-3-3-1 0,0 0 0 15,-3 3 0-15,-3-2-38 0,0 2-8 0,-3-3-2 0,-3 3 0 16,2-2-159-16,-2 2-32 0</inkml:trace>
  <inkml:trace contextRef="#ctx0" brushRef="#br4" timeOffset="203533.862">24226 8417 1846 0,'0'0'40'0,"0"0"9"0,0 0 2 0,0 0 1 0,0 0-41 0,3 0-11 16,-3 0 0-16,0 0 0 0,3-3 76 0,-3 3 14 15,0 0 2-15,0 0 1 0,0 0-35 0,0 0-7 16,6 3-2-16,-6-3 0 0,3 5-18 0,-3-5-4 16,3 3-1-16,-3 5 0 0,0-3-9 15,0 3-1-15,-3 3-1 0,0-1 0 0,-3 1-4 0,0 2-1 16,-6 0 0-16,0 0 0 0,0-2-10 0,-3 2 12 15,1 3-12-15,-1-3 12 0,-3 3-12 0,0 0 0 16,0 3 0-16,-3-1 0 0,0 3 0 0,4 1 8 16,-1-1-8-16,3 3 0 0,0-3 0 0,0-3 0 15,3 1 0-15,0 2 0 0,3-5 22 0,0 0-1 0,0 2 0 16,4-2 0-16,-1 0-21 0,3-3 0 0,0 3 0 16,0-3 0-16,0-2 0 0,3-1 0 0,3 1 0 0,0 2 0 15,0-5 0-15,0 3 0 0,3-3 0 0,-1 2 0 16,4-2 0-16,0 0 0 0,3-3 0 0,3 3 0 15,0 0 0-15,3 0-15 16,0-2 3-16,3 4 0 0,-1-2 30 0,4 0 6 0,-3 0 2 0,3 0 0 16,0-3-10-16,-3 3-3 0,2-3 0 0,-5 1 0 15,3 2-13-15,-3-6 8 0,0 4-8 0,3-1 0 16,-4-2 33-16,4-1 1 0,-3 1 0 0,0-1 0 16,0 1-51-1,0 0-11-15,-3-1-1 0,-1 1-1 0,-2-3-3 0,0 3-1 16,-3-3 0-16,0 0 0 0,-9 0-24 0,0 0-5 0,9 2-1 0,-9-2-682 15,0 0-137-15</inkml:trace>
  <inkml:trace contextRef="#ctx0" brushRef="#br4" timeOffset="206360.88">19770 8417 1675 0,'0'0'35'0,"0"-5"8"0,0 5-35 0,0-6-8 0,0 6 0 0,-3-5 0 16,3 5 96-16,0 0 18 0,0 0 3 0,0 0 1 15,0 0-38-15,0 0-8 0,0 0-2 0,0 0 0 16,0 0-30-16,0 0-5 0,0 0-2 0,0 0 0 16,3 8 0-16,-3 3 0 0,0-1 0 0,0 1 0 15,0 2-9-15,0 0-3 0,0 3 0 0,-3 0 0 16,3 2-9-16,0-2-3 0,-3 3 0 0,3-1 0 16,0 4-9-16,-3 1 0 0,3-1 9 0,0 4-9 15,0-2 0-15,3-3 0 0,-3 3 0 0,0 0 0 16,0-3 0-16,3-3 0 0,0 1 0 0,-3-3 0 15,3 0 0-15,0-1 0 0,-3-1 0 0,3 2 0 16,0-6 11-16,-3 1-3 0,3-1 0 0,0 1 0 16,-3-3-8-16,3 0 0 0,-3 0 0 0,0 0 0 15,0-3 0-15,3 3 0 0,-3-8 0 0,0 5 0 16,0-5 0-16,3 5 0 0,-3-5 0 0,0 0 0 16,3 3-100-16,-3-3-23 0,6 3-4 0</inkml:trace>
  <inkml:trace contextRef="#ctx0" brushRef="#br4" timeOffset="210554.721">22250 6382 1580 0,'-6'3'67'0,"-3"2"-54"15,3-2 92 1,-3 2 19-16,3-2 3 0,-3 2 1 15,0 0 0-15,-3 1 0 0,0-1 0 0,0 3 0 16,0 0-61-16,-2 2-12 0,2-2-3 0,-3 3 0 0,0 2-18 0,3-2-4 0,-6 2-1 0,6 3 0 16,0 2-29-16,0 1-21 0,0 2 3 0,1 5 1 15,5-2 41-15,0 0 8 0,3 5 1 0,3-2 1 16,0-4-34-16,6-1 0 0,0-1 0 0,2 0 0 16,4-5-23-1,3 0-8-15,0-3-1 0,3-3-1 0,0 1 49 0,3-3 11 0,-3 0 1 0,2-3 1 16,1-2-29-16,0-3 0 0,0-3 0 0,-3 1 0 15,3-6 19-15,-1 2-3 0,1-2 0 0,-3-2 0 16,3 2 3-16,-3-5 0 16,3 2 0-16,-6-5 0 0,-1 0 41 0,-2 0 9 0,0-5 2 0,-6 0 0 15,0-3-11-15,0-2-3 0,-6-1 0 0,0 1 0 16,-3 5-45-16,-6-3-12 0,0 3 0 0,-3 2 0 16,0-2 0-16,-2 5 0 0,-4-2 0 0,0-1 0 15,0 3 0-15,-3 3 0 0,3-3 0 0,-3 3 0 16,4 2 0-16,-1 1 0 0,3 2 0 0,-6 0 0 15,3 3-49-15,-3 2-12 0,1 3-3 0,-1 0 0 16,0 3-51-16,-3 2-10 0,3 0-3 0</inkml:trace>
  <inkml:trace contextRef="#ctx0" brushRef="#br4" timeOffset="211345.148">17356 8570 1824 0,'0'0'76'0,"-3"-2"-60"15,-3-4 114-15,3 4 23 0,0-1 5 0,-3 1 1 16,0-1-50-16,0 0-9 0,0 3-3 0,0 3 0 16,-6 0-45-16,4-1-8 0,-1 1-3 0,-3 2 0 15,-3 6-26-15,3-1-6 0,-3 3-1 0,0 6 0 16,0 2-8-16,0 6 0 0,1 2 0 0,-1 3 8 16,0-3-8-16,3 0 0 0,0-3 0 0,0 3 0 15,3-2 15-15,3-3-3 0,0-1 0 0,3 1 0 16,0 0-12-16,3 0-12 0,0 2 3 0,6-5 0 15,0 1 9-15,3-1-12 16,3-3 12-16,0-2-12 0,3-3 22 16,0-5 4-16,5 0 1 0,-2 0 0 0,6-8-15 0,-3-2-10 0,0-6 2 0,0-3 0 15,0 0 25-15,-1-4 6 0,1-4 1 0,0 3 0 16,-3-2 0-16,3-1 1 0,-3 3 0 0,-1-2 0 16,1-1 5-16,-6 3 1 0,0-2 0 0,0 2 0 15,-3-3-5-15,-3 1-1 0,0-3 0 0,-3-3 0 16,-6 0-5-16,0-2-2 0,-3-3 0 0,-3-1 0 15,-3 7-4-15,0 1-1 0,-3 1 0 0,0 3 0 16,-2 5-5-16,-1-1-8 0,3 6 11 0,-6 0-11 16,3 3 0-16,-6 2 0 0,0 1 0 0,1 2 0 15,-1 2-19-15,-3 1-7 0,0 2-2 0,3 9 0 16,-2-1-61-16,5 3-13 0,-3 5-2 0</inkml:trace>
  <inkml:trace contextRef="#ctx0" brushRef="#br4" timeOffset="212121.709">14674 12960 1900 0,'-15'3'80'16,"0"-3"-64"-16,3 0 111 0,1 2 22 0,-4 1 5 0,3 0 1 16,-3-1-52-16,3 4-11 0,0 2-1 0,-3-3-1 15,0 3-28-15,3 2-6 0,-3-2 0 0,4 3-1 16,-1 2-18-16,-3 0-3 0,3 1-1 0,0 1 0 16,3 7-1-16,0-1-1 0,0 5 0 0,3 1 0 15,0-1-31-15,0 3 0 0,3-2 0 0,0-1 0 16,0 1 0-16,3-4 0 0,0-1 0 15,3-1 0 1,3-3-20-16,0 1-11 0,0-3-1 0,3 2-1 16,0-5 1-16,3 3 1 0,3-2 0 0,0-4 0 15,0 1-26-15,-3-6-6 0,2 0-1 0,4-5 0 0,-3 0 52 0,6-5 12 0,-3 0 0 0,3-6 0 16,0 3 0-16,2-2 0 0,1-4 0 0,3 1 0 16,-3 0 13-16,0-3 6 0,-4 0 1 0,4 0 0 15,-6 0 4-15,0 1 0 0,-3-4 1 0,-3 1 0 16,-3-4-5-16,-3 1 0 0,0-3-1 0,-6-2 0 15,0-1 20-15,-3 1 4 0,0-3 1 0,-3 2 0 16,-3 4-21-16,-3-1-4 0,-3 3-1 0,0-1 0 16,-3 4-9-16,0 2-1 0,-5 3-8 0,2-3 12 15,-3 5-4-15,3 1-8 0,-3-1 11 0,0 3-11 16,4 0 0-16,2 6 0 0,-3-1 0 0,0 0 0 16,3 3-27-16,-3 3-9 0,4 0-1 0,-4 2-1 15,3 0-94-15,-3 3-18 0,3-2-4 0</inkml:trace>
  <inkml:trace contextRef="#ctx0" brushRef="#br4" timeOffset="212766.876">16597 12867 2200 0,'-6'0'46'0,"0"0"10"15,6 0-45-15,-6 0-11 0,-3 3 0 0,3-3 0 16,0 5 101-16,-3-2 19 0,6 2 3 0,-6 3 1 16,1-2-50-16,-1 4-10 0,0 1-1 0,0-1-1 15,0 1-28-15,-3 5-6 0,3-3 0 0,-3 3-1 16,0 0-16-16,0 2-3 0,3 1-8 0,-3 5 12 15,4-1-12-15,2 4 0 0,-3 2 0 0,3 0 0 16,0 0 0-16,3-2 0 0,3 2 0 0,0-3 0 16,3-5 0-16,3-2 0 0,0-1-8 0,3-2 8 0,2-2-21 0,4-1 2 15,0-3 1-15,6-2 0 0,-6 0 6 0,3-2 0 16,0-4 1-16,2 1 0 16,1-6-14-16,3 1-3 0,0-4-1 0,0-2 0 0,3-2 42 0,2-1 9 15,1-2 2-15,0 0 0 0,0-6-12 0,-4 1-1 16,1-4-1-16,-3-1 0 0,-6-1 14 0,0-3 4 15,-3 1 0-15,-3-1 0 0,-4 4-2 0,-2-1 0 16,0 0 0-16,-3-2 0 0,0 4 2 0,-6-1 0 0,0 1 0 0,-3 1 0 16,-3 0-5-16,1 0-1 0,-7 0 0 0,-3 0 0 15,0 2-10-15,-6 1-3 0,0 2 0 0,-5 0 0 16,-1 5-9-16,-3 3 12 0,3 0-12 0,-5 6 12 16,5 2-30-16,0 2-6 0,0 1 0 0,-2 2-1 15,-1 3-7 1,0 3 0-16,-6 2-1 0,4 0 0 0,-1 0-147 0,3 3-28 0,0 0-7 0</inkml:trace>
  <inkml:trace contextRef="#ctx0" brushRef="#br4" timeOffset="213642.004">22357 12881 1580 0,'-9'2'67'16,"-3"1"-54"-1,3 0 92-15,-3-1 19 0,3 1 3 0,-3 0 1 16,0 2-16-16,0-2-2 0,1 2-1 0,2 0 0 0,-3 0-55 16,3 3-11-16,0 0-3 0,0 0 0 0,-3 3-20 15,3-1-5-15,0 4-1 0,-3-1 0 0,3 0-14 0,0 3 0 0,0 0 0 16,-2 2 0-16,2 4 0 0,-3-1 0 0,3 5 0 0,0-2 0 16,0 2 0-16,3 1-8 0,0-1 8 0,0 1-10 31,3-1-15-31,3-5-3 0,0-2-1 0,0 2 0 0,3-2 29 0,0-3 0 0,6-1-8 15,-3 4 8-15,3-6 0 0,3 0-11 16,0 1 11-16,0-4-10 0,2-2 10 0,1 3 0 16,0-3-9-16,0-3 9 0,3 0 0 0,-3-5 10 0,3 3-1 0,0-6 0 15,2 1-25-15,4-1-4 0,0-2-2 0,0-3 0 16,3 2 22-16,-4-2 15 0,4 3-3 0,-3-3 0 16,0-2-1-16,0 2-1 0,-6-3 0 0,2 1 0 15,-5-4 50-15,0 1 11 0,-3-3 1 0,-3 0 1 16,3-5-24-16,-3 0-5 0,-3 0 0 0,3-3-1 15,-3-2-12-15,-3-4-3 0,3 1 0 0,-3 0 0 16,-1 3-6-16,1 2-2 0,0 0 0 0,-3 0 0 16,-3 3-1-16,0 0-1 0,1 2 0 0,-4-2 0 15,0 3-4-15,-3-1-1 0,0 1 0 0,-3-1 0 16,-3 3-4-16,-3 0-1 0,0-2 0 0,-6 5 0 16,1 0-8-16,-7 5 8 0,0 0-8 0,-3 2 8 15,1 4-20-15,-1 4-4 0,3 1 0 0,-9 5-1 16,4 5-85-16,-4 0-17 0,-3 6-3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3:06:40.738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15460 10632 1706 0,'-3'-3'36'0,"3"3"7"0,0 0-35 0,-3-3-8 0,3 3 0 16,0 0 0 0,0 0 65-16,0 0 11 0,0 0 3 0,0 0 0 15,0 0-15-15,0 0-2 0,0 0-1 0,0 8 0 0,0 0-21 0,0 3-5 0,0-1-1 0,0 4 0 16,0 4-16-16,-3-2-3 0,3 5-1 0,0 3 0 15,-3 0-6-15,3-3 0 0,-3 3-8 0,3 2 12 16,-3-2 13-16,3 0 3 0,-3 0 0 0,0 2 0 16,0 1-36-16,0-1-8 0,-3 3 0 0,3 0-1 15,0 3 8-15,-3 0 9 0,3 0-13 0,0 2 5 16,-3-5 8 0,3 0-13-16,0-2 5 0,0 2 8 15,1-5-34-15,-1-1 1 0,0 1 0 0,-3 0 0 0,6 0 33 0,-3 0 0 16,0-1 0-16,0-1 0 0,0-1 0 0,0 0 9 0,0 0 1 0,0 0 0 15,0-2-10-15,0-3 0 0,3 0 0 16,-3-1 0-16,0 1 0 0,0-3 0 0,3-2 0 16,-3 2 0-16,0-2 0 0,3-1 0 0,-3 1 0 0,3 0 0 15,-3-3 0-15,0 0-14 0,3-1 3 0,-3 1 1 16,0-2 35-16,3 2 7 0,-3-3 2 0,3-5 0 16,-3 5-4-16,3-5-1 0,-3 6 0 0,3-6 0 15,-6 5-4-15,6-5-1 0,-3 2 0 0,3-2 0 16,0 0-4-16,-3 6-2 0,3-6 0 0,0 0 0 15,0 0-8-15,0 0-2 0,0 0 0 0,0 0 0 16,0 0-8-16,0 0 0 0,0 0 0 0,0 0 0 16,0 5 0-16,3 0 0 0,0-2 0 0,0 0 0 0,3-3 0 15,-3 2 8-15,3 1-8 0,-3-3 0 0,0 0 0 16,3 0 0-16,-3 0 0 0,3 3 0 16,-3-3 0-16,3 0 0 0,0 0 0 0,-3 0 0 0,3 0 0 0,0 0 0 15,0 0 8-15,0 0-8 0,2 0 0 0,-2 0 0 16,3 0 0-16,0 0 0 0,0-3 0 15,3 3 0-15,-3 0 0 0,0-3 0 0,3 3 0 16,3-2 0-16,-3 2 0 0,6 0 0 0,-4 0 0 0,4 0 0 16,0 0 0-16,0 0 0 0,3 0 0 15,0 0 0-15,-1 0 0 0,-2 0 0 16,3 0 0-16,-3 0 0 0,-3 0 0 0,3 0 0 0,0 0 0 16,0 0 0-16,-1 0 0 0,1 0 8 0,3 0 0 0,0 0-8 0,3 0 12 15,0 0-4-15,-1 0-8 0,4 0 0 0,0 0 0 16,0 0 8-16,-1 0-8 0,1 0 0 0,-3 0 0 0,3 0 0 15,-3 0 0-15,0 0 0 0,-1 0 0 0,1 0 0 16,0-3 0-16,6 3 0 0,-3 0 0 0,2 0 0 16,-2 0 0-16,6 0 0 0,-3 0 0 0,-1 0 0 15,-2 0 0-15,-3 0 0 0,0 0 0 0,0 0 0 16,-1-3 0-16,1 3 0 0,-3-2 0 16,3 2 0-16,0 0 0 0,-1 0 0 0,4 0 0 0,0 0 0 15,-3 0 16-15,3 0 0 0,2 0 1 0,-2 0 0 16,-3 0-27-16,0 0-6 0,3 0 0 0,-7 0-1 15,1 0 17-15,0 0 0 0,0 0 0 0,0 0 0 16,0 0 0-16,-1 0 0 0,1 0 0 0,0 0 0 16,0 2 12-16,3-2 5 0,0 3 2 0,-1-3 0 15,1 0-19-15,-3 3 0 0,3-3 0 0,-3 2 0 16,0 1 0-16,-1-3 0 0,-2 0 0 0,0 3 0 16,0-3-12-16,0 0-5 0,3 0-2 0,0 0 0 15,-1 0 19-15,1 0 0 0,3 0 0 0,0 0 0 16,0 0 13-16,-1 0 7 0,4 2 0 0,0 1 1 15,-3-3-21-15,3 0 0 0,-4 2 0 0,1-2 0 0,0 0 0 16,0 0 0-16,-3 0 0 0,0 0 0 0,2 0 0 0,1 0 0 0,3 0 0 16,-3 0 0-16,3 0 0 0,2 3 0 0,-2-3 0 0,3 3 0 15,-3-1 0-15,2 1 0 0,-2-3 0 0,0 0 0 16,-3 3 0-16,3-3 0 0,-4-3 0 0,4 3 0 16,3 0 0-16,0 0 0 15,2 0 0-15,1 0 0 0,3 0 0 0,-3 0 0 0,-1 3 0 0,-1445-3 0 16,2892 0 0-16,-1452 0 0 0,2-3 0 15,1 3 0-15,0 0 0 0,0-3 0 0,5 3 0 0,-2-2 0 16,0 2 0-16,3 0 0 0,-1 2 0 0,-2-2 0 16,0 0 0-16,0 0 0 0,-7-2 0 0,4 2 0 15,0 0 0-15,0-3 0 0,2 3 0 0,1 0 0 16,0 0 0-16,0 0 0 0,-1 3 8 0,1-3-8 16,-3 2 0-16,-3-2 0 0,0 3 0 0,-1-3 0 15,1 0 0-15,0 0 0 0,0 0 0 0,-1 0 0 16,1 0 0-16,3 3 0 0,0-3 0 0,3 2 0 15,-7-2 0-15,4 3 0 0,0 0 0 0,-3-3 0 16,-1 2 0-16,-2 1 0 0,0-3 0 0,-3 0 0 16,3 0 0-16,0 0 0 0,-1 0 0 0,4 0 0 15,-3 0 0-15,3 3 0 0,3-3 0 0,-1 0 0 16,-2 2 0-16,0 1 0 0,3-3 0 0,-4 3 0 16,1-3 0-16,-3 0 0 0,3-3 0 0,0 3 0 15,-1-3 0-15,1 1 0 0,6 2 0 0,-3-3 0 16,-1 3 0-16,4 0 0 0,0 0 0 0,0-3 0 0,-4 3 0 15,1-2 0-15,-3 2 0 0,3 0 0 0,0-3 0 0,-4 0 0 0,4 1 0 0,0-1 0 16,0 3 0 0,-1-3 0-16,1 3 0 0,3 0 0 0,-6 0 0 15,2 0 0-15,-2 0 0 0,3 0 8 0,-6 0-8 16,0 0 0-16,-4 0 0 0,4-2 0 0,-3 2 0 0,0 0 0 0,0-3 0 16,0 3 0-16,-1 0 0 0,1 0 0 15,0 0 0-15,-3 3 8 0,3-3-8 0,-3 2 0 0,3 1 0 16,-4-3 0-16,1 3 0 0,0-1 0 0,0 1 0 0,0 0 0 15,0-1 0-15,-3 1 0 0,-1-3 0 0,-2 3 0 16,0-3 0-16,3 2 0 0,-3-2 0 0,3 3 0 16,-3-3 0-16,3 0 0 0,-3 0 0 0,3 0 0 15,-4 0 0-15,1 0 8 0,0 0-8 0,-3 0 0 16,3 0 0-16,-3 0 0 0,0-3 0 0,-3 3 8 16,0-2-8-16,0-1 0 0,0 0 8 15,-3 1-8-15,0-1 11 0,0-2-3 0,0-1 0 0,-3 1 0 16,3 0 6-16,-3 0 1 0,0-1 0 0,0-2 0 15,0 0-7-15,0 0 0 0,0-2-8 0,0-1 12 16,0-2-12-16,3 0 11 0,-3 0-11 0,0-3 10 16,3 0-10-16,-3-3 12 0,3 1-12 0,0-6 12 15,-1 0-4-15,4-2-8 0,-3-1 12 0,3-2-4 16,3 0 0-16,-3 5-8 0,0-2 12 0,3-1-4 16,0 1-8-16,-3 2 8 0,3-5-8 0,-3 0 8 15,3 0-8-15,-3-3 0 0,0 0 0 0,3-2 0 16,-3 5 0-16,0-3 0 0,0 3 0 0,-1 0 0 0,1 2 9 15,0 1-9-15,-3 2 10 0,3 0-10 16,-3 0 10-16,0 3-10 0,3-3 10 0,-3 3-10 16,0-3 8-16,0 3-8 0,0 0 0 0,-3 0 0 0,3 0 8 0,0 5-8 15,-3-3 0-15,3 3 0 0,-3 3 8 0,0 0-8 16,3 0 0-16,-3 0 0 0,0 5 0 16,-3 0 0-16,3 0 0 0,-3 2 0 15,3-2 8-15,-3 3-8 0,3 0 0 0,-3 0 9 0,0 2-9 16,-3-2 0-16,3 2 0 0,-3 0 8 0,-3 1-8 0,3-1 0 15,-3 0 0-15,-5 1 8 0,2 2-8 0,-3-3 0 0,0-2 0 0,-3 5 0 16,-3-3 0-16,0 1 0 16,-2 2 0-16,-4-3 8 0,3 3-8 0,-3 0 0 0,3 0 0 0,-2 0 0 15,-1 0 0-15,0 0 0 0,0-3 0 0,0 1 0 16,-2 2 0-16,-4-3 0 0,0-2 8 0,-3 2-8 16,4 0 0-16,-1 3 0 0,0-2 0 0,-2 2 0 15,2-3 0-15,3 0 0 0,0 3 0 0,-3-2 0 16,1-1 0-16,-1 1 0 0,-3-4 0 0,1 4 0 15,-1-4 0-15,0 4 0 0,3-1 0 0,-2 0 0 16,2 1 0-16,0-4 0 0,3 4 8 0,-2-4-8 16,-4 4 0-16,3-1 0 0,-5 1 0 0,-1-4 0 15,3 4 0-15,0-1 0 0,1 0 0 0,-4 1 0 16,3 2 0-16,3-3 0 0,-2 0 0 0,-4 1 0 16,0 2 0-16,1-3 0 0,-4 0 0 0,0 3 0 15,4 0 0-15,-1-2 0 0,3 2 0 0,-2 0 0 16,-1-3 0-16,-3 3 0 0,0 0 0 0,1 3 8 15,-1-3-8-15,0 0 0 0,1 0 0 0,-1 0 0 16,6 0 0-16,1 0 0 0,-1 0 0 0,-3 0 0 16,4 0 0-16,-7 2 0 0,3-2 0 0,-2 0 0 0,2 3 0 0,3-3 0 15,-3 3 0-15,4-3 0 0,-1 2 0 0,0-2 0 0,1 0 0 16,-4 3 0 0,0-3 0-16,0 3 0 0,1-3 0 0,-1 2 0 15,3-2 0-15,1 0 0 0,2 3 0 0,0 0 0 0,0-3 0 0,-2 0 0 0,2 2 0 0,-3-2 0 16,0 3 0-16,1-3 0 0,2 3 0 15,-3-3 0-15,4 2 0 0,2-2 0 0,0 3 0 0,0-3 0 16,0 0 0-16,1 0 0 0,-1 0 0 0,-3 2 0 16,3-2 0-16,-2 0 0 0,-1 0 0 0,-3 3 0 15,6-3 0-15,1 0 0 0,-1 0 0 0,0 3 0 16,0-3 0-16,7 0 0 0,-4 2 0 0,0-2 0 16,-3 0 0-16,0 3 0 15,1-3 0-15,-4 3 0 0,0-3 0 0,3 0 0 0,1 2 0 0,-1-2 0 16,3 3 0-16,3 0 0 0,1-1 0 0,-1-2 0 15,0 3 0-15,0 0 0 0,-3-3 0 0,1 2 0 16,-1 1 0-16,0-3 0 0,-3 0 0 0,0 3 0 16,4-3 0-16,-1 2 0 0,0 1 0 0,3-1 0 15,0 1 0-15,4 0 0 0,-1-1 0 0,0 4 0 16,0-4 0-16,-3 1 0 0,3-3 0 0,1 3 0 16,-7-3 0-16,3 2 0 0,0-2 0 0,0 3 0 15,1 0 0-15,-1-3 0 0,0 2 0 0,3 1 0 16,-3 0 0-16,3 2 0 0,1-3 0 0,2 4 0 15,0-1 0-15,0-2 0 0,3-1 0 0,-3 1 0 16,0 0-8-16,4-3 8 0,-4 2 0 0,0-2 0 0,0 3 0 0,-3-3 0 16,3 0 0-16,-3 3 0 0,4-3 0 15,-1 0 0-15,0 0 0 0,0 2 0 0,0-2 0 16,0 3 0-16,3-1 0 0,0 1 0 0,-2 0 0 16,2-3 0-16,0 2 0 0,3 1 0 15,-3 0 0-15,3-3 0 0,0 2 0 0,0-2 0 0,0 3 0 0,4-3 0 16,-4 0 0-16,0 0 0 0,-3 0 0 15,3 0 0-15,-3 0 0 0,0-3 0 0,0 3 0 16,0-2 0-16,0 2 0 0,-2 0 0 0,2-3 0 0,0 3 0 0,-3 0 0 16,0 0 0-16,0 0 0 0,3 0 0 0,1 0 0 15,-1 0 0-15,0 0 0 0,3 0 0 0,-3 3 14 0,3-3-4 16,0 2-10-16,3 1-12 0,-3 0 2 0,3-3 1 16,0 2 9-16,4 1 0 0,-4 0 0 0,0-1 0 15,3 1 0-15,-3-3 0 0,0 3 0 0,3-1 0 16,-6 1 0-16,3-1 0 0,0 1 0 0,0 0 0 15,0-1 0-15,-3 1 0 0,3 2 0 0,-2-2 0 16,2 2 0-16,-3 1 0 0,-3-1 0 0,3 0 0 16,-3 3 0-16,0-3 0 0,0 1 0 0,0 2 0 15,0-3 0-15,1 3 9 0,2-3-9 0,-3 3 0 16,0-3 10-16,3 3-10 0,0-2 8 0,0-1-8 16,0 0 0-16,3 0 0 0,-3-2 0 0,7 2 0 15,-4-2 0-15,3 2 0 0,0-5 0 0,6 0 0 16,0 0-46-16,0 0-14 0,0 0-4 0</inkml:trace>
  <inkml:trace contextRef="#ctx0" brushRef="#br1" timeOffset="9925.603">18954 7001 1507 0,'-8'-5'31'0,"-1"2"9"16,3-2-32-16,0 2-8 0,3 1 0 0,3 2 0 15,0 0 79-15,-3-3 14 0,3 3 3 0,0 0 1 16,0 0-46-16,0 0-10 0,0 0-1 0,0 0-1 0,0 0-11 0,0 0-1 0,0 0-1 16,0 0 0-16,0 0-4 0,3 3-1 0,3-1 0 15,0 1 0-15,0 0 6 0,0-1 1 16,2 1 0-16,1 0 0 16,0-3-1-16,3 2 0 0,0-2 0 0,6 3 0 0,-3-3-11 15,6-3-3-15,0 3 0 0,2-2 0 16,7 2-13-16,-3-3 11 0,3 3-11 0,2-3 10 0,1 1-10 15,-3 2 10-15,3-3-10 0,-1-2 10 0,1 2-10 0,0-2 0 16,0 0 0-16,-4 2 8 0,4-2-8 0,-3 2 0 0,3 0 0 16,-4 3 8-16,-2-2-8 0,3 2 0 0,-6 0 0 0,0 0 0 15,-4 0 0-15,-2 0 0 0,0 0 0 0,-3 0 0 16,-3-3 13-16,0 3-2 0,0-3-1 0,-3 3 0 16,0 0 2-16,-3 0 1 0,3 0 0 0,-4 0 0 15,1 0 3-15,-3 0 1 0,-3 0 0 0,6 3 0 16,-6-3 3-16,3 0 1 0,-3 0 0 0,6 3 0 15,-6-3-5-15,3 2 0 0,0 1-1 0,-3-3 0 16,6 3-3-16,-6-3-1 0,0 0 0 0,3 5 0 16,-3 0 3-16,3 0 1 0,0 1 0 0,-3-1 0 15,0 0-3-15,3 3 0 0,-3-2 0 0,0 2 0 16,3 2-3-16,-3-2-1 0,0 3 0 0,-3-1 0 16,3 1-8-16,0 2 10 0,0 0-10 0,0 1 10 15,0-1-10-15,0 0 0 0,0 0 0 0,-3 0 8 16,3 1-8-16,0-1 0 0,-3 0 0 0,3 0 8 15,-3 1-8-15,3 1 0 0,-3-1 0 0,0-1 8 16,3 0-8-16,-3 3 0 0,0 0 0 0,0 0 8 16,0 0-8-16,0 2 0 0,0 1 0 0,0 2 0 15,3 3 0-15,-3-1 0 0,0 1 0 0,3 3 0 16,-3-1 0-16,3 1 0 0,-3-1 0 0,3 1 0 16,0 2 9-16,0-3-9 0,0 3 10 0,0 3-10 0,3 0 22 0,-3 2-2 0,3 3 0 15,-3 3 0-15,3-3-4 0,0 0 0 0,0 3-1 0,3-3 0 16,-3 0-5-16,0-3-1 0,0 1 0 0,3 4 0 15,-3-2-1-15,3 3 0 0,0 2 0 0,-3 1 0 16,3-4 0-16,0-4 0 0,-3-1 0 0,3 1 0 16,-3-1-8-16,0-2 12 0,-3-1-12 0,0 4 12 15,0-1-4-15,0 1-8 0,0 2 12 0,0-3-4 16,-3 0-8-16,0-4 10 0,0-1-10 16,0 0 10-16,0-3-10 0,-3 1 0 0,3-3 9 0,-3 5-9 15,0-3 0-15,3 3 0 0,-3 3 0 0,0-3 8 16,3 3-8-16,0-3 0 0,-3 0 0 0,3-3 0 15,0 1 0-15,-3-1 0 0,3-2 0 0,0 0 0 16,1 0 0-16,-1-3 0 0,0 3 0 0,0 0 0 16,3-1 0-16,-3 1 0 0,3 3 0 0,0-1 0 15,-3 1 0-15,3-4 0 0,0 4 0 0,0-3 0 16,0 0 0-16,0-1 0 0,0 1 0 0,3-3 0 16,-3 1 0-16,0-4 0 0,0 3 0 0,-3 0 0 15,3-2 0-15,0 2 0 0,-3 0 0 0,3 3 8 16,0 0-8-16,-3 0 0 0,3-3 0 0,0 3 0 15,-3-1 0-15,3-1 0 0,0-1 0 0,-3 0 0 16,3-2 8-16,-3-1-8 0,3 1 8 0,0-1-8 16,-3 1 0-16,3-1 8 0,0-2-8 0,-3 3 0 0,3-1 0 0,-3 1 9 15,3-1-9-15,0 3 0 0,0 3 11 0,-3-3-11 16,3 3 10-16,0 0-10 0,-3-3 0 16,3 3 8-16,0 0-8 0,0-3 0 0,-3 3 0 0,3-3 0 15,0 0 8-15,0 3-8 0,-3-3 0 16,3 3 0-16,0-3 8 0,-3 3-8 0,3 0 0 0,0 2 0 15,-3 3 8-15,3 0-8 0,0-2 0 16,-3 2 0-16,3 0 0 0,0 3 0 0,-3-6 0 0,3 3 8 0,0 0-8 0,-3 0 0 16,0 1 0-16,3-1 9 0,-3 2-9 0,0 4 8 15,0-3-8-15,3 2 12 0,-3 0-12 0,0 3 12 16,3-2-12-16,-3-3 10 0,0-1-10 0,0 4 10 16,0-1-10-16,0 3 0 0,0-2 9 0,-3 4-9 15,3-2 10-15,0 0-2 0,-3 0-8 0,3 0 12 16,0 0-2-16,-2-2-1 0,2-1 0 0,0 3 0 15,0 0-9-15,0 0 10 0,-3 0-10 0,3 3 10 16,0-3-10-16,3 0 0 0,-3-2 0 0,0-1 0 16,3 0 11-16,-3-2-3 0,3 0-8 0,-3 0 12 15,3 2-12-15,-3 0 0 0,3 3-9 0,0-2 9 16,0-1 0-16,3-2 0 0,-3 0 0 0,0 0 0 16,3-3 0-16,-3-3 0 0,0 3 0 15,3-2 0-15,-3 2 0 0,3 0 0 0,0 0 0 0,-3 3 0 16,3-3 0-16,0-3 0 0,-3 3 0 0,3-2 0 15,0-3 0-15,0-1 0 0,0-1 0 0,0-1 0 16,-3-3 0-16,3 1 0 0,0 2 0 0,-3-2 0 16,2-4 0-16,1 1 0 0,0 0 0 0,-3 0 0 15,3 3 0-15,-3-4 0 0,3 1 0 0,0 0 0 16,-3 0 0-16,3 0 0 0,0 0 0 0,-3 0 0 16,3-3 0-16,-3 3 0 0,3-3 0 0,-3 0 0 0,3-2 0 0,-3 2 0 15,3-2 0-15,-3 2 0 16,3-3 0-16,-3 1 0 0,3-3 0 0,-3 3 0 0,3-1 0 15,-3-2 0-15,0-3 0 0,3 3 0 0,-3 0 0 0,0 0 0 16,3 0 0-16,-3 0 0 0,0 0 0 0,0 0 0 16,0 0 0-16,0-3 0 0,0 3 0 0,0-3 0 0,0 3 0 0,0-2 0 15,0 2 0-15,0-3 0 0,0 0 0 0,0 0 0 16,0 1 0-16,0-1 0 16,0 0 0-16,0-5 0 0,0 6 0 0,0 2 0 15,0-8 0-15,-3 5 0 0,3-5 0 0,0 5 0 0,0-5 0 0,0 0 0 16,0 8 0-16,0-8 0 0,-3 5 0 0,3-5 0 15,0 6 0-15,0-6 0 0,0 0 0 0,0 8 0 16,0-8 0-16,-3 5 0 0,3-5 0 0,0 0 0 16,0 5 0-16,0-5 0 0,-3 6 0 0,3-6 0 15,-3 7 8-15,0-1-8 0,3-6 0 0,-6 2 0 16,0 4 0-16,3-4 0 0,-3 4 0 0,6-6 0 16,-6 0 0-16,1 2 0 0,-1 1 0 0,0-3 0 15,0 0 0-15,0 0 0 0,-3 0 0 0,3-3 0 16,-3 1 0-16,0-4 0 0,-3 4 0 0,0-4 0 15,0 1 0-15,0 0 0 0,-3-3 0 0,1 3 0 16,-1-3 0-16,0 2 0 0,3 1 0 0,-6 0-9 16,3-1 37-16,3 1 7 0,-3 3 1 0,3-4 1 15,1 4-59-15,-1-1-12 0,0 0-2 0,0 1-1 16,0-1 37-16,3 0 0 0,0 1 0 0,-3-4 0 16,3 4 0-16,-3-1 0 0,0 0 0 0,1 1 0 15,-1-1 0-15,0 1 0 0,0 2 0 0,0-3 0 16,3 0 0-16,-3 3 0 0,0-2 0 0,0 2 0 0,3-3-8 15,-3 3 8-15,0-3 0 0,1 3 0 16,-1 0 0-16,0 0 0 0,3 0 0 0,-3 3 0 16,3-3-25-16,-3 3-1 0,3-3 0 0,-3 2 0 0,3-2 42 0,-3 3 9 0,3 0 2 0,1-1 0 15,-1 1-27-15,0-1 0 0,0 1 0 0,0 0 0 16,0-1 0-16,3 4 0 0,-3-4 0 0,3 1 0 16,0 0 0-16,0-1 0 0,0 1 0 0,6-3 0 15,-6 3 0-15,6-3 0 0,-6 2 0 0,0 4 0 16,6-6 0-16,-6 2 0 0,6-2 0 0,-9 3 0 15,9-3 0-15,-5 0 0 0,5 0 0 0,-6 2 0 16,0-2 0-16,6 0 0 0,-6 3 0 0,6-3 0 16,-9 0 0-16,3 0 0 0,6 0 0 0,-6 0 0 15,6 0 0-15,-6-3 0 0,0 3 0 0,6 0 0 16,-6-2 0-16,0-1 0 0,6 3 0 0,-3-2 0 16,-3-1 0-16,3 0 0 0,-3 1 0 0,3-4 0 15,0 4-8-15,0-4 8 0,0 4 0 0,0-4 0 16,0 1 0-16,0 0 0 0,0 0 0 0,0-1 0 15,0-2 0-15,0 3 0 0,3-3 0 0,-3 0 0 16,0 0 0-16,0 3 0 0,1-6 0 0,-1 3 0 16,0-2 0-16,0-1 0 0,0 3 0 0,0-5 0 15,0 2 0-15,0-2 0 0,0 0 0 0,-3 0 0 16,3-6 0-16,-3 1 0 0,3-3 0 0,0-3 0 16,0 0-24-16,0 0 2 0,0-2 1 0,0-3 0 15,-3 5 31-15,6-3 6 0,-3 3 2 0,0-2 0 16,3 2-18-16,0-2 0 0,0-1 0 0,0-2 0 15,0 0 0-15,0-3 0 0,0-2 0 0,3 0 0 0,-3 2 0 16,3 0 0-16,-3 3 0 0,3-3 0 0,0 6 0 0,-3-1 0 16,3 1 0-16,-3-3 0 0,3 0-16 0,0-1 0 0,-3-1 0 15,3-1 0-15,-3 3 16 0,3-3 0 0,-3 0 0 0,3 3 0 16,-3 3 0-16,3-1 0 16,0 4 0-16,-3-4 0 15,0 3 0-15,0 0 0 0,0 1 0 0,0-4 0 0,0 1 0 0,-3-1 0 16,3-2 0-16,-3-3 0 0,0 6 10 0,3-3 5 0,-3 2 1 0,0 1 0 15,0 2-26-15,0 3-5 0,0-3-1 0,0 3 0 16,0 0 16-16,0 0 0 0,0-1 0 0,0 1 0 16,0-3 11-16,0 1 5 0,0-4 0 0,0 3 1 15,0-5-17-15,3 5 0 0,-3-2 0 0,3 0 0 16,-3 2 0-16,3 3 0 0,0-1 0 0,-3 1 0 16,3 3 0-16,0-1 0 0,0 1 0 0,0-4 0 15,0 4 0-15,0-3 0 0,0-3 0 0,0 0 0 16,0 0 0-16,3-2 0 0,-3-3 0 0,0 2 0 15,3 1 0-15,-3 2 0 0,0-2 0 0,3 4 0 16,-3-1 0-16,0 1 0 0,3 1 0 0,-3-3 0 16,0 3-10-16,0-3-6 0,0 3 0 0,0-5-1 15,0-1 28-15,3 1 5 0,-3-6 2 0,0 3 0 16,0 0-18-16,3 2 0 0,-3 1 0 0,0 2 0 16,3 0 0-16,-3 1 0 0,3-1 0 0,-3-3 0 15,3 6 0-15,-3-3 0 0,3 1 0 0,-3-1 0 16,0-3 0-16,3-2 0 0,-3 0 0 0,0-3 0 0,3 6 8 0,0-1-8 15,-3 1 0-15,3-1 0 16,0 6 0-16,-3-3 0 0,3 3 0 0,0-3 0 0,0 1 0 16,0 1 0-16,0-1 0 0,0-4 0 0,0 1 0 0,0-3 0 0,0 0 0 0,0-1 0 15,0 1 0-15,0 3 0 0,0-1 0 0,0 1 0 16,0-1 0-16,0 4 0 0,0-1 0 0,-1 0 0 16,4-2 0-16,-3 2 0 0,0-3 0 0,3-2 0 15,-3 0 8-15,3 0-8 0,-3-3 0 0,0 3 0 16,0 0 0-16,0 5 0 0,0 0 0 0,0 1 0 15,0-1 0-15,0 0 0 0,0-3 0 0,0 4 0 16,-3-4 0-16,0 1 0 0,3-1 0 0,-3-2 0 16,0 0 0-16,3 3 0 0,0-3 0 0,-3-1 0 15,0 4 0-15,3 2 0 0,-3 0 0 0,0-2 0 16,3 5 0-16,-6 0 0 0,3-3 0 0,-3 3 0 16,0-3 0-16,3 3 0 0,-3-1 0 15,0-1 0-15,3-1 0 0,-3 0 0 0,3-2 0 0,-3 2 0 16,3 0 0-16,-3 0 0 0,3 0 0 0,-3 3 0 15,3 0 0-15,0 0 0 0,-3 2 0 0,3-2 0 16,0 5 0-16,0-2 0 0,0-1 0 0,3 1 0 16,-3-4 0-16,0 4 0 0,3-3 0 0,-3-3 0 15,0 3-12-15,3-3-8 0,-3 0-3 0,0 3 0 16,3-3 37-16,-3 3 7 0,0 0 2 0,3 2 0 16,-3 1-23-16,0-3 0 0,3 5 0 0,-3-3 0 15,0 1 0-15,0 2 0 0,0-3 0 0,0 3 0 0,0-5 0 0,0 3 0 16,0-1 0-16,0-2 0 0,0 0 0 0,0 0 0 15,0 0 0-15,0-1 0 0,0 1 0 0,3 0 0 0,-3 3 0 16,0-1 0-16,0 0 0 0,3 4 0 0,-3-4 0 0,0 3 0 16,0 0 0-16,0-2 0 0,0-1 0 0,0 1 0 15,-3-1 0-15,3 1 0 0,0-3 0 0,0-1 0 16,-3 1 0-16,3 0 0 16,0-3 0-16,-3 0 8 0,3 3-8 0,-3 0 0 15,3 0 0-15,-3 0 0 0,3 2 0 0,-3 3 0 0,3 0 0 16,0 1 0-16,-3-1 0 0,3 0 0 0,0 0 0 0,0 3 0 15,3-1 0-15,-3 1 0 0,3 0 0 0,-3 2 0 16,3-2 0-16,0 0 0 0,0 2 0 0,0-2 0 16,0 0 0-16,3 0 0 0,-3-1 0 0,3 1 0 15,-3 0 0-15,0 0 0 0,0 0 0 0,0-1 0 16,0 1 0-16,0 3 0 0,0-4 0 0,0 4 0 16,0-1 0-16,-3-2 0 0,3 2 0 0,0 1 0 15,-3 2 0-15,0-3-8 0,3 1 8 0,-3 2-8 16,0 0-4-16,0 0 0 0,0 0 0 0,0 3 0 15,0-3-10-15,0 0-2 0,0 2-1 0,0-2 0 16,-3 6-18-16,3-3-3 0,0-1-1 0,0 4 0 16,0-4-122-16,0 1-25 0,0 0-5 0</inkml:trace>
  <inkml:trace contextRef="#ctx0" brushRef="#br1" timeOffset="21004.726">15394 7292 1337 0,'-3'-2'28'0,"1"-1"6"0,2 3-34 0,-3-3 0 0,3 3 0 0,-3-5 0 15,3 5 58-15,0-3 5 0,0 3 1 0,0 0 0 16,0 0 35-16,0 0 7 0,0 0 2 0,0 0 0 16,0 0-36-16,0 0-8 0,0 0 0 0,0 0-1 15,0 0-23-15,0 0-4 0,0 0 0 0,0 0-1 16,0 0-12-16,0 0-3 0,-3 8 0 0,0 0 0 15,0 0-3-15,3 3-1 0,-3-1 0 0,0 4 0 16,0 2-7-16,3-1-1 0,-3 4-8 0,0 2 12 16,3 0-12-16,-3 3 8 0,3 3-8 0,-3 2 0 15,3-3 8-15,0 1-8 0,-3 2 0 0,3 0 0 16,-3 0 0-16,3-3 8 0,0 1-8 0,-3 2 0 16,3-3 0-16,-3 1 0 0,3 2 0 0,-3 0 0 0,3 0 0 0,-3 0 0 15,0-2 0-15,3-1 0 0,-3 1 8 16,3-4-8-16,-3 1 0 0,3 3 0 0,0-9 0 15,-3 3 0-15,3 1 0 0,-3-4 0 0,3 1 0 16,-3-3 14-16,3 2-4 0,0-5-1 0,0 1-9 16,0 1 0-16,0-1 0 0,0-4 0 0,0 3 9 15,0-2-9-15,3-3 10 0,-3 0-10 0,3 0 0 16,0-3-18-16,0 3 2 0,-3-3 1 0,3-2 28 0,0 2 6 16,-3-5 1-16,0 0 0 0,3 3-32 0,-3-3-7 0,3 3-1 0,-3-3 0 15,3 2 68-15,3 1 12 0,-3 0 4 0,-3-3 0 16,6 2-80-16,-6-2-15 15,3 0-3-15,0 3-1 0,-3-3 35 0,6 2 0 0,0 1 0 0,-3-3 0 16,-3 0 0-16,6 3 0 0,-6-3 0 0,5 2 0 16,-2 1 0-16,3-3 0 0,-6 0 0 0,6 5 9 15,-6-5 3-15,6 0 1 0,-3 3 0 0,-3-3 0 16,0 0-5-16,6 0 0 0,-6 0-8 0,6 3 12 16,-6-3-12-16,3 0 0 0,-3 0 0 0,6 0 0 15,-6 0 8-15,6-3 3 0,-3-2 0 0,3-3 0 16,-3 0-111-16,3-3-23 0</inkml:trace>
  <inkml:trace contextRef="#ctx0" brushRef="#br1" timeOffset="23592.036">15332 8261 836 0,'0'0'17'0,"0"0"4"0,0 0-21 0,0 0 0 0,0 0 0 0,0 5 0 15,0-5 59-15,0 0 7 0,0 5 2 0,0-5 0 16,3 6-15-16,-3-6-2 0,0 0-1 0,3 5 0 15,3-2-10-15,-6-3-1 0,3 2-1 0,3 1 0 16,0 0-1-16,0-1 0 0,0-2 0 0,0 3 0 16,3-3-27-16,-1 0-10 0,1 2 0 0,3-2 9 15,0 3-9-15,0-3 0 0,0 0 0 0,3 3 0 16,3-3 40-16,-3 2 5 0,2 1 2 0,4 0 0 16,-3-3-27-16,3 0-4 0,0 2-2 0,0-2 0 15,0 3-14-15,2-3 8 0,-2 0-8 0,3 0 0 16,0 0 0-16,-3 0 0 0,-1-3 0 0,4 3 0 15,0-2 0-15,3 2 0 0,0-3 0 0,-1 0 0 16,1 1 34-16,0 2 1 0,3 0 0 0,-3-3 0 0,2 3-19 16,-5-3-4-16,3 3-1 0,0-2 0 0,0 2-2 15,-1 0 0-15,1-3 0 0,0 3 0 0,3-2-9 0,-4-1 8 16,4 3-8-16,0-3 8 0,0 3-8 16,0-2 0-16,-4 2 0 0,4 0 8 0,-3 0-8 0,0-3 0 0,-4 3 0 15,1-3 8-15,3 1 4 0,0-1 0 0,0 0 0 0,-1 1 0 16,4 2-1-16,-3 0 0 0,3-3 0 0,0 3 0 15,-4 0-3-15,1 0-8 0,0 0 12 0,0 0-4 16,-3 0 0-16,-4 0 0 0,4 0 0 0,-3 0 0 16,0 0 0-16,0 0 0 0,0 0 0 0,2 3 0 15,-2-3-8-15,0 0 0 0,0 0 0 0,0 2 0 16,0 1 0-16,-1 0 0 0,1-3 0 16,0 2 8-16,-3 1 8 0,0-3 0 0,3 3 1 0,-4-3 0 15,1 0-17-15,0 2 0 0,-3-2 0 0,3 0 0 16,0 0 0-16,-3-2 0 0,5 2 0 0,-2 0 0 15,3-3 0-15,-3 3 0 0,3 0 0 0,3 0 0 16,-6 0 13-16,2 0-1 0,1 0 0 0,-3 0 0 16,3 0-12-16,-3 0 8 0,3 0-8 0,-4 0 0 15,1 0 11-15,-3 0-11 0,3 0 12 0,-3 0-12 16,0 0 12-16,-3-3-12 0,3 3 12 0,0-2-12 16,-4 2 10-16,4 0-10 0,0-3 8 0,0 3-8 15,-3 0 8-15,3 0-8 0,-3 0 0 0,0 0 8 16,0 0-8-16,-1 0 10 0,1 0-10 0,-3 0 10 0,0 0-2 15,3 0 0-15,-3 0 0 0,-3 0 0 0,3 0 0 0,-3 0-8 16,3 0 12-16,-3 0-4 0,0 0-8 0,0 0 0 0,-3 0 9 16,3 0-9-16,-6 0 0 0,6 0 0 0,-6 0 0 0,3 0 8 15,-3 0-8-15,0 0 12 0,0 0-4 0,3-3 0 16,-3 3 8-16,3-5 3 16,-1 2 0-16,-2-2 0 0,0 0 3 0,0 0 1 15,0-3 0-15,-2 0 0 0,2 0-7 0,0 0 0 16,0-3-1-16,-3 1 0 0,3-1-4 0,0 0-1 15,-3-2 0-15,3-3 0 0,0 3-2 0,0-3-8 0,0-2 12 0,3-1-4 16,-3 1-8-16,3-3 10 0,-1-1-10 0,-2 1 10 16,3-3-10-16,0 1 0 0,0-1 0 0,-3-3 0 15,3 3 9-15,0 1-9 0,0-1 10 0,0 3-10 16,0 0 12-16,0-1-4 0,3 1-8 0,-3 3 12 16,0-3-3-16,0-1-1 0,0 1 0 0,-3 0 0 15,3 0 0-15,0 0-8 0,-3-3 12 0,3 3-4 16,0 0-8-16,-3 2 10 0,3-2-10 0,-3 2 10 15,0 3-10-15,0 1 10 0,0-1-10 0,0 0 10 16,0 3-10-16,0 2 10 0,0-2-10 0,-3 2 10 16,3 1-10-16,-3-1 8 0,3 0-8 0,-3 3 8 15,0 1-8-15,3-1 10 0,0 0-10 0,-3 0 10 16,3 0-10-16,-3 0 8 0,3 0-8 0,-3 0 8 16,0 0-8-16,0 3 0 0,0-1 9 0,0-1-9 15,0 1 0-15,0 1 8 0,0 2-8 0,0-2 0 16,-3 0 0-16,3 2 8 0,0-2-8 0,-2 2 0 15,-1-2 0-15,0 2 8 0,0 1-8 0,-3-1 0 0,0 0 0 0,0 1 8 16,0-1-8-16,0 3 0 0,-3-3 0 0,0 3 0 16,0-5 0-16,0 5 8 0,-2 0-8 15,-1-3 0-15,0 3 0 0,-3 0 0 16,3 0 0-16,-3 0 0 0,3 0 0 0,-6 0 0 0,4 3 0 16,-1-3 0-16,-3 0 0 0,-3 0 0 0,0 3 0 0,-3-3 8 0,1 0-8 15,-4 0 0-15,-3 2 0 0,0-2 8 0,1 0-8 0,-1 0 0 16,0 0-16-16,3 0-7 0,1 0-1 0,-4 3-1 15,0-3 25-15,0 3 0 0,1-1 0 0,-4 1 0 16,3-3 0-16,-3 3 0 0,1-1 0 0,-1 1 0 16,3-3 0-16,4 2 0 0,-1-2 0 0,0 3 0 15,0-3 0-15,3 3 0 0,-2-1 0 0,-1-2 0 16,0 3 0-16,3 0 0 0,-2-1 0 0,2-2 0 16,3 3 15-16,0-3 8 0,0 0 1 0,1 3 1 15,2-3-25-15,3 2 0 0,0-2 0 0,-3 0 0 16,3 3 0-16,0-3 0 0,-2 0 0 0,2 3 0 15,-3-3 0-15,3 2 0 0,-3-2 0 0,3 0 0 16,-2 0-15-16,-1 3-8 0,3-3-1 0,-3 0-1 16,0 0 25-16,3 0 0 0,3 0 0 0,-2 0 0 15,-1 0 0-15,0 3 0 0,3-3 0 0,0 0 0 16,0 0 0-16,0 0 0 0,3 0 0 0,-2 0 0 16,-1 0 15-16,0-3 8 0,-3 3 1 0,3 0 1 15,-3-3-25-15,3 3 0 0,-3 0 8 16,-2 0-8-16,5 0-19 0,-3 0-5 0,0 0-2 0,0 0 0 15,0 0 26-15,3 3 0 0,-2-3 0 0,2 0 0 0,0 3 0 16,0-3 0-16,0 0 0 0,0 0 0 16,3 0 15-16,0 2 8 0,0-2 1 0,0 3 1 0,4-1-25 0,-1-2 0 15,0 0 0-15,-3 3 0 0,3-3 0 0,-3 0 0 0,3 3 0 16,0-1 0-16,0-2 0 0,-3 0 0 16,3 0 0-16,0 0 0 0,-3 3 0 0,4-3 0 15,-1 0 0-15,-3 0 0 0,0 3 0 0,0-3 0 0,0 2 0 16,-3-2 0-16,3 0-17 0,0 3-6 0,-3 0-1 15,3-1 0-15,-2-2 24 0,2 3 0 0,-3 0 0 16,0-1 0-16,0 3 0 0,3-2 0 0,-3 2 0 0,0-2 0 16,3 2 8-16,-2 1 5 0,2-1 2 0,0 0 0 31,0-2-47-31,0 2-8 0,3-2-3 0,-3-1 0 16,3 1-143-16,0 0-29 0,3-1-5 0</inkml:trace>
  <inkml:trace contextRef="#ctx0" brushRef="#br2" timeOffset="33592.104">22065 8914 1743 0,'0'0'49'0,"0"0"11"16,0 0-48-16,0 0-12 0,6-2 0 0,-6 2 0 16,0 0 95-16,0 0 16 0,0 0 3 0,0 0 1 15,-3-6-35-15,3 6-8 0,-3-5 0 0,0 2-1 16,0-2-16-16,-3 3-3 0,0-4-1 0,0 4 0 16,0-1-7-16,-3 0-2 0,0-2 0 0,0 2 0 15,-2-2-12-15,-1 0-2 0,3 2-1 0,-6-5 0 0,0 3-4 16,0 0-1-16,-3-3 0 0,3 2 0 0,-3 1-6 0,1-3 0 15,-4 3-1-15,3-3 0 0,-3 0-3 0,-3-3-1 16,0 3 0-16,-5 1 0 0,2-1-2 0,-3 0 0 0,0 0 0 16,-2 0 0-16,2 3-9 0,-3-3 0 0,0 2 0 0,1 1 0 15,2 0 0-15,-3 2 0 0,3-2 0 0,-2 2 0 16,2 0 0-16,0 1 0 16,0 2 0-16,1 0 0 0,-1 0 0 0,3 0 0 15,0 2 0-15,0 1 0 0,1 0 0 0,2-1 0 0,3 4 0 16,-3-4 0-16,3 4 0 0,1-1 0 0,2 0 0 15,-3 1 0-15,3 1 0 0,0-1 0 0,0 2-9 0,0 0 9 16,1 0 0-16,2-1 0 0,0 1 0 0,-3 0 0 16,0 0 0-16,3 0-8 0,0-2 8 0,0 4 0 15,3-2-23-15,1 0-1 0,-1 0 0 0,0 0 0 16,3 0 24-16,0 0 0 0,0 0 0 0,0 0 0 16,3 0 0-16,0-1 0 0,3 1 0 0,0 0 0 15,0 0 0-15,0 0 0 0,0 0 0 0,3 0 0 16,0 0 0-16,0 0 0 0,0 0 0 0,0 0 0 15,3 2 0-15,-3 4 0 0,3-4 0 0,-3 6 0 16,3-3 0-16,0 3 0 0,0 3 0 0,0-1 0 16,3 1 0-16,-3-1 0 0,0 4 0 0,3-1 0 15,-3-3 0-15,0 3 0 0,0-2 0 0,0 2 0 16,0-2 0-16,0-1 0 0,0 1 0 0,-3 2 0 16,3 3 11-16,-3-3 6 0,0 5 2 0,0 1 0 0,0 2-19 15,0 0 0-15,0 3 0 0,-3 2 0 16,3-2-12-16,0-3-5 0,-3 3-2 0,3-1 0 15,-3-1 33-15,3 1 6 0,0-2 2 0,-3 6 0 0,3-1-14 0,0 3-8 16,0 0 8-16,0 3-8 0,3-3 12 0,-3-5-3 16,0 2 0-16,0 1 0 0,3-4-9 15,-3 1 0-15,3 0 9 0,-3 2-9 0,0-2 12 0,3 5-3 0,-3-3 0 16,3 3 0 0,-3-2-9-16,3-3 0 0,0-3 0 0,-3 0 0 0,3 0 8 0,0-3-8 0,0 1 0 15,0-1 8-15,0 3-8 0,0 0 8 0,0 1-8 16,0 1 8-16,-1 1 1 0,1-3 0 0,0 0 0 0,-3-2 0 15,3-1-9-15,0-2 0 0,-3-3 0 0,0 3-11 16,3 0 11-16,-3-3 0 0,0-2 0 0,-3 4 0 16,3-1 0-16,0 1 9 0,-3 1-9 0,0 0 0 15,3 2 11-15,-3-4-11 0,0 1 10 0,1 1-10 16,2-3 0-16,-3-2 0 16,0 2-8-16,0-5 8 0,3 2 0 0,-3-2 14 0,0-2-1 0,0 1 0 15,3-1-13-15,-3-1-18 0,0 3 4 0,0-3 1 16,3 0 23-16,-3-2 5 0,0 2 1 0,0 0 0 15,3 1-16-15,-3 1 0 0,0-1 8 0,0-1-8 16,0 0 0-16,3 0 0 0,-3 1 0 0,0 1 0 16,0-4 8-16,3 2-8 0,-3 0 0 0,3 1 0 15,-3-4 0-15,3 4 8 0,-3-7-8 0,3 4 0 16,-3 0 0-16,3-3 0 0,0 2 0 0,-3 1 0 16,3-3 0-16,0 0 0 0,0-3 0 0,-3 3 0 15,3 0 0-15,0 0 8 0,0 0-8 0,0-3 0 0,-3 3-16 16,3 0-7-16,0-3-1 0,-3 3 0 0,3-3 24 0,0 1 0 15,0-1 0-15,0 3 0 0,0-5 0 0,0-3 0 16,0 7 0-16,0-1 0 0,0-6 0 0,0 8 0 0,0-8 0 16,0 5 0-16,0 0 0 0,0-5 0 0,0 6 0 0,0 1 0 15,0-7 0-15,0 6 0 0,3-1 0 16,-3-5 0-16,0 8 0 0,0-3 0 0,3 1 0 16,-3 2 0-16,0-8 0 0,0 5 0 0,3 3 0 15,0-3 0-15,-3 3 16 0,3-3 7 16,0 1 1-16,-3 2 1 0,3-3-25 0,-3 3 0 15,3-3 0-15,0 3 0 0,-3-3 0 0,3 3 0 0,0-3 0 0,0 1 0 16,0 2 0-16,0-3 0 0,0 0 0 0,0 1 0 16,3-1 0-16,-3-2 0 0,0 2 0 0,3 0 0 15,-3-2-17-15,0-1-6 0,3 4-1 0,-1-4 0 16,-2 1 24-16,3 0 0 0,0-1 0 0,0-2 0 16,3 0 16-16,-3 3 7 0,3-3 1 0,-3 0 1 15,3 0-25-15,0 0 0 0,0 0 0 0,0 0 0 16,3 0 0-16,-3-3 0 0,3 3 0 0,-4-2 0 15,4-1 0-15,3 0 0 0,-3 3 0 0,3-2 0 16,0-1 0-16,0 0 0 0,0 3 0 0,0-2 0 16,2-1 0-16,-2 3 0 0,3-3 0 0,0 1 0 15,3-1 0-15,0 3 0 0,0-2 0 0,2-1 0 16,1 0 0-16,0 1 0 0,3-1 0 0,0 0 0 16,-1 1 0-16,1-1 0 0,0 0 0 0,3 1 0 15,-3-1 0-15,-1 0 0 0,1 1 0 0,3-1 0 16,-3 0-24-16,5 3 2 0,1 0 1 0,0 0 0 15,0 0 33-15,-1 0 8 0,4 0 0 0,-3 0 1 16,-3 0-21-16,-1 0 0 0,-2 0 0 0,0 0 0 16,3 0 0-16,-1 0 0 0,-2 0 0 0,3 0 0 0,0-2 0 15,-3 4 0-15,-1-2 0 0,1 0 0 0,-3 0 0 0,0 0 0 16,0 0 0-16,-1-2 0 16,-5 2 0-16,3 0 0 0,-3-3 0 0,0 3 8 0,-3 0-8 0,3-2 0 0,-4-1 0 15,1 0 0-15,0 1 0 0,-3-1 0 0,0-2 0 0,0 2 0 16,-3 0 0-16,0 1 0 0,0-1 0 0,-3 0 8 15,0 1-8-15,0-1 0 0,-3-2 0 0,0 5 0 16,-3 0-16-16,5-3-7 0,-5 3-1 0,0 0-1 16,3-2 7-16,-3 2 2 0,0 0 0 0,6-3 0 31,-6 3-26-31,3-3-5 0,-3 3-1 0,6 0 0 16,-3-2-71-16,-3 2-14 0,6-3-3 0</inkml:trace>
  <inkml:trace contextRef="#ctx0" brushRef="#br2" timeOffset="35536.842">14820 8727 1199 0,'-36'-11'24'0,"24"11"8"0,0-3-32 0,1 1 0 0,-1-1 0 0,0 0 0 32,0 3 36-32,3-2 0 0,-3 2 0 0,3 0 0 0,0-3 53 0,0 3 11 0,3 0 3 0,-3 0 0 15,3 0-63-15,6 0-12 0,0 0-2 0,0 0-1 16,0 0 31-16,0 0 7 0,0 0 1 0,0 0 0 15,0 0-52-15,6 5-12 0,3 1 0 0,0-1 0 16,0 0 0-16,3 1 0 0,3-1 0 0,0 0 0 16,0 0 54-16,3 1 8 0,-1-1 2 0,4 0 0 15,0 1-52-15,3-1-12 0,0-3 0 0,2 4 0 16,1-4 0-16,3 4 0 0,-3-1 0 0,9-2 0 16,-4-1 12-16,4 1 0 0,3-3 0 0,2 0 0 15,-5 0-12-15,3 0-16 0,-4 0 3 0,7 0 1 16,-6-3 60-16,3 3 13 0,2-2 3 0,1 2 0 15,-3-3-52-15,2 0-12 0,-2 1 0 0,3-1 0 16,-7 0 0-16,-2 1 0 0,3 2 0 0,-3-3 0 16,-4 3 0-16,4-3 0 0,0 3 0 0,-3-2 0 15,-4 2 0-15,4 0 0 0,-3-3 0 0,-3 1 0 16,0 2 0-16,-4 0 0 0,1 0 0 0,-3 0 0 16,-3 0 54-16,0 0 8 0,-3 0 2 0,3 2 0 15,-6 1-52-15,2-3-12 0,-2 2 0 0,0-2 0 16,0 3 0-16,0 0 0 0,3-3 0 0,-3 2 0 15,0-2 0-15,0 3 0 0,3 0 0 0,-3-1 0 16,3 1 0-16,0 0 0 0,-4-1 0 0,4 1 0 16,-3 0 0-16,3-1 0 0,-3 1 0 0,3 2 0 0,-3-2 0 0,0 2 0 15,0-2 0-15,0 2 0 0,0 0 0 0,-3 1 0 16,0-1 0-16,3 0 0 0,-3 1 54 0,-4 1 8 16,4-1 2-16,-3 2 0 0,3 2-52 15,-3-2-12-15,0 3 0 0,-3-3 0 0,3 2 0 0,0 1 0 16,-3-1 0-16,3 1 0 0,-3 2 0 0,0 1 0 15,0-1 0-15,0 3 0 0,0 2 0 0,0-2 0 16,0 5 0-16,0 0 0 0,-3 1 0 0,3 1 0 0,-3 1 0 16,0 3 0-16,3-6 0 0,-3 3 0 0,0-3 0 0,3 0 0 15,-3 3 0-15,0-3 0 0,3-3 0 0,-3 9 0 16,0-3 0-16,3 0 0 0,-3 5 0 0,1 0 0 16,-1 0 0-16,3 0 0 0,-3 3 0 0,0-1 0 15,3 1 33-15,-3-5 4 0,0-1 1 0,0 3 0 16,3-2-24-16,-3-1-5 0,0 3-1 0,3 0 0 15,-3 3-8-15,3 0 12 0,-3 0-12 0,3-1 12 16,-3 1 0-16,3-3 0 0,0-2 0 0,0 2 0 16,0-3-12-16,-3-2 0 0,3 3 0 0,0-1 0 15,-3-2 0-15,3 2 0 0,0 3 0 0,-3 0 0 16,3-2 0-16,0 2 0 0,-3 0 0 0,3 3 0 16,-3-6 0-16,0-2 0 0,0 0 0 0,3 0 0 15,-3-3 20-15,0 0 3 0,0-2 0 0,0 2 0 16,0 0-37-16,0-2-7 0,3 2-2 0,-3 0 0 15,0 0 23-15,0 3 0 0,0-3 0 0,0 3 0 16,0 0 21-16,0-3 9 0,3 0 2 0,-3 0 0 16,0 0-24-16,0-5-8 0,3 3 0 0,-3-1 0 15,3-2 0-15,-3 0 8 0,0 0-8 0,3 0 0 0,-3 0 0 16,3-3 0-16,0 3 8 0,-3 0-8 16,3-1 24-16,0 4 3 0,0 0 0 0,0-1 0 0,0 1-27 15,0-1 0-15,0 1 0 0,3 2 0 0,-3 0-13 0,0-3-8 16,3 1-2-16,-3-1 0 0,0 1 23 0,0-3 0 0,0 0 0 0,0 0 0 15,0 2 0-15,3-5 0 0,-3 1 0 0,0 2 0 16,0-3 0-16,3 3 0 0,-3-1 0 0,0 1 0 16,0 3 0-16,3 2 0 0,-3 0 0 0,0 0 0 15,0 1 0-15,3-1 0 0,-3 0 0 0,0 0 0 16,0-2 0-16,3-1 0 0,-3 1 8 16,0-4-8-16,0 1 0 0,3 0 0 0,-3 0 0 15,0 0 0-15,0 0 0 0,0-3 0 0,0 0 8 0,0 3-8 16,-3-3 0-16,3 1 0 0,0-1 0 0,0 0 0 15,-3 3 0-15,3 0 0 0,0 0 0 0,-3 0 0 16,3 0 0-16,-3-1 0 0,3 1 0 0,-3 0 0 16,3 0 0-16,-3-3 0 0,0 0 8 0,3-2-8 15,-3 0 0-15,0-1 10 0,3-2-10 0,-3 0 10 16,0-3-10-16,1 1 0 0,-1-1 0 0,0 0 0 16,0 1 0-16,0-4 15 0,3-2-3 0,-6 6 0 15,3-4-12-15,0 3 0 0,-3-2 0 0,0 0 0 16,3-1 0-16,-3 1 0 0,6-3 0 0,-9 0 0 15,0 3 0-15,0-3 0 0,0 2 0 0,0-2 0 16,0 0 0-16,0 0 0 0,0 0 0 0,0 0 0 16,-2 0 0-16,2 0 0 0,-3 0 0 0,0 0 0 0,0 0 12 15,-3 0-1-15,0 0 0 0,-3 0 0 0,0 0-11 0,1 0 0 16,-4 0 9-16,0 0-9 0,-3 0 0 16,0 0 8-16,-2 0-8 0,2 0 0 0,-3 0-8 15,3 0-7-15,0 0-1 0,-3 0 0 0,-2 0 29 0,-1 0 6 16,0 3 1-16,-3 0 0 0,1-1-20 0,-1 1 0 0,-3-3 8 15,1 0-8-15,-1 3-14 0,3-3-6 16,3 0-2-16,-5 2 0 0,-1-2 37 0,0 5 7 0,-3-2 2 16,1 0 0-16,-1 2-24 0,0-2 8 15,-2-1-8-15,2 1 0 0,0 2 0 0,4-2 0 0,-1 2 0 0,0-2 8 16,0 0-8-16,1-1 0 16,-1 3 8-16,-3-2-8 0,4 0 0 0,2-1 8 0,-3 1-8 0,3 0 0 15,4-1 0-15,2 1 0 0,3 0 0 0,-3-1 0 16,3-2 0-16,4 0 0 0,-4 0 0 0,3 0 0 15,0 0 0-15,0 0-8 0,3-2 0 0,1-4 0 16,2 1-116-16,0-6-22 0,6-2-5 16</inkml:trace>
  <inkml:trace contextRef="#ctx0" brushRef="#br2" timeOffset="75265.353">20746 15064 1337 0,'-14'13'28'0,"2"5"6"0,0-2-34 0,3 3 0 0,0-1 0 0,0 6 0 15,3-3 0-15,0 3 0 0,3-3 0 0,-3 3 0 16,6 0 19-16,-3-3-3 0,3 0-1 0,0 0 0 16,0 1 26-16,0-7 6 0,3 4 1 0,0-3 0 15,0-3 28-15,0 0 5 0,3 1 2 0,0-4 0 16,0 1-15-16,3-3-2 0,0 0-1 0,0 0 0 15,3-1-4-15,2-1-1 0,-2-1 0 0,6-2 0 16,3-1 1-16,6 1 0 0,-3-3 0 0,8-5 0 16,1-1-12-16,3-4-2 0,3-3-1 0,5-6 0 15,1-5-32-15,8-2-6 0,1-9-8 0,9-4 11 16,-7-4-11-16,4-7 0 0,2-3 0 0,7-10 0 16,-4-1 53-16,-2-2 9 0,2-3 2 0,9-10 0 15,-11 10-103-15,2 0-20 0,-2 0-4 0,5-5-1 16,-8 11-2-16,-6 2-1 0,-1 3 0 0,-2-3 0 15,-7 8-97-15,-8 5-20 0,0 3-4 0</inkml:trace>
  <inkml:trace contextRef="#ctx0" brushRef="#br2" timeOffset="75652.134">21232 14823 2067 0,'0'0'87'15,"0"0"-70"1,0 5-17-16,3 0 0 0,0 3 0 0,0 0 0 16,-1 0 11-16,1 0-2 0,3 3 0 0,0-1 0 15,0 1 2-15,0 2 0 0,0 3 0 0,0 0 0 16,0 5-11-16,0 3 8 0,0 5-8 0,-3 0 8 15,3 6-8-15,-3-1 0 0,0 6 0 0,0-1 0 16,0-4 0-16,3-1 0 0,0 1-9 0,0-4 9 16,3-2 9-16,-3-5 6 0,6 0 1 0,-4-3 0 15,4-2 43-15,3-6 9 0,-3-2 1 0,6-4 1 16,3-1-2-16,3-4 0 0,2-2 0 0,7-5 0 16,6-5-40-16,3-6-8 0,5-3-1 0,10-10-1 0,5-5 16 15,4-11 3-15,8-6 1 0,15-12 0 0,-2-1-30 16,5-4-8-16,9-9 0 0,18-13 0 15,-12 8-34-15,7-3-8 0,5-5-2 0,24-16 0 16,-18 19-126-16,3-3-26 0,8 0-4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3:08:11.55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18362 15175 1773 0,'-18'-5'50'0,"3"-3"11"0,-2 2-49 0,2 1-12 0,0-3 0 0,0 3 0 16,0-1 0-16,0-1 11 0,0 1-11 0,0-2 10 15,-3 0 41-15,4 0 8 0,-4 0 1 0,-3-2 1 16,3 2-29-16,0-3-5 0,0 1-2 0,-3-1 0 15,1-2 2-15,-1 2 0 0,0-2 0 0,-3 3 0 16,0-4-10-16,1 4-1 0,-1-3-1 0,0 2 0 16,0-2-3-16,0 2 0 0,0-2 0 0,-2 0 0 15,2 2-12-15,0-2 8 0,-3 0-8 0,0-1 0 16,1 1 0-16,-1 0-18 0,-3 0 2 0,0-3 1 16,4 3 15-16,-4-1 0 0,0 4 0 0,0-3 0 15,1-1 0-15,-1 4 0 0,0-1 0 0,-3 1 0 16,1-1 0-16,2 0 0 0,0 3 0 0,-3 1 10 15,0-1-10-15,1 0 0 0,2 0 0 0,-6 2-11 16,6-2 11-16,-2 3 0 0,-1 3 10 0,-3-1-10 16,4 0 0-16,-1 1 0 0,0-1 0 0,-3 3-10 15,1 3 10-15,2-1 0 0,-3-2 0 0,0 6 0 16,4-4 0-16,-4 3 0 0,0-2 0 0,1 5 0 0,2-3 9 16,0 1 4-16,-3-1 1 0,4 3 0 0,-1-3-22 0,3 3-5 0,0 3-1 15,1-1 0-15,-1-2 26 0,3 5 6 0,3-2 1 0,-3 2 0 16,1 1-10-16,2-1-1 0,0 3-8 0,0-1 12 15,3 1-4-15,0 3-8 0,4-1 11 0,-4 4-11 16,6-1-19 0,-3 0-10-16,3-3-3 0,-3 4 0 0,6-1 51 0,-2 3 9 0,2-3 3 15,0 3 0-15,0-3-31 0,3 5 0 0,0-2 0 0,0 5 0 16,3-2-12-16,0 2 12 0,3 2-12 0,0 1 12 16,0 0-24-16,3 0 3 0,0-3 0 0,0 3 0 15,0-1 10-15,0-2 3 0,3 1 0 0,0 4 0 16,0-2-4-16,3-1-1 0,0 4 0 0,3 2 0 15,-3-5 4-15,3-1 1 0,0 1 0 0,3 0 0 16,0-3-22-16,-1 0-4 16,4 0-1-16,0 0 0 0,0 0 53 0,3 0 10 0,-3 1 3 0,6-1 0 15,-3 0-31-15,2-3 0 0,1 1 0 0,3-1 0 16,-3 1 8-16,0-4-8 0,3 1 0 0,-1 0 0 16,-2-3 8-16,3 0-8 0,3-2 0 0,0 2 0 15,-1-5 0-15,1 5 8 0,0-5-8 0,3 5 0 16,-1-5 25-16,1 3 3 0,3-4 0 0,0 4 0 15,-1-3-28-15,1-3-19 0,0 3 3 0,3-3 1 16,-1-5 15-16,4 0 0 0,-3 0 0 0,5 0 10 0,-2-3-10 16,3-2 0-16,0 0 9 0,2-1-9 15,1-2 0-15,-1-2 0 0,1-1 0 0,6-2 0 0,-7-1 0 16,4-2 0-16,-3-2 0 0,5-1 0 0,-2-2 8 0,0 0-8 16,-1-3 8-16,7-3-8 0,-7 1 0 0,-2-1 0 15,3 1 0-15,2-3 0 0,-5-1 0 0,0 1 0 0,-1-5 9 0,1 2-9 16,-4-2 12-16,1-1-12 0,0-2 12 15,-1 0-12-15,-5-3 20 0,-3 3-4 0,0-3 0 16,-1 1 0-16,-2 1 0 0,0 1-1 16,0 3 0-16,-3-3 0 0,-4 2 5 0,-2 1 0 15,0-1 1-15,-3-2 0 0,0 3 7 0,-6-3 2 0,0 2 0 0,-4-2 0 16,-2 0-6-16,0 0 0 0,-3 2-1 0,0-2 0 16,-3 3-2-16,-3-1 0 0,0 1 0 0,-3-3 0 15,0 2 2-15,-2 4 0 0,-1-1 0 0,-6-3 0 16,3 1 12-16,-6-1 2 0,0-2 1 0,-3 0 0 15,0 3-38-15,1-1 0 0,-1 3-14 0,-6 1 4 16,0-1 10-16,0 3 0 0,1-1 0 0,-7 1 8 16,0 3-8-16,0-1 11 0,1-2-11 0,-7 3 12 15,3-1-61-15,-2 1-12 0,-1 2-3 0</inkml:trace>
  <inkml:trace contextRef="#ctx0" brushRef="#br0" timeOffset="10003.413">22997 13791 2318 0,'0'0'97'16,"0"0"-77"0,0 0-30-16,0 0-6 0,0 0 0 0,0 0-1 15,0 0 33-15,0 0 8 0,-3-3 0 0,-3 1 1 16,0-1 12-16,0 3 3 0,-3 0 0 0,-3 0 0 0,0 0-21 0,0 3-4 0,-6-3-1 16,1 5 0-16,-1 0-14 15,-6 1 0-15,0 1 0 0,-3 1 0 0,0 3 54 0,-2 2 8 0,-4-2 2 0,-3 7 0 31,-2-2-73-31,-4 5-15 0,-3 1-2 0,-2 4-1 0,-1 3 43 0,0 0 9 0,-2 3 2 0,-4 2 0 16,1 1-27-16,-1 2 0 16,-3-3 0-16,-5 9 0 0,5-1 0 0,1 0 0 15,-1 6 0-15,-2 2 0 0,5-5 0 0,-2-3 0 16,2 1 0-16,-3 2 0 0,10-3 41 0,-1 0 3 16,4 1 1-16,-1 2 0 0,3-6-21 0,4 1-4 0,-4-3 0 0,3 3-1 15,6-8-19-15,4-1-14 0,-1-2 2 0,3 1 1 16,3-4 11-16,3-2 16 0,1 2-4 0,2-2-1 15,6-3-11-15,0 0 0 0,0-2 0 0,3-3 0 16,3-3-34-16,0 0-9 0,3 1-1 0,0-7-1 16,3 1-10-16,0-5-1 0,0-3-1 0,0 0 0 15,0 0-49-15,6-3-10 0,3-5-1 0</inkml:trace>
  <inkml:trace contextRef="#ctx0" brushRef="#br0" timeOffset="10386.771">21130 13884 2254 0,'-14'-6'64'0,"2"1"14"0,3 0-62 0,0-1-16 0,6 1 0 0,0 0 0 16,3 5 0-16,0-5 9 0,0 5-9 0,0-3 8 15,0 3-8-15,6-3 0 0,-3 1 0 0,3 2 0 32,3 0 0-32,0 2 0 0,-1 1 0 0,4 0 0 0,0 2 53 0,0 3 9 0,3 0 2 0,3 2 0 15,0 6-52-15,3 0-12 0,-1 5 0 0,1 8 0 16,3-2 26-16,0 2 2 0,3 5 1 0,2 1 0 16,1 2-11-16,0 0-2 0,3 0-1 0,2 8 0 15,1-3-6-15,6 6-1 0,0 2 0 0,2 3 0 16,-2-5 2-16,0-1 0 0,-1-2 0 0,7 8 0 15,-4-5-10-15,1 2 0 0,3 0 0 0,2 6 8 16,-5-9 3-16,0 1 0 0,-4-3 0 0,7 3 0 16,-6-3-11-16,2 0-16 0,1 0 4 15,3 2 1-15,-7-7 11 0,4 0 0 0,-3-3-9 0,5 0 9 16,-2-8-156-16,-4-3-26 0,1 1-6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19T23:06:06.8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19862 16109 2066 0,'-38'-13'43'0,"26"7"10"15,-6-2-42-15,3-2-11 0,-3 2 0 0,0-5 0 0,-3-1 28 0,4 1 4 16,-1-3 1-16,-3 0 0 16,-3 3 10-16,0-3 1 0,0-2 1 15,-2 2 0-15,-1-3-45 0,-6 1-13 0,3-3-1 0,-5 0 0 16,-4-1 45-16,0 1 9 0,-5 0 1 0,-4 0 1 15,3-3-16-15,-2 0-3 0,-4-2-1 0,-5 2 0 0,5 0-22 0,-6 0 0 0,-2 3 0 0,-4-3 0 16,1 6 0-16,2-1 0 0,1 6 0 0,-10-3 0 16,7 3 0-16,-1 0-10 0,1 2 1 15,-10 1 0-15,7-1 9 0,-4 0-12 0,1 3 12 0,-4 1-12 16,1-1 0-16,3 0 0 0,-1 0 0 16,-8 0 0-1,5 2-20-15,1 1-4 0,-1 0 0 0,-5 0-1 16,3 2 37-16,-1 0 0 0,-2 1 0 0,-10 2 0 15,13 0-14-15,-3 0-2 0,-1 0 0 0,-5 0 0 0,12 0 16 0,-4 0-11 16,1 0 11-16,-10 2-10 0,13 1 10 0,-1 0-12 0,1-3 12 0,-6 2-12 16,5 4 4-16,1-1 0 0,-1-3 0 0,-5 4 0 15,8-1 8-15,1 0 0 0,-3 1 0 0,-1 2 0 16,7 0 0-16,2-1 0 0,1 1 8 0,-7 3-8 16,10-3 0-16,-4 0 0 0,4 0 0 0,-7 2 8 15,7 1-8-15,2 0 0 0,0 2 0 0,-2 0 8 16,2 0-8-16,4 0 8 0,-4 3-8 0,-2 0 8 15,8 3-8-15,0-3 0 16,1 5 0-16,-4 0 0 0,7 0 10 0,-1-2-2 0,0 2-8 0,1 0 12 16,5 0-2-16,3 0-1 0,1 3 0 0,-1 0 0 15,0 0-1-15,4 0-8 0,-4 2 12 0,0 3-4 0,6 0-8 0,4 6 0 0,-4-1 0 0,3 6 0 16,3-3 0-16,1 0 0 0,2 0 0 0,0 5 0 31,0-2 0-31,6 2 0 0,-2 1 0 0,2 2 8 0,0 0-8 0,6-3 0 0,-3 0 0 16,6 3-11-16,3 0 11 0,0 0 0 0,3 0 0 0,3 3 0 31,3-6 0-31,3 3 0 0,0 0 0 0,6 3 0 16,-3-3 0-16,6 0 0 0,0 0 0 0,3 2 0 0,-1-2 0 15,4 0 0-15,0 3 0 0,6-1 0 0,0-4-20 0,5-3-1 0,4-1-1 0,3 4 0 16,-1-4 35-16,4 1 7 16,0-3 2-16,5 5 0 0,1-5-38 0,0-5-7 0,5 2-1 15,4-2-1-15,-1 0 15 16,1-3 10-16,0-2-12 0,8 4 12 0,-5-4-8 15,5 2 8-15,1-3 0 0,8 6 0 0,-6-8-32 0,1 2 1 16,2 1 0-16,7-1 0 16,-7-2 53-16,4 0 10 0,2-3 3 0,3 3 0 0,-2-6-27 0,-1 1-8 0,3-1 0 0,10 1 0 15,-10-1 0-15,0-4 0 0,4 2 8 0,8-3-8 16,-9-3 0-16,1 4 0 0,2-6 0 0,9 2 0 16,-8-5 0-16,-1 3 0 0,3-2 0 0,7-4 0 15,-10 1 0-15,0-3 0 0,3-3 0 16,10 1 0-16,-10-4 0 0,0 1 0 0,1-3 0 0,14-2 0 15,-12-1 0-15,3-2 0 16,4 0 0-16,11-6 0 0,-15 3 0 0,3 0 0 0,0 0 0 0,10-5 0 16,-10 0 0-16,-3 3 0 0,3-4-10 0,9-1 10 15,-14-1 0-15,-1 0 0 0,0-3 0 0,6 1 0 16,-8 0-26-16,-4-1-7 0,-3 1-2 0,10-3 0 16,-13 5 59-16,-3-5 11 0,-2 2 2 0,5-5 1 0,-11 3-23 0,-4 0-5 15,-2-3-1-15,2 1 0 16,-11-1-9-16,-4 3 10 0,-2-3-10 0,-3 3 10 15,-7 0 11-15,-5 5 3 0,-3-2 0 0,0 2 0 0,-7 0-4 0,-2 3-1 0,-3 0 0 16,-3-1 0-16,-6 1 0 0,0 0 0 0,0 0 0 0,-6-3 0 16,0 0-5-16,-3-2-1 0,0-1 0 0,-3-2 0 31,0 0-13-31,-3-3 0 0,-3 1 0 0,0-1 0 0,-3-2 21 0,0-1-1 0,-3 1-1 16,-3-3 0-1,-2 2-19-15,-1-2 0 0,-3-2 0 0,-6-1 0 16,0 3-11-16,1 0 1 0,-7 0 0 0,-3-3 0 0,1 0 10 15,-7 3-13-15,3-2 5 0,-8-4 8 16,2 4-28-16,0 2 3 0,-2 0 0 0,-7-3 0 0,1 3-11 0,2 2-3 0,-2-2 0 0,-10-2 0 31,9 2-9-31,-5 0-3 0,-1-3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3:10:11.69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6524 6250 1545 0,'-3'-5'32'0,"0"-1"8"0,0 4-32 0,3 2-8 0,0-6 0 0,0 6 0 15,0 0 39-15,0 0 5 0,0 0 2 0,0 0 0 16,0 0-15-16,0 0-3 0,0 6-1 0,0 4 0 15,3 1-27-15,0-1 0 0,0 4 0 0,0 1 0 16,3 1 21-16,0 0-1 0,0 3 0 0,0-3 0 16,0 0-20-16,0-1 8 0,3-1-8 0,0 1 0 15,-3-4 0-15,3 0 0 0,0-1 0 0,-1-2 0 16,4-3-18-16,-3-2-2 0,3 0 0 0,0-1 0 16,0-2 68-16,0-2 12 0,3-1 4 0,0-5 0 15,6 0-30-15,-4-2-6 0,1-4 0 0,3-1-1 16,0-4 10-16,0-2 3 0,3-3 0 0,-1-5 0 15,1 2-20-15,6-4-3 0,3-1-1 0,2-2 0 16,-2 4-6-16,6-1-2 0,-3 2 0 0,2-3 0 16,-5 0-28-16,0 0-5 0,-3-2-2 0,2 2 0 15,-2-2 27-15,0 2 0 0,3 3 0 0,-1 0 0 16,-2 8-108-16,-3 0-16 0,0 5-3 0</inkml:trace>
  <inkml:trace contextRef="#ctx0" brushRef="#br0" timeOffset="3872.972">9444 4093 1876 0,'-6'-10'39'0,"6"10"9"15,0 0-38-15,0 0-10 0,0 0 0 0,0 0 0 16,0 0 70-16,0 0 12 0,0 0 2 0,0 0 1 15,-6 5-26-15,0 0-6 0,3 3-1 0,0 6 0 16,0 1-34-16,-3 7-7 0,3 1-2 0,-2 4 0 16,2-1 1-16,0 3 0 0,-3 1 0 0,3 1 0 15,-3-4-10-15,3 2 0 0,-3-3 9 0,0 1-9 16,3-1 0-16,0 3 0 0,0-8 0 0,-3 6 0 0,3-1 20 16,0-2-1-16,0 0 0 0,0-3 0 0,3-2-19 15,-3-1 0-15,3-2 0 0,-3-3 0 0,3-2 0 0,0-3 0 16,3 0 0-16,-3-3 0 0,0-5 0 15,0 0 0-15,0 0 0 0,6-5 0 16,0-3 22-16,0-5 4 0,3-1 1 0,0-1 0 0,3-7-3 0,0 1 0 0,-1-5 0 16,7-1 0-16,0 3-3 0,0-2-1 15,3 2 0-15,0-2 0 0,0 2-1 0,-1-3-1 0,4 1 0 16,-3 0 0-16,-3 2 1 0,-3-3 0 0,0 3 0 0,0 1 0 16,-4 4-2-16,-2 1 0 0,0 2 0 0,0 0 0 15,0 3-2-15,-3 2-1 0,-3 6 0 0,3-3 0 16,-3 0-3-16,-3 8-1 0,0 0 0 0,0 0 0 15,0 0-1-15,0 0 0 0,-3 8 0 0,-3 2 0 16,3 4-9-16,-3 1 8 0,0 1-8 0,-6 3 8 16,3-1-8-16,-2 4 0 0,-1-4 0 0,0 3 0 15,-3-2 0-15,0-1 0 0,0 1 0 0,0-3 0 16,3 0 0-16,0-3 0 0,0 0 0 0,4 0 0 16,-1-2 0-16,3-1 0 0,3 1-9 0,0 2 9 15,0-7 0-15,3 4 0 0,3-2 0 0,0 0 0 16,3 0-9-16,0 0 9 0,2 0 0 0,1-3-9 15,0 3 9-15,3-3 0 0,0 1 0 0,3-1-8 16,0-2 8-16,-3 2 0 0,3-2 0 0,-3-1 0 16,3 3 0-16,-1-5 0 0,1 3 0 0,0-3 0 15,3 0 0-15,0-3 0 0,0 3 0 0,6-5 0 16,-4 0-60-16,7 0-14 0,0 2-2 0</inkml:trace>
  <inkml:trace contextRef="#ctx0" brushRef="#br0" timeOffset="4130.782">10284 4361 2124 0,'0'0'44'0,"0"0"10"0,0 0-43 0,0 0-11 0,0 0 0 0,0 0 0 16,0 0 111-16,0 0 20 0,6-3 4 0,3 3 1 15,-1-3-53-15,4 3-11 0,0-2-1 0,3-1-1 16,-3 3-20-16,3-5-4 0,3 2-1 0,-3 3 0 15,3-5-15-15,-4 2-3 0,4 0-1 0,-3 1 0 16,3-1-14-16,0 1-4 0,0 2 0 0,3-3 0 16,-4 0-8-16,4 1 0 0,0 2 0 0,0-3 0 15,0 3-12-15,0-5-7 0,-4 5-1 0,1 0-1 16,-3 0-155-16,0 0-30 16,-3 5-6-16</inkml:trace>
  <inkml:trace contextRef="#ctx0" brushRef="#br0" timeOffset="4328.252">10528 4482 1820 0,'0'0'76'16,"0"0"-60"-1,0 0 90-15,0 0 18 0,0 0 4 0,0 0 1 16,0 0-52-16,0 0-10 0,6-5-3 0,0 2 0 0,3 1 0 0,-1-1 0 0,1 0 0 0,3 1 0 16,0-3-20-16,3 2-5 0,3 0-1 0,3 3 0 15,-3-5-10-15,5 2-1 0,-2 3-1 0,3-5 0 31,3 2-36-31,0 1-7 0,-1-1-2 0,1 0 0 16,3 1-129-16,-3-6-27 0</inkml:trace>
  <inkml:trace contextRef="#ctx0" brushRef="#br0" timeOffset="5197.426">11403 3966 2030 0,'0'0'57'0,"0"-8"14"0,0 8-57 0,0-5-14 0,3 0 0 0,-3 5 0 16,0-5 105-16,3-1 19 0,-3 6 3 0,0 0 1 16,3-2-52-16,-3 2-9 0,0 0-3 0,0 0 0 15,0 0-51-15,0 0-13 0,3 2 0 0,0 4 0 16,0 1 0-16,0 1 0 0,0 3 0 0,0 2 0 16,0 0 8-16,0-2-8 0,0 2 11 0,2 3-11 15,-2-3 0-15,3 3 0 0,0-3 0 0,0 3-12 16,3-2 12-16,0-1 0 0,3 3 0 0,0-3 10 15,3-2-18-15,0 2-4 0,0-8-1 0,3 3 0 16,-1-3 3-16,1-2 1 0,0-3 0 0,0-3 0 16,-3 1 9-16,-3-4 0 0,3 1 0 0,-6 0-8 15,2-3 22-15,-2-3 5 0,0 1 1 0,0 2 0 16,-3-8-20-16,0 5 0 0,-3 1 0 0,3-1 0 16,-3 0 55-16,-3 4 7 0,3-7 2 0,-3 4 0 0,0-1 0 15,0 1 0-15,0-1 0 0,0 3 0 16,0 3-52-16,0-1-12 0,0 6 0 0,0 0 0 0,0 0 12 15,0 0 0-15,0 0 0 0,0 0 0 0,0 0-12 0,0 0 0 16,-3 3 0-16,-3 5 0 0,3 0 0 0,0 5-15 0,0-2 2 16,-3 7 0-16,0-2 23 0,3 5 5 0,-3 3 1 15,0 5 0-15,-3-2-16 0,1 2 0 0,2 3 8 0,-6-1-8 16,3-2-12-16,-3-2-4 0,3 2-2 0,-6-5 0 16,3 0 18-16,-3-3 0 0,0-3 0 0,-3 4 0 15,4 1 0-15,-1-4 0 0,0 2 0 0,0-2 9 16,3-1-9-16,0 1 0 0,0-1 0 15,3-2-11-15,0-3-117 16,3-2-24-16,3-3-5 0</inkml:trace>
  <inkml:trace contextRef="#ctx0" brushRef="#br0" timeOffset="5506.761">12147 4265 1874 0,'0'0'53'0,"0"0"11"16,0 0-51-16,0 0-13 0,0 0 0 0,6 3 0 0,3 0 85 0,-3 2 15 0,6-2 2 0,-3-1 1 16,6-2-30-16,2 3-5 0,4 0-2 0,0-3 0 15,3 0-8-15,0 0-2 16,5 0 0-16,-2 0 0 15,-3-3-18-15,3 0-4 0,-3 1-1 0,-1-1 0 0,-2 3-16 0,3-5-3 0,-3-1-1 16,0 4 0-16,0-1-13 16,-4 0 9-16,4-2-9 0,-3 2 8 0,0 1-8 0,0-3 0 15,-3 2 9-15,-3-2-9 16,0-1-26-16,-3 4-10 0,-1-4-1 0,1 4-1 16,-3-1-170-16,0 0-33 0</inkml:trace>
  <inkml:trace contextRef="#ctx0" brushRef="#br0" timeOffset="5797.866">12495 4080 1713 0,'0'0'72'15,"0"0"-57"1,-3-3 93-16,3 3 18 0,0 0 4 0,0 0 1 16,0 0-22-16,0 0-4 0,0 0-1 0,0 0 0 15,0 0-47-15,0 0-9 0,0 0-3 0,0 0 0 16,0 8-11-16,0 0-2 0,0 6-1 0,0-4 0 15,0 3-10-15,0 3-1 0,0 3-1 0,0-1 0 16,0 1-19-16,0 2 10 0,0 3-10 0,3-6 8 16,-3 4-8-16,0-1 0 0,0-3 0 0,0 6 8 15,0-8-8-15,0 5 0 0,3-2 0 0,-3-1 0 16,0-2-39-16,0 0-9 0,3 0-3 0,-3-3 0 16,0 0-10-16,0 0-3 0,3 3 0 0,-3-10 0 15,-3 2-143-15,3-1-29 0</inkml:trace>
  <inkml:trace contextRef="#ctx0" brushRef="#br0" timeOffset="6250.607">12677 4035 2001 0,'-9'-18'41'0,"-3"2"11"0,0 3-41 0,-3-1-11 0,3 1 0 0,-3 5 0 15,1 0 67-15,-4 3 11 0,3 2 2 0,-6 1 1 16,0 4-13-16,-3 4-4 0,-3-1 0 0,-2 5 0 15,-4 1-51-15,0 0-13 0,-2 4 0 0,-1 4 0 16,3 2 54-16,0 6 8 0,4-6 2 0,-1 8 0 16,3 3-52-16,0 2-12 0,3 0 0 0,4 3 0 15,-1 1 0-15,0-7 0 0,3 4 0 0,3-1 0 16,3 0 0-16,3-2 0 0,0 5 0 0,6-5 0 16,0 2 0-16,6-2 0 0,3 5 0 0,3-2 0 15,3-9-17-15,3 1-7 0,3-4 0 0,0-1-1 16,3-1 40-16,-4-5 8 0,4-1 1 0,3-4 1 15,3-3-38-15,3 0-8 0,2-5-2 0,4-1 0 16,3-2 37-16,3-2 7 0,-1-1 2 0,4-5 0 16,-3 0-23-16,-1-3 0 0,1 1 0 0,0-9 0 15,-1 1 56-15,4-9 6 0,0 1 2 0,-1-6 0 16,-5 3-52-16,-6-5-12 0,-1-3 0 0,1 0 0 0,-6 2 54 16,-3 1 8-16,-1-1 2 0,1-2 0 15,-6 0-52-15,-3-2-12 0,0-4 0 0,-6 4 0 0,-3 1 0 16,-3 7 0-16,-6-1 0 0,-3 3 0 15,-3 5 0-15,-3 0 0 0,-3-2 0 0,-3 5 0 0,0 2 0 0,1-2 0 16,-4 5 0-16,-3-2 0 0,-3 4 0 0,-6 1 0 0,1 2 0 16,-4 4 0-16,0 1 0 0,0 6 0 15,1-5 0-15,-1 10 0 16,3-2-100-16,7 5-22 0,-1 0-5 0</inkml:trace>
  <inkml:trace contextRef="#ctx0" brushRef="#br0" timeOffset="7051.036">13317 4072 1758 0,'0'0'36'0,"0"0"10"0,0 0-37 0,0 0-9 16,0 0 0-16,3-2 0 0,0-4 116 0,0 4 22 0,0-6 4 0,0 5 1 16,3-2-36-16,0-1-7 0,-3 1-2 0,3 3 0 15,-1-4-32-15,4 4-6 0,-3-4-2 0,3 1 0 16,0 2-19-16,3-2-4 0,-3 2-1 0,3-2 0 16,0 2-9-16,0 3-1 0,-3-5-1 0,3 5 0 15,-1-2-10-15,-2 2-1 0,3 0-1 0,0 2 0 16,-6-2-11-16,3 5 0 0,0-5 9 0,-3 6-9 15,-3-1 8-15,3-2-8 0,-3 5 10 0,-3 0-10 16,0 0 10-16,-3-1-10 0,0 4 10 0,-3 0-10 16,0-1 0-16,-3 6 8 0,-3-3-8 0,3 6 0 15,-3-3 0-15,0 2 0 0,1 3 0 0,-4-2 0 16,3 2 0-16,3 3 0 0,-3-8 0 0,3 5 0 16,0-8 0-16,0 3 0 0,-3-3 0 0,6 3 0 15,0-5 0-15,3-1 0 0,0 1 0 0,0 2 0 16,0-10 0-16,3 5 0 0,3-3 0 0,-3 0 0 15,3-2-8-15,0 2 8 0,0-2 0 0,3 2 0 0,3-5 0 16,0 3 0-16,3-3 0 0,0 0 0 0,3 0 0 0,0 0 11 16,3 0 0-16,-1 0 0 0,1 0 2 15,3 0 1-15,-3 0 0 0,3 0 0 0,-3 2-14 0,0-2 0 16,2 0 0-16,-2 0 0 0,-3 3 0 0,0-3 0 16,0 3 0-16,0-1 0 15,0-2-24-15,0 0-4 0,-4 3 0 0,4 0-1 16,-3-3-133-16,3 2-26 0,-3 6-6 0</inkml:trace>
  <inkml:trace contextRef="#ctx0" brushRef="#br0" timeOffset="7796.846">10391 5943 1459 0,'0'0'61'16,"0"0"-49"0,6 0 86-16,-3 0 17 0,3 0 3 0,0 0 1 15,0 0-17-15,2-3-3 0,1 3-1 0,0-2 0 16,3-1-29-16,-3 0-5 0,3 3-2 0,0-5 0 15,-3 2-14-15,3 1-4 0,3-1 0 0,0 0 0 16,-1-2-12-16,1 3-2 0,3-4-1 0,0 1 0 0,3 0-14 16,0-1-3-16,0 1-1 0,2 0 0 0,-2-1-11 15,0 1 0-15,0 0 9 0,0 0-9 0,-3-1 0 0,-1 4 9 0,1-1-9 16,-3-2 0-16,0 5 0 0,-6-3-20 0,0 3 2 16,0 0 1-1,-3 0-89-15,0 0-18 0,0 3-3 0,-6-3-1 16,0 5-102-16,-3 3-21 0</inkml:trace>
  <inkml:trace contextRef="#ctx0" brushRef="#br0" timeOffset="8020.594">10557 6062 1758 0,'-5'5'50'0,"5"-5"10"0,0 0-48 0,0 0-12 0,0 0 0 0,0 0 0 15,0 0 61-15,0 0 10 0,0 0 1 0,0 0 1 16,2 6 44-16,1-6 9 0,3 2 2 0,0-2 0 15,0 0-52-15,3 0-9 0,0 0-3 0,3-2 0 16,-3 2-48-16,3 0-16 0,3-3 8 0,0 0-8 16,0 3 14-16,-1-2-1 0,1-1 0 0,3 3 0 15,0 0-13-15,0-3 9 0,0 3-9 0,3 0 8 16,-4-2-22-16,1-4-5 0,0 1-1 0,3 2 0 16,-3-4-137-16,0 1-28 0,3 1-6 0</inkml:trace>
  <inkml:trace contextRef="#ctx0" brushRef="#br0" timeOffset="10645.317">11549 5633 2176 0,'-6'-10'45'0,"6"10"11"0,0 0-44 0,0 0-12 0,-3-6 0 0,3 6 0 16,0 0 81-16,0 0 15 0,0-5 2 0,0 5 1 15,0 0-28-15,0 0-6 0,0 0-1 0,0 0 0 16,0 0-51-16,0 0-13 0,0 8 0 0,3 0 0 16,-3 3 0-16,3-3 0 0,0 2 0 0,3 1 0 15,0 2 0-15,0-2 0 0,2 2 0 0,1 0 0 16,3 0 0-16,0 0 0 0,3 1 0 0,0-1 0 16,0-2-25-16,0-1-8 0,3-2-2 0,2-3 0 15,-2-2 4-15,0-3 1 0,3-3 0 0,0 1 0 0,0-6 30 0,2 2 0 16,-2-4 0-16,0 2 0 15,0 0 0-15,0-3-12 0,0 3 12 0,-6-2-12 16,-1 2 33-16,-5 0 7 0,0 0 2 0,0 0 0 0,-6 0 31 16,0 0 7-16,0 0 0 0,-3 0 1 0,-3 3-27 15,3-3-6-15,-3 3 0 0,-3-3-1 0,3 3 25 0,-3 2 6 16,0 0 1-16,0 1 0 0,6 2-35 0,-6 0-6 0,0 0-2 16,-2 2 0-16,2 1-40 0,0 2-9 15,0 1-2-15,-3 1 0 0,3 4 51 0,-3 2 9 0,3 1 3 0,-3 1 0 16,0 9-28-16,3 3-8 0,-3 4 0 0,0 4 0 15,0-3 0-15,0 2 0 0,0 0 0 0,4 3 0 16,-4-5 0-16,0-3 0 0,0-2 0 0,0 2 0 16,0-3-13-16,0 3 0 0,0 3 0 0,0-3 0 15,3 0-10-15,-3 0-1 0,3 1-1 0,0-4 0 16,0-2-11-16,0-3-1 0,0-2-1 0,0-1 0 16,-2-2-67-16,2-3-14 0,0 0-2 0</inkml:trace>
  <inkml:trace contextRef="#ctx0" brushRef="#br0" timeOffset="11391.477">12424 5181 1728 0,'3'-11'36'0,"-3"11"8"0,3-5-35 0,-3 0-9 0,0 2 0 0,0 3 0 16,3-3 108-16,-3 3 19 0,0-8 4 0,0 8 1 16,0 0-52-16,0 0-9 0,0 0-3 0,0 0 0 15,0 0-20-15,0 0-4 0,0 0 0 0,0 0-1 16,-6 3-20-16,0 5-4 0,0-3-1 0,-3 3 0 16,0 3-18-16,0-1 8 0,-3 4-8 0,0-1 0 15,0 0 8 1,0 0-8-16,-2 3 0 0,2-3 0 0,-3 3 8 0,3 0-8 0,-3 0 0 0,0 3 0 15,3-1 15-15,0 3-1 0,-3 0 0 0,6-2 0 32,1 0-62-32,-1-1-13 0,0 1-3 0,0-4 0 0,3 1 52 0,0-2 12 0,0-1 0 0,0 0 0 15,0-2-54-15,3-3-8 0,0 2-2 0,0-5 0 16,0 1 0-16,3-6 0 0,0 0 0 16,0 0 0-16,0 0-102 0,0 0-21 0,0 0-4 0</inkml:trace>
  <inkml:trace contextRef="#ctx0" brushRef="#br0" timeOffset="11767.464">12370 5186 1444 0,'0'0'30'0,"6"-2"6"0,-3-1-28 0,0-2-8 0,3 2 0 0,-6 3 0 16,3 0 115-16,3-3 21 0,-6 3 5 0,6 0 1 16,-3 0-45-16,3 0-9 0,0 3-1 0,-3-3-1 15,3 3-12-15,0-1-2 0,-3 4-1 0,3 1 0 16,0-4-28-16,0 5-6 0,0 0-1 0,-4 0 0 16,4 2-8-16,0 1-3 0,-3-3 0 0,3 3 0 15,0-1-5-15,-3 1-2 0,3-3 0 0,0 5 0 16,0-5-3-16,-3 5-1 0,3-2 0 15,0-1 0 1,-3 1-5-16,3-1-1 0,0 1 0 0,-3 2 0 0,3-2 10 0,-3-1 2 16,3 1 0-16,-3-3 0 0,0 3-20 0,3-1 0 0,-3-2 0 15,0 0 0-15,0 0 0 0,0 0 0 0,0-3 0 0,0 0 0 16,-1-2-48 0,1 2-12-16,0-2-4 0,-3-3 0 0,6 3-102 15,0-3-21-15,-3 0-4 0</inkml:trace>
  <inkml:trace contextRef="#ctx0" brushRef="#br0" timeOffset="12611.766">12998 5520 1580 0,'-6'0'67'15,"6"0"-54"1,-6-3 143-16,6 3 29 0,-3-3 6 0,3 3 1 16,0 0-98-16,0 0-19 0,0 0-4 0,-3-5-1 15,3 5-10-15,3-5-1 0,0-1-1 0,3 1 0 16,3 2-29-16,0-2-5 0,3 3-2 0,0-4 0 15,0 4 4-15,6-1 1 0,0-2 0 0,-1 2 0 16,1 0-10-16,0 3-1 0,3 0-1 0,-3 0 0 16,0 3-15-16,-3 0 0 0,0-1 0 0,-4 6 0 0,1-2 8 0,0-1-8 15,-3 0 11-15,-3 6-11 0,0-3 0 0,0 0 0 0,-6-1 0 16,0 4-12-16,0 0 12 0,-6-1-11 0,3 6 11 0,-6-5-10 16,0 2-5-16,-3 0-1 0,0 0 0 0,-5 3 0 15,2-3 5-15,-3-2 1 0,-3 2 0 0,3 1 0 16,0-4 10-16,0 3 0 0,1 1 0 0,-1-1-8 15,0 3 8-15,3-3 0 0,3 3 0 16,0-3 0-16,3 3 0 0,0-3 0 16,0-2 0-16,3 2 0 0,3-2 0 0,0-1 0 0,3 1 0 0,0-1 0 15,0-2 0-15,3 0 0 0,0 3 0 0,3-6-8 16,0 3 8-16,0-3 11 0,3-2-3 0,0 2 0 16,3-2 6-16,3-1 1 0,0 1 0 0,3 0 0 15,0-3-3-15,2 0 0 0,1 0 0 0,0-3 0 16,0 3-4-16,0-3-8 0,0 1 11 0,-4-1-11 15,4 1 8-15,-6-1-8 0,3 0 0 0,-6 1 0 16,3-1 0-16,-3 0 0 0,0 3 0 0,-1-2 0 16,1 2-56-16,-3 0-11 0,3 0-2 0,-3 2-1 15,-3 1-60-15,3-3-12 0,-3 5-2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2-19T21:24:53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6 5528 0 0,'0'0'422'0'0,"0"0"-112"0"0,0 0 554 0 0,0 0 266 0 0,-3 0 57 0 0,-42-5 1496 0 0,43 5-1999 0 0,-2 1-46 0 0,-7 3-396 0 0,-6 1 700 0 0,-25 13 1 0 0,40-16-859 0 0,0-1 1 0 0,1 0-1 0 0,0 1 0 0 0,-1-1 1 0 0,1 0-1 0 0,0 1 1 0 0,-1 0-1 0 0,1-1 0 0 0,0 1 1 0 0,0 0-1 0 0,0 0 1 0 0,1-1-1 0 0,-1 1 0 0 0,0 0 1 0 0,0 4-1 0 0,-8 16 350 0 0,7-19-432 0 0,0 0 1 0 0,1 0-1 0 0,0 1 0 0 0,0-1 1 0 0,0 0-1 0 0,0 1 1 0 0,-1 5-1 0 0,-3 14-3 0 0,4-20 1 0 0,-11 40 0 0 0,12-39 0 0 0,-1 0 0 0 0,1 0 0 0 0,-1 0 0 0 0,1 0 0 0 0,1 1 0 0 0,-1-1 0 0 0,0 0 0 0 0,3 7 0 0 0,-1-5 0 0 0,0 1 0 0 0,0-1 0 0 0,-1 0 0 0 0,0 0 0 0 0,0 1 0 0 0,-1-1 0 0 0,1 1 0 0 0,-2 8 0 0 0,1-11 0 0 0,0-1 0 0 0,1 1 0 0 0,-1 0 0 0 0,1 0 0 0 0,0 0 0 0 0,0-1 0 0 0,0 1 0 0 0,0-1 0 0 0,1 1 0 0 0,3 6 0 0 0,-1-2 0 0 0,-3-7-9 0 0,-1 1 0 0 0,1 0-1 0 0,-1 0 1 0 0,1 0-1 0 0,-1 0 1 0 0,0 0 0 0 0,1 0-1 0 0,-1 0 1 0 0,0 0-1 0 0,0 1 1 0 0,-1-1-1 0 0,1 0 1 0 0,0 0 0 0 0,-2 3-1 0 0,2-5-10 0 0,0 1-1 0 0,0-1 1 0 0,0 0 0 0 0,0 0-1 0 0,0 0 1 0 0,0 0 0 0 0,0 1-1 0 0,0-1 1 0 0,0 0 0 0 0,0 0-1 0 0,0 0 1 0 0,0 1 0 0 0,0-1-1 0 0,0 0 1 0 0,0 0 0 0 0,0 0-1 0 0,0 1 1 0 0,0-1 0 0 0,0 0-1 0 0,0 0 1 0 0,1 0 0 0 0,-1 0-1 0 0,0 1 1 0 0,0-1 0 0 0,0 0-1 0 0,0 0 1 0 0,0 0-1 0 0,0 0 1 0 0,1 1 0 0 0,-1-1-1 0 0,0 0 1 0 0,0 0 0 0 0,0 0-1 0 0,0 0 1 0 0,0 0 0 0 0,1 0-1 0 0,-1 0 1 0 0,0 0 0 0 0,0 0-1 0 0,0 0 1 0 0,1 1 0 0 0,-1-1-1 0 0,0 0 1 0 0,0 0 0 0 0,0 0-1 0 0,1 0 1 0 0,-1 0 0 0 0,0 0-1 0 0,0 0 1 0 0,0-1 0 0 0,1 1-1 0 0,-1 0 1 0 0,0 0 0 0 0,13-4-195 0 0,-13 3 206 0 0,1 1-1 0 0,-1 0 0 0 0,1 0 0 0 0,-1-1 0 0 0,1 1 0 0 0,-1 0 0 0 0,1-1 0 0 0,-1 1 0 0 0,1-1 1 0 0,-1 1-1 0 0,1 0 0 0 0,-1-1 0 0 0,0 1 0 0 0,1-1 0 0 0,-1 1 0 0 0,0-1 0 0 0,1 1 1 0 0,-1-1-1 0 0,0 0 0 0 0,0 1 0 0 0,1-1 0 0 0,-1 0 0 0 0,-2-6-83 0 0,2 6 90 0 0,-1 0 0 0 0,1 1-1 0 0,0-1 1 0 0,0 1 0 0 0,0-1-1 0 0,0 1 1 0 0,-1-1 0 0 0,1 0-1 0 0,0 1 1 0 0,0-1 0 0 0,0 1-1 0 0,0-1 1 0 0,0 1 0 0 0,0-1-1 0 0,0 0 1 0 0,1 1 0 0 0,-1-1-1 0 0,0 1 1 0 0,0-1 0 0 0,0 1-1 0 0,1-1 1 0 0,-1 1 0 0 0,0-1-1 0 0,0 1 1 0 0,1-1 0 0 0,-1 1 0 0 0,1-1-1 0 0,-1 0 1 0 0,13-12-52 0 0,-10 10 42 0 0,0 1 0 0 0,-1-1 1 0 0,1 0-1 0 0,3-5 0 0 0,12-28 111 0 0,-13 25 16 0 0,1 0 1 0 0,-1-1 0 0 0,-1 0-1 0 0,6-20 1 0 0,0-2 405 0 0,-9 31-450 0 0,1 0 0 0 0,0 0 0 0 0,-1 0 0 0 0,1 0 0 0 0,0 0 0 0 0,5-4 0 0 0,6-12 376 0 0,-13 18-413 0 0,1 0-1 0 0,-1 0 0 0 0,1-1 1 0 0,-1 1-1 0 0,0 0 1 0 0,0 0-1 0 0,1-1 0 0 0,-1 1 1 0 0,0 0-1 0 0,0 0 0 0 0,0-1 1 0 0,-1 1-1 0 0,1 0 0 0 0,0 0 1 0 0,0 0-1 0 0,-1-2 0 0 0,-1-2 136 0 0,1 1-1 0 0,0 0 0 0 0,1-1 1 0 0,-1 1-1 0 0,1 0 0 0 0,0-8 1 0 0,0 10-92 0 0,0 1-38 0 0,0 1 0 0 0,0-1 0 0 0,-1 0 0 0 0,1 1-1 0 0,0-1 1 0 0,0 0 0 0 0,-1 1 0 0 0,1-1-1 0 0,0 0 1 0 0,-1 1 0 0 0,1-1 0 0 0,-1 0 0 0 0,1 1-1 0 0,0-1 1 0 0,-1 1 0 0 0,0-1 0 0 0,1 1 0 0 0,-1-1-1 0 0,1 1 1 0 0,-1-1 0 0 0,1 1 0 0 0,-2-1-1 0 0,-16-6 310 0 0,13 5-116 0 0,3 1 42 0 0,2 1-33 0 0,-1 1-130 0 0,0 2-97 0 0,-1-1 1 0 0,1 0-1 0 0,-1 1 1 0 0,1-1-1 0 0,0 1 1 0 0,0-1-1 0 0,0 1 1 0 0,1-1-1 0 0,-1 1 1 0 0,0 0-1 0 0,1-1 1 0 0,0 1 0 0 0,0 0-1 0 0,-1 0 1 0 0,2-1-1 0 0,-1 1 1 0 0,0 0-1 0 0,0-1 1 0 0,1 1-1 0 0,0 0 1 0 0,-1-1-1 0 0,1 1 1 0 0,0-1-1 0 0,0 1 1 0 0,1-1-1 0 0,1 4 1 0 0,5 12 175 0 0,16 37-29 0 0,-21-48-160 0 0,0 0 0 0 0,1 0 0 0 0,0-1 0 0 0,0 1 0 0 0,0-1 0 0 0,8 9 0 0 0,-6-8 0 0 0,-1 0 0 0 0,1 0 0 0 0,7 16 0 0 0,3 7-89 0 0,-12-23 37 0 0,0 0 1 0 0,-1 0-1 0 0,1 0 0 0 0,-1 0 0 0 0,4 16 0 0 0,-6-16-73 0 0,2 1 0 0 0,4 10 0 0 0,-4-11-110 0 0,-1 0-1 0 0,4 12 1 0 0,-5-12-61 0 0,1 0 0 0 0,0 0 0 0 0,5 9 0 0 0,-4-9-421 0 0,0-1 1 0 0,-1 0-1 0 0,0 1 0 0 0,2 10 0 0 0,0 14-1315 0 0,-3-2-14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2-19T21:24:53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3 2304 0 0,'-11'-3'497'0'0,"10"3"7443"0"0,-5 0-3839 0 0,-6 1-3023 0 0,12-1-1100 0 0,-1 0 1 0 0,1 0 0 0 0,0 0-1 0 0,0 1 1 0 0,-1-1 0 0 0,1 0 0 0 0,0 0-1 0 0,0 0 1 0 0,-1 0 0 0 0,1 0-1 0 0,0 1 1 0 0,0-1 0 0 0,-1 0-1 0 0,1 0 1 0 0,0 0 0 0 0,0 0-1 0 0,0 1 1 0 0,0-1 0 0 0,-1 0-1 0 0,1 0 1 0 0,0 1 0 0 0,0-1-1 0 0,0 1 1 0 0,0-1 92 0 0,0 1 0 0 0,0-1 0 0 0,0 1 1 0 0,0-1-1 0 0,0 1 0 0 0,0-1 0 0 0,1 1 0 0 0,-1-1 0 0 0,0 1 0 0 0,0-1 0 0 0,1 1 1 0 0,-1-1-1 0 0,0 0 0 0 0,1 1 0 0 0,-1-1 0 0 0,0 1 0 0 0,1-1 0 0 0,0 1 0 0 0,0 0-33 0 0,0 0-1 0 0,-1 0 0 0 0,1 0 0 0 0,0 0 0 0 0,0 1 0 0 0,-1-1 0 0 0,1 0 0 0 0,-1 0 0 0 0,1 1 0 0 0,-1-1 0 0 0,0 0 0 0 0,1 1 1 0 0,-1-1-1 0 0,0 1 0 0 0,0-1 0 0 0,0 2 0 0 0,0-1-26 0 0,1 1 0 0 0,-1-1 0 0 0,0 1-1 0 0,1 0 1 0 0,0-1 0 0 0,1 5 0 0 0,5 5-7 0 0,0-1 0 0 0,0 1 0 0 0,19 19 0 0 0,5 9-7 0 0,-29-37 3 0 0,-1-1 0 0 0,0 0 0 0 0,0 1 0 0 0,0-1 0 0 0,0 1 0 0 0,-1-1 0 0 0,1 1 0 0 0,-1-1 0 0 0,1 1 0 0 0,-1 4 0 0 0,0-5 0 0 0,0 1 0 0 0,1 0 0 0 0,-1 0 0 0 0,1 0 0 0 0,-1 0 0 0 0,1 0 0 0 0,0-1 0 0 0,0 1 0 0 0,3 4 0 0 0,5 8 0 0 0,-5-10 0 0 0,0 1 0 0 0,0 0 0 0 0,-1 0 0 0 0,0 0 0 0 0,0 1 0 0 0,-1-1 0 0 0,3 12 0 0 0,-3-10-57 0 0,1 1 0 0 0,0 0-1 0 0,7 12 1 0 0,-7-15 24 0 0,-1 0 1 0 0,1 0 0 0 0,-1 0-1 0 0,0 0 1 0 0,0 1-1 0 0,-1-1 1 0 0,1 0 0 0 0,-1 8-1 0 0,-1-11 55 0 0,0-1-1 0 0,1 0 1 0 0,-1 0 0 0 0,1 0-1 0 0,-1 0 1 0 0,1 0 0 0 0,-1 0-1 0 0,1 0 1 0 0,1 2 0 0 0,0 1 26 0 0,-1-5-45 0 0,-1 1-1 0 0,0-1 1 0 0,0 1-1 0 0,0-1 0 0 0,1 1 1 0 0,-1-1-1 0 0,0 1 0 0 0,0-1 1 0 0,0 1-1 0 0,0-1 0 0 0,0 1 1 0 0,0 0-1 0 0,0-1 0 0 0,0 1 1 0 0,0-1-1 0 0,-1 1 0 0 0,1-1 1 0 0,0 1-1 0 0,0-1 0 0 0,0 1 1 0 0,-1-1-1 0 0,1 1 0 0 0,0-1 1 0 0,0 1-1 0 0,-1-1 1 0 0,1 0-1 0 0,0 1 0 0 0,-1-1 1 0 0,0 1-1 0 0,1 0-13 0 0,-1-1 1 0 0,1 0-1 0 0,0 1 1 0 0,-1-1-1 0 0,1 1 1 0 0,0-1-1 0 0,-1 1 1 0 0,1-1-1 0 0,0 1 1 0 0,0-1-1 0 0,-1 1 1 0 0,1-1-1 0 0,0 1 1 0 0,0-1-1 0 0,0 1 1 0 0,0-1-1 0 0,0 1 1 0 0,-1-1-1 0 0,1 1 1 0 0,0-1-1 0 0,0 1 1 0 0,1-1-1 0 0,-1 1 1 0 0,0 0-1 0 0,0 0 1 0 0,1 2-45 0 0,-1-3 49 0 0,1 1 0 0 0,-1-1 0 0 0,0 0 0 0 0,0 0 0 0 0,0 0 0 0 0,0 0 0 0 0,0 1 0 0 0,0-1 0 0 0,0 0 0 0 0,0 0 0 0 0,0 1 0 0 0,0-1 0 0 0,1 0 0 0 0,-1 0 0 0 0,0 0 0 0 0,0 1 0 0 0,0-1 0 0 0,0 0 0 0 0,-1 0 0 0 0,1 0 0 0 0,0 1 0 0 0,0-1 0 0 0,0 0 0 0 0,0 0 0 0 0,0 1 0 0 0,0-1 0 0 0,0 0 0 0 0,0 0 0 0 0,0 0 0 0 0,0 0 0 0 0,-1 1 0 0 0,1-1 0 0 0,0 0 0 0 0,0 0 0 0 0,0 0 0 0 0,0 0 0 0 0,0 1-1 0 0,-1-1 1 0 0,0 0 197 0 0,1 0 22 0 0,-8-16 461 0 0,7 4-240 0 0,1 0 0 0 0,0-17 0 0 0,1 4-122 0 0,-1 15-132 0 0,0-1 0 0 0,1 1 0 0 0,1-1-1 0 0,-1 1 1 0 0,2 0 0 0 0,-1-1-1 0 0,1 1 1 0 0,6-12 0 0 0,-3 2 10 0 0,-5 17-155 0 0,0-1 0 0 0,0 0 0 0 0,0 1 0 0 0,1-1 0 0 0,1-3 0 0 0,-2 6-34 0 0,0 0 1 0 0,-1 0 0 0 0,1 1 0 0 0,0-1-1 0 0,0 0 1 0 0,0 1 0 0 0,-1-1 0 0 0,1 0-1 0 0,0 1 1 0 0,0-1 0 0 0,0 1 0 0 0,2-1-1 0 0,1 0-1 0 0,0-1 0 0 0,0 1 0 0 0,1 1 0 0 0,-1-1 0 0 0,1 1 0 0 0,-1 0 0 0 0,1 0 0 0 0,5 0 0 0 0,6 2 0 0 0,-4 5 0 0 0,-3 0 0 0 0,-2 1 0 0 0,1 0 0 0 0,-1 1 0 0 0,7 10 0 0 0,-11-15 0 0 0,-1 1 0 0 0,1-1 0 0 0,-1 1 0 0 0,0 0 0 0 0,0-1 0 0 0,-1 1 0 0 0,0 0 0 0 0,0 0 0 0 0,0 0 0 0 0,0 1 0 0 0,0 5 0 0 0,2 9 0 0 0,-2-18 0 0 0,-1 0 0 0 0,1 0 0 0 0,0 0 0 0 0,-1 0 0 0 0,0 0 0 0 0,0 0 0 0 0,1 0 0 0 0,-1 0 0 0 0,-1 1 0 0 0,1-1 0 0 0,0 0 0 0 0,0 0 0 0 0,-2 3 0 0 0,-2 5 0 0 0,-1 1 0 0 0,0-1 0 0 0,-1-1 0 0 0,-10 14 0 0 0,8-13-3 0 0,3-3 14 0 0,0 0 0 0 0,-1 0 0 0 0,0 0 0 0 0,0-1 0 0 0,-1 0 0 0 0,-11 7 0 0 0,-14 7 428 0 0,0-1 1 0 0,-2-2 0 0 0,-61 22-1 0 0,43-16-219 0 0,49-22-208 0 0,3-1-12 0 0,-1 0 0 0 0,1 0 0 0 0,0 0 0 0 0,-1 0 0 0 0,1 0 0 0 0,0 0 0 0 0,-1 0 0 0 0,1 0 0 0 0,0 0 0 0 0,-1 0 0 0 0,1 0 0 0 0,0 1 0 0 0,-1-1 0 0 0,1 0 0 0 0,0 0 0 0 0,0 0 0 0 0,-1 1 0 0 0,1-1 0 0 0,0 0 0 0 0,0 0 0 0 0,-1 1 0 0 0,1-1 0 0 0,0 0 0 0 0,0 0 0 0 0,0 1 0 0 0,-1-1 0 0 0,1 0 0 0 0,0 1 0 0 0,0-1 0 0 0,0 0 0 0 0,0 1 0 0 0,0-1 0 0 0,0 0 0 0 0,0 1 0 0 0,0-1 0 0 0,0 0 0 0 0,0 1 0 0 0,-1 0-9 0 0,1-1 0 0 0,0 0-1 0 0,0 1 1 0 0,0-1 0 0 0,-1 0 0 0 0,1 0-1 0 0,0 1 1 0 0,0-1 0 0 0,-1 0 0 0 0,1 0-1 0 0,0 1 1 0 0,-1-1 0 0 0,1 0-1 0 0,0 0 1 0 0,-1 0 0 0 0,1 0 0 0 0,0 1-1 0 0,-1-1 1 0 0,1 0 0 0 0,0 0 0 0 0,-1 0-1 0 0,1 0 1 0 0,0 0 0 0 0,-1 0 0 0 0,1 0-1 0 0,-1 0 1 0 0,-9-1-810 0 0,10 1 630 0 0,-6-2-758 0 0,5 1-2116 0 0,1 1-3756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2-19T21:24:57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19 5528 0 0,'0'-4'568'0'0,"-4"-2"-407"0"0,4 5 591 0 0,-1 0-548 0 0,1 1-1 0 0,0-1 1 0 0,-1 1-1 0 0,1-1 1 0 0,0 1-1 0 0,-1 0 1 0 0,1-1-1 0 0,0 1 1 0 0,-1-1-1 0 0,1 1 1 0 0,-1 0-1 0 0,1-1 1 0 0,-1 1-1 0 0,1 0 1 0 0,-1 0-1 0 0,1-1 1 0 0,-1 1-1 0 0,1 0 1 0 0,-1 0-1 0 0,1 0 1 0 0,-1 0-1 0 0,1 0 1 0 0,-1-1-1 0 0,0 1 1 0 0,1 0-1 0 0,-2 0 1 0 0,-17 7 1519 0 0,-3 1-772 0 0,21-7-935 0 0,0-1-1 0 0,0 1 0 0 0,-1 0 0 0 0,1 0 0 0 0,0 0 0 0 0,0-1 0 0 0,0 1 1 0 0,1 0-1 0 0,-1 0 0 0 0,0 0 0 0 0,0 1 0 0 0,1-1 0 0 0,-1 0 1 0 0,0 0-1 0 0,0 2 0 0 0,-3 6 27 0 0,0 0-1 0 0,0-1 1 0 0,-1 0 0 0 0,0 0-1 0 0,-1 0 1 0 0,-6 7 0 0 0,5-6-63 0 0,1-1-1 0 0,-1 1 1 0 0,2 0 0 0 0,-7 14-1 0 0,-5 8-150 0 0,14-26 188 0 0,0 1-1 0 0,0-1 1 0 0,0 1-1 0 0,1 0 1 0 0,0-1-1 0 0,0 1 1 0 0,0 0 0 0 0,0 8-1 0 0,1-8-5 0 0,1 1 0 0 0,0-1-1 0 0,1 10 1 0 0,-1-14-23 0 0,0 0 1 0 0,0 0 0 0 0,1-1-1 0 0,-1 1 1 0 0,1 0-1 0 0,-1-1 1 0 0,1 1-1 0 0,0-1 1 0 0,0 1-1 0 0,0-1 1 0 0,0 1 0 0 0,0-1-1 0 0,0 1 1 0 0,0-1-1 0 0,0 0 1 0 0,0 0-1 0 0,3 2 1 0 0,1 1 8 0 0,-1-2 36 0 0,0 1 0 0 0,-1-1 0 0 0,1 0 0 0 0,0 0 1 0 0,1 0-1 0 0,-1-1 0 0 0,5 2 0 0 0,-7-3-41 0 0,0 1-1 0 0,1-1 1 0 0,-1 1-1 0 0,0 0 1 0 0,0 0-1 0 0,0 0 1 0 0,1 0-1 0 0,-1 0 1 0 0,3 3 0 0 0,-1-2-11 0 0,1 1 1 0 0,-1-1 0 0 0,0 0 0 0 0,1-1-1 0 0,0 1 1 0 0,-1-1 0 0 0,1 0 0 0 0,6 1 0 0 0,10 3 20 0 0,-17-4 34 0 0,1 1 0 0 0,0-1 1 0 0,0 2-1 0 0,-1-1 0 0 0,1 0 1 0 0,-1 1-1 0 0,0 0 1 0 0,1 0-1 0 0,-2 0 0 0 0,1 0 1 0 0,0 1-1 0 0,0 0 0 0 0,-1 0 1 0 0,3 4-1 0 0,-5-7-32 0 0,-1 0 1 0 0,0 0-1 0 0,1 0 0 0 0,-1 1 0 0 0,0-1 0 0 0,0 0 0 0 0,1 0 1 0 0,-1 1-1 0 0,0-1 0 0 0,0 0 0 0 0,-1 0 0 0 0,1 0 0 0 0,0 1 1 0 0,0-1-1 0 0,-1 0 0 0 0,1 0 0 0 0,0 0 0 0 0,-2 3 1 0 0,-9 16 42 0 0,5-13-65 0 0,1 0 1 0 0,-1-1-1 0 0,-7 7 1 0 0,9-10-19 0 0,0 1 0 0 0,0-1 0 0 0,0 1 0 0 0,1 0 0 0 0,0 0 0 0 0,0 1 0 0 0,0-1 0 0 0,0 1 0 0 0,-4 8 0 0 0,5-7 19 0 0,0-1 0 0 0,-1 0 1 0 0,1 0-1 0 0,-1 0 0 0 0,-1 0 0 0 0,1 0 0 0 0,-1-1 1 0 0,1 1-1 0 0,-1-1 0 0 0,-9 7 0 0 0,-4 2 20 0 0,-26 17 0 0 0,41-29-3 0 0,-5 3 3 0 0,0 0 1 0 0,0 0 0 0 0,0 0 0 0 0,-13 3-1 0 0,16-6 3 0 0,-1 0-1 0 0,1 0 1 0 0,0-1 0 0 0,0 1-1 0 0,0-1 1 0 0,-1 0-1 0 0,1 0 1 0 0,0-1-1 0 0,0 1 1 0 0,-5-2 0 0 0,-8-9-487 0 0,15 11 57 0 0,2 0-582 0 0,0-2-2361 0 0,0-4-1014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2-19T21:24:57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5064 0 0,'1'2'347'0'0,"1"0"1"0"0,-1 0 0 0 0,0 0-1 0 0,0 0 1 0 0,0 0-1 0 0,0 0 1 0 0,-1 0-1 0 0,1 1 1 0 0,0-1 0 0 0,-1 0-1 0 0,0 0 1 0 0,1 1-1 0 0,-1-1 1 0 0,0 0-1 0 0,0 0 1 0 0,0 1 0 0 0,-1-1-1 0 0,0 5 1 0 0,-3 20 891 0 0,3-22-1162 0 0,1-1 1 0 0,-1 1 0 0 0,0-1 0 0 0,0 1 0 0 0,0-1 0 0 0,0 0 0 0 0,-1 1 0 0 0,1-1 0 0 0,-1 0 0 0 0,-4 6 0 0 0,5-10-89 0 0,1 1 1 0 0,0-1 0 0 0,-1 1-1 0 0,1-1 1 0 0,0 0 0 0 0,0 1-1 0 0,-1-1 1 0 0,1 1 0 0 0,0-1-1 0 0,0 1 1 0 0,0-1 0 0 0,0 1 0 0 0,-1-1-1 0 0,1 1 1 0 0,0-1 0 0 0,0 1-1 0 0,0-1 1 0 0,0 1 0 0 0,0-1-1 0 0,0 1 1 0 0,0-1 0 0 0,1 1-1 0 0,-1-1 1 0 0,0 1 0 0 0,0-1-1 0 0,0 1 1 0 0,0-1 0 0 0,1 0 0 0 0,-1 1-1 0 0,0-1 1 0 0,0 1 0 0 0,1-1-1 0 0,-1 1 1 0 0,0-1 0 0 0,1 0-1 0 0,-1 1 1 0 0,0-1 0 0 0,1 0-1 0 0,0 1 1 0 0,1 1 25 0 0,9 9-41 0 0,-7-10 26 0 0,0 0 4 0 0,-1 0 24 0 0,1 1 1 0 0,1-1-1 0 0,-1 0 1 0 0,0 0-1 0 0,0-1 1 0 0,0 1-1 0 0,0-1 1 0 0,1 0-1 0 0,-1 0 1 0 0,0 0-1 0 0,0 0 1 0 0,0-1-1 0 0,1 0 1 0 0,-1 0-1 0 0,0 0 1 0 0,0 0-1 0 0,0-1 1 0 0,0 0-1 0 0,-1 1 1 0 0,1-1 0 0 0,0-1-1 0 0,4-3 1 0 0,7-4-29 0 0,-9 7 0 0 0,-1-1 0 0 0,0 0 0 0 0,8-8 0 0 0,-8 7 145 0 0,0-1 0 0 0,0 0 0 0 0,0-1 0 0 0,-1 1 0 0 0,4-9 0 0 0,-8 14 81 0 0,1-1 0 0 0,0 1-1 0 0,0-1 1 0 0,-1 1 0 0 0,1-1-1 0 0,0 1 1 0 0,0 0 0 0 0,1 0-1 0 0,-1 0 1 0 0,0-1 0 0 0,0 1-1 0 0,1 0 1 0 0,-1 0 0 0 0,3-1-1 0 0,-10-9 385 0 0,5 10-592 0 0,1 0 0 0 0,-1 1 1 0 0,0-1-1 0 0,0 0 0 0 0,0 0 0 0 0,0 0 1 0 0,1 1-1 0 0,-1-1 0 0 0,0 0 1 0 0,0 1-1 0 0,0-1 0 0 0,-1 1 0 0 0,1-1 1 0 0,0 1-1 0 0,0 0 0 0 0,0-1 0 0 0,0 1 1 0 0,0 0-1 0 0,-2 0 0 0 0,-22 2 154 0 0,14-1-179 0 0,5 0 22 0 0,0 0-1 0 0,1 0 0 0 0,-1 1 0 0 0,1 0 0 0 0,-1 0 0 0 0,1 0 0 0 0,0 1 1 0 0,-8 5-1 0 0,-37 29-3699 0 0,41-29 1463 0 0,-14 9-3634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2-19T21:24:58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52 5528 0 0,'0'0'422'0'0,"0"-2"-276"0"0,2-12-265 0 0,1-5 2394 0 0,-4 19-2090 0 0,1-1 1 0 0,0 0-1 0 0,0 0 1 0 0,0 0-1 0 0,0 0 1 0 0,-1 1-1 0 0,1-1 1 0 0,0 0-1 0 0,-1 0 0 0 0,1 1 1 0 0,0-1-1 0 0,-1 0 1 0 0,1 0-1 0 0,-1 1 1 0 0,1-1-1 0 0,-1 1 1 0 0,0-1-1 0 0,1 0 0 0 0,-1 1 1 0 0,-1-1-1 0 0,0 0-27 0 0,0 1-1 0 0,0 0 0 0 0,0-1 0 0 0,0 1 1 0 0,0 0-1 0 0,0 0 0 0 0,0 0 0 0 0,0 1 1 0 0,0-1-1 0 0,0 0 0 0 0,0 1 1 0 0,0 0-1 0 0,-3 0 0 0 0,4 0-48 0 0,-5 1 63 0 0,1 0 1 0 0,-1 1-1 0 0,1 0 0 0 0,-1 0 1 0 0,1 0-1 0 0,0 1 0 0 0,0 0 1 0 0,1 0-1 0 0,-1 0 0 0 0,1 1 1 0 0,-5 4-1 0 0,-4 9-146 0 0,-21 34 0 0 0,12-17 63 0 0,17-25-62 0 0,-10 20 0 0 0,5-10-28 0 0,7-12-5 0 0,1-1 0 0 0,-1 1-1 0 0,1-1 1 0 0,1 1-1 0 0,-1 0 1 0 0,1 0 0 0 0,1 0-1 0 0,-1 0 1 0 0,2 9-1 0 0,-1-14-8 0 0,0 0 0 0 0,0-1 0 0 0,1 1 0 0 0,-1 0-1 0 0,1-1 1 0 0,0 1 0 0 0,0 0 0 0 0,0-1-1 0 0,0 1 1 0 0,0-1 0 0 0,0 0 0 0 0,1 1-1 0 0,-1-1 1 0 0,1 0 0 0 0,-1 0 0 0 0,1 0-1 0 0,0 0 1 0 0,0 0 0 0 0,0 0 0 0 0,0-1 0 0 0,0 1-1 0 0,1 0 1 0 0,-1-1 0 0 0,0 0 0 0 0,1 0-1 0 0,-1 1 1 0 0,4 0 0 0 0,10 1-185 0 0,-1-1 1 0 0,1 0-1 0 0,27-1 0 0 0,-39-1 208 0 0,0 0 1 0 0,-1 1-1 0 0,1-1 0 0 0,-1 1 0 0 0,0 0 0 0 0,1-1 1 0 0,-1 2-1 0 0,1-1 0 0 0,-1 0 0 0 0,0 1 0 0 0,0-1 1 0 0,5 4-1 0 0,-8-4 11 0 0,1-1 1 0 0,0 1-1 0 0,-1 0 1 0 0,1 0-1 0 0,0-1 0 0 0,-1 1 1 0 0,1 0-1 0 0,-1 0 1 0 0,1 0-1 0 0,-1 0 1 0 0,0 0-1 0 0,1-1 0 0 0,-1 1 1 0 0,0 0-1 0 0,0 0 1 0 0,1 0-1 0 0,-1 0 0 0 0,0 0 1 0 0,0 0-1 0 0,0 0 1 0 0,0 0-1 0 0,0 0 1 0 0,-1 2-1 0 0,1 1-60 0 0,-1 0 0 0 0,0 0 0 0 0,0 0 0 0 0,-3 5 0 0 0,-3 4-35 0 0,0 1 0 0 0,-1-2 0 0 0,0 1 0 0 0,-16 17 0 0 0,-3 4 66 0 0,-21 21 12 0 0,13-16-27 0 0,3-7-336 0 0,29-30 158 0 0,1 0 1 0 0,-1 0-1 0 0,1 0 1 0 0,-1 0-1 0 0,0 0 1 0 0,0-1 0 0 0,0 1-1 0 0,0-1 1 0 0,0 0-1 0 0,-5 2 1 0 0,4-3-4459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2-19T21:24:58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5064 0 0,'1'0'54'0'0,"-1"1"0"0"0,0-1-1 0 0,0 1 1 0 0,0-1 0 0 0,1 1 0 0 0,-1-1 0 0 0,0 1 0 0 0,0-1-1 0 0,0 1 1 0 0,0 0 0 0 0,0-1 0 0 0,0 1 0 0 0,0-1-1 0 0,0 1 1 0 0,-1-1 0 0 0,1 1 0 0 0,0-1 0 0 0,0 1 0 0 0,0-1-1 0 0,0 1 1 0 0,-1-1 0 0 0,1 1 0 0 0,0-1 0 0 0,-1 1 0 0 0,1-1-1 0 0,0 1 1 0 0,-1-1 0 0 0,1 0 0 0 0,0 1 0 0 0,-1-1 0 0 0,0 1-1 0 0,-3-3 2467 0 0,4 2-2477 0 0,0 0 0 0 0,0 0 0 0 0,0 0 0 0 0,0 0 0 0 0,0 0 0 0 0,-1 0 0 0 0,1 0 0 0 0,0 0 0 0 0,0 0 0 0 0,0-1 0 0 0,0 1 0 0 0,0 0 0 0 0,0 0 0 0 0,0 0 0 0 0,-1 0 0 0 0,1 0 0 0 0,0 0 0 0 0,0 0 0 0 0,0 0-1 0 0,0 0 1 0 0,0 0 0 0 0,0 0 0 0 0,-1 0 0 0 0,1 0 0 0 0,0 0 0 0 0,0 0 0 0 0,0 0 0 0 0,0 0 0 0 0,0 0 0 0 0,0 0 0 0 0,-1 0 0 0 0,1 0 0 0 0,0 0 0 0 0,0 0 0 0 0,0 1 0 0 0,-2 0 439 0 0,1 1 0 0 0,-1 0 0 0 0,1 0 0 0 0,0 0 0 0 0,0 1 0 0 0,-1-1-1 0 0,2 0 1 0 0,-1 0 0 0 0,-1 3 0 0 0,1 0-190 0 0,0 0 0 0 0,0 0 0 0 0,0 0 0 0 0,1 0 1 0 0,0 0-1 0 0,0 0 0 0 0,1 7 0 0 0,0-2 240 0 0,-1 22 1 0 0,-1-15-252 0 0,1-13-211 0 0,0 0 0 0 0,-1 0 0 0 0,1 0-1 0 0,-3 6 1 0 0,2-6-26 0 0,0 0 1 0 0,0 0-1 0 0,1 0 1 0 0,-1 6-1 0 0,1 4 18 0 0,0 0 0 0 0,-5 22-1 0 0,4-10 10 0 0,1-22-68 0 0,0 0 0 0 0,0-1 0 0 0,0 1 0 0 0,0 0-1 0 0,-1-1 1 0 0,-1 8 0 0 0,0-6 6 0 0,0 0 1 0 0,1 0-1 0 0,0 1 0 0 0,-1 8 0 0 0,0 3-2 0 0,-1-3-19 0 0,2-10-4 0 0,0 0 0 0 0,0-1-1 0 0,1 1 1 0 0,-1 0-1 0 0,1 6 1 0 0,2 20-442 0 0,-2-24 207 0 0,0 0 0 0 0,0 0 0 0 0,0 1-1 0 0,1-1 1 0 0,0 0 0 0 0,1 0 0 0 0,-1-1-1 0 0,5 11 1 0 0,-4-13-20 0 0,0-1-656 0 0,-1-1-2751 0 0,-1-1-1112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14T23:14:12.042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context xml:id="ctx1">
      <inkml:inkSource xml:id="inkSrc4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2-14T23:14:17.329"/>
    </inkml:context>
  </inkml:definitions>
  <inkml:trace contextRef="#ctx0" brushRef="#br0">11826 11693 1579 0,'2'-11'32'0,"-2"11"10"0,3-5-34 0,0-1-8 0,0 1 0 0,0 3 0 31,0-4 53-31,0 4 9 0,3-1 2 0,-3 0 0 0,-3 3 0 0,3-2 0 0,0 2 0 16,3 0 0-16,-3 0-1 0,3 2 0 0,-3-2 0 0,3 6 0 16,-3-1-50-16,3 0-13 0,-3 0 0 0,3 3 0 15,-3 0 0-15,3 3 0 0,-3 0 0 0,0-1 0 16,0 1 0-16,-3-1 0 0,3 1 0 0,-3-1 0 16,3 4 0-16,-3-6 0 0,0 2 0 15,0 1 0-15,-3-3 0 0,3 0 0 0,0-3 0 16,-3 3 0-16,3-8 0 0,0 0 0 0,0 5 0 15,0-5 0-15,0 0 0 0,0 0 0 0,0 0 0 16,0 0 0-16,0 0 0 0,0 0 0 0,-3-5 0 0,3 0 0 16,0-3 0-16,0 0 0 0,3 0 0 0,-3 0 0 15,3-3 0-15,0 1 0 0,0-4 0 0,3 4 0 16,-3-3 0-16,3-1 0 0,0 4 0 0,-1-1 0 16,1-2 53-16,3 2 6 0,-3-2 1 0,0 0 0 15,3 2-45-15,-3 3-15 0,0-2 9 0,0 5-9 16,3-3 19-16,-3 5-2 0,0 0 0 0,0 1 0 15,-3 2-27-15,3 2-6 0,0 1 0 0,-3 2-1 16,3 1 17-16,-3 2 0 0,0-1 0 0,3 4 0 16,-3 0 16-16,0-3 6 0,-1 5 2 0,1-3 0 15,0-2-24-15,-3 3-10 0,3-1 1 0,-3 1 0 16,0 0-2-16,0-3 0 0,3 2 0 0,-6-2 0 0,3 0 11 16,0 0 0-16,-3 0 0 0,0-3-8 15,3-5 8-15,0 0 0 0,0 6 0 0,0-6-8 0,0 0 8 16,0 0 0-16,0 0 0 0,0 0 0 0,0 0 0 15,0 0 0-15,0 0 0 0,0 0 0 0,0 0 9 0,-5-3 4 0,5-5 1 16,-3 3 0-16,3-1 1 0,0-2 0 16,3 0 0-16,-3 1 0 0,2-1 7 15,1 0 2-15,0 0 0 0,3-3 0 0,-3 3-3 0,0-2 0 0,3 2 0 16,0 0 0-16,-3 0-9 0,3 2-1 16,0-1-1-16,-3 1 0 0,3 4-24 0,0-4-5 0,-3 4-1 15,3 2 0-15,-6 0 20 16,6 0 0-16,-3 2 0 0,3 4 0 0,-3-1 48 0,-3 0 12 0,3 6 4 15,0-3 0-15,-3 2-52 0,0-2-12 0,3 5 0 0,-3-2 0 16,-3 0-48-16,3 2-13 16,0-3-3-16,0 4 0 0,0-1 52 0,3-2 12 0,-3-1 0 0,3 1 0 15,-3-3-54-15,3 0-8 0,0-1-2 0,3 1 0 16,-3-2 0-16,3-1 0 0,0 0 0 0,2-2 0 16,-2-3 45-16,6-3 9 0,-3 1 2 0,0-4 0 15,3 4 8-15,0-4 14 0,0-2-3 16,0 3-1-16,0 0 42 0,-3-3 8 0,3 0 1 0,-1 0 1 15,-2 0-10-15,0-2-3 0,0 2 0 0,-3 0 0 16,0-3 2-16,0 3 0 0,-3-2 0 0,3 2 0 16,-3 2-9-16,0-2-2 0,-3 6 0 0,3-4 0 15,-3 6-12-15,0 0-4 0,0 0 0 0,0 0 0 16,0 0-8-16,0 0-3 0,0 0 0 0,0 0 0 16,0 0-13-16,0 6 8 0,0 2-8 0,0 0 0 15,0-3 0-15,0 3 0 0,0 0 0 0,3 0 0 16,0 0 0-16,0 2-8 0,0-2 8 0,0 0-13 15,3 0-4-15,0 0-1 0,3 0 0 0,-3-3 0 0,3 1 2 16,-1-1 1-16,1-3 0 0,-3 4 0 0,3-4 15 0,0 1-11 16,-3-3 11-16,3 0-10 0,0 0 10 0,0-5-12 0,-3 2 12 15,3 0-12-15,0-2 12 0,0 0 0 0,-3 0 0 16,3 2 0-16,-3-2 0 0,-1-3 0 0,1 2 0 0,-3 1 0 16,0 0 49-16,-3-3 12 15,0 3 3-15,0-3 0 0,0 0-51 0,-3 2-13 0,0-1 0 16,0 1 0-16,0-2 12 0,-2 3-2 0,-1 0-1 0,0-1 0 15,-3 1-9-15,0 2 0 0,0 1 9 0,0-1-9 16,-3 1-12-16,3 2-8 0,-3 2 0 16,0 1-1-16,0-1-100 0,-6 4-20 15,4-1-4-15</inkml:trace>
  <inkml:trace contextRef="#ctx0" brushRef="#br0" timeOffset="1885.542">12921 11439 1796 0,'0'0'37'0,"3"-6"10"0,-3 1-38 0,0 5-9 0,3-5 0 0,-3 5 0 16,0-6 92-16,0 6 17 0,0 0 3 0,0 0 1 16,0 0-29-16,3-2-5 0,-3 2-2 0,0 0 0 15,0 0-25-15,0 0-4 0,0 0-2 0,0 0 0 16,0 0-15-16,0 0-3 0,0 0-1 0,0 0 0 15,0 0-13-15,6 5-2 0,-3-2-1 0,0 5 0 16,0 0-11-16,0 2-16 0,-3 1 4 0,3 2 1 16,0 3 11-16,-3 0 0 0,3 2 0 0,-3 3 0 15,0-2 0-15,3 2 0 0,-3 0 0 0,0 1 0 16,0-1 0-16,0-3 0 0,0 1 0 0,0-3 0 16,0-1-25-16,-3 1-3 0,3 0-1 0,0-3 0 15,0 1-5-15,-3-1-1 0,0-2 0 0,3-1 0 16,-3-2 35-16,3 0 0 0,-3 0 0 0,3-3 0 0,0-5 0 15,0 0-8-15,0 0 8 0,0 0 0 0,0 0 0 16,0 0 0-16,0 0 0 0,0 0 0 0,0 0 0 0,0 0 0 16,0 0 0-16,-3-5 0 0,3 0 51 0,-3-1 10 0,0-2 3 15,3 3 0-15,-3-3-52 0,0 0-12 0,0 0 0 16,-3 0 0-16,3 0 54 0,-3 0 8 0,0 1 2 0,0 1 0 16,0-2-52-16,0 6-12 15,0-4 0-15,-3 4 0 0,3-1 0 0,-3 0 0 16,0 3 0-16,1 0 0 0,2 3 0 0,-3 0 0 15,3-1 0-15,0 1 0 0,0 0 0 0,0 2 0 0,0-2 0 16,0 2 0-16,3 0 0 0,0 0 0 0,0 3 0 0,0-2 0 16,3-1 0-16,0 3 0 0,-3-3 0 0,3 3 0 15,0-3-30-15,3 3-9 16,-3 0-1-16,3 3-1 0,0-3 14 0,0 0 3 0,0 2 1 0,3-2 0 16,0 3-33-1,0-3-6-15,3 0-2 0,-3 0 0 0,3-3 52 0,0 3 12 0,-1-5 0 16,4 2 0-16,-3-2 0 0,3-1 0 0,-3-2 0 0,3 0 0 15,-3-2 0-15,3-4 0 0,-3 1 0 16,3-3 0-16,0 3 0 0,0-3 0 0,2 0 0 0,-2-3 0 16,0 3 0-16,0-2 0 0,0-1 0 0,0 3 0 15,-3-2 40-15,3 2 10 0,-3-3 2 0,0 3 1 16,0-2 18-16,-1 2 3 0,-2 0 1 0,0 0 0 16,0 0-48-16,-3 0-10 0,0 0-1 0,0 3-1 15,-3-1 27-15,0 1 6 0,0 0 0 0,0 5 1 0,0-6-31 16,0 6-6-16,-3-2-2 0,3 2 0 0,0 0 1 0,-3-5 0 15,3 5 0-15,0 0 0 0,-6 0-11 0,0 2 8 16,3 1-8-16,-3-1 8 0,4 4-8 0,-4-4 0 0,3 4 0 16,0-1 8-16,0 0-8 0,3 3 0 15,0-2-10-15,0 1 10 16,0-1-19-16,0-1 3 0,3 0 0 0,0 3 0 16,0-2-13-16,3-1-3 0,-1-2 0 0,1-1 0 15,3 1-1-15,-3-1-1 0,3-2 0 0,0 0 0 0,3 0 19 0,-3 0 4 0,0 0 1 0,3-2 0 16,-6-1 10-16,3 1 8 0,0-1-8 0,-3 0 11 15,0 1-11-15,0-4 0 0,-1 4 0 0,-2-4 0 16,0 4 0-16,0-4 0 0,0 1 0 0,0 0 0 16,0 2 24-16,0-2 4 0,-3 2 0 0,0 3 0 15,0 0-10-15,3-5-2 0,-3 5 0 0,0 0 0 16,0 0 4-16,0 0 0 0,0 0 0 0,0 0 0 16,0 0-20-16,0 0 0 0,3 3 0 0,0 2 0 15,0-2 0-15,0 2 0 0,0 0 0 16,0 0-9-16,0 3 9 0,0 0 0 0,0-2 0 0,3 2 8 15,0-1-18-15,-3 1-3 0,0 0-1 0,3 0 0 16,-3 0-5-16,3-3-1 0,0 1 0 0,-3-1 0 16,3 0 5-16,0 1 1 0,0-4 0 0,0 1 0 15,0-3-1-15,-1 0 0 0,1 0 0 0,0-3 0 16,0 1 15-16,0-4 0 0,3 1 0 0,0 0 0 16,-3-3 0-16,3 0 0 0,0 0 0 0,-3-3 0 15,3 3 13-15,0-2 6 0,-3-1 1 0,0 1 0 16,3-4 4-16,-3-1 0 0,-1 1 1 0,1-4 0 15,3-3 6-15,-3-3 1 0,3 0 0 0,-3-5 0 0,0 2-8 0,0-2 0 16,-3 0-1-16,3 5 0 0,-3 1-3 16,-3 4-1-16,3 3 0 0,-3 0 0 0,3 6-8 0,-3-1-2 0,0 3 0 15,0 3 0-15,-3 0-1 0,3 2 0 0,0 3 0 0,0 0 0 16,0 0 0-16,0 0-8 0,0 0 12 0,0 0-4 16,0 0-8-1,0 0 0-15,-6 0 0 0,3 5 0 0,-3 3 0 0,0 0 0 16,3 0 0-16,-3 5 0 15,3 1-12-15,0 1 12 0,-3 4-10 0,3 2 10 0,-3 3-19 0,3 0 3 0,-3 2 0 0,3-2 0 16,1 0-4-16,-1 0-1 0,0-6 0 0,0 3 0 16,0-2 1-16,3-3 1 0,0 0 0 0,0 0 0 15,0-3 2-15,3 0 0 0,0 0 0 0,0 0 0 16,0-2 3-16,2 0 1 0,1-1 0 0,0 1 0 16,3-3 0-16,3-3 0 0,-3 3 0 0,3-3 0 15,0-2 13-15,0 0-12 0,3-3 12 0,-3 0-12 16,3 0 12-16,-1-3 0 0,1 3 0 0,-3-5 0 15,3 2 0-15,-3-5 0 0,0 3 0 0,-3-3 0 16,3-3 8-16,-3 3 4 0,0-2 0 0,0-1 1 16,-4 1 12-16,4 2 3 0,-3-3 0 0,0 0 0 15,0 3-2-15,0 1 0 0,-3-4 0 0,0 3 0 16,0 3-4-16,0-3-1 0,-3 0 0 0,3 0 0 16,-6 3-9-16,3 5-1 0,0-6-1 0,-3 1 0 15,3 5 3-15,-3-5 1 0,3 5 0 0,-3-3 0 16,3 3-6-16,0 0-8 0,0 0 11 0,-6 0-11 15,6 0 8-15,-6 3-8 0,6-3 0 0,-6 2 0 16,0 4 8-16,0-4-8 0,0 4 0 0,4 2 0 16,-4-3 0-16,3 3 0 0,0-3 0 0,0 3 0 15,-3 0 0-15,3 0 0 0,0 2 0 0,0-2 0 16,0 0 0-16,3 3 0 0,0-3 0 0,-3 0 0 0,3 0 0 0,3 0 0 0,-3 0 0 16,3 2-9-16,3-2 9 15,0 0 0-15,0-3-9 0,3 3 9 0,-1-2 0 16,4-4 0-16,0 1 0 0,0 0 0 0,6-1 0 0,-3-2 0 0,6 0 0 0,0 0 0 15,-1 0 0-15,4-2 8 0,3 2-8 0,0-3 12 16,-3 0-12-16,-1-2 0 0,-2 0-10 0,3-1 10 16,-6 1-81-1,3-6-11-15,-3 4-1 0</inkml:trace>
  <inkml:trace contextRef="#ctx0" brushRef="#br0" timeOffset="3798.971">14850 11335 2014 0,'-12'-10'42'0,"12"10"9"0,-3-3-41 0,3 3-10 0,0 0 0 0,0 0 0 16,0 0 72-16,0 0 13 0,0 0 3 0,0 0 0 16,0 0-13-16,0 0-3 0,0 0 0 0,0 0 0 31,-6 8-25-31,3 0-6 0,0 0-1 0,0 5 0 15,0-2-21-15,3 5-5 0,-3 2-1 0,0 1 0 0,3 5-13 0,-3 2-8 0,3 3 8 0,-3 3-13 16,0-3 13-16,3 0 0 0,-3 3 0 0,0 0 0 16,3-3 0-16,-3 0 0 0,0-3 0 0,0 1 0 31,0-1-44-31,0-2-4 0,0 0 0 0,-3 2 0 16,0-2-86-16,0 0-18 0,3-3-3 0,-2 3-1 15,-4-3-18-15,3-2-4 0</inkml:trace>
  <inkml:trace contextRef="#ctx0" brushRef="#br0" timeOffset="4789.487">14671 11804 1948 0,'-6'-8'40'0,"3"0"11"16,-3-3-41-16,3 6-10 0,0-3 0 0,3 3 0 15,-3 0 78-15,3 5 14 0,0-6 2 0,0 6 1 16,3-2-40-16,0-4-8 0,0 4-2 0,3-1 0 15,0 0-21-15,3 1-4 0,0-1 0 0,0 0-1 16,0 1 36-16,6-4 7 0,-3 4 2 0,3 2 0 16,-1-3-44-16,1 1-9 0,0-1-2 0,0 3 0 0,0-3-9 15,0 3 10-15,-3 0-10 0,0 0 10 16,0 3-19-16,-1-3-4 0,-2 3-1 0,-3-1 0 0,0 1 14 0,0-1 0 16,-3 1 0-16,0 2 0 15,0 1 18-15,0-4 6 0,-3 6 2 0,0-2 0 0,0 2-18 0,0-1-8 16,0 4 0-16,-3-3 8 0,3 3-8 0,0-3 0 0,0-1 0 15,0 1 0-15,3-2-11 0,-3 2 11 0,6-3-8 16,-3 0 8-16,0 0-12 0,3-2 4 16,-3 0 0-16,3-3 0 0,0 0 8 0,3 0 0 0,-3-6-9 15,3 4 9-15,0-1 0 0,-3-2 0 0,3 0 0 0,-1-3 8 16,1 2-18-16,-3 1-4 0,0-3-1 16,3 3 0-16,-3-3 63 0,-3 0 13 15,3 3 3-15,-3-3 0 0,-3 0-52 0,0 3-12 0,0-3 0 0,-3 0 0 16,0 0 0-16,0 0 0 0,-3 0 0 15,0 0 0-15,0 0 0 0,-3 3 0 0,0-3 0 0,1 2 0 16,-1 1 23-16,-3 0 1 0,3 2 1 0,0 1 0 16,0-1-33-16,3 0-8 0,0 1 0 0,6 2-1 15,0 0-15-15,0 0-4 0,0 0 0 0,0 0 0 16,0 0 0-16,3 2 0 0,3-2 0 0,3 0 0 16,0 3-22-16,6-3-5 0,-3 0-1 15,5-3 0-15,-2 3 43 0,3-2 8 0,0 2 1 0,0-3 1 16,0 0 11-16,-3 1 16 0,2-4-4 0,-2 6-1 15,0-2-11-15,-3 2 0 0,0 0 0 0,0 0 0 16,-3 2 0-16,0-2 0 0,-3 6 0 0,0-4-11 16,-3 4 31-16,3-4 5 0,-3 4 2 0,-3 1 0 15,3 1 1-15,-3 0 1 0,3 0 0 0,-3 0 0 0,0 3-13 0,0-3-4 16,0 0 0-16,0 2 0 0,0 1-12 0,0-1 0 0,0 1 0 0,0 2 0 16,0-2 0-1,3-1 0-15,-3 1 0 0,0 2 0 0,0-2 12 16,0-1-1-16,0 1 0 0,0 0 0 0,0 2-11 0,0-5 0 15,0 2 0-15,0 1 0 16,0-3 0-16,0 0 0 0,0 0 9 0,0-3-9 0,0-5 0 16,0 0 8-16,0 0-8 0,0 0 0 0,0 0 18 0,0 0-1 0,0 0 0 0,0 0 0 15,0 0 15-15,0 0 2 0,0-5 1 0,0-1 0 16,0-1-7-16,0-4-2 0,0-2 0 0,0-1 0 16,0 1-6-16,3 0-2 0,-3-3 0 0,0-2 0 15,3 2-5-15,-3-3-1 0,3 1 0 0,-3-1 0 16,2 1-12-16,4-1 9 0,-3 1-9 0,3-1 8 15,0 1 0-15,0 2-8 0,3-3 12 0,0 3-4 16,-3 3-8-16,0 2-9 0,3-2 9 0,-3 5-13 16,0-2 13-16,3 4 0 0,0-2 0 0,-3 3 0 15,3 3 0-15,0-1 0 0,-1 0 0 0,1 6 0 16,0 0 0-16,-3-1 0 0,3 3 0 0,0 1 0 16,-3 2 0-16,3 0 0 0,-3 0 0 0,-3 2 0 15,3 1 0-15,-3-1 0 0,-3 4 0 0,0-4 0 16,0-2 0-16,-3 3 0 0,0-1 0 0,-3-2 0 15,-3 3 0-15,0-6 0 0,-3 3 0 0,0-3 0 16,0 3 0-16,1-2 13 0,-1-1-2 0,0 0-1 16,3-2-10-16,-3-1-9 0,0 1 9 0,0 0-13 15,3-3 13-15,-3 0 0 0,3 0-10 0,0-3 10 16,0-2-56-16,3-1-6 0,3 1-2 0,1-3 0 16,2 0-102-16,2-2-21 0,1-1-4 0</inkml:trace>
  <inkml:trace contextRef="#ctx1" brushRef="#br0">19624 13606 0</inkml:trace>
  <inkml:trace contextRef="#ctx0" brushRef="#br0" timeOffset="5692.54">15484 11963 1337 0,'0'0'28'0,"-6"2"6"0,6-2-34 0,0 0 0 0,0 0 0 15,0 0 0-15,0 0 108 0,-6 3 16 0,6-3 2 0,0 0 1 16,0 0-51-16,0 0-9 0,0 0-3 0,0 0 0 15,0 0 1-15,0 0 0 0,0 0 0 0,0 0 0 16,6 0-52-16,0 0-13 0,0 0 0 0,0 0 0 16,3 0 54-16,0 0 8 0,-1 0 2 0,4 0 0 15,-3 0-52-15,0 0-12 0,3 0 0 0,-3 0 0 16,3 0 0-16,0-3 0 0,-3 3 0 0,3 0 0 16,0-2 0-1,0 2 0-15,-4-3 0 0,4 3 0 16,0-3-48-16,0 1-13 0,0-1-3 0</inkml:trace>
  <inkml:trace contextRef="#ctx0" brushRef="#br0" timeOffset="6466.432">15844 11650 1485 0,'0'-5'63'16,"0"0"-51"0,0-1 99-16,3 1 19 0,-3 5 4 0,0 0 1 15,0-2-43-15,0 2-8 0,0 0-1 0,0 0-1 16,0 0-66-16,0 0-16 0,0 0 0 0,6 2 0 16,-3 6 55-16,0 0 7 0,0 0 2 0,0 3 0 15,-3-1-52-15,3 3-12 0,-3-2 0 0,3 2 0 16,-3 0 0-16,0 1 0 0,0 2 0 0,0-3 0 15,-3 0 0-15,3-2 0 0,0 2 0 0,-3-3 0 16,3 1-48-16,-3 0-13 0,0-1-3 0,0 1 0 16,3-3 52-16,-3 0 12 0,3-3 0 0,0 3 0 0,0-8 0 0,0 0 0 0,0 0 0 0,0 0 0 15,0 0 0-15,0 0 0 0,0 0 0 0,0 0 0 16,-3-8 0-16,3 3 0 0,0-6 0 0,3 3 0 16,0-5 0-16,0 2 0 0,0-2 0 15,0 0 0-15,3-3 48 16,-3 0 13-16,3 0 3 0,-3-2 0 0,3 2-52 0,0-5-12 0,2 2 0 15,-2-2 0-15,0 2 43 0,3-2 5 0,0 0 2 0,-3 3 0 16,3-1-24-16,-3 3-5 0,0 3-1 0,3 0 0 16,-3 2-9-16,0 3-3 0,3 3 0 15,-3 0 0-15,0 2-8 0,0 3 0 0,0 3 9 0,-3-1-9 16,3 6 9-16,-1 0-9 0,-2 0 12 0,3 3-12 16,-3 2-12-16,3 0-8 0,-3 0-3 0,-3 1 0 15,3-1 23-15,-3 0 0 0,0 0 0 0,0 0 0 16,0-2 0-16,0 0 0 0,0-3 0 0,0-1 8 15,-3 1-8-15,3-2 0 0,0-6 0 0,-3 8-11 16,3-8 11-16,0 0 0 0,0 0 0 0,0 0 0 16,0 0-8-16,0 0 0 0,0 0 0 0,0 0 0 15,3-8 8-15,0-3 0 0,0 1-9 0,0-4 9 16,3 1 0-16,0-3 8 0,0 0 0 0,3 0 0 16,-3-2 8-16,3 2 0 0,0-2 1 0,0 2 0 15,-3 0 4-15,3 3 1 0,0-1 0 0,-3 4 0 0,2-1-9 16,-2 6-1-16,0-3-1 0,0 5 0 0,-3 1-11 15,3-1 12-15,-3 3-12 0,-3 0 12 0,6 5-2 0,-3 1 0 16,3 2 0-16,-3 2 0 0,0 3-2 16,0 1 0-16,-3 1 0 0,3 4 0 0,0-1-8 0,-3 1-9 0,0 2 9 15,3-2-13-15,-3-1 13 16,0 1 0-16,0-1 0 0,-3 1 0 0,3-3 0 0,0 0 0 0,-3-3 0 16,3 3 0-16,-3-3 10 15,3 0 5-15,-3-2 1 0,0 2 0 0,0-2-16 0,3-4 0 16,-3 1-9-16,0 3 9 15,3-6-28-15,-3 1 1 0,3 1 0 0,0-7 0 0,0 0-119 16,0 0-24-16,0 0-5 0</inkml:trace>
  <inkml:trace contextRef="#ctx0" brushRef="#br0" timeOffset="10240.088">16692 11317 1690 0,'-6'0'48'0,"0"-3"11"0,6 3-47 0,-6 0-12 0,6 0 0 0,-9 3 0 16,4 0 75-16,-4 2 13 0,3-2 2 0,-3 4 1 15,3 1-22-15,-3 3-4 0,3 0-1 0,-3 2 0 16,3 3 0-16,-3 2 0 0,0 3 0 0,0 1 0 16,0 4 0-16,3 3 0 0,-3 3 0 0,3 0 0 15,0-1-51-15,1-2-13 0,2 3 0 0,0-3 0 16,0 3 0-16,0-3 0 0,3 0 0 0,0 3 0 0,3-3 0 16,0 3 0-16,3-3 0 0,-4 0 0 15,4-2 54-15,3-4 8 0,-3 1 2 0,3-5 0 16,0-1-64-16,3-5-15 0,-3 1-1 0,3-1-1 0,0-2 17 0,0-4 0 15,3 1 11-15,-3-5-11 0,-1 2 16 0,4-2-4 0,0-3-1 16,0 3 0 0,0-3-199-16,0-3-40 0</inkml:trace>
  <inkml:trace contextRef="#ctx0" brushRef="#br0" timeOffset="23695.103">16871 11563 1644 0,'3'-3'77'16,"-3"3"-69"-16,6-5-8 0,-3 2 0 0,3-2 0 15,-6 5 72-15,3 0 12 0,3-3 2 0,0 3 1 16,-6 0-30-16,3 3-5 0,-3-3-2 0,6 3 0 16,-1 2-21-16,-2 3-4 0,0 0-1 0,0 0 0 15,0 2-8-15,-3 1-1 0,3 2-1 0,-3 1 0 16,0-4-14-16,-3 3 0 0,3 1 0 0,-3-4 0 0,3 1 0 15,-3-1 0-15,0-2 0 0,0 3 0 16,1-3 0-16,-1-3 0 0,0 3 0 0,0-3 0 0,3-5 0 0,-6 6 0 0,6-6 0 0,0 0 0 31,0 0 0-31,0 0 0 0,0 0 0 0,0 0 0 0,0 0 54 0,0 0 8 0,0-6 2 0,3 1 0 16,-3 0-52-16,3-3-12 0,3 0 0 0,-3 0 0 16,-1-3 0-16,4 3 0 0,-3-2 0 0,3-1 0 15,0-2 54-15,-3 2 8 0,3-2 2 0,0 0 0 16,-3 0-52-16,3-1-12 0,0 1 0 15,0 3 0-15,0-1 0 0,0 3 0 0,3 0 0 16,-3 0 0-16,-3 3 0 0,3 0 0 0,0 2 0 0,0 0 0 16,0 3 0-16,0 0 0 0,0 3 0 0,-1 2 0 15,1 3 0-15,-3 0 0 0,3 0 0 0,-3 3 0 16,0-1 0-16,0 1 0 0,-3-1 0 0,3 1 0 16,-3 0 0-1,3-1 0-15,-3 1 0 0,0-3 0 0,-3 0 0 0,3 0 0 0,-3 0 0 0,0-1 0 16,3-1 0-16,0-6 0 0,-3 2 0 0,3-2 0 15,-3 6 0-15,3-6 0 0,0 0 0 0,0 0 0 16,0 0 0-16,0 0 0 0,0 0 0 0,0 0 0 16,0 0 0-16,0 0 0 0,0-8 0 0,0 2 0 15,0-1 0-15,3-1 0 0,0-3 0 0,0 0 0 16,0-2 0-16,3 3 0 0,0-4 0 0,0 1 0 16,0 3 21-16,0-4 2 0,3 4 0 0,-3-1 0 15,3 1 14-15,0-1 3 0,0 3 1 0,0 3 0 16,0 0-41-16,-1 2 0 0,1-2 0 0,0 2-11 0,-3 3 11 15,3 3 11-15,0-1-3 0,-3 4 0 16,3 1-8-16,-3 1 8 0,0 0-8 0,3 0 8 0,-6 5-8 16,3-2 0-16,0 2-12 0,-3 1 12 0,0 1 0 0,0-1 10 0,0-1 1 0,-3 3 0 15,0-3-11-15,0 0 0 0,-3 0 0 0,0 1 0 16,0-4 0-16,0 3-16 16,0-2 3-16,0 0 0 15,0-1-40-15,-3 1-8 0,3-3-2 0,0 0 0 16,3 0-154-16,0-8-31 0</inkml:trace>
  <inkml:trace contextRef="#ctx0" brushRef="#br0" timeOffset="23905.99">17505 11685 1615 0,'0'0'68'16,"0"0"-55"0,0 0 135-16,0 0 26 0,0 0 6 0,0 0 0 15,0 0-54-15,0 0-11 0,0 0-3 0,0 0 0 16,0 8-48-16,0-3-11 0,0-5-1 0,0 5-1 15,-3 3-23-15,0 0-4 0,3-3 0 0,-3 3-1 16,0 0-12-16,-3 3-3 0,3-3 0 0,-3 2 0 16,3-2-8-16,-3 0 0 0,0 3 0 0,0-1 0 15,0-2 0-15,0 3-16 0,0 0 4 0,3-1 1 16,-3 1-136-16,3-3-27 0,1 0-6 0</inkml:trace>
  <inkml:trace contextRef="#ctx0" brushRef="#br0" timeOffset="24639.535">18023 11550 1824 0,'0'0'38'0,"0"0"8"16,0-6-37-16,-3 1-9 0,3 0 0 0,-3 0 0 16,0-1 104-16,0 1 20 0,0-3 3 0,-3 3 1 15,3 0-52-15,-3-1-9 0,0 1-3 0,-3 0 0 16,0-1 0-16,0 1 0 0,0 2 0 0,-3-2 0 15,1 5-32-15,2-3-6 0,-3 3-2 0,0 3 0 0,0 0-38 16,0-1-8-16,0 4-2 0,0-1 0 16,0 3 24-16,0 3 0 0,3-1 0 0,1 3 0 0,-1 1 0 0,0-1 0 0,3 0 0 0,0 3 0 15,0-3 0-15,3 0 0 0,0 3 0 16,0-3 0 0,3-2-107-16,3 0-17 0,0-1-3 0,0-2-1 15,0 0 52-15,3-3 9 0,0 1 3 0,0-1 0 16,0-2 0-16,3-1 0 0,-1-2 0 0,1 0 0 0,0 0 51 0,3 0 13 0,-3-2 0 15,0-1 0-15,0 0 48 16,0 1 13-16,0-4 3 0,0 4 0 0,-3-4 23 0,0 4 5 0,0-4 0 0,-3 1 1 16,3 0-12-16,-3 0-2 0,0-1-1 0,-3 6 0 15,3-5 6-15,-3 5 0 0,2-5 1 0,-2 5 0 16,0 0-60-16,0 0-12 0,0 0-2 0,0 0-1 16,0 0 6-16,0 0 2 0,0 0 0 0,0 0 0 15,3 5-9-15,0 3-1 0,0 0-8 0,-3 0 12 16,3 2-12-16,-3-2 0 0,0 3 0 0,0 0 0 15,0-4 0-15,0 4 0 0,0 0 0 0,0-1 0 16,0-2 0-16,0 3-10 0,3-3 0 0,-3 0 0 16,0 0-64-16,3 0-13 0,3-1-2 0,-3-1-1 15,6-1-133-15,-3-2-26 0,3 2-6 0</inkml:trace>
  <inkml:trace contextRef="#ctx0" brushRef="#br0" timeOffset="24832.369">18237 11724 1580 0,'0'0'67'15,"0"0"-54"1,0 0 143-16,0 0 29 0,-3-5 6 0,3 5 1 16,0 0-52-16,0 0-9 0,0 0-3 0,0 0 0 0,0 0-102 0,-3 0-26 0,3 0 0 0,-6 3 0 31,0-1 56-31,0 4 7 0,3 2 1 0,-3-3 0 0,3 3-52 0,-3 0-12 0,0 2 0 0,4-2 0 31,-4 3 0-31,0 0 0 0,3-4 0 0,-3 4 0 16,3 0-48-16,-3-3-13 0,0 2-3 0,0 1 0 15,3-3-61-15,0 2-13 0,0-2-2 0</inkml:trace>
  <inkml:trace contextRef="#ctx0" brushRef="#br0" timeOffset="25406.502">18505 11420 1824 0,'3'-8'76'16,"-3"0"-60"0,3 0 89-16,-3 3 19 0,3 0 3 0,-3-1 1 15,0 6 0-15,3-5 0 0,-3 5 0 0,0 0 0 16,0 0-80-16,0 0-15 0,0 0-3 0,0 0-1 16,0 0-3-16,3 5-1 0,-3 1 0 0,0 4 0 15,0-2-15-15,0 5-10 0,-3 1 12 0,0 2-12 16,0 2 8-16,0 1-8 0,0 2 0 0,0 0 0 15,0 0 0-15,-3 0 0 0,3 0 0 0,0-2 0 16,0 0 8-16,0-4-8 0,0 1 0 0,0-3 0 0,0 1 0 16,0-1 0-16,0-2 0 0,3-1 0 0,-3-2 0 0,0 0 0 15,3 0 0-15,0-3 0 16,0-5-44-16,0 0-16 0,0 0-4 0,0 0 0 0,0 0 52 0,3 3 12 0,3-3 0 16,0-3 0-16,0 1 0 0,0-4 0 15,0 4 0-15,0-4 0 0,3-2 0 16,-3 0 0-16,3 1 0 0,-3-1 0 0,0 0 0 15,3-3 0-15,-3 3 0 0,0 0 0 0,0 0 0 0,2 0 0 0,-2 0 0 16,0 0 0-16,0 1 48 0,3 1 13 0,-3 1 3 0,0 2 0 16,0 1-52-16,0-1-12 0,0 3 0 0,0 0 0 15,0 3 0-15,0-1 0 0,-3 1 0 0,3 2 0 16,-3 3 0-16,0-3 0 0,3 3 0 0,-3 3 0 16,0-3 0-16,-3 2 0 0,3-2 0 0,-3 0 0 15,0 3 0-15,-3-3 0 0,3 2 0 0,-6-2 0 16,3 0 0-16,-3 3 0 0,0-3 0 0,0 2 0 15,-3-2 0-15,3 0 0 0,-3-2 0 0,0 2 0 16,0-3 0-16,0 3 0 0,0-3 0 0,0 0 0 16,1 1-48-16,2-1-13 0,-3-2-3 0,3-1 0 15,6-2 0-15,-6 0 0 0,6 0 0 0,-6-2 0 16,3-4-153-16,3 1-31 0,0-3-7 16</inkml:trace>
  <inkml:trace contextRef="#ctx0" brushRef="#br0" timeOffset="25630.413">18835 11701 1466 0,'0'0'62'15,"0"0"-50"1,0 0 144-16,3 5 28 0,-3-5 5 0,0 0 2 0,3 5-69 0,-3-5-14 0,3 5-2 16,-3-5-1-16,3 6-33 0,-3-6-6 0,0 5-2 0,-3 0 0 15,3 1-24-15,0 2-4 0,0-8-2 0,-3 8 0 16,0-3-12-16,-3 3-2 0,3-3-1 0,-2 3 0 15,2-3-11-15,-3 1-8 0,0 2 9 0,-3-3-9 16,3 0 0-16,-3 0 0 0,0 1 0 0,0-1 0 16,0-2-93-1,0 2-19-15,3 0-3 0</inkml:trace>
  <inkml:trace contextRef="#ctx0" brushRef="#br0" timeOffset="26333.315">19309 11555 1829 0,'0'-3'52'0,"3"-2"11"0,0 2-51 0,-3-2-12 0,6 0 0 0,-6 0 0 16,3-1 91-16,-3 1 15 0,0 2 3 0,0 3 1 16,-3-5-31-16,3 0-7 0,-6 0 0 0,3 2-1 15,-3 0-21-15,-3 1-4 0,3-1-1 0,-6 3 0 16,0 3-19-16,0-1-4 0,-6 1-1 0,0 5 0 15,1 2-13-15,-1 1-8 0,-3 2 10 0,0 3-10 16,0 3 0-16,3-4 0 0,0 4-8 0,4 0 8 16,-1-1 0-16,6 1 0 0,-3-4 0 0,6 1 0 15,0 3 0-15,0-3 0 0,3 0 0 0,3-3 0 16,0 3 0-16,0-3 0 0,6-2 0 0,-3-1 0 16,6 1 0-16,0-6 0 0,3 3 0 0,0-5 0 15,2 2-58-15,4-5-5 0,3 2-1 0,0-4 0 16,0 2-102-16,6-5-21 0,-1 2-4 0,1-2-1 15,0-1-32-15,0-2-8 0,0 0 0 0</inkml:trace>
  <inkml:trace contextRef="#ctx0" brushRef="#br0" timeOffset="26516.725">19484 11740 1267 0,'0'0'112'0,"0"0"-89"15,0 0 112-15,0 0 22 0,0 0 5 0,0 0 1 16,0 0-56-16,0 0-11 0,0 0-3 0,0 0 0 16,0 0 28-16,0 0 6 0,0 0 1 0,-6 3 0 15,6-3-103-15,0 0-25 0,-6 3 0 0,6-3 0 16,-6 5 56-16,3 0 7 0,-2 0 1 0,2 3 0 15,0 0-52-15,-3-2-12 0,3 2 0 0,0 0 0 16,-3-1 0-16,0 1 0 0,-3 3 0 0,3 0 0 16,-3-4-48-16,3 4-13 0,-3 0-3 0,0 2 0 15,0-5-51-15,-3 2-10 0,3 1-3 0</inkml:trace>
  <inkml:trace contextRef="#ctx0" brushRef="#br0" timeOffset="27301.677">19961 11378 1341 0,'6'-3'56'15,"-3"3"-44"1,2 0 109-16,-5 0 23 0,6-2 4 0,-6 2 0 16,0 0-32-16,0 0-6 0,0 0-2 0,0 0 0 15,0 0-24-15,0 0-6 0,0 0-1 0,0 0 0 16,3 5-22-16,-3 0-5 0,0 0-1 0,-3 3 0 15,0 0-28-15,0 3-5 0,0 2-2 0,-2 0 0 16,-1 3-6-16,-3 3-8 0,3-1 11 0,-3 3-11 16,3 1-9-16,0 1-9 0,-3-1-2 0,3-1 0 15,0 0 20-15,0-3 0 0,0-2 0 0,3 3 0 16,-3-3 0-16,3-3 0 0,0 3 0 0,0-6 0 16,0 4 0-16,3-6 0 0,-3-1 0 0,3 1 0 15,0 0 0-15,0-2 0 0,0-6 0 0,0 0 0 0,0 0 0 16,0 0 0-16,3 2 0 0,-3-2 0 0,0 0 0 0,6-2 0 0,-3-1 0 15,0-2 0-15,0-1 0 0,0-2 0 0,-3 1 0 0,0 1 0 16,0-4 0-16,-3 2 0 0,0 0 0 0,-3-3 0 16,0 3 48-16,0-2 12 0,-3 2 4 15,0-3 0-15,-2 3-52 0,2 0-12 0,-3 3 0 0,0 0 0 16,0 2 0-16,0 3 0 0,3 0 0 0,-3 3 0 16,0-1 0-1,0 4 0-15,0-4 0 0,4 6 0 0,-4 0 0 0,3 3 0 0,3-3 0 16,-3 2 0-16,6 1 0 0,-3-1 0 0,6 1 0 0,-3 2 0 15,6-2 0-15,-3-1 0 0,6 1 0 0,0 0 0 16,0-1 0-16,3-2 0 0,0 0 0 0,0 0 0 16,2 0 0-16,-2 0 0 0,6-3 0 0,-3 0 0 15,0-2 0-15,0-3 0 0,3 0 0 0,0 0 0 16,3-5-48-16,-1-1-13 0,1 1-3 0,3 0 0 16,-3-6-74-16,3 1-15 0,3 2-3 0</inkml:trace>
  <inkml:trace contextRef="#ctx0" brushRef="#br0" timeOffset="29703.9">20214 11709 1994 0,'0'0'41'0,"0"0"11"0,0 0-42 0,0 0-10 0,3-3 0 0,-3 3 0 15,6 0 68-15,-6 0 12 0,0 0 3 0,0 0 0 16,2 0-15-16,-2 0-4 0,6 3 0 0,-6-3 0 16,3 5 0-16,0 3 0 0,0-3 0 0,-3 3 0 15,-3 0-51-15,3 3-13 0,-3-1 0 0,0 3 0 16,-3 1 0-16,4-1 0 0,-4 3 0 0,0 0 0 16,-3 2 0-16,3 1 0 0,-3-1 0 0,0 1 0 15,-3 2 0-15,0-5 0 0,0 5 0 0,-3-5 0 16,3 2-100-16,0-2-22 0,-2-3-5 0</inkml:trace>
  <inkml:trace contextRef="#ctx0" brushRef="#br0" timeOffset="30425.706">20925 11407 2066 0,'0'-8'43'0,"-3"3"10"0,3-1-42 15,-3 1-11-15,0 0 0 0,-3 2 0 0,0-2 104 0,0 2 20 0,-3 1 3 0,-3 2 1 16,-3 0-103-16,4 0-25 0,-7 2 0 0,3 1 0 15,-3 2 56-15,0-2 7 0,0 2 1 0,0 3 0 16,4 0-64-16,-1 3 0 0,0-1-9 0,3 1 0 16,0 2 1-16,6 0 0 0,-3 3 0 0,6 3 0 15,0-1 8-15,0 1 0 0,6-1 0 0,0 3 0 16,0-2 0-16,6-1 0 0,0 1 0 0,0-3-8 16,3 0 8-16,0-1 0 15,0 1 0-15,2-2 0 0,-2-4 18 0,0 1-1 0,0-1 0 0,-3 1 0 16,0 0-17-16,0-4 0 0,-3 1 0 0,-3 0 0 15,-3 0 0-15,0-2 0 0,0 2 0 0,-6-3 0 16,-3 0 0-16,0 0 0 0,0 1 0 0,-6-1 0 16,0 0-48-16,0 1-12 0,-2-1-4 0,-4 0 0 15,3 0 52-15,0 1 12 0,3-1 0 0,-3 0 0 16,3-2 0-16,1 0 0 0,-4-1 0 0,3-2 0 16,3 0-54-16,-3 0-8 0,3-2-2 0</inkml:trace>
  <inkml:trace contextRef="#ctx0" brushRef="#br0" timeOffset="30784.384">21008 11703 1948 0,'0'0'55'0,"0"0"13"0,0 0-55 15,0 6-13-15,-3 1 0 0,3-1 0 0,-3 2 79 0,0 0 13 0,0-3 2 0,0 3 1 16,0 2-37-16,1-2-7 0,-1 0-2 0,0 3 0 15,3 0-34-15,-3-4-7 0,0 1-8 0,3 3 11 16,0-3 2-16,0 2 1 0,3-2 0 0,0 3 0 16,0-3-22-16,0 0-5 0,-1 0-1 0,4-3 0 15,0 0 22-15,0-2 5 0,3 0 1 0,-3-3 0 16,3 0-22-16,-3 0-5 0,3-3-1 0,0-2 0 16,0 2 14-16,0-2 0 0,0 0 0 0,0-3 0 15,-3 2 48-15,0-2 13 0,-3 0 3 0,0 0 0 16,0 1-52-16,-3-1-12 0,0 0 0 0,0 0 0 15,-3-3 54-15,0 1 8 0,0 2 2 0,-3-6 0 16,0 6-52-16,0-2-12 0,-3-1 0 0,0 1 0 16,0 2 0-16,0-3 0 0,0 3 0 0,0-2 0 15,0 2 0-15,-3 2 0 0,3 1 0 0,0 0 0 16,1 0-117-16,2 2-27 16,0 0-4-16</inkml:trace>
  <inkml:trace contextRef="#ctx0" brushRef="#br0" timeOffset="31024.955">21446 11814 2310 0,'0'0'48'0,"0"0"11"15,0 0-47-15,0 0-12 0,0 0 0 0,0 0 0 0,-3 6 104 0,0-1 20 0,-3-2 3 16,0 2 1-16,3 0-52 0,-3 0-9 0,0 3-3 0,-3-2 0 15,0 2-51-15,0 2-13 0,0-2 0 0,1 3 0 16,-4-1 0-16,-3 4 0 0,0-1 0 0,0 0 0 16,0-2-48-1,0 2-13-15,3 3-3 0,-3-3 0 0,1-2-102 0,2 2-21 16,-3-3-4-16</inkml:trace>
  <inkml:trace contextRef="#ctx0" brushRef="#br0" timeOffset="31485.764">21854 11407 2269 0,'0'-5'64'0,"-3"-1"15"0,3 6-63 0,-3-5-16 16,3 5 0-16,-3-5 0 0,0-1 105 0,0 4 19 0,0-3 3 0,-3 2 1 15,0 0-103-15,0 3-25 0,-3-2 0 0,0 4 0 16,-3-2 0-16,0 3 0 16,-3 0 0-16,-2-1 0 15,-1 3 0-15,0 1 0 0,0 2 0 0,0 0 0 0,3 2 0 0,-3 1 0 0,6-1 0 16,1 4 0-16,2-1 0 15,0 3 0-15,3-3 0 0,6 5 0 16,0-2 0-16,6 3 0 0,0-3 0 0,3 2 0 0,5-5 0 0,1 3 0 0,3-2-11 16,0-1 11-16,3-3 0 0,-3-2-10 0,3 0 10 0,-4 3 0 15,1-3 0-15,-3 0 8 0,0-3 0 0,-3 3 1 16,-3-3-9-16,0 1 0 0,0-1 0 0,-3 3 0 16,0-3 0-16,-3 3 0 0,-3-3 0 0,-3 3 0 15,0 0 0-15,0 0 0 0,-3-3 0 0,-3 3 0 16,-3 3 0-16,0-6 0 0,0 3 0 0,-6-3 0 15,3 3-49-15,-5-2-12 0,-1-1-3 16,0 0 0-16,3-2-51 0,-3 0-10 0,3 2-3 0</inkml:trace>
  <inkml:trace contextRef="#ctx0" brushRef="#br0" timeOffset="31759.18">22050 11714 2586 0,'0'0'73'0,"0"0"17"0,0 0-72 16,0 0-18-16,0 0 0 0,0 0 0 15,0 0 76-15,-3 2 12 0,0 4 3 0,-3 2 0 16,3-3-37-16,0 0-7 0,-3 3-2 0,3-2 0 16,-3 1-19-16,3 1-4 0,-3 0-1 0,4 3 0 0,-1 0-11 15,-3-1-2-15,3 1-8 0,-3 2 12 0,3-3-12 0,0 6 8 0,-3-2-8 0,3 4 0 16,-3-2 0-16,0 0 0 0,0 0 0 0,0 0 0 15,3-3 9 1,-3 0-9-16,3 0 8 0,-3 1-8 16,3-4-97-16,-3 1-25 0,3-3-5 0,0 0-1 15,0-3-102-15,0 3-21 0</inkml:trace>
  <inkml:trace contextRef="#ctx0" brushRef="#br0" timeOffset="32130.433">22250 11251 2066 0,'-9'-8'43'0,"3"3"10"15,0-3-42-15,0 5-11 0,3 0 0 0,3 3 0 16,0 0 104-16,0 0 20 0,0 0 3 0,0 0 1 15,-3 6-53-15,0 2-11 0,3 2-1 0,3 1-1 16,0 2-23-16,0 3-5 0,3-3-1 0,0 6 0 16,0-4-9-16,0 4-3 0,3 0 0 0,-1 4 0 15,1 1-8-15,3 0-1 0,0 5-1 0,-3 0 0 16,0 3-11-16,0-3 8 0,0 0-8 0,0 0 8 16,-6-2-8-16,3-1 0 0,-3 1 9 0,-3-4-9 15,-6 4 0-15,0-3 0 0,0 2 0 0,-6 1 8 16,3-1-8-16,-6 3-10 0,3-2 10 0,-6 4-13 0,4-4 13 15,-4-3 0-15,0-1 0 0,-3 1 0 0,0-5 0 16,-6 2 0-16,-2-5 0 0,-1 2 0 16,0-2-54-16,0-3-8 0,1 1-2 0,-1-1 0 15,6-2-51-15,0-4-10 0,6 1-3 0</inkml:trace>
  <inkml:trace contextRef="#ctx0" brushRef="#br0" timeOffset="32543.324">22854 11518 2280 0,'0'0'48'0,"3"-5"9"0,-3 2-45 16,0-2-12-16,3 2 0 0,0-2 0 0,-3 0 101 0,0-1 19 0,3 1 3 0,-3 2 1 15,0-2-52-15,3 2-9 0,-3-2-3 0,3 0 0 16,0 2-35-16,-3-2-7 0,3 0-2 0,0 2 0 16,-3 3-16-16,3-3 0 0,0 1 0 0,-3 2 0 15,0 0 0-15,0 0-17 0,0 0 3 0,0 0 1 32,3 0-177-32,-3 0-35 0</inkml:trace>
  <inkml:trace contextRef="#ctx0" brushRef="#br0" timeOffset="32826.608">22842 11828 2747 0,'0'0'78'0,"0"0"17"16,6-3-76-16,0 3-19 0,-3 0 0 0,-3 0 0 15,0 0 67-15,6 3 9 0,-6-3 3 0,0 0 0 16,3 5-32-16,0 0-7 0,-3 0 0 0,0 1-1 16,0 4-14-16,-6 1-2 0,3 0-1 0,-6 2 0 15,0 3-10-15,0-3-3 0,-6 3 0 0,0 2 0 16,0-2-9-16,-3 3 8 0,1-1-8 0,-1-2 8 16,0-3-8-16,0 3 0 0,0-3 0 0,0-2-11 15,0 2-29-15,1 0-5 0,-1 1-2 0,-3-4 0 16,0 1-146-16,0-3-30 0</inkml:trace>
  <inkml:trace contextRef="#ctx0" brushRef="#br0" timeOffset="33666.516">15100 12640 1792 0,'-6'0'51'0,"0"0"10"16,6 0-49-16,-6 3-12 0,6-3 0 0,-6 2 0 16,0 1 54-16,0 2 8 0,3 3 2 0,0 0 0 15,0 0-52-15,0 3-12 0,0 2 0 0,0 0 0 0,3 6 54 0,-3-1 8 16,3 3 2-16,0 0 0 0,0-2-64 0,0 2-15 0,0-2-1 0,0 2-1 15,0-3 27-15,3-2 6 0,-3 3 0 0,0-3 1 16,3-3-17-16,-3 3-14 0,3-3 2 0,-3 3 1 31,0-6-33-31,3 1-8 0,-3 0 0 0,0-1-1 16,-3-5-60-16,3-5-12 0</inkml:trace>
  <inkml:trace contextRef="#ctx0" brushRef="#br0" timeOffset="33825.599">15165 12558 1824 0,'-9'-11'38'0,"9"11"8"0,-3-5-37 0,0 0-9 0,3 5 0 0,0 0 0 16,-3-6 53-16,3 6 9 0,0-5 2 0,0 5 0 15,0 0-52-15,0 0-12 0,0 0 0 0,0 0 0 16,0 0 0-16,0 0 0 0,0 0 0 0</inkml:trace>
  <inkml:trace contextRef="#ctx0" brushRef="#br0" timeOffset="34284.75">15228 12746 1824 0,'0'0'38'0,"0"0"8"0,0 0-37 16,0 0-9-16,3 2 0 0,3 4 0 0,-3-1 104 16,0 3 20-16,0 0 3 0,-3 2 1 0,3-2-52 0,0 6-9 15,-3-4-3-15,3 6 0 0,-3-3-51 0,0 1-13 0,0 1 0 16,0-1 0-16,0-1 0 0,0 0 0 0,-3-2 0 16,3 2 0-16,-3-2 0 15,0 2 0-15,0-3 0 0,0 1 0 0,0-1 0 0,0-2 0 0,0 0 0 0,0-2 0 31,3-1-48-31,0-5-13 0,0 0-3 0,0 0 0 0,0 0 52 0,0 0 12 0,0 0 0 0,0 0 0 16,3-3 0-16,0-5 0 0,0 0 0 0,3 0 0 16,0 1 0-16,0-4 0 0,2 0 0 0,-2 1 0 15,3-1 48-15,-3 1 13 0,3-1 3 0,-3 0 0 16,3-2 0-16,-3 0 0 0,0 0 0 0,3 0 0 16,-3-1-52-16,0 1-12 0,0 3 0 0,0-4 0 15,0 6 0-15,0 0 0 0,3 0 0 0,-6 1 0 16,3 4 0-16,0 0 0 0,-6 3 0 0,5 3 0 15,1 2 40-15,0 3 6 0,-3 0 1 0,3 3 0 16,-3 2-35-16,0 0-12 0,0 0 9 0,-3 1-9 16,3 1 0-16,-3-1 0 0,0-4 0 0,0 3 0 15,0-2-36-15,0 0-12 0,0 2-2 0,3-3-1 16,-3-2-113-16,0 0-22 0,3 0-5 0</inkml:trace>
  <inkml:trace contextRef="#ctx0" brushRef="#br0" timeOffset="34803.421">15546 12936 1337 0,'12'-8'56'15,"0"-2"-44"-15,-3 2 144 0,-3-3 28 0,3 3 7 0,-3 0 1 16,-3 0-52-16,0 0-9 0,3 1-3 0,-6-1 0 16,3 2-51-16,-3 1-10 0,3 0-3 0,-3 5 0 15,0 0 0-15,0 0 0 0,0 0 0 0,0 0 0 16,0 0-51-16,-6 8-13 16,6 0 0-16,-3 2 0 15,3 1 0-15,-3-1 0 0,3 4 0 0,0-1 0 16,-3-3 0-16,3 4 0 0,0-1 0 0,0-3 0 0,0 4 0 0,-3-1 0 0,3-3 0 0,-3 4 0 15,3-1 0-15,0-2 0 0,-3 2 0 0,3 0 0 16,-3-5 0-16,3 3 0 0,-3-4 0 0,3 1 0 16,-3-2 0-16,3-6 0 0,0 0 0 0,0 0 0 15,0 0 0-15,0 0 0 0,0 0 0 0,0 0 0 16,0 0 0-16,0-6 0 0,-3-2 0 0,3 1 0 16,0-1 0-16,0-3 0 0,0-2 0 0,3 2 0 15,-3-2 0-15,3 0 0 0,-3-1 0 0,3 1 0 16,0-3 0-16,-3 1 0 0,3-1 0 0,0-6 0 15,3 4 0-15,-3-6 0 0,3 0 0 0,0 1 0 16,-3 1 54-16,3-1 8 0,0 1 2 0,0 1 0 16,-1 5-52-16,1 0-12 0,3 6 0 0,-3-1 0 15,0 3 0-15,3 0 0 0,-3 3 0 0,0 0 0 16,0 5 0-16,0-3 0 0,0 3 0 0,3 3 0 16,-3-1 0-16,0 1 0 0,0 2 0 0,-3 3 0 15,3 0 0-15,-3 3 0 0,0 2 0 0,0-2 0 16,0 2 0-16,-3 3 0 0,0 0 0 0,0 0 0 15,0-1 0-15,-3-1 0 0,0 2 0 0,-3-3 0 16,3 3 0-16,-3-6 0 0,-3 3 0 0,0-2 0 16,-3 0 0-16,0-3 0 0,-3 2 0 0,-3-2 0 15,3-3 0-15,1 3 0 0,2-2 0 0,-6-1 0 16,6-2-48-16,0 2-13 0,0-5-3 0,3-3 0 16,3 1-51-16,0 2-10 0,3-6-3 0,3 1 0 15,0 0-102-15,6-3-21 0,3 0-4 0</inkml:trace>
  <inkml:trace contextRef="#ctx0" brushRef="#br0" timeOffset="35715.421">15823 12738 1497 0,'9'-5'66'0,"-3"2"14"0,0 0-64 0,-6 3-16 0,0 0 0 0,0 0 0 15,0 0 157-15,0 0 28 0,0 0 6 0,0 0 1 16,0 0-52-16,0 0-9 0,0 0-3 0,0 0 0 16,0 0-51-16,0 0-10 0,0 0-3 0,0 0 0 15,-3 8-51-15,0-3-13 0,0 6 0 0,0 0 0 16,0-1 0-16,-3 3 0 0,3-2 0 0,0 2 0 15,3 1 0-15,-3-4 0 0,0 3 0 0,3-2 0 16,0-1 0-16,0 1 0 0,0 0 0 0,0-3 0 16,0 0 0-16,3-1 0 0,0-1 0 0,0 2 0 15,0-6-48-15,0 4-13 0,3-4-3 16,0 1 0-16,0-3 0 0,0 0 0 0,3 0 0 0,-3 0 0 16,3-3 52-16,3 1 12 0,-3-4 0 0,-1 1 0 15,4 0 0-15,-3-1 0 0,0-1 0 0,0-1 0 16,-3 2 0-16,0-2 0 0,0 3 0 0,-3-3 0 15,3 0 48-15,-3 3 13 0,-3-3 3 0,3 0 0 0,-3 0 0 16,3 0 0-16,-3 0 0 0,0 3 0 0,0 0-52 0,0-1-12 16,0 6 0-16,0 0 0 0,0 0 54 0,0 0 8 0,0 0 2 15,0 0 0-15,0 0-52 16,-3 8-12-16,3 3 0 0,3-1 0 0,-3 1 0 16,0 0 0-16,0-1 0 0,0 3 0 15,0-5-48-15,0 3-13 0,3-3-3 0,-3 0 0 16,3 0 0-16,3 0 0 0,-3-3 0 0,3-2 0 15,3-1-51-15,-3 1-10 0,3 0-3 0,-1-3 0 16,4 0 0-16,-3-6 0 0,3 4 0 0,-3-4 0 0,3 1 103 0,-3-3 25 0,0-2 0 0,3 2 0 16,-3-6 0-16,-3 4 0 0,3-3 0 0,0-1 8 15,-4-2 44-15,1 1 10 0,-3-1 2 0,3-3 0 16,-3 3 42-16,0-2 9 0,0-1 1 0,0 1 1 16,-3 2 15-16,3 0 2 0,-3 0 1 15,0 0 0-15,3 0-57 0,-3 3-11 0,0 3-3 16,3-1 0-16,-3 0-51 0,0 3-13 0,0 0 0 0,3 3 0 15,-3 5 54-15,0 0 8 0,0 0 2 0,0 0 0 16,0 0-52-16,0 0-12 0,0 0 0 0,0 8 0 16,3 3 0-16,-3-1 0 0,0 6 0 0,0 0 0 15,0 5 0-15,-3 3 0 0,3 5 0 0,0 0 0 16,0-2 0-16,0 2 0 0,0 0 0 0,0 0 0 16,0-5-48-16,0 0-13 0,0-6-3 0,0 3 0 15,3-2 0-15,-3-3 0 16,0 2 0-16,0-2 0 0,0-3 52 0,0 1 12 0,0-4 0 0,0 1 0 15,3-3-54-15,-3-3-8 0,0-5-2 0,0 0 0 16,0 0 52-16,0 0 12 0,0 0 0 0,0 0 0 16,0 0 0-16,3-5 0 0,-3-3 0 0,0 0 0 0,0 0 0 0,-3 0 0 15,3 0 0-15,-3-3 0 16,0 3 20-16,0-2 8 0,-3-1 0 0,3 1 1 0,0-1 13 0,-3 1 2 0,3 2 1 0,0-3 0 16,3 3-13-16,0 0-2 0,-3 0-1 0,3 3 0 15,3 0-3-15,-3-1-1 0,6 4 0 0,0 2 0 16,0-3-25-16,6 0 0 0,0 3 0 0,3 0 0 15,3 0 0-15,3 0 0 0,2 0 0 0,4 0 0 16,0-2 20-16,0-1 0 0,3 0-1 0,-4 3 0 16,1-2-19-16,3-1 10 0,-6 1-10 0,6-1 8 15,-1 0 1-15,4 1 0 0,3-4 0 0,-1 4 0 16,1-4-9-16,-6 1 10 0,3 2-10 0,-7-2 10 16,-2 3 14-16,-6-4 2 0,-3 4 1 15,-3-4 0 1,-3 4-50-16,0-1-9 0,-6 0-3 0,3 1 0 0,-6 2-1 0,0 0 0 15,0-3 0-15,-3-2 0 0,3-1-145 0,-3-1-30 16</inkml:trace>
  <inkml:trace contextRef="#ctx0" brushRef="#br0" timeOffset="37353.908">17335 12778 2211 0,'-6'-6'46'0,"3"1"10"0,0 0-44 0,0-1-12 0,3 1 0 0,-3 2 0 15,3 3 68-15,0-5 12 0,0 0 3 0,0 5 0 16,0 0-36-16,0 0-7 0,0 0-2 0,0 0 0 15,0 0-20-15,0 0-4 0,6 2-1 0,0 4 0 16,-3 2-1-16,3 2-1 0,-3 4 0 0,0-4 0 16,0 6-11-16,-3 0 12 0,3 2-12 0,-3-2 12 15,0 0-12-15,0 0 0 0,0-3 0 0,0 3 0 16,-3-5 0-16,0 2 0 0,0-2 0 0,0-1 0 16,3-2 0-16,-3 0 0 0,0-3 0 0,3-5 0 15,0 0 0-15,0 0 0 0,0 0 0 0,0 0 0 16,0 0-10-16,0 0 10 0,0 0 0 0,0 0-9 15,0-5 9-15,3-3-10 0,-3-3 10 0,3 1-10 16,0-1 10-16,0-2 0 0,0 0 0 0,0 0 0 16,0-1 0-16,3-2 0 0,-3 1 0 0,0-1 8 0,3 0 4 0,-3-3 2 15,0 3 0-15,3 1 0 0,-3 1 4 16,0 1 1-16,3 3 0 0,-3-1 0 0,0 3-33 16,0 3-6-16,0-1-2 0,-3 6 0 15,0 0 47-15,0 0 10 0,0 0 1 0,0 0 1 0,9 8-23 0,-6 0-5 16,3 3-1-16,-4-1 0 0,1 1-8 0,0 2 0 0,-3 1 0 0,3-1 0 15,-3 0 0-15,3 0-9 16,-3 0 9-16,0 1-13 0,0-4 5 0,0-2 8 0,0 0-13 16,0 3 5-16,-3-6-19 15,3 0-3-15,0-5-1 0,0 6 0 0,0-6 31 0,0 0 0 0,0 0 0 0,0 0 0 16,0 0 0-16,0 0 0 0,0 0 0 0,0 0 0 16,-3-8 0-1,3 0 0-15,0-3 0 0,3 3 0 0,0-5 0 0,0 0 0 0,-3 0 0 0,6-3 0 16,-3 2 33-16,3-1 13 0,3-4 2 0,-3 3 1 15,3 0-21-15,0 3-4 0,0-3 0 0,3 6-1 16,-3-1-5-16,0 3-1 0,3 0 0 0,-3 3 0 16,-1 2 18-16,-2 1 3 0,3-1 1 0,-3 6 0 15,0-1-31-15,0 6-8 0,0-3 0 0,-3 6 0 16,3 2 0-16,-3 0 0 0,0 6 0 0,0-1 0 16,0 1 0-16,-3 2 0 0,0 0 0 0,0 1-8 15,0-1 8-15,-3-5 0 0,3-1 0 0,-3 1 0 16,-3-2 0-16,3-1-12 0,0 0 4 0,-3-2 0 15,0-1-31-15,3 1-5 0,-3-3-2 0,3 0 0 16,0 0-157-16,0-3-31 0,3-5-6 0</inkml:trace>
  <inkml:trace contextRef="#ctx0" brushRef="#br0" timeOffset="37567.228">17838 12907 2290 0,'3'3'48'0,"3"-1"11"0,0-2-47 0,-6 0-12 0,6 3 0 0,-6-3 0 16,0 0 108-16,3 3 20 0,-3-3 4 0,3 5 1 15,-3-5-38-15,3 5-8 0,-3 1-2 0,0 2 0 16,0-8-33-16,0 5-8 0,-3 0 0 0,0 3-1 16,0-3-35-16,0 1-8 0,0 2 0 0,0 0 0 15,0-3 29-15,-3 3 4 0,3 0 1 0,-3 0 0 32,3 0-54-32,-3 0-12 0,3-1-1 0,-3 1-1 0,3 0 20 0,0 0 4 0,-2 0 1 0,2 0 0 15,0 0-141-15,3-3-28 16,-3 1-6-16</inkml:trace>
  <inkml:trace contextRef="#ctx0" brushRef="#br0" timeOffset="38180.11">18448 12793 2066 0,'-8'-13'43'0,"5"11"10"0,0-4-42 16,0-2-11-16,0 3 0 0,0-3 0 0,-3 0 156 0,0-2 28 0,0 2 7 0,-3 0 1 16,0 0-154-16,0 0-30 0,-3 0-8 15,-3 5 0-15,3-2 52 0,-3 2 10 0,1 3 2 0,-1 0 0 16,0 3-52-16,-3 0-12 0,3 2 0 0,-3 5 0 16,6-2 0-16,-3 3 0 15,3-3 0-15,1 5 0 0,2 0 12 0,-3 3-1 0,3-3 0 0,0 3 0 16,3-2-11-16,0 1-16 0,3-1 4 0,0-1 1 15,0-3-61-15,6 4-13 16,-3-6-3-16,6 2 0 0,-3-4-8 0,3 1-3 16,3-4 0-16,0 2 0 0,-3-5 24 0,3 3 5 0,0-3 1 15,-1 0 0-15,1-3 54 0,0 1 15 0,0-1 0 0,0 0 0 16,0-2 33-16,0 3 12 0,0-4 3 0,0 1 0 16,0 0 26-16,-3-1 6 0,0 1 0 0,0-3 1 15,-3 3-13-15,3 0-4 0,-3-3 0 0,0 2 0 16,0 1 0-16,-3 0 0 0,0 5 0 0,0 0 0 15,0 0-51-15,0 0-13 0,0 0 0 0,0 0 0 16,6 0 54-16,-1 2 8 0,1 4 2 0,-3 2 0 16,3 0-52-16,-3 2-12 0,-3 1 0 0,3-1 0 15,0 1 0-15,0-1 0 0,0 1 0 0,-3 0 0 0,3-1 0 16,-3 1 0-16,3-1 0 0,0 1 0 16,0-3-48-16,3 0-13 0,-3 0-3 0,3 0 0 15,3-6-204-15,0 1-42 0</inkml:trace>
  <inkml:trace contextRef="#ctx0" brushRef="#br0" timeOffset="38405.809">18636 12928 2670 0,'0'0'56'0,"-6"3"12"0,6-3-54 0,-6 0-14 0,6 0 0 0,-6 3 0 16,6-3 80-16,0 0 14 0,-6 0 2 0,0 2 1 15,6-2-77-15,-3 6-20 0,3-6 0 0,-6 8 0 16,3-3 55-16,0 3 7 0,3 0 2 0,-3 0 0 15,3 0-64-15,-3-1-18 0,3 1-1 0,0 3 0 16,0 0 19-16,-3-3 0 0,3 5 0 0,0-3 0 16,-3 1 0-16,3 0 0 0,0 2-11 0,0-3 11 31,-3 1-96-31,3 0-12 0,0-1-3 0,0-2 0 0,0-3-131 0,0-5-26 0</inkml:trace>
  <inkml:trace contextRef="#ctx0" brushRef="#br0" timeOffset="38917.573">18952 12664 2553 0,'0'-16'53'0,"2"5"12"16,-2 1-52-16,3-1-13 0,-3 1 0 0,3 4 0 15,-3-2 54-15,0 3 8 0,0 5 2 0,0 0 0 0,0 0 0 0,0 0 0 0,0 0 0 0,0 0 0 16,3 8-52-16,-3 3-12 0,0-1 0 0,0 3 0 15,0 3 0-15,0 0 0 0,0 3 0 0,0 2 0 16,0 0 0-16,0 0 0 0,-3 3 0 0,3 0 0 16,0-3 0-16,0 0 0 0,0-2 0 0,0-1 0 15,0-2 0-15,-3-3 0 0,3 3 0 16,0-3 0-16,0-2 0 0,0 0 0 0,0-4 0 0,0-1 0 16,0 2 0-16,0-6 0 0,0-2 0 0,0 0 0 15,0 0 0-15,0 0 0 0,0 0 0 0,0 0 0 16,0 0 0-16,0 0 0 0,0 0 0 0,3-2 0 15,0-4 0-15,0-2 0 0,0 3 0 0,0-3 0 16,0 0 0-16,0 3 0 0,3-3 0 0,0 0 0 16,0 0 0-16,0 0 0 0,0 0 0 0,3 0 0 15,-3 0 0-15,0 3 0 0,3 0 0 0,0 0 0 16,0-1 0-16,0 4 0 0,-3 2 0 0,2-3 0 16,1 3 54-16,0 3 8 0,-3-1 2 0,3 1 0 15,-3 2-64-15,0 0-10 0,0 3-3 0,-3 0-1 16,0 0 14-16,0 0 10 0,0 0-2 0,-3 3 0 15,0-3-8-15,0 0 12 0,-3 2-12 0,0-2 12 16,-3 3-12-16,0-3 0 0,-3 0 9 0,3 0-9 16,-6 2 0-16,0-2 0 0,1 0 0 0,-1 0 0 15,0 0-56-15,-3 0-7 0,3 0-1 0,0-3 0 16,-3 3 0-16,3-5 0 0,3 2 0 0</inkml:trace>
  <inkml:trace contextRef="#ctx0" brushRef="#br0" timeOffset="39138.364">19374 12957 2344 0,'0'0'99'16,"0"0"-79"-16,0 0 94 0,0 0 19 0,0 6 4 15,-3 2 1-15,3-3-54 0,-3 0-10 0,3 1-2 0,-3 1-1 16,3-1-29-16,-3-1-6 0,0 0 0 0,0 3-1 15,0 0-15-15,-3 0-4 0,3 0 0 0,-3 0 0 16,1 0-16-16,-4 0 8 0,0 0-8 0,0 0 0 16,0 0 0-16,-3 0-20 0,0 0 2 0,0 0 1 15,3 0-87-15,-3-1-18 0,0-1-3 16</inkml:trace>
  <inkml:trace contextRef="#ctx0" brushRef="#br0" timeOffset="39818.275">19821 12780 2030 0,'0'0'57'0,"0"0"14"16,0 0-57-16,0 0-14 0,0-5 0 0,0 5 0 16,3-5 105-16,-3 5 19 0,0-6 3 0,0 6 1 15,0-5-52-15,0 2-9 0,0 3-3 0,-3-5 0 16,3 0 0-16,0 2 0 0,-3-2 0 0,0 2 0 16,0-2-51-16,-3 2-13 0,3-2 0 0,-6 2 0 15,3 3 0-15,-3-2 0 0,0 2 0 0,-3 0 0 16,0 0 0-16,-6 2 0 0,1-2 0 0,-1 6 0 0,0-1 0 0,0 3 0 15,0 0 0-15,0 2 0 0,0 4 0 0,6 1 0 16,-2-1 0-16,2 2 0 0,3-1 0 0,0 1 0 16,3 0 0-16,3 3 0 0,0-6 0 0,6 3 0 0,0-3 0 0,3 3 0 15,3-3 0-15,0-2 0 0,6 2 0 0,-1-2 0 32,4-1-48-32,3 1-13 0,0-3-3 0,0 0 0 15,0 0 0-15,-1-6 0 0,1 1 0 0,0-3 0 16,0-3-153-16,0-2-31 0</inkml:trace>
  <inkml:trace contextRef="#ctx0" brushRef="#br0" timeOffset="40030.373">20089 12939 1523 0,'0'0'64'16,"0"0"-51"0,-6 3 119-16,6-3 23 0,0 0 5 0,-3 8 0 15,3-8-59-15,0 0-12 0,0 0-2 0,-3 5-1 16,0 0-22-16,0 0-4 0,0 3 0 0,0-2-1 15,3 2-15-15,-3-3-4 0,-3 3 0 0,3 0 0 16,0 0-19-16,-3 0-4 0,3 0-1 0,-6-1 0 16,3 1-16-16,0 3 0 0,-3 0 8 0,3-1-8 15,-3 1-31-15,0-1-9 0,0 1-3 0,1 0 0 16,2-4-174-16,-3 1-35 0</inkml:trace>
  <inkml:trace contextRef="#ctx0" brushRef="#br0" timeOffset="40582.45">20568 12537 2025 0,'0'0'85'0,"0"0"-68"15,0 0 106-15,0 0 21 0,0 0 4 0,0 0 0 16,0 0-52-16,0 0-10 0,0 0-2 0,0 0-1 16,0 0-43-16,3 5-8 0,-3 3-1 0,0 3-1 15,0-1-15-15,0 3-3 0,-3 1-1 0,3-1 0 16,-3 5-11-16,0-2 8 0,0 5-8 0,0-2 8 16,0 2-8-16,0 3 0 0,0-3 0 0,-3 6 8 15,3-6-8-15,0 3 0 0,-3-3 0 0,3-3 0 16,0 1-9-16,-3-1-4 0,3-2-1 0,0 0 0 15,-3-3-14-15,3-2-2 0,-3 2-1 0,3-2 0 16,0-3-4-16,3-1-1 0,-3-1 0 16,3-1 0-16,0-5 10 0,0 0 2 0,0 0 0 0,0 0 0 15,0 0 13-15,0 0 11 0,0 0-13 0,0 0 5 16,0-8 8-16,3 0 0 0,-3 0 0 0,0-2-8 16,0 2 20-16,-3-3 4 0,0 1 0 0,0-4 1 15,-2 4 16-15,-1-1 3 0,0-2 1 0,-3 2 0 16,-3 1 3-16,3-1 0 0,-3 3 0 0,-3 3 0 0,3 0-9 15,-3 2-2-15,0 0 0 0,3 3 0 0,1 3 11 0,-1 0 3 0,0 2 0 16,3 0 0-16,0 3-54 0,0 0-10 16,3 0-3-16,-3 3 0 0,6-3 24 0,-3 0 0 0,3 2 0 15,3-2 0-15,0 0-10 0,0 0 10 0,3 0 0 0,3 0-9 16,-3 0 9-16,3-3 0 16,3 0 0-16,-3 3-8 15,6-2 8-15,-3-4 0 0,3 1-9 0,3-1 9 0,-1-2-16 0,7 0 0 0,-3-2 1 0,3-3 0 16,0 2-146-1,3-5-30-15,2-3-5 0</inkml:trace>
  <inkml:trace contextRef="#ctx0" brushRef="#br0" timeOffset="40944.107">20973 12685 2374 0,'-6'-11'49'0,"6"11"12"0,-3-2-49 0,0-4-12 0,3 1 0 0,0 0 0 16,0 0 105-16,0-1 19 0,0 1 3 0,0 0 1 16,0-1-53-16,0 1-11 0,3 0-1 0,0 2-1 15,-3-2-33-15,3 2-6 0,-3-2-2 0,0 5 0 16,3-3-21-16,-3-2 9 0,3 2-9 0,-3 3 0 16,0 0 0-16,0 0 0 0,3-2 0 0,-3 2 0 31,0 0-109-31,0 0-16 0,0 0-3 0</inkml:trace>
  <inkml:trace contextRef="#ctx0" brushRef="#br0" timeOffset="41226.299">21026 12918 2728 0,'0'0'57'0,"0"0"12"0,0 0-55 0,0 0-14 0,0 0 0 0,0 0 0 16,0 0 88-16,0 0 16 0,0 0 2 0,0 0 1 16,0 0-43-16,-3 8-9 0,0-6-2 0,0 6 0 15,0-2-21-15,0 2-4 0,0-3 0 0,-3 3-1 16,3 2-12-16,-3-2-3 0,1 3 0 0,-4-1 0 16,0 1-12-16,0 2 9 0,-3-2-9 0,-3 2 8 15,0 0-8-15,-3 1 0 0,-3 1 0 0,1 1 8 16,-4 0-8-16,0 0-11 0,-3 3 3 0,0-1 0 15,6-2-35-15,-2-3-6 0,-1 3-2 0,3-3 0 16,0-2-61-16,0 2-13 0,0-2-3 0</inkml:trace>
  <inkml:trace contextRef="#ctx0" brushRef="#br0" timeOffset="42611.959">14954 13847 1824 0,'-18'10'38'0,"9"-7"8"0,0 2-37 0,0 0-9 0,0 1 0 0,0 2 0 15,0-1 96-15,-2 1 18 0,-1 3 3 0,0 2 1 16,0 0-62-16,3 3-12 0,-3 0-2 0,3 3-1 15,0-1-25-15,3-2-6 0,0 5-1 0,0-5 0 16,3 3-9-16,3-6 0 0,0 0 0 0,0 3 0 16,3-5 0-16,0-1 0 0,0-2 0 0,3-3 0 15,0 3-10-15,3-2 10 0,-3-4 0 0,3 4-9 16,3-4 9-16,-3-2 0 0,3 0-9 0,0 0 9 16,0-2 0-16,-4-1 0 0,4-2-9 0,0 2 9 15,-3-2 0-15,-3-1 0 0,3-1 8 0,-3 1-8 16,0 1 19-16,-3-3-3 0,3 3 0 0,-3-3 0 15,-3 0-1-15,3 0-1 0,-3-3 0 0,-3 1 0 16,0-1-14-16,0 1 0 0,-3-4 0 0,0 4 0 16,0-1 21-16,0-2 2 0,-3 2 0 0,0 1 0 15,0-1-15-15,0 1-8 0,3 2 10 0,-2 0-10 16,-1 2 0-16,0-2 0 0,3 3 0 0,0 3 0 0,3-4 0 16,3 6 0-16,0 0 0 0,0-5 0 15,3 2 0-15,0 1-10 0,3-1 10 0,3 0-12 0,0 3 12 16,-1-2 0-16,4-1-9 0,0 0 9 0,-3 1 0 0,3-1-9 0,0-2 9 0,0 2 0 15,3 1-18-15,-3-1 3 0,3 0 1 0,-3 3 0 16,-1 0 14-16,4 0 16 0,-3 0-3 0,0 0-1 16,-3 0-12-16,0 3 0 0,3 0 8 0,-3-1-8 15,-3 3 0-15,0 3 9 0,0-2-9 0,-3 2 8 16,0 0 2-16,0 2 0 0,-3 1 0 0,0 2 0 16,-3-2-2-16,3 2-8 0,-3 0 12 0,-3 0-4 15,3 3-8-15,0-3 10 0,0 3-10 0,0-3 10 16,0 1-10-16,3-4 0 0,-3 4 0 0,0-4 0 15,3 1 0-15,0-3 0 0,0 0 0 0,0 0 0 16,3-1 0-16,0 1 0 0,0-2 0 0,0-1 0 16,3 0-14-16,-3 1 5 0,3-1 1 0,3-3 0 15,-3-2 0-15,2 3 0 0,1 0 0 0,0-3 0 16,0 0 8-16,3 0 0 0,-3-3-9 0,3 0 9 16,0 1 0-16,0-1-9 0,3 1 9 0,-3-4 0 15,-3 1 0-15,2 0-8 0,-2-1 8 0,0-2 0 16,0 1 0-16,0 1 0 0,-3-2-8 0,0 0 8 15,0-2 0-15,-3 2 0 0,0-3 0 0,0 1 0 16,0 2 0-16,-3-6 0 0,3 4 8 0,-3-1-8 16,0-2 22-16,-3 2-2 0,3-2 0 0,0 0 0 0,-3 0 8 15,3-3 2-15,-3 3 0 0,0-1 0 0,3 1-6 16,-3 3 0-16,3-4-1 0,0 4 0 0,0-1-7 16,0 3-2-16,3-2 0 0,0 2 0 0,0 0-14 15,0 0 11-15,0-3-11 0,3 6 10 0,0-3-10 16,0 3 0-16,0 0 0 0,0-1 0 0,3 4 17 15,-3-1 2-15,2-2 0 0,-2 2 0 0,3 3-19 0,0-3 0 0,0 3 0 0,-3 0 0 16,3 0 0-16,-3 0 0 16,0 3 0-16,3-3 0 0,-9 0 0 0,6 5 0 0,0 1 0 15,-3 2 0-15,3-1 0 0,-3 1 0 16,0 3 0-16,-3 0 0 0,0 2 0 0,0 3 0 0,0 0 0 0,-3 2 0 16,3 3 0-16,-3 3 0 15,3 0 0-15,-3 0 0 0,0-3 0 0,3 0 0 0,-3 0 0 0,3-2 0 31,-3-1-32-31,3-5-9 0,-3 3-3 0,3-2 0 0,0-4-31 16,-3 1-6-16,3-3-2 0,-3 0 0 0,3 0-151 0,-3-3-30 0</inkml:trace>
  <inkml:trace contextRef="#ctx0" brushRef="#br0" timeOffset="43318.375">15394 14058 1824 0,'-8'-8'38'0,"8"8"8"0,0 0-37 16,-3-2-9-16,3-4 0 0,0 1 0 0,0 0 53 0,3-1 9 0,0-2 2 0,2 3 0 15,-2 0 0-15,6 0 0 0,0-1 0 0,0 1 0 32,0 0-24-32,3-1-5 0,0 1-1 0,3 0 0 15,0 2-14-15,0-2-4 0,2 2 0 0,-2-2 0 0,0 5-16 0,3-3 10 16,-3 3-10-16,-3 0 8 0,3 0-8 0,-3 0 0 0,0 3 9 0,-3-3-9 15,-4 5 0-15,4-2 9 0,-3 2-9 0,-3 1 0 16,3-1 15-16,-3 0-4 0,-3 3-1 0,3 0 0 16,-3 0 4-16,0 2 1 0,0-2 0 0,0 3 0 15,0-3-2-15,0 3 0 0,0-1 0 0,3 1 0 16,-3-3-13-16,0 2 8 0,0-2-8 0,0 3 0 16,0-1 0-16,3-2 0 0,0 3 0 15,-3-1 0-15,3-2 0 0,-3 0 0 0,0 3 0 16,3-3-10-16,-3 2 1 15,0-2 0-15,3 0 0 0,-3 0 0 0,3-2 9 0,-3 1 0 0,0-1-9 0,0-6 9 16,0 5 0-16,0-5 0 0,0 0 0 0,0 0 0 16,0 0 0-16,0 0 0 0,0 0 0 0,0 0 0 15,0 0 0-15,0 0 0 0,0 0 10 0,0 0-10 16,0 0 25-16,0 0-1 0,-6-5-1 0,0-1 0 16,3-1 6-16,0-1 2 0,3 0 0 0,-3 0 0 15,3-3-3-15,0 1-1 0,0 2 0 0,0-6 0 16,0 4-5-16,0-3-1 0,3-3 0 0,0 0 0 15,0-3-1-15,0 3 0 0,3-2 0 0,-3-1 0 16,3 1-4-16,0 2-2 0,0 0 0 0,0 0 0 16,0 3-6-16,0-3-8 0,3 6 11 0,-3-1-11 15,0 3 8-15,3 0-8 0,-3 0 0 0,-1 3 0 0,4 2 0 0,0 1 0 16,0-1 8-16,0 3-8 0,-3 0 0 0,3 3 0 16,0-1 8-16,0 1-8 0,-3 2 0 0,3 3 8 0,-3 0-8 15,0 0 0-15,-3 3 8 0,3-1-8 0,-3 3 0 0,-3-2 0 16,3 2 0-16,-3-2 0 0,-3 2 0 0,0-2 0 15,0-1 0-15,0 3 0 0,-3-5 0 0,-3 3-9 16,3-1 9-16,-3-2 0 0,0-2 0 0,0 2 0 16,0-3 0-16,0 0 0 0,0-2 0 0,-3 0 0 15,3-1-14-15,1-2 2 0,-1 3 1 16,3-3 0 0,0-3-12-16,-3 1-2 0,3-4-1 0,0 1 0 15,3 0-28-15,0-6-6 0,0 0 0 0,0 1-1 0,0-3-164 16,0-1-33-16</inkml:trace>
  <inkml:trace contextRef="#ctx0" brushRef="#br0" timeOffset="44443.462">16043 13931 1766 0,'0'0'36'0,"0"0"10"0,0 0-37 0,0 0-9 0,0 0 0 0,0 0 0 15,0 0 110-15,0 0 20 0,0 0 4 0,0 0 1 16,0 0-35-16,0 0-6 0,0 0-2 0,0 0 0 15,0 0-30-15,0 0-6 0,0 5-2 0,0 3 0 16,0 0-18-16,-3 3-4 0,0 0-1 0,0 2 0 16,0 0-16-16,0 0-3 0,0 3-1 0,-2-3 0 15,2 3-11-15,3-3 0 0,-3 1 0 0,3 2 8 16,0-3-8-16,0-5 0 0,3 2 0 0,0-2 0 16,0 0-16-16,2-3 0 0,-2 1 1 0,6-1 0 15,0-2-17-15,0-1-3 16,0-2-1-16,0 0 0 0,3 0 10 0,-3-2 2 0,0-1 0 0,0-2 0 15,3-1 13-15,-3 1 11 0,0 0-13 0,-1-3 5 16,1 3 8-16,-3-3 0 0,0 0 0 0,0 0 0 16,0 0 0-16,-3 0 0 0,0 0 12 0,0 0-4 15,0 0 12-15,-6 0 4 0,3 0 0 0,0 3 0 16,0 0 28-16,-3-1 5 0,0 1 2 0,3 5 0 16,0 0-23-16,-3-3-4 0,3 3 0 0,0 0-1 15,0 0-17-15,0 0-3 0,0 0-1 0,0 0 0 16,-3 8-10-16,0 0 0 0,0 0 0 0,3 3 8 15,0-1-8-15,0 1 0 0,0 0-10 0,3-3 10 16,0-1-33-16,0 1-1 0,3 0 0 0,0-2 0 16,0-1-23-16,0 0-5 0,3-2-1 0,-3 0 0 15,3-3-52-15,0-3-10 0,3 0-3 0,-3 1 0 16,3-4 52-16,-4 1 9 0,4-3 3 0,0 0 0 0,0-2 51 0,0-4 13 0,0 4 0 0,3-4 0 16,-6-1 0-16,3-4 0 0,-3 3 0 0,-3 0 0 15,3 0 100-15,-4-2 22 0,-2 2 5 0,3 3 1 16,-3-3-56-16,0 0-12 0,0 3-1 0,0 0-1 15,-3 2 8-15,0-2 2 0,3 2 0 0,-3 3 0 16,0-2-2-16,3-1 0 0,-3 3 0 0,0 0 0 16,3 3-53-16,-3 0-13 0,3 2 0 0,0-2 0 15,-3 5 0-15,0 0 0 0,0 0 0 0,0 0 0 16,3 5 0-16,0 0 0 0,0 3 0 0,0 3 0 16,0 2 0-16,-3 3 0 0,3 0 0 0,-3 5 0 15,0 0 0-15,0 6 0 0,0-1 0 0,0 3 0 16,0-2 0-16,-3-1 0 0,3 1 0 0,-3-4 0 15,3-1-50-15,0-4-13 0,-3-2-2 0,3 0-1 16,0 0-99-16,-3-6-20 0,3 3-4 0,0-5-1 16,0 0 79-16,0-2 16 0,0-6 3 0,0 0 1 15,0 0 15-15,0 0 4 0,0 0 0 0,0 0 0 16,0 0 72-16,0-6 0 0,0-2 9 0,0 0 1 16,-3 1 56-16,3-1 11 0,-3 2 3 0,0-2 0 15,0 0 21-15,0-2 5 0,-3 2 1 0,0-3 0 0,3 3-13 16,-3-2-2-16,3-1-1 0,0 1 0 0,1-1-19 0,2 0-4 15,0 4-1-15,2-1 0 0,1-3-31 0,3 3-7 16,3 3-1-16,-3-3 0 0,6 3-10 0,-3-1-2 0,6-2-1 0,-3 3 0 16,0 0-7-16,0 2 0 0,0-2-8 0,-3 2 12 15,2 1-12-15,-2-4 0 0,3 4 8 16,-3-4-8-16,3 1 0 0,-3 2 0 0,3-2 8 16,-3 2-8-16,0-2 11 0,3 0-1 15,-3 0 0-15,0-1 0 16,0 1-114-16,-1 0-24 0,1-1-4 0</inkml:trace>
  <inkml:trace contextRef="#ctx0" brushRef="#br0" timeOffset="45258.296">17806 13783 1751 0,'0'0'36'0,"0"0"9"15,-3-3-36-15,-3-2-9 0,0 2 0 0,0 1 0 16,0-1 68-16,0-2 12 0,-3 5 3 0,0-3 0 16,-6 3-32-16,0 3-7 0,-3-3 0 0,0 2-1 15,-2 4-16-15,-4-1-3 0,0 0-1 0,0 1 0 16,3 2-5-16,0 0-1 0,1-1 0 0,-1 4 0 16,6-3-1-16,3 3-1 0,0-1 0 0,3 1 0 15,0-1 12-15,6 4 2 0,0-4 1 0,3 3 0 0,0 1-30 16,6 1 0-16,-3-1 0 0,6-1 0 0,3 3-14 15,3-3-9-15,3 0-1 0,3 3-1 16,-1-3 25-16,1-2 0 0,3 0 0 0,0-4 0 0,-3 1 0 16,0 0 9-16,-4-2-1 0,1 2-8 0,-3-6 13 15,-3 4-4-15,-3-1-1 0,0 0 0 0,-6-2 0 0,3-1 0 16,-6 4 0-16,0-6 0 0,0 0 8 0,-3 5 2 0,-3 0 0 0,0 1 0 16,-6-4-5-1,0 4-1-15,-3-1 0 0,-3 3 0 0,-2-6-12 0,-1 4 11 0,0-4-11 0,-3 1 10 16,6 0-10-16,-3-1 0 0,4-2 0 0,2 3 0 15,0-6-24-15,0 3-1 0,6-2 0 0,-3-1 0 32,6-2-58-32,3-1-11 0,3-2-2 0,3 3-1 0,3-5-55 0,3 2-12 15,3-3-1-15</inkml:trace>
  <inkml:trace contextRef="#ctx0" brushRef="#br0" timeOffset="45568.797">17862 13976 1516 0,'9'0'32'0,"0"5"6"0,-3-2-30 0,0 2-8 0,0 3 0 0,-3 0 0 15,-3 0 117-15,0 3 23 0,-3-1 4 0,0 4 0 16,-3-4-64-16,3 3-12 0,-3 1-4 0,0-1 0 16,0 0 0-16,0-2 0 0,0-1 0 0,3 1 0 15,0-1 0-15,3-2 0 0,-3 3 0 0,3-3 0 16,3 0-51-16,0 0-13 0,0 0 0 0,0-3 0 16,3 0 0-16,3 1 0 0,-3-1 0 0,3-2 0 15,3-3 0-15,0 0 0 0,0 0 0 0,2-3 0 16,1 0 0-16,0 1 0 0,3-1 0 0,-3-2 0 0,0-1 0 0,-3 1 0 15,0 0 0-15,0-1 0 0,-4-1 46 16,1 1 6-16,-3 1 2 0,-3 0 0 0,0-3-35 0,-3 2-7 0,0 1-2 16,0-3 0-16,0 3 26 0,-3-3 6 0,0 3 1 0,-3-3 0 15,0 0-26-15,-2 3-5 0,-1-3 0 0,-3 0-1 16,0 2-11-16,-3 1 8 16,0-3-8-16,0 5 8 15,0-2-28-15,0 3-7 0,-2-4-1 0,2 4 0 16,0 2-151-16,3-3-30 0,0 0-7 0</inkml:trace>
  <inkml:trace contextRef="#ctx0" brushRef="#br0" timeOffset="46175.121">18576 13812 1668 0,'0'0'70'15,"0"0"-56"-15,-3-5 106 0,0 0 22 0,1 2 4 0,-1 0 1 16,-3-2-52-16,0 2-11 0,-3 1-1 0,0 2-1 16,-3 0-37-16,-3 0-7 0,0 0-2 0,-3 2 0 15,-3 1-19-15,4 2-4 0,-4-2-1 0,3 2 0 16,0 0-12-16,3 1 11 0,0-1-11 0,3 3 10 15,3-3-10-15,0 3 0 0,6-2 0 0,1-1 0 16,2 3 0-16,0 0-9 0,5-3 9 0,1 3 0 16,3 0-10-16,3 0 10 0,6 0-8 0,0 0 8 15,0 0-9-15,3 0 9 0,0-1-10 0,-1 1 10 16,1 0 0-16,-3 0 0 0,0-2 0 16,-3 2 0-16,0-1 0 0,-3-1 0 15,-1 2 0-15,-2-3 0 0,0 3 0 0,-3 0 0 0,-3-3 0 0,0 3 0 16,-3 0 0-16,0 0 0 0,0 0 10 0,-3 0-10 15,-3 0 0-15,0 0 8 0,0 0-8 0,-6 0 0 16,1 0 0-16,-1-1 0 0,-3 1 0 0,0 0 0 16,-3 0 0-16,-3 0 0 0,0-2 0 0,4 1 0 15,-4-1-11-15,3-4 3 0,0 1 0 0,0 2 0 16,3-5-19-16,3 3-3 0,0-3-1 0,3 0 0 16,4 0-101-16,5 0-21 0,0 0-4 0</inkml:trace>
  <inkml:trace contextRef="#ctx0" brushRef="#br0" timeOffset="46773.141">18237 14124 1811 0,'0'0'37'0,"0"0"11"0,0 0-39 15,0 0-9-15,0 0 0 0,0 0 0 0,0 0 84 0,0 0 14 0,0 0 3 0,0 0 1 16,0 6-25-16,0-1-5 0,0-5 0 0,-3 5-1 15,3 1-39-15,-3 1-8 0,3-1-2 0,-3-1 0 16,0 0-22-16,0 3 0 0,0 0 0 0,0 0 0 16,0 0 23-16,-3 0 0 0,3 3 0 0,0-3 0 15,-3 2-57-15,3-2-11 0,0 3-3 0</inkml:trace>
  <inkml:trace contextRef="#ctx0" brushRef="#br0" timeOffset="47279.255">18740 14042 1824 0,'0'0'76'0,"0"0"-60"16,0 0 140-16,0 0 29 0,0 0 6 0,0 0 1 16,0 6-103-16,0 2-20 0,0-3-4 0,-3 3-1 15,0 0 0-15,3 0 0 0,-3 2 0 0,0-2 0 16,0 3-51-16,0-3-13 0,0 2 0 0,0-2 0 15,-3 3 54-15,3-1 8 0,0-2 2 0,-3 3 0 16,4-1-103-16,-1-2-20 0,0 0-4 0,0 3-1 16,0-3 103-16,0 0 20 0,0 0 4 0,0 0 1 15,0 0-103-15,3-3-20 0,0 3-4 0,-3-3-1 16,3-5-51-16,0 0-10 0,0 0-3 0</inkml:trace>
  <inkml:trace contextRef="#ctx0" brushRef="#br0" timeOffset="47625.269">19050 13849 2508 0,'0'0'71'0,"0"0"16"0,0 0-70 0,0 0-17 0,0 0 0 0,0 0 0 16,0 0 106-16,0 0 18 0,-3-5 3 0,3 5 1 16,0 0-52-16,0 0-9 0,0 0-3 0,0 0 0 15,-3-3-52-15,3 3-12 0,0 0 0 0,0 0 0 16,0 0 0-16,0 0 0 0,0 0 0 0,0 0 0 15,0 0 0-15,0 0 0 0,0 0 0 0,0 0 0 16,0 0-50-16,0 0-10 0,0 0-3 0,0 0 0 16,0 0-154-16,0 0-31 0</inkml:trace>
  <inkml:trace contextRef="#ctx0" brushRef="#br0" timeOffset="47925.065">19079 14095 2795 0,'0'0'58'0,"0"6"14"0,3-1-57 0,-3 0-15 0,3 0 0 0,0 1 0 16,0-4 54-16,0 4 8 0,0-1 2 0,0 0 0 16,-3 3-5-16,3-3-1 0,-3 1 0 0,0 2 0 15,0 0-42-15,-3 0-8 0,3-1-8 0,-3 4 12 16,-3 0 41-16,3-3 9 0,-3 2 2 0,-2 3 0 15,2-2-52-15,-3 2-12 0,0 0 0 0,0 3 0 16,0-2 0-16,-3 4 0 0,3-2 0 0,-3 0 0 16,3-3 0-16,0 3 0 0,0-3 0 0,-3 0 0 31,1 1-48-31,-1-4-13 0,0 1-3 0,0-3 0 16,-3 2-51-16,3-4-10 0,0-1-3 0</inkml:trace>
  <inkml:trace contextRef="#ctx0" brushRef="#br0" timeOffset="63002.928">18469 3236 915 0,'-18'-5'19'0,"12"5"5"0,-2-3-24 0,-1 3 0 0,3-5 0 0,-3 5 0 15,0-3 75-15,3 3 10 0,0-5 3 0,-3 5 0 16,3-3-22-16,6 3-4 0,-6 0-1 0,6 0 0 15,0 0-8-15,0 0-1 0,-3 0-1 0,3 0 0 16,0 0-3-16,0 0-1 0,0 0 0 0,0 0 0 16,0 0-12-16,0 0-3 0,-3-8 0 0,3 8 0 15,0 0-6-15,0 0-2 0,0-5 0 0,0 5 0 16,3-3-1-16,0 1-1 0,3-1 0 0,-3 3 0 16,3 0-1-16,0 0 0 0,0 0 0 0,3 0 0 15,0 0-7-15,0 0-2 0,0 0 0 0,2 3 0 16,4-3-12-16,0 2 9 0,0-2-9 0,0 3 8 15,3 0 4-15,0-3 0 0,0 0 0 0,2 0 0 16,4 0-4-16,0 0 0 0,3 0 0 0,6 0 0 0,-4 0 3 16,4 0 0-16,0 0 0 0,6 0 0 0,-7 0-1 0,4 0 0 15,0 0 0-15,2 0 0 0,4 0-1 0,0 0 0 16,-1 0 0-16,4 0 0 0,-3 0-1 0,-4 0-8 16,1 2 12-16,3-2-4 0,-3 0-8 0,-4 0 0 0,4 0 0 15,-3 0 8-15,-1 0-8 0,1 0 0 0,0 0 0 16,0 0 0-16,-7 3 8 0,4-3-8 0,-6 5 0 0,3-5 8 15,-7 0-8-15,4-5 8 0,-3 2-8 0,0 3 8 16,0-2 0-16,-1-1 0 0,1 0 0 0,3 3 0 16,-6 0-8-16,3-2 12 0,-3 2-12 0,-1 0 12 15,1-3-12-15,-3 3 0 0,-3 0 9 0,3 0-9 16,-3 0 0-16,-3 0 9 0,2-5-9 0,-5 5 0 16,3 0 8-16,-3 0-8 0,0-3 0 15,0 3 0-15,-3 0 9 0,0 0-9 0,0 0 0 0,-6 0 9 16,0 0-9-16,0 0 12 0,3 0-12 0,-3 0 12 15,0 0-12-15,0 0-12 0,0 0 2 0,0 0 1 16,0 0-35-16,-6-5-8 0,0 5 0 0,-3-3-1 16,0 3-131-16,-6 0-25 0,0 0-6 0</inkml:trace>
  <inkml:trace contextRef="#ctx0" brushRef="#br0" timeOffset="63541.261">18484 3265 1264 0,'-9'-8'26'0,"9"8"7"0,0 0-33 0,0 0 0 0,0 0 0 0,-6-5 0 16,6 5 95-16,0 0 12 0,0 0 2 0,0 0 1 16,0 0-42-16,6-3-9 0,0 3-2 0,0-5 0 15,3 2-21-15,3 3-4 0,-3 0 0 0,3-2-1 16,3 2 12-16,0-3 2 0,-1 0 1 0,4 1 0 15,3 2-9-15,3-3-1 0,3 3-1 0,3-5 0 16,-1 5-10-16,4-3-1 0,0 3-1 0,5 0 0 16,-2 0-5-16,3 0-1 0,0 0 0 0,5-5 0 15,4 5-5-15,-1 0-2 0,4-3 0 0,3 3 0 16,-4-5-10-16,1 2 12 0,2 3-12 0,1-2 12 16,0 2-12-16,-1-3 0 0,1 3 0 0,2 0 8 15,-5-3-8-15,-3 1 0 0,2-1 0 0,-5 3 0 16,-1-5 0-16,-2 2 8 0,0-2-8 0,-3 2 0 15,-7 3 8-15,-2-5-8 0,0 2 0 0,-6 1 8 16,-4-1-8-16,-2 3 0 0,-3-5 0 0,-3 2-11 0,0 3 11 16,-3 0 0-16,0-5 0 0,-3 5 0 0,0 0 0 0,-3-3 0 15,-3 3 0-15,0 0 0 0,3 3 0 0,-3-3 0 16,0 0 0-16,6 5 0 16,-3-5-53-16,0 3-9 0,0 2-2 0</inkml:trace>
  <inkml:trace contextRef="#ctx0" brushRef="#br0" timeOffset="66475.058">14549 15384 1773 0,'0'0'50'0,"0"0"11"0,0 0-49 0,0 0-12 0,0 0 0 0,0 0 0 16,0 0 49-16,0 0 7 0,0 0 2 0,0 8 0 15,0 0-38-15,0 0-7 0,0 0-1 0,0 2-1 16,0 3-11-16,-3 1 0 0,3-1 0 0,0 3 0 16,0-3 14-16,-3 3 1 0,0 2 0 0,3-2 0 15,-3 0-15-15,0 0-18 0,0 0 4 0,0 0 1 16,0 0 0-16,0-3 0 0,0-3 0 0,0 1 0 15,3 0 13-15,-3-1 0 0,0-5 0 0,0 1-9 16,3-6 9-16,0 0 0 0,0 0 0 0,0 0 0 16,0 0 0-16,0 0 8 0,0 0-8 0,0-3 11 15,3-5 7-15,-3 0 2 0,3-2 0 0,3-4 0 16,-3 1 2-16,3 0 1 0,0-3 0 0,0 3 0 16,0-3 0-16,0 0 0 0,3-2 0 0,-3 2 0 15,3 2-15-15,0-1-8 0,0-1 10 0,0 3-10 16,0 2 47-16,0 0 3 0,-4 3 1 0,4 0 0 15,0 1-31-15,-3 4-5 0,3-2-2 0,-3 2 0 16,0 0-13-16,0 3 0 0,-6 0 0 0,6 3 0 16,0 2 0-16,-3 1 0 0,0 1 0 0,0 1 9 15,0 0-9-15,0 3 0 0,-3-3 0 0,0 2-11 0,0 1-9 16,0 0-3-16,-3-3 0 0,0 5 0 16,0-5-1-16,0 2 0 0,0 1 0 0,0-1 0 15,0-2 8-15,-3 0 0 0,3-2 1 0,0-1 0 0,3-5 15 16,-6 5 0-16,6-5 0 0,0 0 0 0,0 0 0 15,0 0 0-15,0 0 0 0,-3-5 0 0,0 0 35 0,3-3 9 16,0 0 3-16,3 0 0 0,0 0-24 0,0-3-5 16,0 1-1-16,0-1 0 0,3 1 38 0,0-1 7 0,3 0 2 15,-3 1 0-15,3 2-47 0,0-3-9 0,-3 1-8 16,3 2 12-16,0 0-4 0,0 0-8 0,-1 0 12 0,1 3-4 16,0-1-8-16,-3 1 8 0,0 2-8 0,0 1 8 15,0-1-8-15,0 3 0 0,-6 0 9 0,6 0-9 16,-3 3 10-16,3-1-2 0,-3 4-8 0,0-1 12 15,-3 0-12-15,3 6 8 0,-3-1-8 0,0 1 0 16,0 0 0-16,0 2 0 0,0 3-13 0,-3-3 4 16,3 3-20-16,-3 0-4 0,0 0-1 0,0 2 0 15,3 1-14-15,-3-3-4 0,0 2 0 0,3-2 0 16,-3 0-9-16,3-3-3 0,-3 0 0 0,3-2 0 16,0-3 25-16,0 2 5 0,3-4 1 15,0-1 0-15,0-2-10 16,3-1-1-16,0-2-1 0,0-2 0 0,3-1 19 0,0 0 4 0,3-5 1 0,-3 0 0 15,2-2 21-15,-2-1 16 0,3-2-2 0,-3 2-1 16,3-2 45-16,-3 0 9 0,-3 0 1 0,3 0 1 16,-3 2 15-16,0-2 2 0,0 2 1 0,-3-2 0 15,0 2 1-15,3 1 1 0,-3 2 0 0,-3-3 0 16,3 6-28-16,-3-3-5 0,0 3-2 0,0 5 0 16,0 0-22-16,0 0-4 0,0 0 0 0,0 0-1 15,0 0-10-15,0 0-1 0,0 0-1 0,-6 8 0 16,0 0-15-16,3 2 0 0,0 1 0 0,-3 2 0 0,3 3 0 0,3-3 0 15,-3 3 0-15,3 0 0 16,0-3-52-16,0 3-17 0,3-3-3 0,0-2-1 16,0-1-37-16,3-2-7 0,0 0-2 0,3-3 0 15,0-2 11-15,0 0 1 0,-1-3 1 0,4-3 0 16,0-2 16-16,0 0 3 0,0-1 1 0,0-2 0 0,-3-2 86 0,6-1 23 0,-3-2 1 16,3 0 1-16,-6-1 64 0,2 1 13 15,-2 0 2-15,0 0 1 0,0 0 3 0,-3 2 0 16,-3 0 0-16,3 1 0 0,-3 2-24 0,-3-3-5 0,3 3-1 0,-3 0 0 15,0 0-13-15,-3 1-2 0,3-1-1 0,-3 2 0 16,0 1-22-16,3 2-4 0,0 3 0 0,0 0-1 16,-3-2-15-16,3 2-2 0,0 0-1 0,0 0 0 15,0 0-9-15,-6 2-8 0,3 4 9 0,-3 2-9 16,3 0 0-16,3 5 0 0,-3-3 0 0,0 4 0 16,3 4-10-16,-3-2-5 0,3 2-1 0,0 1 0 15,0 0-24-15,0-1-6 0,0-2-1 16,0 2 0-16,3 1-22 0,-3-6-5 0,3 0-1 0,0 1 0 15,0-4-124-15,0-2-25 0,0-3-4 0</inkml:trace>
  <inkml:trace contextRef="#ctx0" brushRef="#br0" timeOffset="66800.63">15514 15437 2187 0,'0'0'62'0,"0"0"14"0,0 0-61 0,0 0-15 0,0 0 0 0,0 0 0 16,0 0 64-16,0 0 11 0,5-3 1 0,-5 3 1 16,3-3-13-16,-3 3-2 0,0 0-1 0,0 0 0 15,6 0-10-15,-6 0-3 0,0 0 0 0,0 0 0 16,0 0-11-16,3 6-2 0,-3 2-1 0,0-3 0 15,-3 3-16-15,-3 3-3 0,0-4-1 0,1 7 0 16,-7-1-27-16,3 3-6 0,-3 2-1 0,0 3 0 16,-3-2 20-16,3 2 0 0,-3 3 0 0,3-3 0 15,-3 0 0-15,4-2 0 0,-1-1 0 0,-3 1 0 16,3-6-52-16,3 0-8 0,-3 1 0 0,0-4-1 16,3-2-100-16,3-3-20 15,-3 1-4-15</inkml:trace>
  <inkml:trace contextRef="#ctx0" brushRef="#br0" timeOffset="67026.511">15394 15484 2269 0,'-3'-8'64'0,"3"1"15"16,-2 1-63-16,-1 1-16 0,3 0 0 0,0 5 0 0,0 0 100 0,0 0 18 16,0 0 3-16,0 0 1 15,0 0-57-15,0 0-11 0,-6 5-2 0,3 0-1 16,0 3-26-16,3 3-5 0,0-1 0 0,0 1-1 0,3 2-19 0,-3 0 0 0,3 1 0 0,0 1 0 15,3 1 0-15,-4 0 0 0,4 3 0 0,0-3 0 16,0 2 0-16,3-5 0 0,-3 3 0 0,0-3 0 31,3 1-48-31,-3-4-12 0,3-2-4 0,-3 0 0 16,3 0-124-16,-3-3-24 0,3-2-6 0</inkml:trace>
  <inkml:trace contextRef="#ctx0" brushRef="#br0" timeOffset="67399.847">15677 15537 2310 0,'-6'-2'48'0,"6"2"11"0,-3-3-47 0,3 3-12 0,-3-5 0 0,3 5 0 16,0-6 104-16,0 1 20 0,3 0 3 0,0 2 1 15,3-2-79-15,0 2-15 0,0-2-3 0,0 2-1 16,3 1-1-16,-3 2 0 0,3-3 0 0,-3 3 0 15,3 0-19-15,-3 0-10 0,0 0 10 0,0 3-10 16,0-3 0-16,0 5 0 0,0-2 0 0,-4 2 0 16,1 0 0-16,0 3 0 0,-3 0 0 0,0 3 0 15,0-1 0-15,0 1 0 0,-3 2 0 0,0 3 0 16,-2-3-21-16,2 3-11 0,-3-3-1 0,-3 3-1 16,3-3 3-16,0 3 1 0,-3-3 0 0,3 1 0 15,-3-4 8-15,3 1 2 0,0-1 0 0,3 1 0 16,0-3 4-16,0-3 0 0,3 3 1 0,0-8 0 15,0 6 3-15,0-6 1 0,3 2 0 0,3 3 0 0,0-5 11 16,0 0-12-16,3 0 12 0,-3-2-12 0,3-1 12 16,3 1 0-16,-3-1-9 0,3-2 9 0,-4-1-13 0,4 1 1 15,0-3 1-15,3 0 0 16,-3 0-108-16,3-2-21 0,0-1-5 0</inkml:trace>
  <inkml:trace contextRef="#ctx0" brushRef="#br0" timeOffset="68267.109">16058 15429 2066 0,'3'-8'43'0,"0"0"10"0,3 3-42 0,-3-3-11 0,3 2 0 0,-3 1 0 16,0 2 91-16,3 1 16 0,-3-3 3 0,-3 5 1 16,0 0-40-16,0 0-8 0,0 0-2 0,0 0 0 15,0 0-12-15,0 0-2 0,3 5-1 0,0 0 0 16,-3 6-22-16,3-1-5 0,-3 4-1 0,0 1 0 16,0 4-18-16,0 2 8 0,-3 3-8 0,3 0 0 15,-3 5 0-15,0 0 0 0,0 0 0 0,0 0 0 16,0-2 0-16,0-4-16 0,3 1 2 0,-3-3 0 31,3-2-48-31,-3-3-10 0,3 0-1 0,0-3-1 16,-3-3-131-16,3 1-27 0,0-3-4 0,0 0-2 15,-3-3 104-15,3-5 21 0,0 0 4 0,0 0 1 16,0 0 16-16,0 0 3 0,0 0 1 0,3-8 0 0,-3 3 88 0,0 0 28 0,0-3 1 0,0 2 0 16,-3-1 88-16,3-1 18 0,0 0 3 0,-3 0 1 15,0 0 4-15,0 0 1 0,0 0 0 0,0 0 0 16,0 0-36-16,3-3-6 0,-3 4-2 0,0-4 0 15,3 3-33-15,0 0-7 0,0-3-2 0,3 1 0 16,0 2-25-16,0 0-5 0,0 0 0 0,3 0-1 16,0 3-18-16,0 0-9 0,3-1 10 0,0 1-10 15,3 0 8-15,-3 2-8 0,6-2 0 0,-3 2 0 16,-1 3 0-16,1-3 0 0,0 1 0 0,0 2 0 16,0 2-22-16,0 1-4 15,-3 2-1-15,3 3 0 0,-3 3 27 0,0-1 0 0,-3 1 0 0,0 2 0 16,-3 3 0-16,0-3 0 0,0 1 0 0,-3-1 0 0,3 0-14 0,-3-2 2 15,3-1 1-15,-3-2 0 0,2 0 11 16,1 0 16-16,0-3-4 0,0 1-1 16,3-1-48-16,0-5-10 0,0 3-1 0,0-3-1 0,3-3 34 0,0 3 15 15,0-5-12-15,3 2 12 0,-3-2 0 0,3-1 0 16,-3 1 12-16,0 0-4 0,0-3 12 0,-3 0 3 16,2 0 0-16,-2-3 0 15,-3 4 14-15,0-4 3 0,0 3 1 0,0 0 0 0,-6 0 5 0,3 0 1 0,-3 0 0 0,-3 0 0 16,0 0-14-16,0 3-2 0,1 0-1 0,-4-1 0 15,-3 4-16-15,3-1-3 0,-3 3-1 0,-3 0 0 16,0 0-10-16,3 3 0 0,-3-1 0 0,0 4 0 31,4-4-35-31,-1 4-2 0,0-4-1 0,0 4 0 0,3-4-72 0,0 1-14 16,9-3-4-16</inkml:trace>
  <inkml:trace contextRef="#ctx0" brushRef="#br0" timeOffset="68552.017">16546 15437 1728 0,'21'-16'36'0,"-15"11"8"16,0-1-35-16,0 1-9 0,0 0 0 0,0 2 0 16,-3 0 148-16,-3 3 27 0,0 0 5 0,0 0 2 15,6-2-50-15,-6 2-11 0,0 0-1 0,0 0-1 16,0 0-60-16,0 0-12 0,0 0-3 0,3 0 0 16,-3 0 16-16,6 0 4 0,-3 2 0 0,3 4 0 15,0-1-52-15,-3 0-12 0,3 3 0 0,-3 0 0 16,0 3 0-16,0 2 0 0,0 0 0 0,-3 0 0 15,3 6 0-15,-3-1 0 0,0 4 0 0,-3 4 0 16,0-2 0-16,0 0 0 0,0 0 0 0,0 2 0 0,0-5 0 16,0 0 0-16,0-2 0 0,-3-1 0 0,3-2 17 0,0-2 1 0,3-1 0 15,-3-3 0-15,3 1-18 0,-3-3 0 0,3-3 0 16,0 0-9 0,0-5-55-16,0 0-12 0,0 0-1 0,6 0-1 15,-3-2-142-15,3-1-29 0</inkml:trace>
  <inkml:trace contextRef="#ctx0" brushRef="#br0" timeOffset="70472.862">17823 15429 1668 0,'0'0'35'0,"6"-3"7"0,-6 3-34 0,3-5-8 0,0 2 0 0,-3 3 0 16,0 0 108-16,0 0 19 0,0 0 4 0,0 0 1 16,0 0-26-16,-3-2-5 0,-3-1-1 0,0 3 0 15,-3 0-28-15,1 3-5 0,-1 2-2 0,0 0 0 16,-3 0-34-16,-3 3-7 0,3 3-2 0,-3 0 0 16,0 2-12-16,3-3-2 0,-3 4-8 0,4-4 12 15,2 3-12-15,0-2 0 0,3 0 0 0,3 2 0 16,3-3 0-16,0 1 0 0,3 0-9 0,3-1 9 15,3-2-10-15,0 0 10 0,2 0-10 0,4 0 10 16,-3 0-8-16,3-3 8 0,0 0 0 0,-3 1-9 16,3 2-6-16,0-3-1 0,-3 0 0 0,-1 3 0 15,1 0 16-15,-3 0 0 0,3-3 0 0,-6 3 0 16,-3 0 0-16,0 0 0 0,-3 0 0 0,-3 3 0 16,0-3 0-16,-3 0 0 0,-3 2 0 0,0-2 0 15,0 3-35-15,-2-3-4 0,-1 2-1 0,0-2 0 16,0 0 29-16,-3 0 11 0,0 3-8 0,0-6 8 15,3 0-16-15,0 0 1 0,0-2 1 0,6 0 0 16,1-6-50-16,-1 0-11 0,3-4-1 0,3 1-1 16,3-4-29-16,3-1-6 0,2 0 0 0,4-4-1 0,0 1 70 0,3-4 15 15,3-1 2-15,0 1 1 16,0-3 25-16,3-1 8 0,-1 1 0 0,4-3 0 0,-3 3 39 16,0 3 8-16,0-3 1 0,-3 2 1 15,2 6 31-15,-5 0 5 0,-3 2 2 0,0 0 0 0,0 4-2 0,-6 1 0 16,0 1 0-16,0 0 0 0,-6 5-20 0,0 0-4 0,0 0-1 15,0 0 0-15,0 0-12 0,0 0-4 0,0 0 0 0,0 0 0 16,0 8-27-16,-3 0-5 0,0 2-2 0,3 1 0 16,-3 5-18-16,3-3 0 0,0 5 8 0,0-2-8 15,3 0 0-15,0 0 0 0,0 0 0 0,0 0 0 32,3-3-24-32,3-2-1 0,-3-1-1 0,3-2 0 15,3-3-26-15,-4-2-6 0,4 0-1 0,0-1 0 0,0-2-19 16,0-2-4-16,0-4-1 0,0 1 0 0,0 0 44 0,-3-3 9 0,3 3 2 0,-3-3 0 15,-1 0 28-15,-2 0 0 0,3-3 0 0,-3 6 10 16,0-3 50-16,-3 0 11 0,3 0 1 0,-3 3 1 16,-3-1-40-16,0 6-8 0,0 0-1 0,0 0-1 15,0 0 17-15,0 0 4 0,0 0 1 0,0 0 0 16,0 0-23-16,-3 6-5 0,-3 2-1 0,3 0 0 16,0 2-16-16,0-2 0 0,3 3 0 0,-3 2 0 15,3-2 0-15,0-1 0 0,0 1-8 0,3-1 8 16,-3-2-40-16,3 0-3 0,0 0 0 0,3-3 0 15,0-2-45-15,-3 0-10 0,3-1-2 0,3-2 0 16,-3-5 9-16,6 2 2 0,-3-5 0 0,0 1 0 16,3-7-11-16,0 1-3 0,-1-5 0 0,4-1 0 15,0-2 45-15,-3 0 9 0,3 0 1 0,0-3 1 0,-3 3 59 0,0 2 11 0,0-2 2 16,-3 0 1-16,0 2 79 0,-1 1 16 16,-2 2 3-16,-3-3 1 15,0 3-2-15,0 0-1 0,0 3 0 0,-3 0 0 0,0 0-30 0,0 0-7 16,-3-1-1-16,0 4 0 0,0-1-32 0,0 3-8 15,0 3 0-15,0 0-1 0,3 5-19 0,0 0-4 0,0 0-1 0,0 0 0 16,-3 5-11-16,-2 3-8 0,2 2 12 0,0 4-12 16,0 2 0-16,3-1 0 0,-3 1-12 0,3 3 3 15,0-1-10-15,0 4-1 0,0-1-1 0,0 0 0 32,0 0-14-32,0 3-2 0,0 0-1 0,0-3 0 15,0 0-11-15,0 0-3 0,0-2 0 0,0-1 0 0,0-2 7 0,0-3 1 16,0 1 0-16,-3-4 0 0,3 1 24 0,0-3 4 0,-3-3 2 0,3 0 0 15,0-5 14-15,0 0 0 0,0 0 0 0,0 0 0 16,0 0 25-16,0 0-1 0,3-5-1 0,0-3 0 16,3 0 3-16,0-3 1 0,-1 1 0 0,4-3 0 15,0-1-27-15,3 1 8 0,0-5-8 0,0 2 0 16,0 3 47-16,0-3 4 0,0 2 1 0,0 1 0 16,0 3-30-16,-1-1-6 0,4 3 0 0,-3 0-1 15,-3 3-15-15,3 2 0 0,0 1 0 0,-3-1 0 16,3 6 0-16,-3-3 0 0,0 5 0 0,-3-2 0 15,3 4 0-15,-3 4 0 0,-1 0 0 0,1 2 0 16,-3 3 0-16,0 0 0 0,0 2 0 0,-3 1 0 16,0-1 0-16,0-2 0 0,-3 3 0 0,0-1 0 15,0-2 0-15,-3-3 0 0,1 3 0 0,-7-3 0 16,3-2 0-16,-3 0 0 0,0-1 0 0,0 1 0 16,0-1-58-16,0-2-5 0,-3 0-1 0,0 0 0 15,1-3 52-15,-1 1 12 0,0-1 0 0,0 0 0 16,3-5-48-16,-3 0-8 0,3-2 0 0,0-4-1 15,3 1-28-15,3-3-6 0,0-3-1 0,3 1 0 16,3-6-139-16,3 0-28 0</inkml:trace>
  <inkml:trace contextRef="#ctx0" brushRef="#br0" timeOffset="70753.971">18949 15312 2024 0,'0'0'42'0,"0"0"10"0,0 0-41 0,0 0-11 0,0 0 0 0,0 0 0 15,0 0 113-15,0 0 21 0,-6 6 4 0,3-4 1 16,0 4-26-16,0-4-5 0,3 4 0 0,-3 1-1 16,3 1-50-16,-3 0-9 0,3 0-3 0,0 3 0 15,-3-1-14-15,3 4-3 0,0-4-1 0,-3 9 0 16,3-3-9-16,-3 0-2 0,3 2 0 0,-3 1 0 16,3 2-6-16,0 0-2 0,-3 0 0 0,3 0 0 15,-3 0-8-15,3-2 0 0,0 2 0 0,-3 0 0 16,3-5 0-16,-3 0 0 0,3 0 0 0,0-3 0 15,0 0 0-15,0-5-17 0,0 3 2 0,0-3 1 16,0-3-29-16,0-5-5 0,0 0-2 0,0 0 0 16,6 3-142-16,-3-3-29 0,3-3-6 0</inkml:trace>
  <inkml:trace contextRef="#ctx0" brushRef="#br0" timeOffset="71229.883">19481 15270 1824 0,'-12'-11'38'0,"6"6"8"16,4 3-37-16,-1-4-9 0,-3 1 0 0,3 2 0 15,3 3 138-15,-3-5 26 0,3 5 4 0,0 0 2 16,-6 0-70-16,6 0-13 0,-6 0-3 0,0 5-1 15,-3 3-35-15,3 3-6 0,0 2-2 0,3 3 0 16,-6 2-18-16,3 1-4 0,0 2-1 0,-3 6 0 16,3-1-17-16,0 3 0 0,0 3 8 0,3 2-8 15,0 1 0-15,0-1 0 0,0 1 0 0,3-1 0 16,3-5 0-16,0 0 0 0,3-5 0 0,3 2 0 16,0-7 0-16,0 2 0 0,3-5 0 0,0 2 0 15,3-4 0-15,0-4 0 0,3 4 0 0,-4-7 0 0,4-1 8 0,-3-1 0 16,3-2 1-16,0-1 0 15,-3-2-39-15,3-2-8 0,-3-1-2 0,2-2 0 16,-2-3-96-16,0 0-19 0,0 0-4 0</inkml:trace>
  <inkml:trace contextRef="#ctx0" brushRef="#br0" timeOffset="87037.377">20002 15344 2128 0,'0'0'60'15,"-9"-3"13"-15,3 3-58 0,0-2-15 0,3-1 0 0,-3 1 0 16,1 2 84-16,-1-3 15 0,-3 0 2 0,3 3 1 16,0 0-30-16,0 0-7 0,-3 0-1 0,3 0 0 15,-3 3-51-15,0 0-13 0,3 2 0 0,-3 0 0 16,3 0 28-16,-3 1 2 0,3-1 1 0,0 3 0 16,0 3-31-16,-3-4 0 0,7 7 0 0,-4-4 0 15,3 4 0-15,0 1-10 0,0-1 2 0,0 2 0 16,3-3-23-16,-3 0-4 0,3 0-1 0,0-2 0 15,3-3-11-15,-3 2-2 0,3-4-1 0,0 2 0 16,3-3 21-16,-3-3 4 0,2-2 1 0,4 0 0 16,-3 0-13-16,0-2-3 0,0-1 0 0,3-2 0 0,-3 0 64 15,0 2 12-15,0-5 2 0,0 3 1 0,-3-1-11 0,3 1-3 16,0 0 0-16,-3 0 0 0,0-1 31 16,-3 1 7-16,3 0 1 0,-3-1 0 0,0 1 0 0,3 0 0 15,-3 0 0-15,0 5 0 0,0-3 0 0,0 3 0 0,0 0 0 0,0 0 0 16,0 0-52-16,0 0-12 0,0 0 0 0,0 0 0 15,6 0 0-15,0 3 0 0,0 2 0 0,3 0 0 16,-3 3 0-16,2 0 0 0,-2 3 0 0,3-1 0 16,0 1 0-16,0 2 0 0,0-2 0 0,0 2 0 31,0 0-132-31,0-2-30 0,0-1-6 0,3 1 0 16,-3-1-90-16,0-2-18 0</inkml:trace>
  <inkml:trace contextRef="#ctx0" brushRef="#br0" timeOffset="87213.322">20261 15588 2024 0,'6'-8'42'0,"-6"8"10"0,6-6-41 0,-6 1-11 0,3 0 0 0,-3 5 0 16,0-3 164-16,0 3 32 0,3-5 5 0,-3 5 2 15,0 0-111-15,0 0-23 0,0 0-4 0,0 0-1 16,0 0 0-16,-6 5 0 0,-3 0 0 0,3 3 0 16,0 3-51-16,0 2-13 0,0 3 0 0,0 0 0 15,-3 0 0-15,4 0 0 0,-1 0 0 0,-3 2 0 16,3-2-48-16,0 2-13 0,-3-2-3 0,3 0 0 15,-3 0-91-15,0 0-18 0,0 0-4 0</inkml:trace>
  <inkml:trace contextRef="#ctx0" brushRef="#br0" timeOffset="87734.694">20642 15379 1501 0,'6'-6'63'15,"-3"4"-51"1,3-4 110-16,-3 4 22 0,0-4 4 0,0 1 0 15,0 0-16-15,-3-1-3 0,3 1-1 0,-6 0 0 16,3 0-34-16,-3 2-7 0,-3-2-2 0,3 2 0 16,-3 0-34-16,-3 3-7 0,3-2-2 0,-3 4 0 15,0 1-17-15,-3 0-3 0,1 2-1 0,-1 3 0 0,-3 0-10 0,0 0-3 0,-3 2 0 16,0 4 0 0,3-1 23-16,0 0 4 0,1 0 1 0,2 6 0 15,3-3-60-15,0 0-12 0,6-1-3 0,-3 4 0 16,6-3 22-16,3 0 4 0,0 2 1 0,0-2 0 15,6 0-28-15,0 0-4 0,0-3-2 0,5 0 0 16,1-2-90-16,3-3-19 0,0-3-3 0</inkml:trace>
  <inkml:trace contextRef="#ctx0" brushRef="#br0" timeOffset="87984.67">20952 15479 2583 0,'0'0'73'0,"0"0"16"0,0 0-71 0,-3-5-18 0,3 5 0 0,0 0 0 16,0 0 74-16,0 0 11 0,0 0 3 0,0 0 0 16,0 0-34-16,0 0-6 0,0 0-2 0,0 0 0 15,0 0-17-15,0 0-3 0,0 0-1 0,-3 8 0 16,0 0-9-16,0 0-1 0,0 2-1 0,0 3 0 16,0 1-4-16,-3-1-1 0,3 5 0 0,-6 1 0 15,3-1-9-15,0 1 0 0,-3 2 0 0,0 3 8 16,3-3-8-16,-3 0 0 0,1-2 0 0,-1 2 0 15,0-2-12-15,3-4-7 0,-3 1-1 0,0-3-1 16,0 3-79-16,3-2-16 0,-3-1-4 0</inkml:trace>
  <inkml:trace contextRef="#ctx1" brushRef="#br0" timeOffset="83153.437">25155 16802 0,'0'0'31,"-48"-8"-15,12 3-1</inkml:trace>
  <inkml:trace contextRef="#ctx0" brushRef="#br0" timeOffset="90209.325">21220 15357 1706 0,'0'0'36'0,"0"0"7"0,0 0-35 0,0 0-8 0,0 0 0 0,0 0 0 15,0 0 80-15,3-5 13 0,-3 5 3 0,3-3 1 16,3 1-39-16,0-1-8 0,-1 0-2 0,1 3 0 15,0 0-15-15,0 0-3 0,3 3-1 0,-3 2 0 16,0 1-5-16,0-1-2 0,0 0 0 0,0 6 0 16,-3-1-10-16,3 4-1 0,-3 2-1 0,0-1 0 15,0 1-10-15,-3 0 12 0,0 3-12 0,0-3 12 16,-3-1-12-16,0 4 0 0,0-3 0 0,-3-3 8 16,0 3 1-16,3-5 0 0,-3 2 0 0,0-3 0 15,0 1-9-15,3-6 0 0,0 3 0 0,3-8 0 16,0 0 0-16,0 0 0 0,0 0 0 0,0 0 0 15,-3-8 0-15,0-2 0 0,3-1 0 0,3-2 0 16,-3 0 0-16,6-3 0 0,-3 0 0 0,3 0 0 16,0-3 0-16,3 1 0 0,0-3 0 0,0 2 0 15,0 1 46-15,3-3 7 0,0 2 2 0,0 1 0 16,-1-4-37-16,1 6-7 0,-3-2-2 0,0-1 0 16,3 6-9-16,-3 0 0 0,3 0 0 0,0 5 0 15,-3 0 0-15,0 3 0 0,0 2 0 0,0 0 0 0,0 6 0 16,-1 2 0-16,-2 1 0 0,3 4 0 0,-3 1 0 15,0-1 0-15,0 4 0 0,0 1 0 0,-3-1 0 0,3-4 0 16,-3 3-12-16,-3-2 12 16,3 0-54-16,-3 2-3 0,0-5-1 0,0 2 0 0,0-2 46 0,0 3 12 0,0-6 0 0,0 0 0 15,0-5 0-15,0 0 0 16,0 0 0-16,0 0 0 0,0 0 0 0,0 0 0 0,0 0 0 16,0 0 0-16,6 0 0 15,-3-2 0-15,3-3 0 0,0-1 0 0,0 1 0 0,3-3 0 0,0 0 0 0,0 0 0 16,0 0 43-16,-1-2 10 0,1 2 3 0,0-3 0 15,3 0-15-15,-3 1-2 0,3-1-1 0,-3 3 0 16,3 0-10-16,-3 1-3 0,0 1 0 0,0 1 0 16,0 2-11-16,-3 3-2 0,3 0-1 0,-4 3 0 15,1 2-11-15,0 1 12 0,-3 1-12 0,3 4 12 16,-3 0-12-16,-3 2 8 0,3 0-8 0,0 3 8 16,-3 2-8-16,-3-2 0 0,3 6 0 0,-3-1 0 15,0 0-32-15,0 0-1 0,-3 0-1 0,0 0 0 16,0-2-35-16,1 2-7 0,-1-2-2 0</inkml:trace>
  <inkml:trace contextRef="#ctx0" brushRef="#br0" timeOffset="90440.291">21988 15474 2470 0,'0'0'52'0,"0"0"10"16,0 0-50-16,0 0-12 0,0 0 0 0,0 0 0 0,0 0 123 0,0 0 21 0,0 0 5 0,0 0 1 15,0 0-120-15,0 0-30 0,0 0 0 0,0 0 0 32,0 0 57-32,0 0 6 0,-3 2 1 0,-3 4 0 15,3-1-52-15,0 3-12 0,0 3 0 0,-3-1 0 0,3 1 0 0,-3 5 0 0,3-3 0 0,-3 5 0 32,3-2-48-32,-3 3-13 0,-3-1-3 0,3 1 0 15,0-1 0-15,-3-2 0 0,3-3 0 0,-3 3 0 16,3-5-87-16,0 2-17 0,1-5-4 0</inkml:trace>
  <inkml:trace contextRef="#ctx0" brushRef="#br0" timeOffset="91494.272">22217 15328 1576 0,'0'0'73'15,"0"-5"-65"-15,0 0-8 0,3-1 0 0,-3 1 0 16,3 0 105-16,-3 0 19 0,3-1 4 0,-3 1 1 16,0 5-2-16,3-5-1 0,-1450 5 0 0,2894 0 0 15,-1447 0-49-15,0 0-9 0,0 0-3 0,0 0 0 16,0 0-15-16,0 0-3 0,0 0-1 0,-3 8 0 15,3 0-29-15,-3 2-5 0,0 3-2 0,0 3 0 16,3 0-10-16,-3 3 0 0,0 2 0 0,0 3 0 16,0-3 0-16,0 0 0 0,0-3 0 0,0 4 0 15,3-1-42-15,0-3-10 0,0-2-3 0,0 0 0 16,0-3-7-16,3 1-2 0,0-7 0 0,0 1 0 16,0-2 0-16,0-4 0 0,3 1 0 0,0-3 0 0,0-3 52 0,0-2 12 15,3 0 0-15,-3-3 0 0,3-3 16 0,-4 1 5 0,4-1 2 16,3-2 0-16,-6 0 14 0,3-3 3 0,0 2 1 0,-3 1 0 15,3 0 19-15,-3 0 3 0,0 0 1 0,-3-1 0 16,3 4 0-16,-3-3 0 0,0 5 0 0,-3 0 0 16,3 0-52-16,-3 2-12 0,0 1 0 0,0 5 0 15,0 0 54-15,0 0 8 0,0 0 2 0,0 0 0 16,0 0-103-16,0 5-20 16,3 3-4-16,-3 3-1 0,0 0 52 0,3 2 12 15,0 3 0-15,-3-3 0 0,6 0 0 0,-3 0 0 0,3 1 0 0,3-1 0 16,-1-3-54-16,1 1-8 15,0 0-2-15,0-4 0 0,3-1 52 0,0-1 12 0,0-2 0 0,0-1 0 16,0-2 0-16,0-2 0 0,0-1-10 0,-3 0 10 16,2-2 0-16,1-3 0 0,-3 0 0 0,3 0 0 15,-3-2 35-15,0-1 1 0,-3 1 1 0,3-1 0 16,-3-2-8-16,0-3-1 0,-3 3-1 0,3-3 0 16,-3 0 7-16,3-3 2 0,-3 3 0 0,0 1 0 15,0-4-15-15,0 1-2 0,0-4-1 0,0 4 0 16,-3-1-18-16,2 1 10 0,1-1-10 0,0 3 8 15,-3 1-8-15,3 1 0 0,0 1 0 0,-3 5 0 16,3 0-47-16,0 0-8 0,-3 3-1 0,3 2-1 16,-3 3-83-16,0 0-17 0,6 0-3 0</inkml:trace>
  <inkml:trace contextRef="#ctx0" brushRef="#br0" timeOffset="91945.054">22812 15434 1963 0,'0'0'40'0,"0"0"12"15,0 0-42-15,0 0-10 0,0 0 0 0,0 0 0 16,0 0 100-16,0 0 17 0,3 5 4 0,-3 3 1 15,0-2-24-15,0 2-5 0,0-3-1 0,0 3 0 16,-3 2-18-16,0-2-4 0,-3 3-1 0,3 2 0 16,-3 0-55-16,0 3-14 0,3 3 0 0,-3-1 0 15,0 1 0-15,1 2 0 0,2 3 0 0,-3-3 0 0,0 0 0 0,0-2 0 0,3-3 0 16,-3 2 0 0,3-5 0-16,0 3 0 0,0-3 0 0,3-2 0 15,-3 0-48-15,3-1-13 0,-3-2-3 0,3 0 0 16,0-3-71-16,0-5-14 0,0 0-3 0</inkml:trace>
  <inkml:trace contextRef="#ctx0" brushRef="#br0" timeOffset="92395.651">23012 15127 1846 0,'-3'-5'78'16,"0"-3"-62"-1,0 0 75-15,0 3 15 0,3-3 3 0,-3 5 1 16,0-2-22-16,3 5-5 0,0-5-1 0,0 5 0 16,0 0-16-16,0 0-3 0,0 0-1 0,0 0 0 15,0 0-21-15,0 0-4 0,0 0-1 0,0 0 0 16,0 0-13-16,6 2-3 0,0 3-1 0,0 3 0 15,3 0-3-15,-1 3-1 0,-2 0 0 0,3 2 0 16,0 3-7-16,0 2 0 0,3 1-8 0,-3 2 12 16,0 0-23-16,0 3-5 0,0 0 0 0,-3 2-1 0,0-2 17 15,-3 0 0-15,-3 0 0 0,0-1 0 0,-3-1 24 16,-3 1 9-16,0 4 2 0,-3-3 0 0,0 2-5 16,0 1-1-16,-3-1 0 0,0 0 0 15,3-2-38-15,-3 0-8 0,-2-3-2 0,-1 0 0 0,0 1 19 16,0-4 0-16,0-2 0 0,0 0 0 0,0 0 0 15,0-3 8-15,0 0-8 0,4 0 0 0,-1-2 0 0,0 0 0 0,3-1 0 16,-3 1 0-16,6-3-16 0,-3 0-2 0,3-3-1 0,3-2 0 31,-3-1-30-31,6-2-7 0,0 0 0 0,0 0-1 0,0 0-134 0,0 0-26 16,0 0-6-16</inkml:trace>
  <inkml:trace contextRef="#ctx0" brushRef="#br0" timeOffset="93134.689">23410 15426 1773 0,'0'0'36'0,"0"0"11"16,0 0-38-16,0 0-9 0,0-5 0 0,0 0 0 16,0-1 98-16,0 1 18 0,0 5 3 0,0-5 1 15,0 5-30-15,3-6-6 0,-3 4 0 0,0 2-1 0,3-6-27 0,0 4-6 0,-3 2-1 0,3-5 0 31,-3 5-27-31,0 0-6 0,3-6 0 0,-3 6-1 0,0 0-15 0,3-2 0 0,-3 2 8 0,0 0-8 16,0 0 0-16,0 0 0 16,0 0-12-16,0 0 12 15,6 2-118-15,-3 4-17 0,0 1-3 0</inkml:trace>
  <inkml:trace contextRef="#ctx0" brushRef="#br0" timeOffset="93380.089">23407 15701 2418 0,'0'0'68'0,"0"0"16"16,0 0-67-16,0 0-17 0,0 0 0 0,0 0 0 15,0 0 88-15,0 0 13 0,0 0 3 0,0 0 1 16,0 0-33-16,0 0-6 0,0 0-2 0,-2 6 0 16,2-1-24-16,-3 3-6 0,3 0-1 0,-6 0 0 15,3 0-15-15,-6 0-3 0,3 2-1 0,-6 1 0 16,3 2-14-16,-6 0 8 0,0 0-8 0,0 3 0 15,-3-2 0-15,1 1-12 0,-4 1 1 0,3 3 0 16,-3-3-36-16,3 0-7 0,-3-1-2 0,3 1 0 16,4 0-108-16,-1-3-23 0,-3 1-4 0</inkml:trace>
  <inkml:trace contextRef="#ctx0" brushRef="#br0" timeOffset="95338.727">14546 16508 1579 0,'0'0'32'0,"0"0"10"0,0 0-34 0,0 0-8 0,0 0 0 0,0 0 0 15,0 0 92-15,0 0 16 0,0 0 3 0,0 0 1 16,0 0-38-16,0 0-7 0,0 0-2 0,0 0 0 16,0 0-40-16,3 8-8 0,-3 0-1 0,0 0-1 15,3 5 20-15,-3 1 4 0,0-1 1 0,3 3 0 16,-3 0-40-16,3 5 0 0,-3-3 0 0,0 3 0 15,-3 1-29-15,3-1-4 0,-3 0-1 0,3 0 0 16,-3-2-5-16,0-1-1 0,3 1 0 0,-3-3 0 16,0-3 11-16,3-3 1 0,-3 1 1 0,0-3 0 15,3-3 9-15,0-5 2 0,0 0 0 0,0 0 0 16,0 0-15-16,-3-10-2 0,3 2-1 0,3-6 0 16,0-1 18-16,-3-1 3 0,3-3 1 0,0-2 0 15,3 0 12-15,-3 0 0 0,3-3 0 0,0 3-9 16,0 0 25-16,3-1 4 0,-3 1 2 0,3 0 0 0,-3 0 14 15,3 0 2-15,0 0 1 0,-1-1 0 0,1 7-29 16,0-1-10-16,0 0 0 0,3 5 9 0,-6 1 27 0,3 4 6 16,-3 1 1-16,0 5 0 0,0 0-22 0,-3 5-4 0,3 3-1 0,0 5 0 15,-3-2-5-15,0 2-2 0,0 3 0 0,0 0 0 16,-3 0-25-16,0 0-6 0,0 0-1 0,-3 0 0 16,0-1-20-1,0-1-4-15,0-1-1 0,0 0 0 0,0-2 25 0,-3 2 5 0,0-3 1 0,3 4 0 16,-3-6 17-16,0 0 0 0,3 0 0 0,-3-3 0 15,6-5 8-15,0 0 1 0,0 0 1 0,0 0 0 16,0 0 8-16,0 0 2 0,0-5 0 0,0-3 0 16,0 0 6-16,3 0 2 0,3-3 0 0,0 1 0 15,0-4-3-15,3-2 0 0,0 3 0 0,0-3 0 16,3 0 24-16,0-2 5 0,-1-1 1 0,1 1 0 16,0-1-23-16,0 4-5 0,3-1-1 0,-6 2 0 15,3 1-34-15,-3 5-8 0,0 0 0 0,0 0-1 16,-3 6 46-16,0-1 10 0,0 3 1 0,-6 0 1 15,6 5-21-15,-3 3-5 0,-1 0-1 0,-2 3 0 16,0 2 2-16,0 0 0 0,-2 6 0 0,-1-1 0 16,-3 1-16-16,3 2-8 0,-3-2 8 0,0 4-13 15,0-1-1-15,0-1 0 0,0 0 0 0,0 3 0 16,3-3-29-16,-3-3-5 0,3 1-2 0,3-1 0 16,-3-2 18-16,6-2 3 0,-3-1 1 0,3-3 0 15,3-4-58-15,-3-1-11 0,3 0-3 0,3-2 0 0,-3-6 60 16,3 1 12-16,3-4 3 0,-4-2 0 0,4-2 25 0,-3-1-8 15,3-5 8-15,-3 3 0 0,3-5 16 16,-3 2 9-16,3 0 2 0,-3 0 0 0,3-3 58 0,-3 6 12 0,0 0 3 0,-3 0 0 16,-1-1-14-16,1 4-2 0,-3-1-1 15,0 1 0-15,0 2-12 0,-3-3-3 0,0 6 0 16,0 0 0 0,0-1 1-16,0 6 0 0,0 0 0 0,0 0 0 0,0 0-55 0,0 0-14 0,0 0 0 15,0 0 0-15,-3 6 0 0,-3 2 0 0,3-1 0 0,0 7 0 16,1-4 0-16,-1 4 0 0,3-1 0 0,-3 3 0 31,3-1-48-31,3 1-13 0,0-2-3 0,-1 1 0 16,1-1-15-16,3-4-3 0,3-2-1 0,0 0 0 0,0-3-41 0,0-2-8 0,3 0-1 0,-3-6-1 15,6 0 25-15,-3-2 5 0,0 0 0 16,0-3 1-16,-1-3 82 0,1 1 21 0,0-3 0 0,0 2 0 16,0-2 45-16,-3-1 16 0,3 4 3 0,-3-3 1 15,-3 2 51-15,0 1 9 0,0-4 3 0,-3 4 0 16,0 2-30-16,0-3-6 0,-3 1 0 0,3-1-1 15,-3 3-20-15,-3-3-4 0,3 4-1 0,-3-1 0 16,3 2-19-16,-3 1-4 0,3 0-1 0,0 5 0 16,0 0-19-16,0 0-4 0,0 0-1 0,0 0 0 15,-3 8-9-15,3 0-1 0,-3 2-8 0,3 1 12 16,0 2-12-16,0 0 0 0,0 3 0 0,3 0 0 16,0 0-20-16,-3 0 2 0,3 2 1 0,0 1 0 15,0 2-31-15,0-3-5 0,0 1-2 0,0 0 0 16,3-1-19-16,-3 1-4 0,2-1-1 0,1-2 0 15,-3-3-117-15,3-2-23 0,0-1-5 0</inkml:trace>
  <inkml:trace contextRef="#ctx0" brushRef="#br0" timeOffset="95686.629">15671 16434 1997 0,'0'0'56'0,"0"0"13"0,0 0-55 0,0 0-14 0,0 0 0 0,0 0 0 15,0 0 61-15,0 0 10 0,0 0 1 0,-3 8 1 16,0-2-7-16,0-1-2 0,0 0 0 0,0 0 0 15,0 3 0-15,-3-2 0 0,3 2 0 0,-2 2 0 16,-1-2-51-16,0 5-13 0,0-2 0 0,-3 2 0 16,0 0 54-16,0 1 8 0,0 1 2 0,-3 1 0 15,0 0-103-15,0 0-20 0,0 3-4 0,0-1-1 16,1 1 52-16,-4-1 12 0,3 1 0 0,0-1 0 16,0-2-54-16,0 3-8 0,3-3-2 0,0-3 0 15,0 0-114-15,0-2-23 0,0-1-5 16</inkml:trace>
  <inkml:trace contextRef="#ctx0" brushRef="#br0" timeOffset="95915.557">15383 16612 2269 0,'-3'-8'64'0,"0"0"15"0,3 0-63 0,0 2-16 0,-3 1 0 0,3 5 0 16,0-5 105-16,0 5 19 0,0 0 3 0,0 0 1 15,0 0-100-15,0 0-19 0,6-3-9 0,0 3 8 16,-1 3-8-16,1 0 0 0,3 2 0 0,0 3-11 15,3-3 11-15,0 0 0 0,0 3 0 0,3 3 0 16,-3-3 0-16,3 2 0 0,-3-2 0 0,2 3 0 16,1-1 0-16,-3 1 0 0,3 0 0 0,-3-1 0 15,3 1 0-15,-3-3 0 0,0 2-9 0,0 1 9 16,-3-3-144-16,2 2-24 16,-2-2-4-16</inkml:trace>
  <inkml:trace contextRef="#ctx0" brushRef="#br0" timeOffset="96457.559">15906 16537 1459 0,'0'0'61'15,"0"0"-49"-15,-6-5 99 0,6 5 19 0,-2-2 4 0,2 2 1 16,0 0-39-16,0-6-8 0,0 6-2 0,0-5 0 15,2 0-15-15,1-1-3 0,0 1-1 0,3 2 0 16,0-2-55-16,0 3-12 0,3-4 0 0,0 6 0 16,0-2 0-16,0-1 0 0,0 0 12 0,0 3-12 15,-3 0 0-15,3 0 0 0,-3 3 0 0,0 0 0 16,0 2 0-16,0 0 0 0,-3 0 0 0,0 3 0 16,-3 0 0-16,0 6-9 0,0-4 9 0,-6 3 0 15,0 1-55-15,0-1-5 16,-3 3-2-16,-3 0 0 0,0-1-14 0,0 1-2 0,-3 3-1 15,0-1 0-15,0-2 24 0,3 3 5 0,1-3 1 0,-4 0 0 16,6-1 39-16,-3 1 10 0,3-2 0 0,0-1 0 16,3-3 0-16,0 1 0 0,3-3 0 0,0 0 0 15,3-3 0-15,0-5 0 0,0 0 0 0,3 3 0 16,3-1 0-16,0-2 0 0,3 0 0 0,0-2 0 16,3-1 0-16,0-2 0 0,0 2 0 0,2-2 0 15,1-3 0-15,3 3 0 0,0-3 0 0,-3 0 0 16,3-3 0-16,0 3 0 0,0-2 0 0,-1 2 0 15,-2-3-76-15,0-2-14 0</inkml:trace>
  <inkml:trace contextRef="#ctx0" brushRef="#br0" timeOffset="96715.729">16290 16392 1824 0,'-3'-5'76'0,"0"-1"-60"16,0 4 124-16,3 2 26 0,0 0 5 0,-2-3 1 15,2 3-71-15,0 0-13 0,0 0-4 0,0 0 0 16,-6 0-67-16,0 5-17 0,3 1 0 0,0 2 0 16,0 2 40-16,3 3 4 0,0 1 0 0,-3 2 1 15,3 2-34-15,0 1-11 0,3-1 0 0,-3 3 0 16,0-2 0-16,0-1 0 0,3-2-12 0,-3 3 3 16,0-1-38-1,3-2-7-15,-3 0-2 0,0 0 0 0,0 0-95 0,0-3-19 0,0 0-4 16,-3 0-1-16,0-5-40 0,0 0-8 0</inkml:trace>
  <inkml:trace contextRef="#ctx0" brushRef="#br0" timeOffset="97138.592">16243 16731 1337 0,'-3'-6'56'15,"0"-2"-44"1,0 3 92-16,3 0 20 0,-3 0 3 0,0-3 1 16,3 0 0-16,0 2 0 0,0-2 0 0,0 0 0 0,0 1 0 0,3 1 0 0,0-2 0 0,3 3 0 15,-3 0-103 1,6-3-25-16,0 0 0 0,0 3 0 15,0-1 0-15,2-2 0 0,1 3 0 0,0 0 0 16,0-1 0-16,0 1 0 0,0 3 0 0,3-1 0 16,-6 0 0-16,3 1 0 0,-6 2 8 0,3 0-8 0,-3 2 0 0,-1 1 0 0,1 0 0 0,-3 2 0 15,0 3 0-15,0-3 0 0,0 3 0 0,-3 3 0 16,0-3 0-16,-3 2 0 0,3 1 0 0,-3 2 0 16,0-3 0-16,0 4 0 0,3-4 0 15,-3 1 0-15,3-3 0 0,-3 0 0 0,3 0 0 16,3 0 0-1,-3-3-52-15,3-2-10 0,3-1-2 0,0 1 0 0,0-3 0 16,0 0 0-16,3-3 0 0,0 1 0 0,0-4 52 0,3-2 12 0,-3 0 0 0,3 0 0 16,0-2 0-16,-3 2 0 0,0-3 0 0,-1 1 0 15,1 2 48-15,-3-3 12 0,0 3 2 16,-3 0 1-16,3 0-6 0,-3 1-1 0,-3 1 0 0,3 1 0 16,-3 0 7-16,-3-1 1 0,3 1 0 0,-3 0 0 15,-3 2 7-15,3-2 1 0,0 2 1 0,-3 1 0 16,0-1-58-16,-3 0-15 0,1 3 0 0,-1 0 0 15,-3 0 0-15,0 3 0 0,0 0 0 0,0-1 0 16,-3 3 0-16,3-2 0 0,0 0 0 0,0 2 0 16,0-2-48-16,7-1-13 0,-4 1-3 0,6 0 0 15,3-3-153-15,0 0-31 0,0 0-7 0</inkml:trace>
  <inkml:trace contextRef="#ctx0" brushRef="#br0" timeOffset="97413">16660 16421 1824 0,'0'0'76'16,"0"0"-60"-16,0 0 152 0,0 0 30 0,0 0 6 0,-3 3 2 16,3-3-74-16,-6 5-14 0,6-5-3 0,-3 5-1 15,3 3-91-15,0-2-23 0,0-6 0 0,0 7 0 32,0 1 56-32,3 0 6 0,0 0 2 0,-3 6 0 0,3-4-52 0,0 3-12 0,-1 1 0 0,1 1 0 15,0-1 34-15,-3 2 4 0,3-3 1 0,0 3 0 16,-3 0-27-16,0-1-4 0,3 1-8 0,-3 3 11 15,0-3-11-15,0 0 0 0,0 2 0 0,0 1 0 16,0-1 0-16,0-2 0 0,0 3 8 0,0-1-8 16,0 1 0-16,0-4 0 0,0-1 0 0,0 2-11 15,0-6-25-15,3-2-6 16,-3 0-1-16,0 0 0 0,0-8-68 16,0 0-13-16,0 0-4 0</inkml:trace>
  <inkml:trace contextRef="#ctx0" brushRef="#br0" timeOffset="99367.283">18041 16442 2030 0,'0'0'57'0,"0"0"14"0,-3-2-57 0,3 2-14 0,0 0 0 0,-6-6 0 16,3 4 54-16,3 2 8 0,-3-3 2 0,-3 0 0 15,0 3 0-15,0 0 0 0,0 0 0 0,0 0 0 16,-3 3-52-16,3 2-12 0,-3 1 0 0,0 2 0 16,0-1 40-16,0 1 6 0,-2 3 1 0,2 0 0 15,3-1-31-15,-3 1-7 0,3-1-1 0,0 4 0 16,3-7 1-16,0 4 0 0,0-3 0 0,3 0 0 15,3-3-9-15,0 3-12 0,3 0 2 0,0-3 1 16,3 1 1-16,3-1 0 0,-1-2 0 0,7-1 0 16,-3 1 20-16,3 0 4 0,3-3 0 0,-3 0 1 15,0 0-17-15,2 0 0 0,-2 0 0 0,0 2 0 16,-3 1-10-16,-3-3-6 0,-3 3 0 0,0 2-1 0,-3-3 27 0,-3 4 6 16,-3-1 0-16,0 3 1 0,-6 0-17 0,0 2 0 15,-3 1 0-15,-3 2 0 0,-3-2 0 0,-3 2 0 0,-3-2 0 16,-2 2 0-16,-1 3 0 0,0-3-14 0,0 3 2 0,-3-3 1 15,4 3 11-15,2-5 16 0,3 2-4 0,-3-3-1 16,6 1-11-16,0-6-12 0,3 3 2 0,3-5 1 16,1 0-3-16,8-3 0 0,-6-3 0 0,3 0 0 31,3-5-32-31,0-2-6 0,3-1-2 0,3-5 0 16,-1 0-2-16,7-2-1 0,3-3 0 0,0 0 0 0,6 2 44 0,0-2 11 0,3 0 0 15,2-1 0-15,-2 4 13 16,3-1 5-16,-3 1 1 0,3-1 0 0,-4 4 5 0,-2-1 2 0,0 2 0 0,-6 1 0 15,0 5-6-15,0-2 0 0,-6 2-1 0,0 2 0 16,-3 1 36-16,0 3 7 0,-4 2 2 0,-2 0 0 16,0 0 0-16,0 0 0 0,0 0 0 0,0 7 0 15,0 1-27-15,0 3-5 0,-2 0 0 0,-1 2-1 16,3 0-50-16,-3 0-9 0,3 3-3 0,-3 0 0 16,3 3 31-16,0-4 0 0,0 4 0 0,0-3 0 15,3 0 0-15,0-3 0 0,2 0 0 0,1-2 0 16,3-3-57-16,0-3-6 0,0 0-1 0,3-2 0 15,0-3 0-15,3-3 0 0,0 1 0 0,0-1 0 16,0-2 52-16,-1-3 12 0,4 0 0 0,-6 0 0 0,0 0-8 16,3 0 8-16,-6-3-13 0,3 3 5 15,-3 0 32-15,-3 1 8 0,3 1 0 0,-3-2 1 0,0 3 22 16,-3 0 4-16,-3-1 1 0,0 6 0 16,0-2-3-16,0 2 0 0,0-5 0 0,0 5 0 15,0 0-14-15,-3-3-3 0,3 3-1 0,-6-3 0 16,6 3-19-16,-6 3-4 0,6-3-1 0,-6 3 0 0,3 2-15 0,0 3 0 15,0 0 0-15,3 0 0 16,0 0-23-16,0 2-4 0,3 1-1 0,0-3 0 16,0 0-39-16,3 0-8 0,-3-1-1 0,6-1-1 15,-3-4-34-15,2-2-6 0,1 0-2 0,0 0 0 16,3-5 3-16,-3-3 0 0,3 0 0 0,0-2 0 16,0-4 54-16,0 4 11 0,0-3 3 0,-3-3 0 0,3 3 68 0,-4-1 15 0,1 4 2 15,0-4 1-15,-3 1 42 0,0 0 8 0,0 0 1 0,0 0 1 16,-3-1 18-16,0 4 4 0,-3-3 1 0,3 2 0 15,-3 0-27-15,-3 1-6 0,3-1 0 0,-3 1-1 16,3-1-12-16,-3 3-3 0,3 0 0 0,-3 0 0 16,3 3-29-16,-3 0-7 0,3 5 0 0,0 0-1 15,0 0-16-15,0 0-3 0,0 0-8 0,0 0 12 16,3 8-12-16,0-1 0 0,0 4 0 0,3 5 0 16,-3 0 0-16,3 2-13 0,0 1 4 0,0 2 1 15,0 0-17-15,0-2-3 16,0-1-1-16,0 1 0 0,-3-3-13 0,3 0-2 15,0-1-1-15,0-1 0 0,-1-1 8 0,-2 0 1 0,3 0 1 0,-3-2 0 16,0-3-7-16,0 0-2 0,0-3 0 0,-3-5 0 16,0 0 36-16,0 0 8 0,0 0 0 0,0 0 0 15,0 0 0-15,0 0 0 0,0 0 0 0,0 0 0 0,3-3 39 16,0 1 9-16,0-4 3 0,0-1 0 16,0 1-31-16,3-2-5 0,0 0-2 0,0 0 0 0,3 0-13 15,0-2 0-15,0-1 0 0,3 3 0 0,-3 0 54 0,3 1 8 0,0-1 2 16,-1 0 0-16,-2 2-64 0,3-2 0 0,-3 6-16 15,0-4 3-15,0 6 13 0,-3-2 0 0,3 2 0 0,0 2 10 16,-3 1-10-16,0 2 10 0,0 1-10 0,-3-1 10 16,-3 0-10-16,3 6 0 0,-6-3 9 0,-3 2-9 15,0 4 0-15,-3-1 0 0,-3 0 0 0,-3 3 0 16,0 0 0-16,-3 0 0 16,0 0 0-16,-2-1 0 0,-4 1 0 15,3 0 0-15,-3 3 0 0,3-3 0 0,0-3-10 0,4-3-6 0,-1 1-2 0,0-3 0 31,3-3-22-31,3-2-5 0,0 0-1 0,3-6 0 0,0 0-35 16,3-2-7-16,3-3-2 0,-3-5 0 0,6-3-135 0,-3 0-27 16</inkml:trace>
  <inkml:trace contextRef="#ctx0" brushRef="#br0" timeOffset="99909.482">19038 16500 2063 0,'-3'-5'87'0,"3"0"-70"16,0-3 90-16,0 3 17 0,0-3 4 0,3 0 1 15,0 2-53-15,0-1-10 0,0-1-2 0,3 2-1 16,3 1-14-16,-3-3-2 0,3 3-1 0,-1-1 0 16,4 1-22-16,0 0-4 0,0 0 0 0,0 2-1 15,0 0-19-15,0 1 0 0,0 2 0 0,0 0 0 16,0 2 0-16,0 1 0 0,-1 0 0 0,-5 5 0 15,3-1 0-15,-3 4 0 0,-3 0 0 0,0 5 0 16,0-3 0-16,-3 3 0 0,-3 0 0 0,0-1 0 16,-3 4-48-16,-3-3-12 0,0 2-4 0,0-2 0 15,-2 0 51-15,-1 0 13 0,0 0 0 0,0 0 0 16,0 0 0-16,3-3 0 0,-3 3 0 16,3-3 0-16,0-3 0 0,3-2 0 0,0 3 0 0,3-3 0 15,0-3 0-15,3-5 0 0,0 0 0 0,0 0 0 16,3 3 0-16,0 0 0 0,6-3 0 0,-3-3 0 15,3 0 0-15,3-2 0 0,0 0 0 0,0-1 0 16,3-2 0-16,0 0 0 0,0 1 0 0,2-1 0 16,1 0 23-16,0 0 6 0,-3 0 2 0,3 0 0 15,-3 0-50-15,3-3-9 0,-4 3-3 0,1 0 0 16,-3 1-111-16,3-1-22 0,-3 0-5 0</inkml:trace>
  <inkml:trace contextRef="#ctx0" brushRef="#br0" timeOffset="100545.164">19907 16233 1804 0,'0'0'37'0,"-6"3"10"15,0-1-38-15,0 1-9 0,3-3 0 0,-3 0 0 0,0 3 95 0,0-3 17 0,0 0 3 0,0 2 1 32,0 1-36-32,-2 0-6 0,2-1-2 0,0 1 0 0,0 2 1 15,0 1 0-15,0-1 0 0,0 3 0 0,0 0-58 0,0 0-15 0,0 2 0 16,0 4 0 0,3-1 33-16,-3 3 4 0,0 2 1 0,3 3 0 0,0 0-30 0,3 3-8 0,-3 3 0 0,3-1 0 15,3-2 0-15,-3 0 0 0,6 0 0 0,-3-1 0 16,3-1 0-16,0 1 0 0,0-1 0 15,0-1 0-15,3-5 0 0,0 2 0 0,0-5 0 0,3 3 0 16,-3-2 0-16,2-4 0 0,1 1 0 0,0-1 0 16,0-2 22-16,0 0 3 0,3-3 1 0,-3 1 0 15,0-4-72-15,0 1-14 0,0 0-4 16,-1-6 0-16,-2 3-36 16,3-5-7-16,-3-1-1 0</inkml:trace>
  <inkml:trace contextRef="#ctx0" brushRef="#br0" timeOffset="107830.038">20193 16294 2310 0,'-6'-3'48'0,"3"-2"11"0,3 5-47 0,-3-5-12 0,0 2 0 0,3 3 0 16,-3-5 104-16,3 5 20 0,0 0 3 0,0 0 1 15,0 0-74-15,0 0-14 0,0 0-4 0,0 0 0 16,0 0-6-16,0 0-2 0,0 0 0 0,0 5 0 16,0 3-28-16,3 3 0 0,-3-1 0 0,0 4 0 15,3 1 0-15,-3 4 0 0,0 2 0 0,3 0 0 16,-3 3 0-16,0-3 0 0,0 3 0 0,0-3 0 16,0 0 0-16,0 1 0 0,0-4 0 0,0 1 0 15,0-6-19-15,0 3 3 0,0-6 1 0,0 4 0 16,0-7 3-16,0 1 1 0,0-2 0 0,0-6 0 15,0 0 3-15,0 0 0 0,0 0 0 0,0 0 0 0,0 0 8 16,3-3 0-16,3-2-9 0,-3-3 9 0,3 0-23 16,0-3 0-16,0 3 0 0,-3-2 0 15,3-1 23-15,2-2 0 0,-2 2 0 0,3-2 0 0,0 0 47 16,-3 0 13-16,6-1 4 0,-3 1 0 16,0 0-52-16,0 0-12 0,0 2 0 0,0 3 0 0,-3 0 0 0,6 0 0 15,-3 3 0-15,-1 2 0 0,1-2 0 0,-3 5 0 16,3-3 0-16,0 6 0 0,-3 0 18 0,0 2 1 0,0 3 0 0,0 0 0 15,-3 3-19-15,-3-1 0 0,3 3 8 0,-6 3-8 16,0-3-13-16,-3 3-7 0,0 0 0 0,-6 0-1 16,0 0 21-16,0-3 0 0,-2 3 0 0,-4-3 0 15,3 3 0-15,0-3 0 0,-3 1 0 0,3 1 0 16,0-4 0-16,0 0 0 0,1 2 0 0,2-5 0 16,3 0-37-1,-3-3-3-15,3-2-1 0,0 2 0 0,3-5-36 0,6 0-7 16,-6 0-2-16,6 0 0 0,-6-8-118 15,6 3-24-15</inkml:trace>
  <inkml:trace contextRef="#ctx0" brushRef="#br0" timeOffset="108028.374">20496 16545 1948 0,'15'0'40'0,"-9"0"11"16,-3 3-41-16,3-3-10 0,-6 0 0 0,3 3 0 15,-3-3 124-15,3 2 24 0,-3-2 4 0,3 6 0 16,-3-1-65-16,3 0-14 0,-3-5-2 0,0 6-1 15,-3 1-13-15,3 1-2 0,-3-2-1 0,0 2 0 16,-3 0-35-16,3 2-7 0,-3-2-2 0,0 3 0 16,0-1-10-16,0 1 0 0,0-1 0 0,-3 4 0 15,4-4-45-15,-4 1-5 0,3-3-1 0,0 2 0 16,0-4-180-16,3-1-36 0</inkml:trace>
  <inkml:trace contextRef="#ctx0" brushRef="#br0" timeOffset="108660.882">20815 16249 1767 0,'0'0'74'16,"0"0"-59"-1,0 0 87-15,0 0 18 0,0 0 3 0,0 0 1 16,0 0-30-16,0 0-6 0,0 0 0 0,0 0-1 15,0 0-19-15,3 8-3 0,-3 0-1 0,0 3 0 16,0-1-32-16,-3 3-8 0,3 3 0 0,-3 0-1 16,3 0-15-16,-3 5-8 0,0 0 8 0,0 3-8 15,-3 0-20-15,3-3-9 0,0 6-2 0,0-6 0 16,0 0 31-16,0-3 0 0,0 1 0 0,3-3 0 16,-3 0-25-16,3-3 1 0,0-2 0 0,0 2 0 15,0-5 3-15,0 0 1 0,0-3 0 0,3 0 0 0,-3-5 8 16,0 0 1-16,6 3 1 0,-6-3 0 0,3-3 10 0,3 1 0 15,-3-1-9-15,0 0 9 0,0-2 0 0,0 0-9 0,-3-3 9 0,0 2 0 16,0 1 16-16,-3-3 9 0,0 3 3 0,0-3 0 16,-3 3 3-16,0-3 1 0,0 0 0 0,-3 3 0 15,0-3 25-15,0 2 6 0,0 1 1 0,-2 2 0 16,2 1-52-16,-3-1-12 0,3 3 0 16,-3 0 0-16,3 3 0 0,0-1 0 0,0 4 0 0,3-1 0 15,0 0 27-15,3 3 2 0,-3-3 1 0,3 3 0 16,3 0-30-16,-3 0 0 0,3 0 0 0,3 3 0 15,0-1-11-15,-3-2 11 0,3 3-10 0,0-1 10 16,3-2-18-16,-3 3 2 0,3-3 1 0,0 0 0 16,3 0-21-16,-3-3-4 0,6 0 0 0,-3 1-1 15,3-4 9-15,0 1 3 0,-1-3 0 0,1 0 0 16,3-5-136-16,0-1-27 0,0 1-6 0</inkml:trace>
  <inkml:trace contextRef="#ctx0" brushRef="#br0" timeOffset="108856.559">21080 16545 2030 0,'0'0'57'0,"0"0"14"16,0 0-57-16,0 0-14 0,0 0 0 0,0 0 0 15,0 0 121-15,0 0 22 0,-3 8 4 0,0-2 1 16,3-6-84-16,-3 5-16 0,0 0-3 0,3 3-1 0,-3-3 6 0,0 1 1 0,3 2 0 16,-3-3 0-16,0 0-31 0,3 3-7 0,-3 0-1 0,0 0 0 15,0 0-4-15,0 0 0 0,0 3-8 0,-3-4 12 16,3 4-12-16,-3 0 0 0,0-1-12 0,0 1 12 31,0-1-55-31,0 1-4 0,0-3-1 0</inkml:trace>
  <inkml:trace contextRef="#ctx0" brushRef="#br0" timeOffset="110711.625">21369 16360 1994 0,'0'0'41'0,"0"0"11"15,0 0-42-15,0 0-10 0,0 0 0 0,0 0 0 16,0-5 68-16,0 5 12 0,2-3 3 0,1-2 0 15,0 2-15-15,3 1-4 0,-3-1 0 0,3 3 0 16,0 0-64-16,-3 0 0 0,3 3-8 0,0-1-1 16,-3 4 9-16,3-1 12 0,-3 3-2 0,3 2-1 15,0 1-9-15,-3 2 0 0,0 3 0 0,0 5 0 0,0-5 0 0,-3 5 0 16,3-2 0-16,-6-1 0 16,3-2-13-16,-3 0-5 0,0 0-1 0,-3 0 0 15,0-3 31-15,3-2 5 0,-3-1 2 0,0 1 0 0,3-3-19 16,-3-3 0-16,3 0 0 0,3-5 0 15,0 0 0-15,0 0-12 0,0 0 1 0,0 0 1 0,0 0 10 16,-3-5 0-16,0 0 0 0,3-3 8 0,3-3-8 0,-3 1 0 16,3-1 8-16,3-5-8 0,0 3 8 0,0-6-8 0,0 4 8 15,3-7-8-15,3 4 12 0,-3-3-1 0,3 0-1 0,-3-1 0 16,3 4-10-16,-1 2-14 0,4 0 3 0,-3 3 1 16,0 2 59-16,0 1 12 15,-3 2 3-15,3 5 0 0,-3-2-64 0,-3 5-26 0,3 0 2 0,-3 3 0 16,-3 2 24-16,3 0 0 0,-3 3 0 0,0 0 0 15,0 3 0-15,-3-1 0 0,0 3-10 0,0 1 10 16,0-1-20-16,-3 0 2 0,0 0 1 0,0 3 0 16,0-5 17-16,0 2-12 0,0-2 12 0,0-1-10 15,0-2-4-15,0 0-1 0,0-3 0 0,-3 1 0 16,6-6 15-16,0 0 0 0,0 0 0 0,0 0 0 16,0 0 0-16,0 0 0 0,0 0 0 0,3-6 0 15,3-2 13-15,-3 0 6 0,3 1 1 0,3-7 0 16,-3 4-3-16,2-4 0 0,4 1 0 0,0 0 0 15,0 0-1-15,0 0-1 0,0-1 0 0,0 1 0 16,0 5 5-16,0-2 0 0,3 2 1 0,-6 2 0 16,2 1-5-16,-2 0 0 0,0 2-1 0,0 3 0 15,-3 0-5-15,0 0-1 0,0 5 0 0,0-2 0 16,-3 5-1-16,-3 3 0 0,3 2 0 0,-3 0 0 16,0 3-8-16,0 2 8 0,-3 4-8 0,0-4 8 0,0 3-8 15,0-2-17-15,-3 2 4 0,0-3 1 16,0 1-32-16,0-3-5 0,0 0-2 0,-3 0 0 15,0 0-132-15,1-1-26 0,2-1-6 0</inkml:trace>
  <inkml:trace contextRef="#ctx0" brushRef="#br0" timeOffset="110925.508">21976 16524 2493 0,'0'0'71'0,"0"0"15"0,0 0-69 0,0 0-17 0,0 0 0 0,0 0 0 16,0 6 109-16,0 1 19 0,-3 1 3 0,-3 0 1 15,0 0-106-15,3 3-26 0,-3-1 0 0,-3 4 0 16,3-4 56-16,0 4 7 0,-3-4 1 0,3 3 0 16,-3 1-52-16,3 1-12 0,0-1 0 0,-3 2 0 15,3-1 0-15,1-1 0 0,-1 2 0 0,0-1 0 16,0-1-48-16,0 2-13 0,3-3-3 0,0 0 0 16,3 0-66-16,-3-2-14 0,3-3-2 0</inkml:trace>
  <inkml:trace contextRef="#ctx0" brushRef="#br0" timeOffset="114654.292">22282 16442 1580 0,'0'0'67'0,"0"0"-54"16,0 0 119-16,0 0 23 0,-3-5 5 0,3 5 0 15,0 0-51-15,0 0-10 0,0 0-3 0,0 0 0 16,0 0-28-16,0 0-5 0,0 0-2 0,-6 5 0 16,0 3-38-16,3 3-8 0,0-1-2 0,3 4 0 15,-2-1-3-15,-1 3-1 0,3 0 0 0,0-1 0 16,-3 1-9-16,3 0 0 0,0 0-12 0,-3 0 12 15,3 0-24-15,0-3 4 0,0 3 0 0,0-3 0 16,3 0-12-16,-3-2-1 16,3 0-1-16,-3-4 0 0,3-1-18 0,-1-1-3 0,1-2-1 15,-3-3 0-15,6 2 6 0,0-4 1 0,0 2 0 0,0-6 0 16,0 4 36-16,0-6 13 0,0 0-9 0,0 0 9 16,0 0 12-16,0-3 7 0,0 3 1 0,-3 1 1 15,0-1 35-15,3 0 6 0,-3 2 2 0,-3-2 0 16,3 3 0-16,-3 0 0 0,0 2 0 0,0 3 0 15,0 0 0-15,0 0 0 0,0 0 0 0,0 0 0 16,0 0-52-16,0 0-12 0,0 0 0 0,0 0 0 16,3 6 0-16,3-1 0 0,-3 3 0 0,0 0 0 15,3 0-48-15,0 2-13 0,0 1-3 0,2-1 0 0,1 1 52 0,-3 0 12 0,3-4 0 16,0 1 0 0,0 0-78-16,0-2-13 0,0-1-2 0,0-2-1 15,0-1 54-15,0 1 10 0,-3-3 2 0,3-3 1 0,-3 1 27 0,0-1-8 0,0-2 8 16,0-3 0-16,-1 0 12 0,-2 0 8 15,0-3 2-15,0 1 0 0,0-1 10 0,0 0 3 16,0 1 0-16,0-1 0 0,0-2-19 0,-3 3-4 0,3-4-1 16,0 1 0-16,-3 0-11 0,0 0 0 0,3-1 0 0,-3 1 0 31,0 0-24-31,0 0-11 0,3 2-1 0</inkml:trace>
  <inkml:trace contextRef="#ctx0" brushRef="#br0" timeOffset="114973.489">22684 16485 2066 0,'0'0'43'0,"0"0"10"16,3-8-42-16,-3 2-11 0,3-2 0 0,3 3 0 15,-3 0 104-15,0 0 20 0,3-1 3 0,0 1 1 16,0 0-52-16,0 2-9 0,0-2-3 0,-3 2 0 15,-3 3-51-15,6 0-13 0,0 0 0 0,-6 0 0 16,3 5 0-16,0 1 0 0,0 2 0 0,0 2 0 16,-3 1-48-16,-3 2-13 0,0 0-3 0,-3 3 0 15,3 0 52-15,-3 0 12 0,-3 2 0 0,0-2 0 16,3 3-69-16,-3-3-11 0,0 0-3 0,3-1 0 16,0 1 25-16,0 0 5 0,3-3 1 0,0 1 0 15,3-1-3-15,0-5 0 0,0 2 0 0,3-4 0 0,3-1 27 0,0-2 6 16,0-1 1-16,3-2 0 15,3 0-19-15,0-2-4 0,0-4-1 0,0 1 0 0,3-3 36 0,-1-3 9 0,1 1 0 16</inkml:trace>
  <inkml:trace contextRef="#ctx0" brushRef="#br0" timeOffset="115263.889">23003 16336 2030 0,'-6'-5'57'0,"0"0"14"15,3 2-57-15,-3 1-14 0,6 2 0 0,0 0 0 16,0 0 104-16,0 0 19 0,0 0 3 0,0 0 1 16,0 0-68-16,0 0-14 0,0 0-2 0,0 0-1 15,0 0-15-15,0 0-3 0,6 5-1 0,0 0 0 16,0 0-23-16,0 3 0 0,0 0 0 0,0 0 0 16,0 3 0-16,-1 2 0 0,-2 0 0 0,3 0 0 15,-3 3 0-15,0 0 0 0,0 0 0 0,0 3 0 16,-3-1 34-16,0 1 2 0,-3-3 1 0,0 2 0 15,0-2-59-15,-3 2-12 0,3-2-2 0,-5 3-1 16,-1-3 37-16,0 2 0 0,-3 1 0 0,0 2 0 16,0-3 0-16,-3 1 0 0,3 0 0 0,-3-1 0 15,3-2-110-15,0 0-14 0,1-3-4 0</inkml:trace>
  <inkml:trace contextRef="#ctx0" brushRef="#br0" timeOffset="115606.785">23315 16445 2348 0,'-6'-5'67'0,"0"-1"13"16,3 1-64-16,0 0-16 0,0-1 0 0,3 6 0 15,-3-2 63-15,3 2 9 0,0-6 1 0,0 6 1 16,0 0-33-16,0 0-6 0,0-5-2 0,0 5 0 16,0 0 4-16,3-2 1 0,0-4 0 0,-3 6 0 15,3-2-20-15,-3 2-4 0,6-3-1 0,-3 0 0 16,-3 3 0-16,6 0 0 0,-6 0 0 0,0 0 0 15,6 0-29-15,-6 0-5 0,0 0-2 0,3 3 0 16,-3-3-132-16,3 5-26 0,0 1-6 0</inkml:trace>
  <inkml:trace contextRef="#ctx0" brushRef="#br0" timeOffset="115874.84">23360 16625 2546 0,'0'0'107'0,"0"0"-86"15,0 0 87-15,0 0 18 0,0 0 3 0,0 0 1 16,-3 5-53-16,0 0-10 0,0 3-3 0,0 0 0 16,0 0 0-16,0 3 0 0,0-3 0 0,-3 5 0 15,0-2-51-15,0 2-13 0,0 0 0 0,0 3 0 16,-3 0 0-16,0 2 0 0,0 3 0 0,-2 1 0 15,-1-1 0-15,0 3 0 0,0-1 0 0,-3 1 0 16,3-3 0-16,0-2 0 0,0-1 0 0,0 1 0 16,0-3-100-16,4-3-22 0,-4 0-5 15</inkml:trace>
  <inkml:trace contextRef="#ctx0" brushRef="#br0" timeOffset="119062.071">18425 7464 1199 0,'0'0'24'0,"0"0"8"0,0 0-32 0,3-5 0 0,0 2 0 0,0 1 0 15,3-4 75-15,-3 4 8 0,-1-1 1 0,4 1 1 16,-3-1-12-16,3 0-2 0,0 3-1 0,0 0 0 16,3-2-21-16,-3 2-4 0,3 0-1 0,0 0 0 15,0 0-10-15,3 0-2 0,0 0-1 0,0 0 0 16,3 0-2-16,-1 2 0 0,4-2 0 0,0 0 0 16,3 0-2-16,0 3-1 0,6-3 0 0,-1 3 0 15,4-3-2-15,3 2 0 0,3 1 0 0,2-3 0 16,-2 2-7-16,3-2-1 0,2-2-1 0,4 2 0 15,0 0-2-15,2 2 0 0,4-2 0 0,3 0 0 16,-4 0-13-16,-2 0 11 0,2 0-11 0,4 0 10 16,-3 0-10-16,-1 0 10 0,4 0-10 0,-1 0 10 15,-2 0-10-15,-3-2 10 0,-4 2-10 0,4-3 10 16,-4 1-10-16,4-1 0 0,-3 0 9 0,2 1-9 16,-5 2 0-16,0-3 8 0,-4 0-8 0,4 1 0 15,-3 2 0-15,-1-3 0 0,1 0 0 0,3 1 0 16,-3 2 8-16,2 0 1 0,-2 0 0 0,3 2 0 15,-4-2-9-15,-2 0 0 0,0 0 0 0,2 0 0 0,1 3 0 16,0-3 0-16,-1 3 0 0,1-3 0 0,0 2 8 16,-3 4-8-16,-1-4 8 0,1 1-8 0,0 0 11 0,-4-3-3 0,1 2-8 15,0-2 12-15,0 3-12 16,2-1 8-16,1 1-8 0,0 2 0 0,-3-2 10 16,-1 0-10-16,-2-1 10 0,3 1-10 15,-3 0 8-15,-1-1-8 0,1 1 0 0,3 0 9 0,-3-1-9 16,-1 1 0-16,4-3 9 0,0 3-9 0,-3-3 0 0,-1 2 8 15,1-2-8-15,-3 0 0 0,0 3 0 0,0-3 9 0,-1 0-9 0,1 0 0 16,-3-3 8-16,3 1-8 0,0 2 0 0,-4-3 0 16,4 0 0-16,-3 1 0 0,3-1 8 0,-3 0-8 15,-1 3 0-15,1 0 0 0,0-2 0 0,-3 2 0 16,0-3 0-16,0 3 0 0,-4-3 0 0,1 3 0 16,3 0 0-16,-6-2 0 0,3 2 0 0,-3 0 0 15,0-3 0-15,-1 3 0 0,1-3 0 0,0 3 0 16,-3 0 0-16,0 0 0 0,3 0 0 0,-3 0 0 15,0-2 8-15,0 2-8 0,0 0 0 0,-1 2 0 16,1-2 0-16,-3 0 0 0,3 0 0 0,0 3 0 16,0-3 0-16,-3 3 0 0,3-3 0 0,0 0-9 15,0 0-7-15,0 2-2 0,-1-2 0 0,-2 3 0 16,3-3-9-16,0 3-1 0,0-3-1 0,0 0 0 16,-3 2-10-16,0-2-1 0,3 0-1 0,-6 0 0 15,3 0-38-15,-3 0-7 0,3-2-2 0</inkml:trace>
  <inkml:trace contextRef="#ctx0" brushRef="#br0" timeOffset="120677.846">14743 17712 850 0,'0'0'17'0,"0"0"6"0,0 0-23 0,0 0 0 0,0 0 0 0,0 0 0 15,-3-2 56-15,3 2 6 0,0-6 2 0,0 6 0 16,0 0 0-16,0-5 0 0,3 2 0 0,-3 3 0 15,0-5 47-15,0 5 9 0,0 0 3 0,-3-3 0 16,3 3-4-16,-6-2-1 0,0-1 0 0,0 3 0 16,0-2-31-16,-3 2-7 0,3 2 0 0,-6-2-1 15,3 5-12-15,-3 1-3 0,0-1 0 0,0 3 0 16,-3 0-51-16,4 3-13 0,-1-4 0 16,-3 7 0-16,3-4 0 0,0 1 0 0,3-1-12 0,-6 4 12 15,6-4 0-15,-3 4 0 0,3-4 8 0,0 1-8 16,1-1 0-16,2 3-8 0,3 1-1 0,0-4 0 15,0 1-29-15,6-1-6 16,0-2 0-16,0 3-1 0,3-6-40 0,-1 1-8 16,1-1-2-16,3-5 0 0,0 0-12 0,0-5-2 0,0-1-1 15,3-2 0-15,3 0 39 0,-3-2 8 0,0-3 2 0,3 2 0 16,0-2 49-16,-4 2 12 0,4-2 0 0,0 2 0 16,-3-2 79-16,0 0 18 0,-3 0 4 0,0 2 1 15,0 1-10-15,-3 2-1 0,0 0-1 0,-3 0 0 16,0 2-10-16,-3 6-1 0,0 0-1 0,0 0 0 15,0 0-10-15,0 0-1 0,0 0-1 0,0 0 0 16,0 0-28-16,0 0-6 0,0 8 0 0,3 0-1 16,-3 0-22-16,3 0-9 0,-3 3 8 0,3-1-8 0,3 4 16 15,-3-1-3-15,2-3 0 0,1 4 0 0,0-1-23 16,3 0-5-16,-3 3-1 0,3-3 0 16,0 0-14-16,0 3-3 0,0-2-1 0,0-4 0 15,0 1-154-15,0-3-30 0</inkml:trace>
  <inkml:trace contextRef="#ctx0" brushRef="#br0" timeOffset="121878.33">15246 17440 1652 0,'0'0'34'0,"0"0"9"0,0 0-35 0,0 0-8 0,0 0 0 0,0 0 0 16,0 0 89-16,-3 5 16 0,0 0 3 0,0 1 1 16,3-6-26-16,-3 5-6 0,0 0-1 0,0 3 0 15,0-3-24-15,3 3-6 0,0 0-1 0,-3 3 0 16,3 0-25-16,0 2-4 0,3 0-2 0,-3 5 0 16,3 1-14-16,-3 2-8 0,3 0 8 15,3 3-13-15,-3-3 13 0,3 0 8 0,-3 3 0 0,3-3-8 16,0-2 0-16,-4-3-16 0,4 0 2 15,-3 0 0-15,3-3-26 0,-3 0-6 0,0-2-1 16,0-1 0-16,0 1 7 0,-3-3 2 16,0-3 0-16,0 3 0 0,0-8 21 0,0 0 4 0,0 0 1 0,0 0 0 15,0 0 12-15,0 0 0 0,0 0 0 0,0 0 0 16,0 0 34-16,-6-3 0 0,0 1 0 0,0-4 0 16,0 4 15-16,1-4 3 0,-1 1 1 0,-3 0 0 15,0 2-4-15,0-2-1 0,0 2 0 0,0 1 0 16,-3-4-8-16,0 4-3 0,0-4 0 0,0 4 0 15,0-1-37-15,3 1 0 0,-2 2-9 0,2-3 9 16,-3 3 44-16,3 0 16 0,3 0 3 0,-3 3 1 16,0-3-52-16,3 5-12 0,3-3 0 0,-3 1 0 15,3 2 0-15,0 1 0 0,0 2 0 0,0-3 0 16,3 3 0-16,0 0 0 0,0 0 0 0,0 0 0 16,3 2-48-16,0 1-13 0,0-3-3 0,0 2 0 0,3 1 52 15,0-3 12-15,0 0 0 0,0 0 0 0,3 0 0 0,0-3 0 16,3 0 0-16,-3-2 0 0,2 0 0 15,1-1 0-15,0-2 0 0,3 0 0 16,-3-5-24-16,3 0-1 0,-3-3-1 0,3-3 0 16,0 1-35-16,0-6-7 0,-1 0-2 0,-2 0 0 15,0-3-176-15</inkml:trace>
  <inkml:trace contextRef="#ctx0" brushRef="#br0" timeOffset="122905.691">15531 17405 1885 0,'0'0'53'0,"0"0"12"16,0 0-52-16,0 0-13 0,0 0 0 0,0 0 0 15,0 0 59-15,0 0 9 0,0 0 1 0,3 6 1 16,-3-1-14-16,3 0-4 0,0 1 0 0,-3-1 0 16,3 3-15-16,0-3-3 0,0 3-1 0,0 3 0 15,0-1-20-15,0 1-4 0,0 2-1 0,0 3 0 16,0 2-8-16,0 1 0 0,0 2 0 0,0 0 8 15,0 3-8-15,0-3 0 0,0 0 0 0,0 3 0 16,0-3-13-16,0-5 1 0,0 3 1 0,-3-3 0 16,3-3 1-16,0 0 0 0,-3-2 0 0,3-1 0 15,-3-2 10-15,0-2 0 0,0-1-9 0,0-5 9 16,0 0 0-16,0 0 0 0,0 0 0 0,0 0 0 16,0 0 0-16,0 0 0 0,0 0 0 0,0 0 0 15,0 0 0-15,-6-3 18 0,0-2-3 0,0 2-1 0,0-2 18 0,-3 2 4 16,0-2 1-16,0 0 0 0,0-1-1 0,-3 4-1 15,3-4 0-15,-2 4 0 0,-4-1-23 0,3 1-12 16,0 2 12-16,0 0-12 0,0 2 0 0,3-2 0 0,-3 3 0 16,3 2 0-16,0-2 0 0,0 2 0 0,3 0 0 0,-2 1 0 15,5 2 30-15,-3-3-1 0,3 3 0 0,3-3 0 16,-3 3-29-16,3-3-13 16,3 3 1-16,-3 0 0 0,3-3-16 15,3 3-2-15,-1 0-1 0,1 3 0 0,3-6-12 0,0 3-2 16,0-3-1-16,3 3 0 15,0-2-18-15,3-4-3 0,0 1-1 0,3-3 0 0,0 0-7 0,-1-3-1 16,1 1-1-16,3-4 0 0,0-2 37 0,-3 1 7 16,6-1 1-16,-7 0 1 0,1-3 9 0,0 0 2 0,0 1 0 0,-3-1 0 15,3 3 48-15,-6 0 9 0,3-2 3 0,-4-1 0 16,-2 3 24-16,3 0 6 0,-3 0 1 0,-3 1 0 16,0-1 2-16,0 2 1 0,-3 1 0 0,0 2 0 15,-3 3-2-15,0 0-1 0,0 0 0 0,0 0 0 16,0 0-19-16,0 0-4 0,-6-2-1 0,-3 4 0 15,3 1-25-15,-3 2-5 0,0 1-1 0,3 2 0 16,-3 2-8-16,4 1-8 0,-1-3 9 0,-3 2-9 16,3 3 8-16,3 1-8 0,-3-4 0 0,3 3 0 15,3-2 0-15,0 2-10 0,3-2 0 0,0-1 0 16,3 1-38-16,0-3-7 0,0 0-1 0,3-3-1 16,2 1-59-16,-2-4-12 0,3 1-3 0,0-3 0 15,3-3 47-15,0 1 8 0,3-4 3 0,-3 1 0 16,0-3 14-16,2 0 3 0,-2 0 1 0,3-2 0 0,-3 2 64 15,-3 0 13-15,3-3 2 0,-3 3 1 0,-3 0-6 16,0 0-2-16,0 3 0 0,-4 0 0 0,1-3 46 0,0 2 9 16,-3 1 1-16,0 0 1 0,0 0 18 15,-3-1 3-15,0 1 1 0,0 2 0 0,0-2-31 0,0 0-5 0,0-1-2 16,0 1 0-16,0 0-25 16,3 0-5-16,-3-1 0 0,3 1-1 0,-3 5-15 0,3-5-4 0,3 2 0 15,-3 0 0-15,3 1-8 0,3 2 0 0,-3 0 0 0,3 2 8 16,0 1-8-16,0 2 0 0,3 1 0 0,0 2 0 15,0 2 0-15,-4 1-14 0,4-3 2 0,-3 5 0 16,3-2-23-16,-3 2-4 0,0-3-1 0,0 4 0 16,-3-1-19-16,0 0-4 0,-3 0-1 0,0 0 0 15,-3 1 52-15,0-4 12 0,-3 1 0 0,0-3 0 16,-1447 0 0-16,2894 0 0 0,-1447-3 0 0,3-5 0 16,0 0 0-16,0 0 0 0,0 0 0 0,-6-3 0 15,0-2 48-15,3-3 13 0,3 0 3 0,-3-2 0 16,3-1-20-16,3 0-4 0,0-2-1 0,0 0 0 15,3 0-12-15,0-1-3 0,0 1 0 0,3 0 0 16,0-3-24-16,3-2 0 0,0-1 0 0,-1-2 0 16,7 0 0-16,-3-3 0 0,6 0 8 0,0 0-8 15,3 1-56-15,0 1-14 0,5-1-2 0</inkml:trace>
  <inkml:trace contextRef="#ctx0" brushRef="#br0" timeOffset="124170.417">18106 17405 2238 0,'-9'3'47'0,"3"0"9"0,0-1-44 0,0 1-12 0,0-3 0 0,0 0 0 16,6 0 55-16,-6 3 9 0,4-3 1 0,-4 2 1 15,-3-2-9-15,3 3-1 0,0-3-1 0,-3 3 0 16,-3 2-23-16,3-3-5 0,-3 4-1 0,-3-1 0 16,0 3-26-16,0 0 0 0,-2 0 0 0,-1 5 0 15,0-2 0-15,-3 5 0 0,3-1 0 0,0 1 0 16,0 3 14-16,4-1-2 0,-1 1-1 0,0-1 0 15,3-2-11-15,3 0 0 0,0 0 0 0,3-3 0 16,3 0 0-16,3-2 0 0,3 0-8 0,0-3 8 16,3 0-12-16,3-1 1 0,0-1 1 0,3 2 0 15,3-6 10-15,2 4-12 0,1-1 12 0,3-2-12 16,0-1 12-16,3-2 0 0,0 3-9 0,-1-3 9 16,1 3 0-16,-3-3-9 0,0 0 9 0,0 2 0 15,-6-2-21-15,0 0 2 0,-4 3 1 0,-5-1 0 16,0 1-1-16,-6-3 0 0,0 0 0 0,-3 8 0 15,-6-3 19-15,1 3 0 0,-7-2-8 0,0 2 8 16,-3-1-12-16,-3-1 2 0,0 2 0 0,-3 0 0 0,4-3 10 16,-4 3 0-16,3-3 0 0,0 0 0 0,0 1 0 15,0-1 8-15,4 0-8 0,-1-2 11 16,3 0-48-16,0-3-10 0,0 2-1 0,3-2-1 16,3-2-147-16,3 2-28 0</inkml:trace>
  <inkml:trace contextRef="#ctx0" brushRef="#br0" timeOffset="125064.441">18288 17538 2310 0,'-9'5'48'0,"3"0"11"0,-3 1-47 0,3-4-12 0,-3 1 0 0,3-1 0 15,0 1 52-15,0 0 8 0,0-1 1 0,0 1 1 16,0 2-30-16,0 1-5 0,0-1-2 0,0 3 0 16,0-3-15-16,1 3-10 0,2 3 12 0,0-1-12 15,0 4 8-15,0-1-8 0,0 0 0 0,3 5 0 16,0-2-8-16,0 0-9 0,3 0-2 0,0 0 0 16,3-3-13-16,0 0-4 0,-1 1 0 0,4-4 0 15,0 1-8-15,3-3-3 0,0 0 0 0,0-3 0 16,6-2-8-16,-3-1-1 0,3-2-1 0,0-2 0 15,-1-4 45-15,4-2 12 0,0 1 0 0,-3-7 0 16,0 4 8-16,0-6 4 0,-1 0 1 0,-2 0 0 0,0-2-5 0,0-1 0 0,-3 0-8 16,0 1 12-16,-3-1 8 0,0 4 2 0,-3-1 0 15,-3 0 0-15,0 3 32 0,0 2 6 0,-3 0 2 16,-3 1 0-16,0 2 0 0,0 0 0 16,-3 3 0-16,0-1 0 0,0 4-22 0,0 2-4 15,0 0 0-15,0 5-1 0,0-2-35 0,3 2 0 0,-3 3-15 16,3 0 5-16,3 2-3 0,-3 1-1 15,3 2 0-15,0 0 0 16,3 1-37-16,0-1-7 0,3 0-2 0,0 0 0 0,3-5-12 16,0 0-4-16,0-2 0 0,3-1 0 0,-3-5-16 15,3-3-3-15,-1 1-1 0,4-4 0 0,-3-4 18 0,3-1 3 16,-3-5 1-16,3 0 0 0,0-2 59 0,3-1 15 0,-3-2 0 0,2 0 0 16,-5 0 48-16,3 2 13 0,-3-2 3 0,0 3 0 15,-3-1-21-15,0-2-4 0,-3 5-1 0,-3-5 0 16,0 2 42-16,-3 1 8 0,-3-1 1 0,0 1 1 15,0-1 30-15,-3 3 7 0,0 0 1 0,-3 6 0 16,3-1-103-16,0 3-25 0,-3 0 0 0,3 6 0 16,0 2 56-16,-3 2 7 0,3 4 1 0,0 2 0 15,1 5-52-15,-1 3-12 0,3 2 0 0,-3 3 0 16,3 1-48-16,3 1-13 0,-3 1-3 0,3 3 0 16,-3 2 52-16,3-3 12 0,0 3 0 0,3 3 0 15,-3-3 0-15,3 3 0 0,0-3 0 0,0 0 0 16,3-2 0-16,-3-4 0 0,0 1 0 0,2-5 0 15,-2-3 0-15,0 0 0 0,3-6 0 0,-3-2 0 16,0-3 0-16,0 1 0 0,-3-6 0 0,3 2 0 16,-3-2 0-16,3 0 0 0,3-2 0 0,0-1 0 15,-3-5 0-15,3 0 0 0,0-2 0 0,3-4 0 0,-3-2-17 16,3 1-1-16,3-4 0 0,0-2 0 16,-3 2 29-16,3-2 5 0,2 0 2 0,-2 3 0 0,3-1-4 15,0 3-1-15,0 3 0 0,0 0 0 0,0 2-2 0,-3 3-1 0,0 0 0 0,-1 3 0 16,-2 2-10-16,3 3 12 0,-3 0-12 0,-3 3 12 15,3 2-3-15,-3 3 0 0,0 0 0 0,0 5 0 16,-3 1-9-16,0 4 0 0,-3 1 0 0,0 2 0 16,0 0 0-16,-3 3-11 0,-3 0 11 0,0-3-12 15,0 0 12-15,-3 0-13 0,-3-2 5 0,3-1 8 16,-6-2-19-16,4-3 4 0,-4 3 1 0,-3-3 0 16,3 1-18-16,0-4-3 15,0-2-1-15,0 0 0 0,3-3-93 0,0-2-19 0,1 0-4 16</inkml:trace>
  <inkml:trace contextRef="#ctx0" brushRef="#br0" timeOffset="125606.474">19291 17493 2394 0,'-9'2'50'0,"0"-2"10"0,3 0-48 16,6 0-12-16,0 0 0 0,-3-2 0 0,3 2 36 0,-3-3 5 0,0-2 1 0,3 5 0 31,0-6 14-31,0 1 2 0,6 0 1 0,-3-3 0 0,6 3 8 0,-3-1 1 0,3 1 1 0,3-3 0 16,0 3-69-16,3 0 0 0,-1-1-15 0,1 1 3 15,0 0 12-15,0 2 16 0,0 3-3 0,0-3-1 16,0 3-12-16,0 3 0 0,-1-3 0 0,1 3 0 15,-3-1 0-15,0 4 0 0,-3-1 0 16,0 0 0-16,-6 3-48 16,0 3-13-16,0-3-3 0,-6 5 0 0,-3-3 52 0,-3 4 12 15,0-1 0-15,-3 0 0 16,0 0-50-16,-3 3-7 0,1 0-2 0,-1-3 0 0,0 1 42 0,3-1 8 0,0-3 9 0,0 1-13 16,0-3 13-16,3-3 16 0,3 3-3 0,-3-5-1 15,6-1-4-15,3-2 0 0,0 0-8 0,0 0 12 16,0 0-12-16,0 0 0 0,3-5 0 0,0 3 0 15,3-4 0-15,3 1 16 0,0 0-4 0,0-1 0 16,0-2 20-16,3 3 4 0,0 0 1 0,3 0 0 16,0 2-29-16,-3 0-8 0,2-2 0 0,1 5 0 15,-3 0 0-15,0 3 0 0,0-1 0 0,0 4 0 16,-3 1 0-16,-3 1 0 0,-3 0 0 0,0 6 0 16,-3-1 0-16,-3 3 0 0,-3 2 0 0,-3-2 0 15,0 3 0-15,-6-4 0 0,3 1 0 0,-6 0 0 16,3 0 8-16,-2-3 1 0,-1 1 0 0,-3-1 0 15,3 0-25-15,-3 0-6 0,0 0-1 0,1 1 0 16,2-6-33-16,-3 2-6 0,6-4-2 0</inkml:trace>
  <inkml:trace contextRef="#ctx0" brushRef="#br0" timeOffset="126240.828">20100 17220 2172 0,'-5'-5'61'0,"2"2"15"0,0-2-61 16,-3 2-15-16,3-2 0 0,0 2 0 0,-3-2 24 0,3 2 1 0,0 1 1 0,-3 2 0 15,0-3 17-15,0 6 3 0,0-3 1 0,-3 2 0 16,0 4-24-16,0 2-5 0,0 2-1 0,-3 1 0 16,3 5 38-16,-3 0 7 15,4 2 2-15,-4 3 0 0,0 0-52 0,3 3-12 0,0 0 0 0,0 3 0 16,3-1 0-16,0 3 0 0,3 0 0 16,0 3 0-16,0-3 0 0,3 3 0 0,3-3 0 0,0 3 0 15,0-6 32-15,6 1 4 0,0-4 1 0,3 1 0 16,0-5-8-16,3-3-1 0,-1-3-1 0,4-3 0 15,3-2-73-15,-3 0-14 0,6-2-4 0,0-4 0 16,-4-2-51-16,4-2-10 0,0-4-3 0</inkml:trace>
  <inkml:trace contextRef="#ctx0" brushRef="#br0" timeOffset="131790.492">20261 17390 1824 0,'0'0'76'0,"0"0"-60"31,0 0 82-31,0 0 17 0,0 0 3 0,-6 0 1 16,6 0-37-16,-6 2-7 0,6-2-2 0,-6 5 0 16,3 1-58-16,0-1-15 0,0 3 0 0,0 0 0 15,0 2 0-15,3 1 0 0,-3 2 0 0,3 1 0 0,0 1 0 0,0 1 0 0,3 0 0 0,-3 3 0 16,3-1 0-16,3-2 0 0,-3 0 0 0,3 2 0 31,-3-2-49-31,3-2-13 0,3-4-2 0,-3 1-1 16,3-6 1-16,0 0 1 0,0-2 0 0,0-6 0 0,0 1-9 0,3-6-3 15,0 0 0-15,-3-3 0 0,2-2 54 0,1 2 10 16,3-4 3-16,-3 1 0 16,-3-2 44-16,3 3 10 0,-6 0 2 0,3 0 0 0,-3 2 25 15,0 1 6-15,-3-1 1 0,3 3 0 0,-6 0 4 16,3 0 0-16,-3 3 1 0,-3 2 0 0,3 3-5 0,0 0-2 0,-3-5 0 0,3 5 0 15,0 0-32-15,0 0-6 16,-6 0-2-16,6 0 0 0,0 0-21 0,-6 5-4 0,3 1-1 0,0 1 0 16,3 4-12-16,0-3 0 0,3 5 0 0,0 0 0 15,0 1-57-15,3-1-5 0,0 0-1 0,3 0 0 16,0 1 48-16,-1-4 15 0,4-2 0 0,-3 0-10 16,3-3-41-16,-3-2-8 0,3 0-1 0,0-3-1 15,-3-3 49-15,-3 0 12 0,3 1 0 0,-3-4 0 16,0-2 0-16,-3 1 0 0,3-1 0 0,0-3 0 15,-3 3 32-15,0-3 8 0,-1 1 3 0,-2-1 0 16,3 1-18-16,-3-1-3 0,3 1-1 0,-3-1 0 0,3 0-21 16,-3 1 0-16,0-1 0 0,0 1 0 15,0-1 0-15,0 0 0 0,0-2 0 0,0 3 0 0,0 2 29 16,0 0 2-16,0-3 0 0,3 6 0 16,-3-3-113-16,3 3-22 0,0 2-5 0</inkml:trace>
  <inkml:trace contextRef="#ctx0" brushRef="#br0" timeOffset="132030.111">20773 17511 1998 0,'0'0'84'0,"0"0"-67"16,0 0 103-16,0 0 21 0,0 0 4 0,0 0 1 15,0 0-66-15,0 0-12 0,0 0-4 0,0 0 0 16,0 0 0-16,0 0 0 0,0 0 0 0,0 0 0 15,0 0-16-15,0 8-3 0,3 0-1 0,-3 3 0 16,0 2-30-16,-3 3-6 0,3 0-8 0,-3 5 11 16,3-3-11-16,-3 6 0 0,0-3 0 0,0 3 0 15,0-3-43-15,0 0-4 0,0-2-1 0,-3-3 0 16,6 0-64-16,-3-3-12 0,0-2-4 0</inkml:trace>
  <inkml:trace contextRef="#ctx0" brushRef="#br0" timeOffset="132496.67">21041 17601 1907 0,'0'0'40'0,"0"0"8"16,0 0-38-16,0 0-10 0,0 0 0 0,0 0 0 15,0 0 51-15,0 0 8 0,0 0 1 0,0 0 1 16,0 8 5-16,3-3 1 0,0 3 0 0,-3 3 0 16,0 0-20-16,0-1-4 0,0 1-1 0,0 5 0 15,-3-3-9-15,0 0-1 0,0 0-1 0,0 3 0 16,-3 0-22-16,0-3-9 0,0 3 8 0,0 0-8 15,0-3 0-15,-3 0 0 0,3 1 0 0,-2 2 0 16,2-3-17-16,-3-3-9 0,0 4-2 0,0-1 0 16,3-3-104-16,-3 4-22 0,0-6-4 0</inkml:trace>
  <inkml:trace contextRef="#ctx0" brushRef="#br0" timeOffset="133081.416">21422 17384 2526 0,'-6'6'52'0,"0"-1"13"0,0-3-52 0,3 4-13 0,3-6 0 0,-6 5 0 15,0-2 36-15,0 2 5 0,3 0 1 0,-3 3 0 16,1 0-18-16,-1 0-3 0,0 3-1 0,0-1 0 15,0 6-12-15,0-3-8 0,0 3 8 0,0 3-8 16,3-1 0-16,-3 3 0 0,3-2 0 0,3 2 0 16,-3-5-18-16,3 3-8 0,3-4-2 0,-3 1 0 15,3-3-53-15,3-5-11 0,-3 0-3 0,3 0 0 16,0-2 12-16,0-6 3 0,3 0 0 0,-3 0 0 16,0-3 13-16,2-2 3 0,-2-3 1 0,0 0 0 15,3-3 54-15,-3-2 9 0,0 0 0 0,0 0 8 16,0-1 36-16,0-2 7 0,0 3 1 0,0 0 1 15,0 2 21-15,-3-2 4 0,0 5 1 0,0-2 0 16,-3 2-7-16,3 0 0 0,-3 2-1 0,0 4 0 16,0 2 13-16,0 0 2 0,0 0 1 0,0 0 0 15,0 0-46-15,0 0-9 0,-3 5-1 0,0 3-1 16,3 0-19-16,-3 3-11 0,3 2 12 0,0 0-12 16,0 3-9-16,3 0-9 0,0 0-2 0,0 0 0 15,3-1-38-15,0-1-8 0,0-1-2 0,0-3 0 16,3 1-24-16,0-6-6 0,-4 1-1 0,4-1 0 0,-3-2 64 0,3-3 13 15,0-3 2-15,0 0 1 0,-3-5 19 0,0 0 0 0,0 0 0 16,3-5 0-16,-3 0 25 0,0 0 9 0,0-3 2 0,0 0 0 16,-3 0 10-16,3 0 2 0,-3 0 1 0,3-2 0 15,-3 5-5-15,0-3-2 0,0 3 0 0,-1-1 0 16,1-2-15-16,0 3-3 0,0 0-1 16,0-3 0-16,0 3-13 0,0-3-2 0,0 3-8 15,0-3 12-15,0 3-12 0,3 2 0 16,-3-2 0-16,3 5 0 0,0 0-182 15,0 3-30-15</inkml:trace>
  <inkml:trace contextRef="#ctx0" brushRef="#br0" timeOffset="133484.462">21791 17617 1824 0,'-3'-5'76'0,"0"-1"-60"15,0 1 77 1,0 0 16-16,0 0 3 0,3 5 1 0,-3-6-33 16,3 6-6-16,0-2-2 0,0 2 0 0,0 0-31 0,3-6-6 0,0 4-2 0,-3 2 0 15,6-3-14-15,-3 3-3 0,3 0-1 0,0 3 0 16,0-1-15-16,0 1 8 15,0 0-8-15,0 2 0 16,-3 0 0-16,3 6 0 0,-3-1 0 0,-3 1 0 16,3 2-30-16,-3 3-9 0,0 3-1 0,0-1-1 15,-3 3-22-15,-3-2-4 0,3 2-1 0,-3-2 0 16,-3-1 3-16,3 1 0 0,-3-4 0 0,3 4 0 16,-3-3 28-16,0 0 5 0,3-3 2 0,-3 3 0 0,3-6 21 0,1 1 9 0,2-3-8 15,0 0 8-15,3-8 0 0,0 0 19 0,0 0-3 0,0 0-1 16,6 0-15-16,-1 0 9 0,1 0-9 0,3-3 8 15,0-2-8-15,0 0 0 0,0-3 0 0,0 2 0 16,0-2-40-16,0 1-3 0,3-4-1 16</inkml:trace>
  <inkml:trace contextRef="#ctx0" brushRef="#br0" timeOffset="133772.345">22116 17726 1773 0,'0'0'36'0,"0"0"11"15,0 0-38-15,0 0-9 0,0 0 0 0,0 7 0 16,0-1 103-16,0-6 18 0,0 5 4 0,3 3 1 0,-3-3-33 0,0 3-6 0,3-2-2 16,-3 1 0-16,0 1-25 0,0 0-6 0,0 0-1 0,-3 3 0 15,0-1-19-15,0-2-4 0,0 3-1 16,0 2 0-16,-3 0-16 0,3 1-3 0,-3-1-1 0,-3 3 0 15,3-3-9-15,0 3 8 0,-3 0-8 16,3 0 8-16,0-1-8 0,-3-1 0 16,3 2 0-16,0-1 0 0,-3-1-10 0,3-1-7 0,3 0-2 0,-2-5 0 31,-1 3-95-31,3-6-19 0,-3 0-4 0</inkml:trace>
  <inkml:trace contextRef="#ctx0" brushRef="#br0" timeOffset="135680.49">22610 17413 1531 0,'-6'-5'64'0,"3"0"-51"15,-3 2 97-15,0-2 19 0,3 2 4 0,-3 1 1 16,0-1-41-16,0 3-8 0,0 0-1 0,-3 0-1 16,-3 5-32-16,3-2-7 0,-3 2 0 0,-2 3-1 15,2-3-20-15,-3 3-4 0,0 3-1 0,0-3 0 16,0 5-10-16,3-2-8 0,-3 2 12 0,3 0-12 15,1 3 9-15,2-3-9 0,0-2 0 0,3 2 9 16,3 0-9-16,0 0 0 0,3-2 0 0,3 2 0 16,3-2 0-16,0-1-9 0,3 1 9 0,5-3-10 15,1 0 10-15,0-3-10 0,3-2 10 0,3 2-10 16,-3-5 10-16,3 3-13 0,-1-3 5 0,-2 0 8 16,-3 0 0-16,0 2 0 0,-3-2 0 0,-3 3 0 15,3 0 0-15,-6-1 0 0,0 4-11 0,0-1 11 16,-6 3 0-16,0 0 0 0,0 2 0 0,-3 4 0 15,-3-4 0-15,-3 3 0 0,-3 3 0 0,0 0 8 16,-3-3-8-16,-3 3 0 0,-6 0 0 0,1 0 0 0,-1-3 0 0,0 3 0 16,-3-3 0-16,3 1 0 0,-2-1 0 0,5-3 0 0,3 1 0 15,0-3 0-15,3 0 0 16,3-3 0-16,0 0 0 0,3-2 0 0,3-3-8 16,6 0 8-16,0 0-8 0,-5-5 8 15,5 0-137-15,0-3-23 0,3-3-4 0</inkml:trace>
  <inkml:trace contextRef="#ctx0" brushRef="#br0" timeOffset="135885.871">22613 17712 1579 0,'0'0'32'0,"6"0"10"0,-6 0-34 0,3 3-8 0,-3-3 0 0,6 3 0 16,-6-3 129-16,0 5 24 0,0-5 5 0,3 5 1 16,0 0-50-16,0 3-9 0,-3-2-3 0,3 2 0 15,-3-3-26-15,0 3-6 0,2 0-1 0,-2 0 0 16,0 0-51-16,3 0-13 0,-3 2 0 0,0-2 0 15,0 3 11-15,3-3-1 0,-3 0 0 0,3 0 0 16,-3-1-10-16,0 4-14 0,3 0 3 0,-3-1 1 16,0 1 10-16,3-1 0 0,-3 1 0 0,0-3 0 15,3 3-156-15,-3-4-28 0,0 4-7 0</inkml:trace>
  <inkml:trace contextRef="#ctx0" brushRef="#br0" timeOffset="136150.423">22878 17749 2032 0,'0'0'42'0,"0"0"10"0,0 0-41 15,0 0-11-15,0 0 0 0,0 0 0 0,0 0 72 0,0 0 13 0,0 0 3 0,0 6 0 16,0-1-32-16,-3 0-7 0,3 1-1 0,0-1 0 15,0 3-16-15,-3-3-4 0,0 0-1 0,3 3 0 16,-3-2-17-16,0 2-10 0,-3-1 12 0,3 1-12 16,-3 0 0-16,0 0-16 0,0 0 2 0,-3 0 0 15,0 0-104-15,0 0-21 0,0 0-4 16</inkml:trace>
  <inkml:trace contextRef="#ctx0" brushRef="#br0" timeOffset="136831.918">23425 17326 1630 0,'0'0'34'0,"0"0"7"0,0 0-33 0,0 0-8 0,0 0 0 0,0 0 0 15,0 0 101-15,0 0 19 0,-6 3 3 0,-3-1 1 16,1 4-50-16,-1-1-10 0,-3 3-1 0,0 0-1 16,-3 0-28-16,-3 2-6 0,0 1 0 0,-3 2-1 15,1-2-6-15,2 2-1 0,-3-3 0 0,3 4 0 16,0-4-2-16,6 4-1 0,-3-4 0 0,3 1 0 16,6-1-17-16,1-2 8 0,-1 0-8 0,3 3 0 15,3-3 0-15,0-3 0 0,6 3 0 0,-1 0 0 16,4-3 0-16,3 0-12 0,0 1 12 0,0-1-12 15,6-2 12-15,-3 2 0 0,6-2 0 0,-3-1 0 16,-4 1-9-16,1 2 9 0,0-2-8 0,-3-1 8 16,0 4 0-16,-3-1 0 0,0 0 0 0,-3 3 0 15,-3 0 0-15,-3 3 0 0,-3-1 0 0,0 1 11 16,-3 0-11-16,-3 2 0 0,0 0 9 0,-3 0-9 16,0 0 0-16,-3 1 8 0,0 2-8 0,1-6 0 15,-1 3 0-15,0-5 0 0,-3 3 0 0,3-3 0 0,3-3-10 0,0 0-6 16,0 1-2-16,3-4 0 15,1 1-93-15,2-3-18 0,6 0-4 0</inkml:trace>
  <inkml:trace contextRef="#ctx0" brushRef="#br0" timeOffset="137182.093">23437 17638 1579 0,'0'0'32'0,"0"0"10"15,0 0-34-15,-3 8-8 0,0-3 0 0,3 1 0 16,-3-1 104-16,0 3 20 0,3-3 3 0,-3 3 1 15,0-3-52-15,3 3-9 0,-3 0-3 0,3 0 0 16,-3 0-8-16,3 0-1 0,0 0-1 0,-3 3 0 16,3-1-43-16,3-2-11 0,-3 0 0 0,0 3 0 15,3-3-41-15,-3 0-11 0,3 0-1 0,0 0-1 16,3-3-8-16,-3-3-2 0,3 4 0 0,-3-4 0 16,3 1 28-16,0 0 6 0,0-3 1 0,0 0 0 15,0 0-5-15,0 0-1 0,0-3 0 0,3 0 0 16,-3 1 65-16,0-1 13 0,3 0 2 0,-3 1 1 15,0-3 18-15,0 2 3 0,-1-2 1 0,-2 2 0 16,-3 3-8-16,3-5-2 0,-3 5 0 0,3-6 0 16,-3 6 21-16,0-5 4 0,-3 0 1 0,3 2 0 0,-6-2-43 15,4 2-8-15,-1-2-1 0,-3 2-1 0,0 1 1 16,-3 2 1-16,3 0 0 0,-3-3 0 16,0 3-33-16,3 0 0 0,-3 0 0 0,0 3 0 15,0-3-107-15,0 0-28 0,3 2-5 0</inkml:trace>
  <inkml:trace contextRef="#ctx0" brushRef="#br0" timeOffset="137930.628">23556 17331 1571 0,'0'0'44'0,"0"0"11"0,0 0-44 16,0 0-11-16,0 0 0 0,0 0 0 0,0 0 49 0,3-2 8 0,-3 2 2 15,6 0 0-15,-3-3 4 0,-3 3 1 0,6-3 0 0,-3 1 0 16,0 2 0-16,3 0 0 0,-3-3 0 15,0 3 0-15,3-3-52 0,-3 3-12 0,3 0 0 0,-3 0 0 16,3 3 54-16,-3-3 8 0,3 0 2 0,-3 0 0 16,0 0-52-16,3 0-12 0,0 0 0 0,-3 0 0 15,-3 0 0-15,6 0 0 0,-6 0 0 0,3 0 0 16,2 0 0-16,-5 0 0 0,3 0 0 0,-3 0 0 16,0 0 0-16,0 0 0 0,0 0 0 0,0 0 0 15,0 0 0-15,3 0 0 0,-3 0 0 0,0 0 0 16,3 3 0-16,-3-3 0 0,6 2 0 0,-6-2 0 15,0 0 0-15,0 0 0 0,3 3 0 0,0 0 0 16,-3-3 54-16,3 2 8 0,0 1 2 0,0 0 0 16,0 2-52-16,0-2-12 0,3 2 0 0,-3-3 0 15,3 4 0-15,-3-1 0 0,0 0 0 0,0 1 0 16,3-1 0-16,-3 3 0 0,0-3 0 0,3 3 0 16,-3 0 0-16,0 3 0 0,0-3 0 0,0 2 0 15,-3 3 0-15,0 1 0 0,0-1 0 0,-3 5 0 16,0 1 0-16,0-1 0 0,0 6 0 0,0 0 0 15,-3 0 0-15,-3 2 0 0,3 3 0 0,-3 3 0 16,-3-5 0-16,3-4 0 0,-3 1 0 0,3-3 0 16,-2 1 0-16,-1-7 0 0,0 1 0 0,3-2 0 0,0-1 0 15,0 0 0-15,0 0 0 0,0-2 0 0,3-1 0 16,-3-2 0-16,3 3 0 0,0-3 0 16,3-3-48-16,-3 0-13 0,0 1-3 0,3-1 0 15,3-5-102-15,-3 3-21 0,3-3-4 0</inkml:trace>
  <inkml:trace contextRef="#ctx0" brushRef="#br0" timeOffset="138186.257">23994 17397 2482 0,'0'0'70'0,"0"0"16"16,0 0-69-16,0 0-17 0,0 0 0 0,0 0 0 16,0 0 58-16,0 0 8 0,0 0 2 0,0 0 0 15,0 0-52-15,0 0-16 0,0 0 8 0,0 0-8 16,0 0 55-16,0 0 7 0,0 0 2 0,0 0 0 16,0 0-76-16,0 0-16 0,0 0-2 0,-3 6-1 15,3-6-72-15,0 0-14 0,0 0-3 0</inkml:trace>
  <inkml:trace contextRef="#ctx0" brushRef="#br0" timeOffset="138413.024">23958 17768 2310 0,'0'0'97'15,"0"0"-77"-15,0 0 60 0,0 0 12 0,0 0 2 0,0 0 1 16,0 0-20-16,-6 8-4 0,3 0-1 0,-3-3 0 15,0 3-34-15,0-3-8 0,0 3 0 0,-3 3-1 16,1-3-27-16,-1 0 0 0,0 2 0 0,0 1 0 16,-3-1 0-16,0 6 0 0,0-2 0 0,-3 1 0 15,0 4 0-15,-3-1 0 0,1 1 0 0,-4-1 0 32,0 4-148-32,-3-4-36 0,-3 1-6 0</inkml:trace>
  <inkml:trace contextRef="#ctx0" brushRef="#br0" timeOffset="139731.123">12957 18612 1580 0,'0'0'67'15,"-6"3"-54"1,6-3 41-16,-6 2 8 0,6-2 2 0,0 0 0 16,-3 3 0-16,3-3 0 0,0 0 0 0,0 0 0 0,0 0-14 0,0 0-2 0,0 0-1 0,0 0 0 15,0 0-24-15,0 5-5 0,0-5-1 0,3 5 0 16,-3-5 16-16,3 3 3 0,3 0 1 15,3-1 0-15,-1-2-9 0,1-2-1 0,3 2-1 0,0-3 0 16,3-2-26-16,0 0 0 16,3-3 8-16,-3 0-8 0,6 0 0 0,-1-6 0 15,1 1 0-15,0 0 0 0,-3-3 0 16,3 3 0-16,-3-3 0 0,-3 3 0 16,-1 0 0-16,-2-1 0 0,-3 4 0 0,0-1 0 0,-6 1 28 0,0 2 3 0,0 0 1 15,-6 0 0-15,0 3-11 0,-6-1-1 0,3 1-1 0,-6 2 0 16,-3 3-6-16,-2 0-1 0,-4 3 0 0,-6 2 0 15,3 1-12-15,-3 4 0 0,1 1 0 0,-4 2 0 16,6 3-15-16,0-3-9 0,3 3-1 16,-2 0-1-16,5 0 42 0,0 0 8 0,0-1 1 0,3-1 1 15,3-1-35-15,3-3-7 0,0 1-2 0,3 0 0 16,3-1 18-16,3 1-12 0,3-1 12 0,0 1-10 16,3 0 10-16,3-1-13 0,0-2 5 0,3 3 8 15,0-6-35-15,0 3 1 0,3-3 0 16,0-2 0-16,3-1 34 0,-1 1 0 0,4-3 0 0,0-3 0 15,0 1-28-15,6-3 0 0,-4-3 1 16,1 0 0-16,3-3-59 0,-3 0-12 0,3 1-2 0</inkml:trace>
  <inkml:trace contextRef="#ctx0" brushRef="#br0" timeOffset="140676.907">13382 18414 2055 0,'0'0'87'15,"0"0"-70"-15,0 0 40 0,0 0 8 0,0 0 2 0,0 0 0 16,0 0-54-16,0 0-13 0,0 0 0 0,0 0 0 16,0 0 40-16,0 0 6 0,6 2 1 0,0 3 0 15,-3 1-24-15,3-1-5 0,0 6-1 0,-3-1 0 16,3 3-17 0,0 1 0-16,-3 2 0 0,0 5 0 0,3-5 0 0,-3 2 0 0,0 1 0 0,-3 2 0 15,3-5 0-15,0 5 0 0,-3-5 0 0,0 2 0 16,0-2 0-16,0 0 0 0,0-3 0 0,0-2 0 15,0 2 0-15,0-5 0 0,0 0 0 0,0 0 0 16,0-3 0-16,0-5 0 0,0 0 0 0,0 0 0 16,0 0 0-16,0 0 0 0,0 0 0 0,0 0 0 15,3-5 0-15,-3-3 0 0,3 0 0 0,0-3 0 16,0 1 0-16,0 2 0 0,3-3 0 0,0 1 0 16,-1 2 0-16,4-3 0 0,-3 3 0 0,3-2 0 15,0-1 0-15,3 3 0 0,-3-2 0 0,3 2 0 16,-3 2 17-16,3 1 0 0,-3-3 0 0,3 5 0 15,0-2-17-15,-4 5 0 0,4 0 0 0,-3 3 0 16,3-1 0-16,-3 1 0 0,0 5 0 0,-3-3 0 16,3 3 0-16,-3 3-11 0,0-1 0 0,-3 4 0 15,3-4-4-15,-3 3-1 0,-3-2 0 0,3 2 0 16,-3-2 4-16,0-1 1 0,-3-2 0 0,3 3 0 16,0-6 11-16,-3 1 0 0,3-6 0 0,0 0-8 15,0 0-2-15,0 0 0 0,0 0 0 0,-3-6 0 0,0-4-4 16,3-1-1-16,0-5 0 0,0 3 0 15,3-6 7-15,0 1 8 0,0-3-13 0,3 0 5 16,0-3 8-16,3 0 0 0,0-2 0 0,-1-4 0 0,1 4 0 0,3-1 14 16,0-2-2-16,3 0 0 0,0 3 13 15,0-1 3-15,3 1 0 0,0-1 0 0,-1 6-12 16,4 0-1-16,-3 0-1 0,3 2 0 0,-3 1-14 0,0 5 0 16,0-1 8-16,-4 4-8 0,-2-1 0 0,0 6 11 0,3 0-11 15,-3 2 10-15,-3 3-2 0,0 0 0 0,0 5 0 0,0 3 0 16,-3 0-8-16,0 5 12 0,0 1-12 0,0 4 12 15,-3 3-12-15,0 3 0 0,0 0 0 0,-1 5 0 16,-2 0 0-16,0 6 8 0,0-4-8 0,-2 4 0 16,2-1 0-16,0-2 0 0,0 2 8 0,0-2-8 15,0 0 0-15,0-3 0 0,2 0 0 0,-2-3 0 16,3-2 0-16,-3 0 0 0,3-3 0 0,0-2 0 16,-3-3 0-16,3-3 0 0,0 0 0 15,0-5 0-15,0 0 0 0,-3-8 0 0,3 5 0 0,0-2 0 0,3-3 0 0,-3-3 0 16,3-2 9-16,-3 0-1 15,0-3 4-15,-3-3 0 0,3 1 1 0,0-1 0 16,-3-2 7-16,0 2 0 0,0-2 1 0,-3 2 0 16,0-2-12-16,0 3-9 0,-3-1 12 0,0-2-12 15,-3 5 16-15,-3-3-3 0,0 3-1 0,1 3 0 16,-4 0-4-16,-3 2-8 0,0 0 11 0,0 1-11 16,-3 4 11-16,3 1-11 0,1 0 10 0,-1-1-10 15,0 4 11-15,3-1-11 0,0 0 12 0,3 1-12 16,0 1 32-16,3 1-1 0,3 0 0 0,0 3 0 15,3-3-76-15,0 2-15 0,1-2-4 0,4 3 0 0,1-3 52 16,0 0 12-16,3 0 0 0,3 0 0 0,0 0 15 0,3-3 5 0,3 0 2 16,0 1 0-16,3-4-22 0,0 1 0 0,-1-1 0 15,1 1-12-15,3-3-5 0,-3-3-2 0,3-2 0 0,0 3 0 32,-3-4-29-32,-1-2-5 0,4 0-2 0,-3-2 0 15,0 2-115-15,0 0-23 0,0-3-5 0</inkml:trace>
  <inkml:trace contextRef="#ctx0" brushRef="#br0" timeOffset="141686.326">14347 18615 1883 0,'0'0'39'0,"0"0"10"15,0 0-39 1,-6-3-10-16,6 3 0 0,-3-5 0 0,0 2 71 0,0-2 12 0,0 2 2 0,3-2 1 16,0-1-27-16,0 4-6 0,3-3-1 0,0 2 0 15,-3-2-11-15,3 2-2 0,0 0-1 0,3 1 0 16,-3 2-26-16,3 0-4 0,0-3-8 0,0 6 11 15,-1-1-2-15,1 1 0 0,0 0 0 0,0 5 0 16,0-3-9-16,0 3 10 0,-3 2-10 0,3 1 10 16,-3 0-10-16,0 2 0 0,0 0 0 0,0 0 0 15,-3-2-9-15,0 2 9 0,0 3-12 0,-3-3 12 16,3-2-11-16,-3 2 11 0,0-5-10 0,0 2 10 16,0-4 0-16,0 2 0 0,3-8 0 0,0 0 0 15,0 0 0-15,0 0 0 0,0 0-8 0,0 0 8 16,0 0 0-16,0 0-9 0,0-8 9 0,3 2-8 15,0-4 8-15,3-1 0 0,-3 1 0 0,3-3 0 16,0-1 0-16,0 1 0 0,3 0 0 0,0 2 0 16,0-2 0-16,0 0-8 0,0 0 8 0,0 2 0 0,-1-2 0 0,1 2 0 15,0 1 0-15,0-1 0 16,-3 3 0-16,0 3 0 0,3-3 0 0,-3 3 0 16,0 2 0-16,0 3 0 0,0 0 0 0,0 0 0 0,0 3 0 0,-3 2 0 15,3 0 0-15,0 3 0 0,-3 0 0 0,0 3 0 0,0-1 0 16,0 1 0-16,0 2 0 0,0-2 0 0,0-1 0 0,-3 3 0 15,0-2 0-15,3 0 0 0,-3-1 0 0,0 1 0 16,-3-3 0-16,3 2 0 0,0-4 0 0,-3-1 0 16,3 0 0-16,0-5 0 0,0 0 0 0,-3 5 0 15,3-5 30-15,0 0 8 0,0 0 2 0,0 0 0 16,0 0-25-16,0 0-5 0,-3-5-1 0,0-3 0 16,3 0 0-16,0 0 0 0,3-2 0 15,0 2 0-15,0-3-9 0,3-2 12 0,-1 2-12 0,1-2 12 16,3 3-12-16,0-4 0 0,3 1 0 0,0 0 0 15,0 0 0-15,0-1 0 0,3 1 0 0,-3 3 0 16,0-1 0-16,2 0 0 0,-2 3 0 0,-3 3 0 16,3 0 20-16,-3 2 1 0,0 1 1 0,-3 2 0 15,0 5-35-15,0-2-7 0,-3 2-2 0,0 5 0 16,0 1 22-16,-3 2 0 0,3 3 0 0,-3 0 0 16,-3 0 0-16,3 5 0 0,-3-5 0 0,0 2 0 15,3 1 0-15,0-1 0 0,0-2 0 0,0 3 0 16,3-3 0-16,0-3 0 0,3 0 0 0,-3-2 0 15,6-1-28-15,-3 1 0 0,3-6-1 0,0 3 0 0,-1-5 9 16,4-1 3-16,-3-2 0 0,3 0 0 0,0-5-1 0,0 0 0 16,0 0 0-16,0-3 0 0,3-3 18 0,0 0 0 15,-3 1 0-15,2-3 0 0,-2 2 48 0,0-2 12 0,0 2 4 16,0 1 0-16,-3-1-52 16,0 3-12-16,0-2 0 0,-6 2 0 0,3 2 0 15,-3 1 0-15,-3 5 0 0,0 0 0 0,0 0 54 16,0 0 8-16,-3-5 2 0,3 5 0 0,0 0-52 0,-6 0-12 15,0 0 0-15,0 5 0 0,0-2 0 0,3 2 0 16,-3 3 0-16,3 0 0 0,0 0 0 0,0 2 0 16,0 1 0-16,3 0 0 0,0-1 0 0,0 1 0 15,3-1 0-15,3 1 0 0,0-1 0 0,3-2 0 0,3 3 0 0,0-6 0 16,0 3 0-16,3-2 0 0,2-1 0 0,1-3 0 16,0 1 0-16,0-3-13 0,0 0 2 0,0 0 1 15,0-3 10-15,-4 1 0 0,4-3 8 0,-3-1-8 16,-3 4 8-16,-3-4-8 0,0 1 8 0,-3 0-8 15,0-1 12-15,0 4-3 0,-3-1 0 0,-3 3 0 16,-3-5 8-16,3 5 2 0,-3-8 0 0,-3 3 0 16,-3-1-6-16,0 1-1 0,-3 2 0 0,0-2 0 15,-3 2-12-15,0-2 0 0,1 3 0 0,-4-1 0 16,3 0-28-16,0 1-8 0,0-1-1 0,3 0-1 16,0-2 38-16,0 2 0 0,3 1 0 0,0-4 0 15,1 1-161-15,2 0-25 0,3 0-5 0</inkml:trace>
  <inkml:trace contextRef="#ctx0" brushRef="#br0" timeOffset="143043.189">15671 18157 2412 0,'0'10'50'0,"0"-10"12"0,0 0-50 0,0 0-12 0,0 0 0 0,0 6 0 15,0-1 48-15,3 3 8 0,-3-3 0 0,0 3 1 16,3-3-19-16,0 3-4 0,-3 0-1 0,3 3 0 16,0 0-10-16,-3 2-3 0,3 0 0 0,-3 3 0 15,3 2-9-15,-3 1-3 0,0-1 0 0,0 6 0 16,0 0-8-16,0 3 12 0,0-1-12 0,3 3 12 16,-3-2-12-16,3 2 0 15,-3-6 9-15,3 7-9 0,0-4 0 0,-3-2 0 0,3 0 0 0,0 2 8 16,-3-5-8-16,3 0 0 0,0-2 0 0,0-3 0 15,0 2 0-15,0-4 0 0,-3-1 0 0,3-3 0 16,0-2 0-16,-3 0 0 0,0-8 0 0,0 0 0 16,0 0 0-16,0 0 0 0,0 0 0 0,0 0 0 15,0 0 0-15,0-5 0 0,-3 0 0 0,-3-3 0 16,0 0 0-16,0-3 0 0,0-2 0 0,-3 0 0 16,0 2 0-16,0-5 0 0,-3 3 0 0,0-3 8 15,-2 3-30-15,-1 0-6 0,-3 2 0 0,3 1-1 16,-3-1 29-16,0 3 0 0,3 0 0 0,-3 0 0 15,7 3 0-15,-4 0 0 0,3 2 0 0,0 0 0 16,3 1 45-16,0-1 15 0,3 3 4 0,0 0 0 0,0 0-52 16,6 0-12-16,0 0 0 0,0 0 0 15,0 0-48-15,-3 3-13 0,0 2-3 0,0 0 0 0,3 1 52 0,0 1 12 0,0 4 0 16,3-3 0 0,0 3 0-16,0-1 0 0,3 3 0 0,-3 1 0 0,3-1 0 0,3-3 0 0,-3 4 0 15,3-1 0-15,0-3 0 0,0 1 0 0,3 0 0 16,-1-1 0-16,4-2 0 15,0 0 0-15,0 0 0 0,3 0 0 0,0-3 0 0,0-5 0 0,3 3 0 0,-1-3 0 16,1-3 0-16,-3 1 12 0,3-4-3 0,0-2 0 16,0 0-9-16,-4-2-12 0,4-1 2 15,0-2 1-15,-3 2 9 0,3-2 0 0,-3-3 0 0,0 3 0 16,-4 0 0-16,1 0 0 0,0-1 0 0,-3 4 0 16,0-3 0-16,-3 2 0 0,-3 0 0 0,0 1 0 15,-6 2 49-15,0 0 12 0,0 0 3 0,-3 0 0 16,-3 3-52-16,0 0-12 0,0 2 0 0,-3 3 0 15,0 0 0-15,0 0 0 0,-3 3 0 0,0 2 0 16,3-3 0-16,1 6 0 0,-4-2 0 0,3 2 0 16,3 0 0-16,0 2 0 0,0-2 0 0,0 3 0 15,6-1 0-15,-3 1 0 0,3-1 0 0,0 1 0 16,0 0 0-16,3-1 0 0,3-2-9 0,-3 0 9 16,6 0 0-16,-3-3 0 0,3-2 0 0,0 2 10 15,2-2-10-15,-2 0 0 0,3-1 0 0,0-2 0 16,0-2 0-16,0-1 0 0,0 0 0 0,0 1 0 15,0-1-13-15,0-2-5 0,-3-1-1 0,2 1 0 16,-2-3 19-16,0 3 12 0,0-3-1 0,-3 3-1 16,0-1-1-16,0 1 0 0,-3 0 0 0,-3 5 0 15,0 0-9-15,0 0 0 0,0 0 0 0,0 0 0 16,0 0 0-16,0 0 0 0,0 0 0 0,0 0 0 0,0 0 23 0,6 0 2 16,-3 2 1-16,3 1 0 15,-3 5-42-15,3-3-8 0,0 6-1 0,-3-3-1 0,3 0 26 0,3 2 0 0,-3-2 0 16,3 0 0-16,0 0 0 0,-1-3 0 0,4 1 0 0,-3-4 0 15,3 1 0-15,0 0 0 0,0-3 0 0,0-3 0 16,3 0 0-16,0 1 0 0,0-6 0 0,-1 2 0 16,4-4 0-16,-3-1 0 0,3-2 0 0,0 0 0 15,0-3 0-15,-3 0 0 0,0 0 0 0,-1-2 0 16,-2-3 0-16,-3 2 0 0,0-5 0 0,-3-2 0 16,0 2 0-16,0-5 0 15,-3 0 0-15,0 2 0 0,-3 1 11 0,-3 2 7 16,0 0 2-16,-3 3 0 0,3 0-32 0,0 2-7 0,-3 3-1 0,0 1 0 15,0 4 68-15,0 3 12 0,0 0 4 0,0 3 0 16,1 0-52-16,-1 2-12 0,3 0 0 0,-3 3 0 16,6 0 0-16,-6 6 0 0,0-4 0 0,0 6 0 15,0 3 0-15,0 2 0 0,0 3 0 0,0 0 0 16,0 5 0-16,3 0 0 0,-3 3 0 0,3 2 0 16,0 3 0-16,3 0 0 0,0 1 0 0,0 1 0 15,3-4 0-15,3-1 0 0,0-2 0 0,0 0 0 16,3-3-48-16,0-2-13 0,0-1-3 0,3-2 0 15,0 0 52-15,2-3 12 0,1-2 0 0,3-1 0 16,0-2 0-16,3-5 0 0,-3 2 0 0,3-2 0 16,-4-6 0-16,1-2 0 0,3 0 12 0,0-6-12 0,0 3 0 15,3-5 0-15,-1 0 0 0,1-3-12 0,0 0 12 16,0-3 0-16,0 1 0 0,-1-1 0 16,-5-2 0-16,3 0 0 0,-6-3 0 0,0 3 0 0,-3 2 0 0,-3 1 0 15,-3-1 0-15,0 6 0 16,-6 0 32-16,0 2 8 0,-3 3 3 0,-3 3 0 0,0 2-18 0,0 3-3 15,-3 0-1-15,0 6 0 0,0 4-21 0,0 4 0 16,3 1 0-16,-3 4 0 0,6-1 0 16,0 1 0-16,3 0 0 0,0 2 0 0,6-3 56 0,3-2 6 15,0 0 2-15,3 2 0 0,3-4-103 16,6 2-20-16,0-3-4 0,2-3-1 16,7-4 28-16,3-1 4 0,6-8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CD4045B-8F41-6B4E-97BD-FF08E793C3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F0351C3-1740-AA4D-BDDF-BF0F4C69FD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474A07D-2658-461F-8F83-4F740994F24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0787F0E-99E1-EC46-8903-479D5ABA0D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261E7AE-94F1-554C-9081-C782E41C57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74AB494-A933-744C-97AB-D567B6DD3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F969DB7-CD90-4014-9B8D-CC33BD96DE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225FB7-6986-41E4-8F43-F86C2C2742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0D8ACF-9AF7-4BE6-B2E3-865733B3F7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1803AE-9905-4AF8-9DA3-73789375B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AFD67-0D38-4EFF-B956-560E674B21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095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14623E-7E5C-4AFD-BE24-3DB80703DA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93BFD6-7F93-4733-A226-6C0EC46E76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D5D424-E135-44CC-BA4E-A2DB770BDC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619F1-5350-4307-9409-443BD10676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16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9446CB-484F-4252-BB19-9C497B0F54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A8F4DA-9E72-49E7-9FF9-D36FD65AE1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A08CB3-EAD0-4E99-8B98-C89B6DB018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3D098-D75C-4EE5-8B40-FC63AFD0D6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078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54467-B79B-4B77-A3B1-44DDDE77CE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F25E2-A807-49CB-BC93-3D806EA7E0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32679-2C29-4D7B-881E-4BB2B5FA51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1FBC1-3F18-4B9F-83D9-3A5A4B6E25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385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D9B991-D00B-4804-89EB-33BB202D7A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015FF5-E07E-4C7A-8238-1AF9E0FFD5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3F5F623-7278-4A70-8A13-35C022DCEB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CFC92-1B0B-4860-87FB-21B0774F2E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0798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380999"/>
          </a:xfrm>
        </p:spPr>
        <p:txBody>
          <a:bodyPr/>
          <a:lstStyle>
            <a:lvl1pPr>
              <a:defRPr sz="34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E1E440-A8C8-43AB-B8E7-F86B3E9B4B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82FBE08-5985-4EC5-801D-BD8B156BAC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DCED17A-0888-409A-80D0-BD3B63CD52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966BF-D65F-4E28-A407-653B2DF03F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3617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1F0ED2C-B519-4F57-8672-730E3329D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C221C3B-499D-4477-B03B-03A7E0244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CD4F977-FA0E-4B3A-B94F-0279441CC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2C1FB-A275-4CBE-B85C-63204551E7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59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62850-C9F3-4ECE-848C-FF22D5C8A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12A31E-209B-42A9-826C-D78F92405A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1507E-9AE1-4B0E-B93B-7C085C5296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2F104-DF84-4AEF-9187-41AF5BE74E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8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2DB48-69AE-4AF3-868F-545FF5AF8F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3E5B6-43C3-4346-B165-FDD6F1E37E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D27224-906E-4B0A-BE25-6FED1CA2EB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FDD3B-1453-418D-980A-9289DD4C51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25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9F8C36-2FA4-465E-B8F9-3C035D091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95604D-DBCA-4814-BBC5-446C778B81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58D9F7-727C-4D99-89FD-0C87515CC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0AC39-4B88-4002-B23C-3DAA2B76F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343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28600"/>
            <a:ext cx="21717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3627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694072-58C3-4095-B658-E2EC7AE66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93BA2E-5916-442F-A773-1816573953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B41EDC-CE19-4648-891A-4EFB1DCC0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CB7B8-7C25-401E-AFCE-7AE2AED9C1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82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2ADB1AC-32D3-49A7-A1DC-4BB1BCC56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868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CC26A9E-31B8-4391-AE6F-822CE2529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686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3DE5A9-11D5-4AEB-B896-6DAD1B6EEE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C62297E-DDFC-4E4B-B572-4234ABFF44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3246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CD9B8A-A795-4DB1-8964-96651783B9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E3611C3-C128-4ADE-9736-85CD38B106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56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uf@iastate.ed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image" Target="../media/image15.emf"/><Relationship Id="rId18" Type="http://schemas.openxmlformats.org/officeDocument/2006/relationships/image" Target="../media/image20.emf"/><Relationship Id="rId26" Type="http://schemas.openxmlformats.org/officeDocument/2006/relationships/image" Target="../media/image26.png"/><Relationship Id="rId3" Type="http://schemas.openxmlformats.org/officeDocument/2006/relationships/image" Target="../media/image5.emf"/><Relationship Id="rId21" Type="http://schemas.openxmlformats.org/officeDocument/2006/relationships/image" Target="../media/image23.emf"/><Relationship Id="rId7" Type="http://schemas.openxmlformats.org/officeDocument/2006/relationships/image" Target="../media/image9.emf"/><Relationship Id="rId12" Type="http://schemas.openxmlformats.org/officeDocument/2006/relationships/image" Target="../media/image14.emf"/><Relationship Id="rId17" Type="http://schemas.openxmlformats.org/officeDocument/2006/relationships/image" Target="../media/image19.emf"/><Relationship Id="rId25" Type="http://schemas.openxmlformats.org/officeDocument/2006/relationships/customXml" Target="../ink/ink3.xml"/><Relationship Id="rId2" Type="http://schemas.openxmlformats.org/officeDocument/2006/relationships/image" Target="../media/image4.emf"/><Relationship Id="rId16" Type="http://schemas.openxmlformats.org/officeDocument/2006/relationships/image" Target="../media/image18.emf"/><Relationship Id="rId20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11" Type="http://schemas.openxmlformats.org/officeDocument/2006/relationships/image" Target="../media/image13.emf"/><Relationship Id="rId24" Type="http://schemas.openxmlformats.org/officeDocument/2006/relationships/image" Target="../media/image3.jpeg"/><Relationship Id="rId5" Type="http://schemas.openxmlformats.org/officeDocument/2006/relationships/image" Target="../media/image7.emf"/><Relationship Id="rId15" Type="http://schemas.openxmlformats.org/officeDocument/2006/relationships/image" Target="../media/image17.emf"/><Relationship Id="rId23" Type="http://schemas.openxmlformats.org/officeDocument/2006/relationships/image" Target="../media/image25.emf"/><Relationship Id="rId10" Type="http://schemas.openxmlformats.org/officeDocument/2006/relationships/image" Target="../media/image12.emf"/><Relationship Id="rId19" Type="http://schemas.openxmlformats.org/officeDocument/2006/relationships/image" Target="../media/image21.emf"/><Relationship Id="rId4" Type="http://schemas.openxmlformats.org/officeDocument/2006/relationships/image" Target="../media/image6.emf"/><Relationship Id="rId9" Type="http://schemas.openxmlformats.org/officeDocument/2006/relationships/image" Target="../media/image11.emf"/><Relationship Id="rId14" Type="http://schemas.openxmlformats.org/officeDocument/2006/relationships/image" Target="../media/image16.emf"/><Relationship Id="rId22" Type="http://schemas.openxmlformats.org/officeDocument/2006/relationships/image" Target="../media/image2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image" Target="../media/image15.emf"/><Relationship Id="rId18" Type="http://schemas.openxmlformats.org/officeDocument/2006/relationships/image" Target="../media/image20.emf"/><Relationship Id="rId3" Type="http://schemas.openxmlformats.org/officeDocument/2006/relationships/image" Target="../media/image5.emf"/><Relationship Id="rId21" Type="http://schemas.openxmlformats.org/officeDocument/2006/relationships/image" Target="../media/image23.emf"/><Relationship Id="rId7" Type="http://schemas.openxmlformats.org/officeDocument/2006/relationships/image" Target="../media/image9.emf"/><Relationship Id="rId12" Type="http://schemas.openxmlformats.org/officeDocument/2006/relationships/image" Target="../media/image14.emf"/><Relationship Id="rId17" Type="http://schemas.openxmlformats.org/officeDocument/2006/relationships/image" Target="../media/image19.emf"/><Relationship Id="rId2" Type="http://schemas.openxmlformats.org/officeDocument/2006/relationships/image" Target="../media/image4.emf"/><Relationship Id="rId16" Type="http://schemas.openxmlformats.org/officeDocument/2006/relationships/image" Target="../media/image18.emf"/><Relationship Id="rId20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11" Type="http://schemas.openxmlformats.org/officeDocument/2006/relationships/image" Target="../media/image13.emf"/><Relationship Id="rId24" Type="http://schemas.openxmlformats.org/officeDocument/2006/relationships/image" Target="../media/image3.jpeg"/><Relationship Id="rId5" Type="http://schemas.openxmlformats.org/officeDocument/2006/relationships/image" Target="../media/image7.emf"/><Relationship Id="rId15" Type="http://schemas.openxmlformats.org/officeDocument/2006/relationships/image" Target="../media/image17.emf"/><Relationship Id="rId23" Type="http://schemas.openxmlformats.org/officeDocument/2006/relationships/image" Target="../media/image25.emf"/><Relationship Id="rId10" Type="http://schemas.openxmlformats.org/officeDocument/2006/relationships/image" Target="../media/image12.emf"/><Relationship Id="rId19" Type="http://schemas.openxmlformats.org/officeDocument/2006/relationships/image" Target="../media/image21.emf"/><Relationship Id="rId4" Type="http://schemas.openxmlformats.org/officeDocument/2006/relationships/image" Target="../media/image6.emf"/><Relationship Id="rId9" Type="http://schemas.openxmlformats.org/officeDocument/2006/relationships/image" Target="../media/image11.emf"/><Relationship Id="rId14" Type="http://schemas.openxmlformats.org/officeDocument/2006/relationships/image" Target="../media/image16.emf"/><Relationship Id="rId22" Type="http://schemas.openxmlformats.org/officeDocument/2006/relationships/image" Target="../media/image2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image" Target="../media/image15.emf"/><Relationship Id="rId18" Type="http://schemas.openxmlformats.org/officeDocument/2006/relationships/image" Target="../media/image20.emf"/><Relationship Id="rId3" Type="http://schemas.openxmlformats.org/officeDocument/2006/relationships/image" Target="../media/image5.emf"/><Relationship Id="rId21" Type="http://schemas.openxmlformats.org/officeDocument/2006/relationships/image" Target="../media/image23.emf"/><Relationship Id="rId7" Type="http://schemas.openxmlformats.org/officeDocument/2006/relationships/image" Target="../media/image9.emf"/><Relationship Id="rId12" Type="http://schemas.openxmlformats.org/officeDocument/2006/relationships/image" Target="../media/image14.emf"/><Relationship Id="rId17" Type="http://schemas.openxmlformats.org/officeDocument/2006/relationships/image" Target="../media/image19.emf"/><Relationship Id="rId2" Type="http://schemas.openxmlformats.org/officeDocument/2006/relationships/image" Target="../media/image4.emf"/><Relationship Id="rId16" Type="http://schemas.openxmlformats.org/officeDocument/2006/relationships/image" Target="../media/image18.emf"/><Relationship Id="rId20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11" Type="http://schemas.openxmlformats.org/officeDocument/2006/relationships/image" Target="../media/image13.emf"/><Relationship Id="rId24" Type="http://schemas.openxmlformats.org/officeDocument/2006/relationships/image" Target="../media/image3.jpeg"/><Relationship Id="rId5" Type="http://schemas.openxmlformats.org/officeDocument/2006/relationships/image" Target="../media/image7.emf"/><Relationship Id="rId15" Type="http://schemas.openxmlformats.org/officeDocument/2006/relationships/image" Target="../media/image17.emf"/><Relationship Id="rId23" Type="http://schemas.openxmlformats.org/officeDocument/2006/relationships/image" Target="../media/image25.emf"/><Relationship Id="rId10" Type="http://schemas.openxmlformats.org/officeDocument/2006/relationships/image" Target="../media/image12.emf"/><Relationship Id="rId19" Type="http://schemas.openxmlformats.org/officeDocument/2006/relationships/image" Target="../media/image21.emf"/><Relationship Id="rId4" Type="http://schemas.openxmlformats.org/officeDocument/2006/relationships/image" Target="../media/image6.emf"/><Relationship Id="rId9" Type="http://schemas.openxmlformats.org/officeDocument/2006/relationships/image" Target="../media/image11.emf"/><Relationship Id="rId14" Type="http://schemas.openxmlformats.org/officeDocument/2006/relationships/image" Target="../media/image16.emf"/><Relationship Id="rId22" Type="http://schemas.openxmlformats.org/officeDocument/2006/relationships/image" Target="../media/image2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image" Target="../media/image15.emf"/><Relationship Id="rId18" Type="http://schemas.openxmlformats.org/officeDocument/2006/relationships/image" Target="../media/image20.emf"/><Relationship Id="rId26" Type="http://schemas.openxmlformats.org/officeDocument/2006/relationships/image" Target="../media/image27.png"/><Relationship Id="rId3" Type="http://schemas.openxmlformats.org/officeDocument/2006/relationships/image" Target="../media/image5.emf"/><Relationship Id="rId21" Type="http://schemas.openxmlformats.org/officeDocument/2006/relationships/image" Target="../media/image23.emf"/><Relationship Id="rId7" Type="http://schemas.openxmlformats.org/officeDocument/2006/relationships/image" Target="../media/image9.emf"/><Relationship Id="rId12" Type="http://schemas.openxmlformats.org/officeDocument/2006/relationships/image" Target="../media/image14.emf"/><Relationship Id="rId17" Type="http://schemas.openxmlformats.org/officeDocument/2006/relationships/image" Target="../media/image19.emf"/><Relationship Id="rId25" Type="http://schemas.openxmlformats.org/officeDocument/2006/relationships/customXml" Target="../ink/ink4.xml"/><Relationship Id="rId2" Type="http://schemas.openxmlformats.org/officeDocument/2006/relationships/image" Target="../media/image4.emf"/><Relationship Id="rId16" Type="http://schemas.openxmlformats.org/officeDocument/2006/relationships/image" Target="../media/image18.emf"/><Relationship Id="rId20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11" Type="http://schemas.openxmlformats.org/officeDocument/2006/relationships/image" Target="../media/image13.emf"/><Relationship Id="rId24" Type="http://schemas.openxmlformats.org/officeDocument/2006/relationships/image" Target="../media/image3.jpeg"/><Relationship Id="rId5" Type="http://schemas.openxmlformats.org/officeDocument/2006/relationships/image" Target="../media/image7.emf"/><Relationship Id="rId15" Type="http://schemas.openxmlformats.org/officeDocument/2006/relationships/image" Target="../media/image17.emf"/><Relationship Id="rId23" Type="http://schemas.openxmlformats.org/officeDocument/2006/relationships/image" Target="../media/image25.emf"/><Relationship Id="rId10" Type="http://schemas.openxmlformats.org/officeDocument/2006/relationships/image" Target="../media/image12.emf"/><Relationship Id="rId19" Type="http://schemas.openxmlformats.org/officeDocument/2006/relationships/image" Target="../media/image21.emf"/><Relationship Id="rId4" Type="http://schemas.openxmlformats.org/officeDocument/2006/relationships/image" Target="../media/image6.emf"/><Relationship Id="rId9" Type="http://schemas.openxmlformats.org/officeDocument/2006/relationships/image" Target="../media/image11.emf"/><Relationship Id="rId14" Type="http://schemas.openxmlformats.org/officeDocument/2006/relationships/image" Target="../media/image16.emf"/><Relationship Id="rId22" Type="http://schemas.openxmlformats.org/officeDocument/2006/relationships/image" Target="../media/image24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image" Target="../media/image15.emf"/><Relationship Id="rId18" Type="http://schemas.openxmlformats.org/officeDocument/2006/relationships/image" Target="../media/image20.emf"/><Relationship Id="rId3" Type="http://schemas.openxmlformats.org/officeDocument/2006/relationships/image" Target="../media/image5.emf"/><Relationship Id="rId21" Type="http://schemas.openxmlformats.org/officeDocument/2006/relationships/image" Target="../media/image23.emf"/><Relationship Id="rId7" Type="http://schemas.openxmlformats.org/officeDocument/2006/relationships/image" Target="../media/image9.emf"/><Relationship Id="rId12" Type="http://schemas.openxmlformats.org/officeDocument/2006/relationships/image" Target="../media/image14.emf"/><Relationship Id="rId17" Type="http://schemas.openxmlformats.org/officeDocument/2006/relationships/image" Target="../media/image19.emf"/><Relationship Id="rId2" Type="http://schemas.openxmlformats.org/officeDocument/2006/relationships/image" Target="../media/image4.emf"/><Relationship Id="rId16" Type="http://schemas.openxmlformats.org/officeDocument/2006/relationships/image" Target="../media/image18.emf"/><Relationship Id="rId20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11" Type="http://schemas.openxmlformats.org/officeDocument/2006/relationships/image" Target="../media/image13.emf"/><Relationship Id="rId24" Type="http://schemas.openxmlformats.org/officeDocument/2006/relationships/image" Target="../media/image3.jpeg"/><Relationship Id="rId5" Type="http://schemas.openxmlformats.org/officeDocument/2006/relationships/image" Target="../media/image7.emf"/><Relationship Id="rId15" Type="http://schemas.openxmlformats.org/officeDocument/2006/relationships/image" Target="../media/image17.emf"/><Relationship Id="rId23" Type="http://schemas.openxmlformats.org/officeDocument/2006/relationships/image" Target="../media/image25.emf"/><Relationship Id="rId10" Type="http://schemas.openxmlformats.org/officeDocument/2006/relationships/image" Target="../media/image12.emf"/><Relationship Id="rId19" Type="http://schemas.openxmlformats.org/officeDocument/2006/relationships/image" Target="../media/image21.emf"/><Relationship Id="rId4" Type="http://schemas.openxmlformats.org/officeDocument/2006/relationships/image" Target="../media/image6.emf"/><Relationship Id="rId9" Type="http://schemas.openxmlformats.org/officeDocument/2006/relationships/image" Target="../media/image11.emf"/><Relationship Id="rId14" Type="http://schemas.openxmlformats.org/officeDocument/2006/relationships/image" Target="../media/image16.emf"/><Relationship Id="rId22" Type="http://schemas.openxmlformats.org/officeDocument/2006/relationships/image" Target="../media/image24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image" Target="../media/image15.emf"/><Relationship Id="rId18" Type="http://schemas.openxmlformats.org/officeDocument/2006/relationships/image" Target="../media/image20.emf"/><Relationship Id="rId3" Type="http://schemas.openxmlformats.org/officeDocument/2006/relationships/image" Target="../media/image5.emf"/><Relationship Id="rId21" Type="http://schemas.openxmlformats.org/officeDocument/2006/relationships/image" Target="../media/image23.emf"/><Relationship Id="rId7" Type="http://schemas.openxmlformats.org/officeDocument/2006/relationships/image" Target="../media/image9.emf"/><Relationship Id="rId12" Type="http://schemas.openxmlformats.org/officeDocument/2006/relationships/image" Target="../media/image14.emf"/><Relationship Id="rId17" Type="http://schemas.openxmlformats.org/officeDocument/2006/relationships/image" Target="../media/image19.emf"/><Relationship Id="rId2" Type="http://schemas.openxmlformats.org/officeDocument/2006/relationships/image" Target="../media/image4.emf"/><Relationship Id="rId16" Type="http://schemas.openxmlformats.org/officeDocument/2006/relationships/image" Target="../media/image18.emf"/><Relationship Id="rId20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11" Type="http://schemas.openxmlformats.org/officeDocument/2006/relationships/image" Target="../media/image13.emf"/><Relationship Id="rId24" Type="http://schemas.openxmlformats.org/officeDocument/2006/relationships/image" Target="../media/image3.jpeg"/><Relationship Id="rId5" Type="http://schemas.openxmlformats.org/officeDocument/2006/relationships/image" Target="../media/image7.emf"/><Relationship Id="rId15" Type="http://schemas.openxmlformats.org/officeDocument/2006/relationships/image" Target="../media/image17.emf"/><Relationship Id="rId23" Type="http://schemas.openxmlformats.org/officeDocument/2006/relationships/image" Target="../media/image25.emf"/><Relationship Id="rId10" Type="http://schemas.openxmlformats.org/officeDocument/2006/relationships/image" Target="../media/image12.emf"/><Relationship Id="rId19" Type="http://schemas.openxmlformats.org/officeDocument/2006/relationships/image" Target="../media/image21.emf"/><Relationship Id="rId4" Type="http://schemas.openxmlformats.org/officeDocument/2006/relationships/image" Target="../media/image6.emf"/><Relationship Id="rId9" Type="http://schemas.openxmlformats.org/officeDocument/2006/relationships/image" Target="../media/image11.emf"/><Relationship Id="rId14" Type="http://schemas.openxmlformats.org/officeDocument/2006/relationships/image" Target="../media/image16.emf"/><Relationship Id="rId22" Type="http://schemas.openxmlformats.org/officeDocument/2006/relationships/image" Target="../media/image2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emf"/><Relationship Id="rId18" Type="http://schemas.openxmlformats.org/officeDocument/2006/relationships/image" Target="../media/image33.emf"/><Relationship Id="rId26" Type="http://schemas.openxmlformats.org/officeDocument/2006/relationships/image" Target="../media/image19.emf"/><Relationship Id="rId3" Type="http://schemas.openxmlformats.org/officeDocument/2006/relationships/image" Target="../media/image5.emf"/><Relationship Id="rId21" Type="http://schemas.openxmlformats.org/officeDocument/2006/relationships/image" Target="../media/image35.emf"/><Relationship Id="rId34" Type="http://schemas.openxmlformats.org/officeDocument/2006/relationships/image" Target="../media/image42.emf"/><Relationship Id="rId7" Type="http://schemas.openxmlformats.org/officeDocument/2006/relationships/image" Target="../media/image9.emf"/><Relationship Id="rId12" Type="http://schemas.openxmlformats.org/officeDocument/2006/relationships/image" Target="../media/image14.emf"/><Relationship Id="rId17" Type="http://schemas.openxmlformats.org/officeDocument/2006/relationships/image" Target="../media/image32.emf"/><Relationship Id="rId25" Type="http://schemas.openxmlformats.org/officeDocument/2006/relationships/image" Target="../media/image39.emf"/><Relationship Id="rId33" Type="http://schemas.openxmlformats.org/officeDocument/2006/relationships/image" Target="../media/image24.emf"/><Relationship Id="rId2" Type="http://schemas.openxmlformats.org/officeDocument/2006/relationships/image" Target="../media/image4.emf"/><Relationship Id="rId16" Type="http://schemas.openxmlformats.org/officeDocument/2006/relationships/image" Target="../media/image31.emf"/><Relationship Id="rId20" Type="http://schemas.openxmlformats.org/officeDocument/2006/relationships/image" Target="../media/image18.emf"/><Relationship Id="rId29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11" Type="http://schemas.openxmlformats.org/officeDocument/2006/relationships/image" Target="../media/image13.emf"/><Relationship Id="rId24" Type="http://schemas.openxmlformats.org/officeDocument/2006/relationships/image" Target="../media/image38.emf"/><Relationship Id="rId32" Type="http://schemas.openxmlformats.org/officeDocument/2006/relationships/image" Target="../media/image41.emf"/><Relationship Id="rId5" Type="http://schemas.openxmlformats.org/officeDocument/2006/relationships/image" Target="../media/image7.emf"/><Relationship Id="rId15" Type="http://schemas.openxmlformats.org/officeDocument/2006/relationships/image" Target="../media/image30.emf"/><Relationship Id="rId23" Type="http://schemas.openxmlformats.org/officeDocument/2006/relationships/image" Target="../media/image37.emf"/><Relationship Id="rId28" Type="http://schemas.openxmlformats.org/officeDocument/2006/relationships/image" Target="../media/image21.emf"/><Relationship Id="rId36" Type="http://schemas.openxmlformats.org/officeDocument/2006/relationships/image" Target="../media/image43.emf"/><Relationship Id="rId10" Type="http://schemas.openxmlformats.org/officeDocument/2006/relationships/image" Target="../media/image12.emf"/><Relationship Id="rId19" Type="http://schemas.openxmlformats.org/officeDocument/2006/relationships/image" Target="../media/image34.emf"/><Relationship Id="rId31" Type="http://schemas.openxmlformats.org/officeDocument/2006/relationships/image" Target="../media/image23.emf"/><Relationship Id="rId4" Type="http://schemas.openxmlformats.org/officeDocument/2006/relationships/image" Target="../media/image6.emf"/><Relationship Id="rId9" Type="http://schemas.openxmlformats.org/officeDocument/2006/relationships/image" Target="../media/image11.emf"/><Relationship Id="rId14" Type="http://schemas.openxmlformats.org/officeDocument/2006/relationships/image" Target="../media/image16.emf"/><Relationship Id="rId22" Type="http://schemas.openxmlformats.org/officeDocument/2006/relationships/image" Target="../media/image36.emf"/><Relationship Id="rId27" Type="http://schemas.openxmlformats.org/officeDocument/2006/relationships/image" Target="../media/image20.emf"/><Relationship Id="rId30" Type="http://schemas.openxmlformats.org/officeDocument/2006/relationships/image" Target="../media/image40.emf"/><Relationship Id="rId35" Type="http://schemas.openxmlformats.org/officeDocument/2006/relationships/image" Target="../media/image25.emf"/><Relationship Id="rId8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emf"/><Relationship Id="rId18" Type="http://schemas.openxmlformats.org/officeDocument/2006/relationships/image" Target="../media/image33.emf"/><Relationship Id="rId26" Type="http://schemas.openxmlformats.org/officeDocument/2006/relationships/image" Target="../media/image19.emf"/><Relationship Id="rId3" Type="http://schemas.openxmlformats.org/officeDocument/2006/relationships/image" Target="../media/image5.emf"/><Relationship Id="rId21" Type="http://schemas.openxmlformats.org/officeDocument/2006/relationships/image" Target="../media/image35.emf"/><Relationship Id="rId34" Type="http://schemas.openxmlformats.org/officeDocument/2006/relationships/image" Target="../media/image42.emf"/><Relationship Id="rId7" Type="http://schemas.openxmlformats.org/officeDocument/2006/relationships/image" Target="../media/image9.emf"/><Relationship Id="rId12" Type="http://schemas.openxmlformats.org/officeDocument/2006/relationships/image" Target="../media/image14.emf"/><Relationship Id="rId17" Type="http://schemas.openxmlformats.org/officeDocument/2006/relationships/image" Target="../media/image32.emf"/><Relationship Id="rId25" Type="http://schemas.openxmlformats.org/officeDocument/2006/relationships/image" Target="../media/image39.emf"/><Relationship Id="rId33" Type="http://schemas.openxmlformats.org/officeDocument/2006/relationships/image" Target="../media/image24.emf"/><Relationship Id="rId2" Type="http://schemas.openxmlformats.org/officeDocument/2006/relationships/image" Target="../media/image4.emf"/><Relationship Id="rId16" Type="http://schemas.openxmlformats.org/officeDocument/2006/relationships/image" Target="../media/image31.emf"/><Relationship Id="rId20" Type="http://schemas.openxmlformats.org/officeDocument/2006/relationships/image" Target="../media/image18.emf"/><Relationship Id="rId29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11" Type="http://schemas.openxmlformats.org/officeDocument/2006/relationships/image" Target="../media/image13.emf"/><Relationship Id="rId24" Type="http://schemas.openxmlformats.org/officeDocument/2006/relationships/image" Target="../media/image38.emf"/><Relationship Id="rId32" Type="http://schemas.openxmlformats.org/officeDocument/2006/relationships/image" Target="../media/image41.emf"/><Relationship Id="rId5" Type="http://schemas.openxmlformats.org/officeDocument/2006/relationships/image" Target="../media/image7.emf"/><Relationship Id="rId15" Type="http://schemas.openxmlformats.org/officeDocument/2006/relationships/image" Target="../media/image30.emf"/><Relationship Id="rId23" Type="http://schemas.openxmlformats.org/officeDocument/2006/relationships/image" Target="../media/image37.emf"/><Relationship Id="rId28" Type="http://schemas.openxmlformats.org/officeDocument/2006/relationships/image" Target="../media/image21.emf"/><Relationship Id="rId36" Type="http://schemas.openxmlformats.org/officeDocument/2006/relationships/image" Target="../media/image43.emf"/><Relationship Id="rId10" Type="http://schemas.openxmlformats.org/officeDocument/2006/relationships/image" Target="../media/image12.emf"/><Relationship Id="rId19" Type="http://schemas.openxmlformats.org/officeDocument/2006/relationships/image" Target="../media/image34.emf"/><Relationship Id="rId31" Type="http://schemas.openxmlformats.org/officeDocument/2006/relationships/image" Target="../media/image23.emf"/><Relationship Id="rId4" Type="http://schemas.openxmlformats.org/officeDocument/2006/relationships/image" Target="../media/image6.emf"/><Relationship Id="rId9" Type="http://schemas.openxmlformats.org/officeDocument/2006/relationships/image" Target="../media/image11.emf"/><Relationship Id="rId14" Type="http://schemas.openxmlformats.org/officeDocument/2006/relationships/image" Target="../media/image16.emf"/><Relationship Id="rId22" Type="http://schemas.openxmlformats.org/officeDocument/2006/relationships/image" Target="../media/image36.emf"/><Relationship Id="rId27" Type="http://schemas.openxmlformats.org/officeDocument/2006/relationships/image" Target="../media/image20.emf"/><Relationship Id="rId30" Type="http://schemas.openxmlformats.org/officeDocument/2006/relationships/image" Target="../media/image40.emf"/><Relationship Id="rId35" Type="http://schemas.openxmlformats.org/officeDocument/2006/relationships/image" Target="../media/image25.emf"/><Relationship Id="rId8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emf"/><Relationship Id="rId18" Type="http://schemas.openxmlformats.org/officeDocument/2006/relationships/image" Target="../media/image33.emf"/><Relationship Id="rId26" Type="http://schemas.openxmlformats.org/officeDocument/2006/relationships/image" Target="../media/image19.emf"/><Relationship Id="rId3" Type="http://schemas.openxmlformats.org/officeDocument/2006/relationships/image" Target="../media/image5.emf"/><Relationship Id="rId21" Type="http://schemas.openxmlformats.org/officeDocument/2006/relationships/image" Target="../media/image35.emf"/><Relationship Id="rId34" Type="http://schemas.openxmlformats.org/officeDocument/2006/relationships/image" Target="../media/image42.emf"/><Relationship Id="rId7" Type="http://schemas.openxmlformats.org/officeDocument/2006/relationships/image" Target="../media/image9.emf"/><Relationship Id="rId12" Type="http://schemas.openxmlformats.org/officeDocument/2006/relationships/image" Target="../media/image14.emf"/><Relationship Id="rId17" Type="http://schemas.openxmlformats.org/officeDocument/2006/relationships/image" Target="../media/image32.emf"/><Relationship Id="rId25" Type="http://schemas.openxmlformats.org/officeDocument/2006/relationships/image" Target="../media/image39.emf"/><Relationship Id="rId33" Type="http://schemas.openxmlformats.org/officeDocument/2006/relationships/image" Target="../media/image24.emf"/><Relationship Id="rId2" Type="http://schemas.openxmlformats.org/officeDocument/2006/relationships/image" Target="../media/image4.emf"/><Relationship Id="rId16" Type="http://schemas.openxmlformats.org/officeDocument/2006/relationships/image" Target="../media/image31.emf"/><Relationship Id="rId20" Type="http://schemas.openxmlformats.org/officeDocument/2006/relationships/image" Target="../media/image18.emf"/><Relationship Id="rId29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11" Type="http://schemas.openxmlformats.org/officeDocument/2006/relationships/image" Target="../media/image13.emf"/><Relationship Id="rId24" Type="http://schemas.openxmlformats.org/officeDocument/2006/relationships/image" Target="../media/image38.emf"/><Relationship Id="rId32" Type="http://schemas.openxmlformats.org/officeDocument/2006/relationships/image" Target="../media/image41.emf"/><Relationship Id="rId5" Type="http://schemas.openxmlformats.org/officeDocument/2006/relationships/image" Target="../media/image7.emf"/><Relationship Id="rId15" Type="http://schemas.openxmlformats.org/officeDocument/2006/relationships/image" Target="../media/image30.emf"/><Relationship Id="rId23" Type="http://schemas.openxmlformats.org/officeDocument/2006/relationships/image" Target="../media/image37.emf"/><Relationship Id="rId28" Type="http://schemas.openxmlformats.org/officeDocument/2006/relationships/image" Target="../media/image21.emf"/><Relationship Id="rId36" Type="http://schemas.openxmlformats.org/officeDocument/2006/relationships/image" Target="../media/image43.emf"/><Relationship Id="rId10" Type="http://schemas.openxmlformats.org/officeDocument/2006/relationships/image" Target="../media/image12.emf"/><Relationship Id="rId19" Type="http://schemas.openxmlformats.org/officeDocument/2006/relationships/image" Target="../media/image34.emf"/><Relationship Id="rId31" Type="http://schemas.openxmlformats.org/officeDocument/2006/relationships/image" Target="../media/image23.emf"/><Relationship Id="rId4" Type="http://schemas.openxmlformats.org/officeDocument/2006/relationships/image" Target="../media/image6.emf"/><Relationship Id="rId9" Type="http://schemas.openxmlformats.org/officeDocument/2006/relationships/image" Target="../media/image11.emf"/><Relationship Id="rId14" Type="http://schemas.openxmlformats.org/officeDocument/2006/relationships/image" Target="../media/image16.emf"/><Relationship Id="rId22" Type="http://schemas.openxmlformats.org/officeDocument/2006/relationships/image" Target="../media/image36.emf"/><Relationship Id="rId27" Type="http://schemas.openxmlformats.org/officeDocument/2006/relationships/image" Target="../media/image20.emf"/><Relationship Id="rId30" Type="http://schemas.openxmlformats.org/officeDocument/2006/relationships/image" Target="../media/image40.emf"/><Relationship Id="rId35" Type="http://schemas.openxmlformats.org/officeDocument/2006/relationships/image" Target="../media/image25.emf"/><Relationship Id="rId8" Type="http://schemas.openxmlformats.org/officeDocument/2006/relationships/image" Target="../media/image10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customXml" Target="../ink/ink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customXml" Target="../ink/ink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7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7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6.pn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7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customXml" Target="../ink/ink19.xml"/><Relationship Id="rId4" Type="http://schemas.openxmlformats.org/officeDocument/2006/relationships/image" Target="../media/image89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7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74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customXml" Target="../ink/ink2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customXml" Target="../ink/ink21.xml"/><Relationship Id="rId4" Type="http://schemas.openxmlformats.org/officeDocument/2006/relationships/image" Target="../media/image93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customXml" Target="../ink/ink2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13" Type="http://schemas.openxmlformats.org/officeDocument/2006/relationships/image" Target="../media/image910.png"/><Relationship Id="rId18" Type="http://schemas.openxmlformats.org/officeDocument/2006/relationships/customXml" Target="../ink/ink30.xml"/><Relationship Id="rId3" Type="http://schemas.openxmlformats.org/officeDocument/2006/relationships/image" Target="../media/image103.png"/><Relationship Id="rId7" Type="http://schemas.openxmlformats.org/officeDocument/2006/relationships/image" Target="../media/image88.png"/><Relationship Id="rId12" Type="http://schemas.openxmlformats.org/officeDocument/2006/relationships/customXml" Target="../ink/ink27.xml"/><Relationship Id="rId17" Type="http://schemas.openxmlformats.org/officeDocument/2006/relationships/image" Target="../media/image930.png"/><Relationship Id="rId2" Type="http://schemas.openxmlformats.org/officeDocument/2006/relationships/image" Target="../media/image100.png"/><Relationship Id="rId16" Type="http://schemas.openxmlformats.org/officeDocument/2006/relationships/customXml" Target="../ink/ink2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11" Type="http://schemas.openxmlformats.org/officeDocument/2006/relationships/image" Target="../media/image900.png"/><Relationship Id="rId5" Type="http://schemas.openxmlformats.org/officeDocument/2006/relationships/image" Target="../media/image102.png"/><Relationship Id="rId15" Type="http://schemas.openxmlformats.org/officeDocument/2006/relationships/image" Target="../media/image920.png"/><Relationship Id="rId10" Type="http://schemas.openxmlformats.org/officeDocument/2006/relationships/customXml" Target="../ink/ink26.xml"/><Relationship Id="rId19" Type="http://schemas.openxmlformats.org/officeDocument/2006/relationships/image" Target="../media/image106.png"/><Relationship Id="rId4" Type="http://schemas.openxmlformats.org/officeDocument/2006/relationships/image" Target="../media/image105.png"/><Relationship Id="rId9" Type="http://schemas.openxmlformats.org/officeDocument/2006/relationships/image" Target="../media/image89.png"/><Relationship Id="rId14" Type="http://schemas.openxmlformats.org/officeDocument/2006/relationships/customXml" Target="../ink/ink2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5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0691B0-CEC6-481E-939D-D8810FDC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95ADE-74FF-47AD-9C8F-165D1AECFFA2}"/>
              </a:ext>
            </a:extLst>
          </p:cNvPr>
          <p:cNvSpPr/>
          <p:nvPr/>
        </p:nvSpPr>
        <p:spPr>
          <a:xfrm>
            <a:off x="0" y="2209800"/>
            <a:ext cx="9144000" cy="345488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CEACF-131C-41A4-94AE-DC03953FB264}"/>
              </a:ext>
            </a:extLst>
          </p:cNvPr>
          <p:cNvSpPr/>
          <p:nvPr/>
        </p:nvSpPr>
        <p:spPr>
          <a:xfrm>
            <a:off x="8756650" y="2218752"/>
            <a:ext cx="387350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A6099-E7BC-4E0E-A993-A4A0E232DA82}"/>
              </a:ext>
            </a:extLst>
          </p:cNvPr>
          <p:cNvSpPr/>
          <p:nvPr/>
        </p:nvSpPr>
        <p:spPr>
          <a:xfrm>
            <a:off x="0" y="2218752"/>
            <a:ext cx="192024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A7D032-226B-4118-91E6-7691DCD6E9C0}"/>
              </a:ext>
            </a:extLst>
          </p:cNvPr>
          <p:cNvSpPr/>
          <p:nvPr/>
        </p:nvSpPr>
        <p:spPr>
          <a:xfrm>
            <a:off x="188735" y="2218752"/>
            <a:ext cx="192024" cy="3445934"/>
          </a:xfrm>
          <a:prstGeom prst="rect">
            <a:avLst/>
          </a:prstGeom>
          <a:solidFill>
            <a:srgbClr val="FFC000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103DEAD-D09C-405E-8E54-66750C17923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3575"/>
            <a:ext cx="9144000" cy="14700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ＭＳ Ｐゴシック" charset="0"/>
                <a:cs typeface="+mj-cs"/>
              </a:rPr>
              <a:t>CPR E 281: Digital Logic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0D3868F-B461-4FA8-9F34-9EACAEC215A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0"/>
            <a:ext cx="9144000" cy="2209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Md Maruf Ahamed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Office: 307 Durham Center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Phone: (515) 294-6323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Email: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maruf@iastate.edu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361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80F84150-23C2-2B4E-9AF3-3C96FE96E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solidFill>
                  <a:srgbClr val="FF0000"/>
                </a:solidFill>
                <a:ea typeface="+mj-ea"/>
                <a:cs typeface="+mj-cs"/>
              </a:rPr>
              <a:t>Administrative Stuff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D583FDE5-0A59-BD41-A182-AC71C16B0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609600"/>
            <a:ext cx="8991600" cy="5943600"/>
          </a:xfrm>
        </p:spPr>
        <p:txBody>
          <a:bodyPr/>
          <a:lstStyle/>
          <a:p>
            <a:pPr marL="320040" lvl="1" indent="-320040" eaLnBrk="1" hangingPunct="1"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Homework: </a:t>
            </a:r>
            <a:r>
              <a:rPr lang="en-US" sz="3000" dirty="0"/>
              <a:t> </a:t>
            </a:r>
          </a:p>
          <a:p>
            <a:pPr marL="320040" lvl="1" indent="-320040" eaLnBrk="1" hangingPunct="1"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Quiz:</a:t>
            </a:r>
            <a:endParaRPr lang="en-US" sz="3000" dirty="0"/>
          </a:p>
          <a:p>
            <a:pPr marL="320040" lvl="1" indent="-320040" eaLnBrk="1" hangingPunct="1"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Recitation: </a:t>
            </a:r>
            <a:r>
              <a:rPr lang="en-US" sz="3000" dirty="0"/>
              <a:t>Recitation #04 next week</a:t>
            </a:r>
          </a:p>
          <a:p>
            <a:pPr marL="320040" lvl="1" indent="-320040" eaLnBrk="1" hangingPunct="1"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Lab: </a:t>
            </a:r>
            <a:r>
              <a:rPr lang="en-US" sz="3000" dirty="0"/>
              <a:t>Lab # 04 next week</a:t>
            </a:r>
          </a:p>
          <a:p>
            <a:pPr marL="731520" lvl="3" indent="-182880" eaLnBrk="1" hangingPunct="1">
              <a:spcAft>
                <a:spcPts val="600"/>
              </a:spcAft>
              <a:defRPr/>
            </a:pPr>
            <a:r>
              <a:rPr lang="en-US" sz="2400" dirty="0"/>
              <a:t>Submit pre-lab prior to the lab otherwise you will lose 20% points</a:t>
            </a:r>
          </a:p>
          <a:p>
            <a:pPr marL="320040" lvl="1" indent="-320040" eaLnBrk="1" hangingPunct="1">
              <a:spcAft>
                <a:spcPts val="600"/>
              </a:spcAft>
              <a:defRPr/>
            </a:pPr>
            <a:r>
              <a:rPr lang="en-US" sz="3000" dirty="0">
                <a:solidFill>
                  <a:srgbClr val="0066FF"/>
                </a:solidFill>
              </a:rPr>
              <a:t>Lecture-12 Readings: </a:t>
            </a:r>
            <a:r>
              <a:rPr lang="en-US" sz="3000" dirty="0"/>
              <a:t>Section 2.17</a:t>
            </a:r>
          </a:p>
          <a:p>
            <a:pPr marL="0" lvl="1" indent="0" eaLnBrk="1" hangingPunct="1">
              <a:spcAft>
                <a:spcPts val="600"/>
              </a:spcAft>
              <a:buNone/>
              <a:defRPr/>
            </a:pPr>
            <a:r>
              <a:rPr lang="en-US" sz="3000" dirty="0">
                <a:solidFill>
                  <a:srgbClr val="0066FF"/>
                </a:solidFill>
              </a:rPr>
              <a:t>Midterm 1: </a:t>
            </a:r>
            <a:r>
              <a:rPr lang="en-US" sz="3000" dirty="0">
                <a:solidFill>
                  <a:srgbClr val="000000"/>
                </a:solidFill>
                <a:highlight>
                  <a:srgbClr val="FFFF00"/>
                </a:highlight>
              </a:rPr>
              <a:t>Friday, Feb 18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rgbClr val="FF0000"/>
                </a:solidFill>
              </a:rPr>
              <a:t>Midterm 1 Samples: </a:t>
            </a:r>
            <a:r>
              <a:rPr lang="en-US" sz="3000" dirty="0">
                <a:solidFill>
                  <a:srgbClr val="000000"/>
                </a:solidFill>
              </a:rPr>
              <a:t>( 2019 Exam)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rgbClr val="FF0000"/>
                </a:solidFill>
              </a:rPr>
              <a:t>Midterm 1 bonus credit: </a:t>
            </a:r>
            <a:r>
              <a:rPr lang="en-US" sz="2800" dirty="0">
                <a:solidFill>
                  <a:srgbClr val="000000"/>
                </a:solidFill>
              </a:rPr>
              <a:t>Due before by Feb 18 @4:00pm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480B98-CB43-4109-9B52-91BC90F2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7619F1-5350-4307-9409-443BD106766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28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C2C7-9EDE-4430-A34B-E779489E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+mj-ea"/>
                <a:cs typeface="+mj-cs"/>
              </a:rPr>
              <a:t>12–Examples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9B821-ABB0-4BC8-AF04-34B658E1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5AE38B-8B29-4CFD-8DC4-49E537DD3855}"/>
              </a:ext>
            </a:extLst>
          </p:cNvPr>
          <p:cNvSpPr txBox="1">
            <a:spLocks noChangeArrowheads="1"/>
          </p:cNvSpPr>
          <p:nvPr/>
        </p:nvSpPr>
        <p:spPr>
          <a:xfrm>
            <a:off x="666750" y="735329"/>
            <a:ext cx="7810500" cy="558927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lang="en-US" sz="3000" kern="0" dirty="0">
                <a:solidFill>
                  <a:srgbClr val="000000"/>
                </a:solidFill>
                <a:latin typeface="Times New Roman"/>
              </a:rPr>
              <a:t>Midterm 1 outlines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lang="en-US" sz="3000" kern="0" dirty="0">
                <a:solidFill>
                  <a:srgbClr val="000000"/>
                </a:solidFill>
                <a:latin typeface="Times New Roman"/>
              </a:rPr>
              <a:t>E</a:t>
            </a:r>
            <a:r>
              <a:rPr kumimoji="0" lang="en-US" sz="3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xamples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5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77D6C-1BD6-43C3-A162-7F8697912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 1 - Syllabus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DD7B7A-130D-42F2-BF3C-EA8E597F1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35970F-ED5F-43BB-AD29-6CC7E96DD0E1}"/>
              </a:ext>
            </a:extLst>
          </p:cNvPr>
          <p:cNvSpPr txBox="1">
            <a:spLocks noChangeArrowheads="1"/>
          </p:cNvSpPr>
          <p:nvPr/>
        </p:nvSpPr>
        <p:spPr>
          <a:xfrm>
            <a:off x="76200" y="914400"/>
            <a:ext cx="8991600" cy="5410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Lectures: </a:t>
            </a:r>
            <a:r>
              <a:rPr kumimoji="0" lang="en-US" sz="3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Lec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 01- </a:t>
            </a:r>
            <a:r>
              <a:rPr kumimoji="0" lang="en-US" sz="3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Lec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 12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Homework: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HW #00 ~ HW #03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Quiz: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Quiz #1 ~ Quiz #3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Recitation: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Recitation #01- 04 </a:t>
            </a:r>
          </a:p>
          <a:p>
            <a:pPr marL="857250" marR="0" lvl="2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Closed book</a:t>
            </a:r>
          </a:p>
          <a:p>
            <a:pPr marL="857250" marR="0" lvl="2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No Calculator allowed</a:t>
            </a:r>
          </a:p>
          <a:p>
            <a:pPr marL="857250" marR="0" lvl="2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You can use </a:t>
            </a: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two pages </a:t>
            </a: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(double sided) cheat sheet (printed or handwritten).</a:t>
            </a:r>
          </a:p>
        </p:txBody>
      </p:sp>
    </p:spTree>
    <p:extLst>
      <p:ext uri="{BB962C8B-B14F-4D97-AF65-F5344CB8AC3E}">
        <p14:creationId xmlns:p14="http://schemas.microsoft.com/office/powerpoint/2010/main" val="2607089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77D6C-1BD6-43C3-A162-7F8697912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 1 - Topics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DD7B7A-130D-42F2-BF3C-EA8E597F1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35970F-ED5F-43BB-AD29-6CC7E96DD0E1}"/>
              </a:ext>
            </a:extLst>
          </p:cNvPr>
          <p:cNvSpPr txBox="1">
            <a:spLocks noChangeArrowheads="1"/>
          </p:cNvSpPr>
          <p:nvPr/>
        </p:nvSpPr>
        <p:spPr>
          <a:xfrm>
            <a:off x="1066799" y="533400"/>
            <a:ext cx="6096001" cy="5867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Binary Numbers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Octal Numbers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Hexadecimal Numbers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Conversion between the different number systems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Truth Tables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Boolean Algebra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Logic Gates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Circuit Synthesis with AND, OR, NOT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Circuit Synthesis with NAND, NOR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Converting an AND/OR/NOT circuit to NAND circuit 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Converting an AND/OR/NOT circuit to NOR  circuit 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SOP and POS expressions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Mapping a Circuit to Verilog code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Mapping Verilog code to a circuit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Multiplexers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Venn Diagrams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K-maps for 2, 3, and 4 variables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Minimization of Boolean expressions using theorems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Minimization of Boolean expressions  with K-maps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Incompletely specified functions (with don’t cares)</a:t>
            </a:r>
          </a:p>
          <a:p>
            <a:pPr marL="320040" marR="0" lvl="1" indent="-32004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Functions with multiple outputs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727961F-9396-4BA5-BAD9-AD8B699A57B6}"/>
                  </a:ext>
                </a:extLst>
              </p14:cNvPr>
              <p14:cNvContentPartPr/>
              <p14:nvPr/>
            </p14:nvContentPartPr>
            <p14:xfrm>
              <a:off x="4347360" y="5929560"/>
              <a:ext cx="2005200" cy="482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727961F-9396-4BA5-BAD9-AD8B699A57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38000" y="5920200"/>
                <a:ext cx="2023920" cy="50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0631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B3D423-D1C8-495B-A5EA-B181AF53F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972" y="762000"/>
            <a:ext cx="6226428" cy="55567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623465-947D-4758-924E-F1D5E8A8A273}"/>
              </a:ext>
            </a:extLst>
          </p:cNvPr>
          <p:cNvSpPr/>
          <p:nvPr/>
        </p:nvSpPr>
        <p:spPr>
          <a:xfrm>
            <a:off x="76200" y="125249"/>
            <a:ext cx="89916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Midterm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  <a:r>
              <a:rPr kumimoji="0" lang="en-US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1- sample outlines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3C4F94-617B-47C1-B8EB-B626D1D29FF9}"/>
                  </a:ext>
                </a:extLst>
              </p14:cNvPr>
              <p14:cNvContentPartPr/>
              <p14:nvPr/>
            </p14:nvContentPartPr>
            <p14:xfrm>
              <a:off x="5310720" y="1196280"/>
              <a:ext cx="3823560" cy="4917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3C4F94-617B-47C1-B8EB-B626D1D29F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01360" y="1186920"/>
                <a:ext cx="3842280" cy="493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71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13C47BFE-3B30-4D21-8F2E-5B5ADF628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447800"/>
            <a:ext cx="9144000" cy="685800"/>
          </a:xfrm>
        </p:spPr>
        <p:txBody>
          <a:bodyPr/>
          <a:lstStyle/>
          <a:p>
            <a:r>
              <a:rPr lang="en-US" altLang="en-US"/>
              <a:t>Example 1</a:t>
            </a:r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B373B529-7420-42D8-A503-F71985ED3D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3276600"/>
            <a:ext cx="7924800" cy="8382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en-US" altLang="en-US"/>
              <a:t>Determine if the following equation is valid</a:t>
            </a:r>
          </a:p>
        </p:txBody>
      </p:sp>
      <p:pic>
        <p:nvPicPr>
          <p:cNvPr id="11267" name="Picture 4" descr="Screen shot 2013-09-25 at 1.06.21 PM.png">
            <a:extLst>
              <a:ext uri="{FF2B5EF4-FFF2-40B4-BE49-F238E27FC236}">
                <a16:creationId xmlns:a16="http://schemas.microsoft.com/office/drawing/2014/main" id="{E0B55DF6-3759-4B4D-A668-D0C79D32A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038600"/>
            <a:ext cx="8166100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3" descr="Screen shot 2013-09-25 at 1.06.21 PM.png">
            <a:extLst>
              <a:ext uri="{FF2B5EF4-FFF2-40B4-BE49-F238E27FC236}">
                <a16:creationId xmlns:a16="http://schemas.microsoft.com/office/drawing/2014/main" id="{A87BD4EE-0B3A-47CD-A3BC-32551A6EE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63800"/>
            <a:ext cx="8166100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4" name="Right Brace 5">
            <a:extLst>
              <a:ext uri="{FF2B5EF4-FFF2-40B4-BE49-F238E27FC236}">
                <a16:creationId xmlns:a16="http://schemas.microsoft.com/office/drawing/2014/main" id="{5BC845B7-02E4-40D5-8D8F-0A6D21599E91}"/>
              </a:ext>
            </a:extLst>
          </p:cNvPr>
          <p:cNvSpPr>
            <a:spLocks/>
          </p:cNvSpPr>
          <p:nvPr/>
        </p:nvSpPr>
        <p:spPr bwMode="auto">
          <a:xfrm rot="5400000">
            <a:off x="2247900" y="1587500"/>
            <a:ext cx="381000" cy="3657600"/>
          </a:xfrm>
          <a:prstGeom prst="rightBrace">
            <a:avLst>
              <a:gd name="adj1" fmla="val 8311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5" name="Right Brace 6">
            <a:extLst>
              <a:ext uri="{FF2B5EF4-FFF2-40B4-BE49-F238E27FC236}">
                <a16:creationId xmlns:a16="http://schemas.microsoft.com/office/drawing/2014/main" id="{F8EE24E1-C44D-43E6-8160-ACCB84CFCDAF}"/>
              </a:ext>
            </a:extLst>
          </p:cNvPr>
          <p:cNvSpPr>
            <a:spLocks/>
          </p:cNvSpPr>
          <p:nvPr/>
        </p:nvSpPr>
        <p:spPr bwMode="auto">
          <a:xfrm rot="5400000">
            <a:off x="6438900" y="1587500"/>
            <a:ext cx="381000" cy="3657600"/>
          </a:xfrm>
          <a:prstGeom prst="rightBrace">
            <a:avLst>
              <a:gd name="adj1" fmla="val 8311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6" name="TextBox 7">
            <a:extLst>
              <a:ext uri="{FF2B5EF4-FFF2-40B4-BE49-F238E27FC236}">
                <a16:creationId xmlns:a16="http://schemas.microsoft.com/office/drawing/2014/main" id="{BD7F8D36-E104-4A4A-AF7D-08BBDE146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082800"/>
            <a:ext cx="4127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?</a:t>
            </a:r>
          </a:p>
        </p:txBody>
      </p:sp>
      <p:sp>
        <p:nvSpPr>
          <p:cNvPr id="13317" name="TextBox 8">
            <a:extLst>
              <a:ext uri="{FF2B5EF4-FFF2-40B4-BE49-F238E27FC236}">
                <a16:creationId xmlns:a16="http://schemas.microsoft.com/office/drawing/2014/main" id="{E4D4E76C-53D7-405A-94A6-14CBC9C18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911600"/>
            <a:ext cx="9604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LHS</a:t>
            </a:r>
          </a:p>
        </p:txBody>
      </p:sp>
      <p:sp>
        <p:nvSpPr>
          <p:cNvPr id="13318" name="TextBox 9">
            <a:extLst>
              <a:ext uri="{FF2B5EF4-FFF2-40B4-BE49-F238E27FC236}">
                <a16:creationId xmlns:a16="http://schemas.microsoft.com/office/drawing/2014/main" id="{50C5D843-79C1-45D9-A55E-0D238D4D5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0138" y="4064000"/>
            <a:ext cx="9826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RHS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DAD4FB45-EB7B-44C6-BC15-2AD79C4E17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Left-Hand Side (LHS)</a:t>
            </a:r>
          </a:p>
        </p:txBody>
      </p:sp>
      <p:sp>
        <p:nvSpPr>
          <p:cNvPr id="14338" name="Rectangle 1028">
            <a:extLst>
              <a:ext uri="{FF2B5EF4-FFF2-40B4-BE49-F238E27FC236}">
                <a16:creationId xmlns:a16="http://schemas.microsoft.com/office/drawing/2014/main" id="{0793E04F-D7E6-4E35-A160-E99B9CD4C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690688"/>
            <a:ext cx="7745413" cy="12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339" name="Picture 1029">
            <a:extLst>
              <a:ext uri="{FF2B5EF4-FFF2-40B4-BE49-F238E27FC236}">
                <a16:creationId xmlns:a16="http://schemas.microsoft.com/office/drawing/2014/main" id="{A65A4CC8-C828-4E21-99C8-971B8B301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1949450"/>
            <a:ext cx="201613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1030">
            <a:extLst>
              <a:ext uri="{FF2B5EF4-FFF2-40B4-BE49-F238E27FC236}">
                <a16:creationId xmlns:a16="http://schemas.microsoft.com/office/drawing/2014/main" id="{C3FCE9A9-AD95-47D6-A37C-06CE93650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2017713"/>
            <a:ext cx="1301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1031">
            <a:extLst>
              <a:ext uri="{FF2B5EF4-FFF2-40B4-BE49-F238E27FC236}">
                <a16:creationId xmlns:a16="http://schemas.microsoft.com/office/drawing/2014/main" id="{C8055F10-A742-499F-9CD9-92432F6DB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2025650"/>
            <a:ext cx="193675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Rectangle 1032">
            <a:extLst>
              <a:ext uri="{FF2B5EF4-FFF2-40B4-BE49-F238E27FC236}">
                <a16:creationId xmlns:a16="http://schemas.microsoft.com/office/drawing/2014/main" id="{B07EDD9A-CE0D-467B-B400-A5736A676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171926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343" name="Rectangle 1033">
            <a:extLst>
              <a:ext uri="{FF2B5EF4-FFF2-40B4-BE49-F238E27FC236}">
                <a16:creationId xmlns:a16="http://schemas.microsoft.com/office/drawing/2014/main" id="{0942C5B6-54CF-4AD6-998C-15912DEED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1719263"/>
            <a:ext cx="14288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344" name="Rectangle 1034">
            <a:extLst>
              <a:ext uri="{FF2B5EF4-FFF2-40B4-BE49-F238E27FC236}">
                <a16:creationId xmlns:a16="http://schemas.microsoft.com/office/drawing/2014/main" id="{BFB39DBD-AE6D-44EA-9DA1-AA90F2CED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171926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345" name="Picture 1035">
            <a:extLst>
              <a:ext uri="{FF2B5EF4-FFF2-40B4-BE49-F238E27FC236}">
                <a16:creationId xmlns:a16="http://schemas.microsoft.com/office/drawing/2014/main" id="{A2F6B441-2C1D-4491-9DC5-712EF93D4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38" y="2378075"/>
            <a:ext cx="146050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6" name="Picture 1036">
            <a:extLst>
              <a:ext uri="{FF2B5EF4-FFF2-40B4-BE49-F238E27FC236}">
                <a16:creationId xmlns:a16="http://schemas.microsoft.com/office/drawing/2014/main" id="{3E0E0C66-37BC-4F5D-9B69-D2F042FAB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7" name="Picture 1037">
            <a:extLst>
              <a:ext uri="{FF2B5EF4-FFF2-40B4-BE49-F238E27FC236}">
                <a16:creationId xmlns:a16="http://schemas.microsoft.com/office/drawing/2014/main" id="{ED174D1B-5030-4EA7-8085-5CC5B5B32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13" y="2378075"/>
            <a:ext cx="227012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8" name="Picture 1038">
            <a:extLst>
              <a:ext uri="{FF2B5EF4-FFF2-40B4-BE49-F238E27FC236}">
                <a16:creationId xmlns:a16="http://schemas.microsoft.com/office/drawing/2014/main" id="{C665843B-887E-4F44-AFB5-7F73BF4B5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238" y="2301875"/>
            <a:ext cx="141287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9" name="Picture 1039">
            <a:extLst>
              <a:ext uri="{FF2B5EF4-FFF2-40B4-BE49-F238E27FC236}">
                <a16:creationId xmlns:a16="http://schemas.microsoft.com/office/drawing/2014/main" id="{3F2C2FB5-433F-4098-A254-00A8B56C0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688" y="2373313"/>
            <a:ext cx="1127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0" name="Picture 1040">
            <a:extLst>
              <a:ext uri="{FF2B5EF4-FFF2-40B4-BE49-F238E27FC236}">
                <a16:creationId xmlns:a16="http://schemas.microsoft.com/office/drawing/2014/main" id="{9BCFC6E8-08CD-4067-9424-D6210762B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" y="2378075"/>
            <a:ext cx="98425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51" name="Rectangle 1041">
            <a:extLst>
              <a:ext uri="{FF2B5EF4-FFF2-40B4-BE49-F238E27FC236}">
                <a16:creationId xmlns:a16="http://schemas.microsoft.com/office/drawing/2014/main" id="{AB5DE7A2-066B-42DD-89BF-3E0FF3B6C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26536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352" name="Picture 1042">
            <a:extLst>
              <a:ext uri="{FF2B5EF4-FFF2-40B4-BE49-F238E27FC236}">
                <a16:creationId xmlns:a16="http://schemas.microsoft.com/office/drawing/2014/main" id="{683634E0-6C3C-4E87-AFE8-34D14E2E3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938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3" name="Picture 1043">
            <a:extLst>
              <a:ext uri="{FF2B5EF4-FFF2-40B4-BE49-F238E27FC236}">
                <a16:creationId xmlns:a16="http://schemas.microsoft.com/office/drawing/2014/main" id="{6777C8D8-EDA7-4EBE-9452-3DEB0FFBC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2414588"/>
            <a:ext cx="73025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4" name="Picture 1044">
            <a:extLst>
              <a:ext uri="{FF2B5EF4-FFF2-40B4-BE49-F238E27FC236}">
                <a16:creationId xmlns:a16="http://schemas.microsoft.com/office/drawing/2014/main" id="{104E884F-4B85-4B80-A395-36E06E36C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5" name="Picture 1045">
            <a:extLst>
              <a:ext uri="{FF2B5EF4-FFF2-40B4-BE49-F238E27FC236}">
                <a16:creationId xmlns:a16="http://schemas.microsoft.com/office/drawing/2014/main" id="{828B683E-4709-4228-AB45-BDDAE23CD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2414588"/>
            <a:ext cx="87313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6" name="Picture 1046">
            <a:extLst>
              <a:ext uri="{FF2B5EF4-FFF2-40B4-BE49-F238E27FC236}">
                <a16:creationId xmlns:a16="http://schemas.microsoft.com/office/drawing/2014/main" id="{A1504E2C-6170-4FC3-AF86-BCE44D867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213" y="2376488"/>
            <a:ext cx="144462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7" name="Picture 1047">
            <a:extLst>
              <a:ext uri="{FF2B5EF4-FFF2-40B4-BE49-F238E27FC236}">
                <a16:creationId xmlns:a16="http://schemas.microsoft.com/office/drawing/2014/main" id="{3B152B44-9A19-4C83-9CBB-5E75AD045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75" y="2416175"/>
            <a:ext cx="8731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58" name="Rectangle 1048">
            <a:extLst>
              <a:ext uri="{FF2B5EF4-FFF2-40B4-BE49-F238E27FC236}">
                <a16:creationId xmlns:a16="http://schemas.microsoft.com/office/drawing/2014/main" id="{65845308-19C8-4C82-8B8A-AAA70D921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2265363"/>
            <a:ext cx="14288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359" name="Rectangle 1049">
            <a:extLst>
              <a:ext uri="{FF2B5EF4-FFF2-40B4-BE49-F238E27FC236}">
                <a16:creationId xmlns:a16="http://schemas.microsoft.com/office/drawing/2014/main" id="{04C66394-32A5-4BC2-AEE7-2A6DFB3D3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226536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360" name="Picture 1050">
            <a:extLst>
              <a:ext uri="{FF2B5EF4-FFF2-40B4-BE49-F238E27FC236}">
                <a16:creationId xmlns:a16="http://schemas.microsoft.com/office/drawing/2014/main" id="{FA2F2876-512A-4358-9868-DB09785F1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938" y="2297113"/>
            <a:ext cx="14446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61" name="Rectangle 1051">
            <a:extLst>
              <a:ext uri="{FF2B5EF4-FFF2-40B4-BE49-F238E27FC236}">
                <a16:creationId xmlns:a16="http://schemas.microsoft.com/office/drawing/2014/main" id="{DE6BEC43-73AB-4D9D-8982-C53DCF48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713038"/>
            <a:ext cx="7745413" cy="1428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362" name="Picture 1052">
            <a:extLst>
              <a:ext uri="{FF2B5EF4-FFF2-40B4-BE49-F238E27FC236}">
                <a16:creationId xmlns:a16="http://schemas.microsoft.com/office/drawing/2014/main" id="{04F3056E-9EAA-4AE6-9532-BFCDCCA3D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29591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63" name="Rectangle 1053">
            <a:extLst>
              <a:ext uri="{FF2B5EF4-FFF2-40B4-BE49-F238E27FC236}">
                <a16:creationId xmlns:a16="http://schemas.microsoft.com/office/drawing/2014/main" id="{17526B71-1AC4-43D1-B00F-794B2F8DD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72732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364" name="Picture 1054">
            <a:extLst>
              <a:ext uri="{FF2B5EF4-FFF2-40B4-BE49-F238E27FC236}">
                <a16:creationId xmlns:a16="http://schemas.microsoft.com/office/drawing/2014/main" id="{A5B2FBF4-716B-4C33-B283-2B7B6CECC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2959100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5" name="Picture 1055">
            <a:extLst>
              <a:ext uri="{FF2B5EF4-FFF2-40B4-BE49-F238E27FC236}">
                <a16:creationId xmlns:a16="http://schemas.microsoft.com/office/drawing/2014/main" id="{7841E1C5-D234-49AD-8A25-82CFBFB37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2959100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6" name="Picture 1056">
            <a:extLst>
              <a:ext uri="{FF2B5EF4-FFF2-40B4-BE49-F238E27FC236}">
                <a16:creationId xmlns:a16="http://schemas.microsoft.com/office/drawing/2014/main" id="{F2D0CD51-E1E3-432B-8646-CA056EE15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29591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67" name="Rectangle 1057">
            <a:extLst>
              <a:ext uri="{FF2B5EF4-FFF2-40B4-BE49-F238E27FC236}">
                <a16:creationId xmlns:a16="http://schemas.microsoft.com/office/drawing/2014/main" id="{E3EFA1B9-AFBE-406E-9F43-DA0581CEC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2727325"/>
            <a:ext cx="14288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368" name="Rectangle 1058">
            <a:extLst>
              <a:ext uri="{FF2B5EF4-FFF2-40B4-BE49-F238E27FC236}">
                <a16:creationId xmlns:a16="http://schemas.microsoft.com/office/drawing/2014/main" id="{73C4E644-37E6-4A0A-BCA2-5D82C0A2D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272732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369" name="Picture 1060">
            <a:extLst>
              <a:ext uri="{FF2B5EF4-FFF2-40B4-BE49-F238E27FC236}">
                <a16:creationId xmlns:a16="http://schemas.microsoft.com/office/drawing/2014/main" id="{1D2AEECC-5745-475C-8CBC-83DB638DE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3314700"/>
            <a:ext cx="984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70" name="Rectangle 1061">
            <a:extLst>
              <a:ext uri="{FF2B5EF4-FFF2-40B4-BE49-F238E27FC236}">
                <a16:creationId xmlns:a16="http://schemas.microsoft.com/office/drawing/2014/main" id="{C5898712-4F8F-418D-97C6-1A2BBFBF2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2607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371" name="Picture 1062">
            <a:extLst>
              <a:ext uri="{FF2B5EF4-FFF2-40B4-BE49-F238E27FC236}">
                <a16:creationId xmlns:a16="http://schemas.microsoft.com/office/drawing/2014/main" id="{776F42F3-5580-440F-8DF5-934CF4FAE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3314700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2" name="Picture 1063">
            <a:extLst>
              <a:ext uri="{FF2B5EF4-FFF2-40B4-BE49-F238E27FC236}">
                <a16:creationId xmlns:a16="http://schemas.microsoft.com/office/drawing/2014/main" id="{8E04945D-A160-455A-9CCF-236120AF5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3314700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3" name="Picture 1064">
            <a:extLst>
              <a:ext uri="{FF2B5EF4-FFF2-40B4-BE49-F238E27FC236}">
                <a16:creationId xmlns:a16="http://schemas.microsoft.com/office/drawing/2014/main" id="{44E6EF04-5D2C-4B9C-8A43-ACEBAD168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3314700"/>
            <a:ext cx="984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74" name="Rectangle 1065">
            <a:extLst>
              <a:ext uri="{FF2B5EF4-FFF2-40B4-BE49-F238E27FC236}">
                <a16:creationId xmlns:a16="http://schemas.microsoft.com/office/drawing/2014/main" id="{75B256BD-36EF-47C4-97E0-11B15C35F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2607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375" name="Rectangle 1066">
            <a:extLst>
              <a:ext uri="{FF2B5EF4-FFF2-40B4-BE49-F238E27FC236}">
                <a16:creationId xmlns:a16="http://schemas.microsoft.com/office/drawing/2014/main" id="{B22F73D5-4D19-46C7-8CB3-A992C5999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2607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376" name="Picture 1068">
            <a:extLst>
              <a:ext uri="{FF2B5EF4-FFF2-40B4-BE49-F238E27FC236}">
                <a16:creationId xmlns:a16="http://schemas.microsoft.com/office/drawing/2014/main" id="{3E697BCA-DEDB-4108-8552-EA7786EF4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3665538"/>
            <a:ext cx="1174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77" name="Rectangle 1069">
            <a:extLst>
              <a:ext uri="{FF2B5EF4-FFF2-40B4-BE49-F238E27FC236}">
                <a16:creationId xmlns:a16="http://schemas.microsoft.com/office/drawing/2014/main" id="{B6D88CCB-0923-49FE-9E63-139453F5A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6163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378" name="Picture 1070">
            <a:extLst>
              <a:ext uri="{FF2B5EF4-FFF2-40B4-BE49-F238E27FC236}">
                <a16:creationId xmlns:a16="http://schemas.microsoft.com/office/drawing/2014/main" id="{193808DE-FE08-4CEA-A31D-B27B98FFC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3665538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9" name="Picture 1071">
            <a:extLst>
              <a:ext uri="{FF2B5EF4-FFF2-40B4-BE49-F238E27FC236}">
                <a16:creationId xmlns:a16="http://schemas.microsoft.com/office/drawing/2014/main" id="{31E5A6B1-23F9-4D11-8C4B-B46F79ABF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36655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80" name="Picture 1072">
            <a:extLst>
              <a:ext uri="{FF2B5EF4-FFF2-40B4-BE49-F238E27FC236}">
                <a16:creationId xmlns:a16="http://schemas.microsoft.com/office/drawing/2014/main" id="{5544BA71-99E9-4DF3-ACAC-E7E60D148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36655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81" name="Rectangle 1073">
            <a:extLst>
              <a:ext uri="{FF2B5EF4-FFF2-40B4-BE49-F238E27FC236}">
                <a16:creationId xmlns:a16="http://schemas.microsoft.com/office/drawing/2014/main" id="{643B7379-3DA9-4429-8314-0A37735BA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6163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382" name="Rectangle 1074">
            <a:extLst>
              <a:ext uri="{FF2B5EF4-FFF2-40B4-BE49-F238E27FC236}">
                <a16:creationId xmlns:a16="http://schemas.microsoft.com/office/drawing/2014/main" id="{162DD29D-DAAF-44EE-BD28-053022F47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6163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383" name="Picture 1076">
            <a:extLst>
              <a:ext uri="{FF2B5EF4-FFF2-40B4-BE49-F238E27FC236}">
                <a16:creationId xmlns:a16="http://schemas.microsoft.com/office/drawing/2014/main" id="{1B539AF8-57D0-49D2-A6C9-F34078C7E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40211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84" name="Rectangle 1077">
            <a:extLst>
              <a:ext uri="{FF2B5EF4-FFF2-40B4-BE49-F238E27FC236}">
                <a16:creationId xmlns:a16="http://schemas.microsoft.com/office/drawing/2014/main" id="{637C5D77-01AD-4B93-8B30-042289468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9719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385" name="Picture 1078">
            <a:extLst>
              <a:ext uri="{FF2B5EF4-FFF2-40B4-BE49-F238E27FC236}">
                <a16:creationId xmlns:a16="http://schemas.microsoft.com/office/drawing/2014/main" id="{B3C0D825-563D-4970-9C6A-8CF06B223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4021138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86" name="Picture 1079">
            <a:extLst>
              <a:ext uri="{FF2B5EF4-FFF2-40B4-BE49-F238E27FC236}">
                <a16:creationId xmlns:a16="http://schemas.microsoft.com/office/drawing/2014/main" id="{87D113DA-C089-48A3-89E5-8709AAA82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40211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87" name="Picture 1080">
            <a:extLst>
              <a:ext uri="{FF2B5EF4-FFF2-40B4-BE49-F238E27FC236}">
                <a16:creationId xmlns:a16="http://schemas.microsoft.com/office/drawing/2014/main" id="{619D40E7-8013-4600-8EAE-E6260715C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40211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88" name="Rectangle 1081">
            <a:extLst>
              <a:ext uri="{FF2B5EF4-FFF2-40B4-BE49-F238E27FC236}">
                <a16:creationId xmlns:a16="http://schemas.microsoft.com/office/drawing/2014/main" id="{C454DF22-AE96-46DE-9EF9-A6578AE99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9719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389" name="Rectangle 1082">
            <a:extLst>
              <a:ext uri="{FF2B5EF4-FFF2-40B4-BE49-F238E27FC236}">
                <a16:creationId xmlns:a16="http://schemas.microsoft.com/office/drawing/2014/main" id="{3AB859DF-6E72-452E-8ACF-307510C12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9719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390" name="Picture 1084">
            <a:extLst>
              <a:ext uri="{FF2B5EF4-FFF2-40B4-BE49-F238E27FC236}">
                <a16:creationId xmlns:a16="http://schemas.microsoft.com/office/drawing/2014/main" id="{2E3FDDE2-D617-414A-8890-7C4B21688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4373563"/>
            <a:ext cx="130175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91" name="Rectangle 1085">
            <a:extLst>
              <a:ext uri="{FF2B5EF4-FFF2-40B4-BE49-F238E27FC236}">
                <a16:creationId xmlns:a16="http://schemas.microsoft.com/office/drawing/2014/main" id="{9F6EEFEC-4391-476B-BC5E-874C30FFE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3275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392" name="Picture 1086">
            <a:extLst>
              <a:ext uri="{FF2B5EF4-FFF2-40B4-BE49-F238E27FC236}">
                <a16:creationId xmlns:a16="http://schemas.microsoft.com/office/drawing/2014/main" id="{D535961C-3D98-4A25-AB3C-72D6E6304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376738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93" name="Picture 1087">
            <a:extLst>
              <a:ext uri="{FF2B5EF4-FFF2-40B4-BE49-F238E27FC236}">
                <a16:creationId xmlns:a16="http://schemas.microsoft.com/office/drawing/2014/main" id="{A1C1120E-9B69-4790-AA83-411DC1794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4376738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94" name="Picture 1088">
            <a:extLst>
              <a:ext uri="{FF2B5EF4-FFF2-40B4-BE49-F238E27FC236}">
                <a16:creationId xmlns:a16="http://schemas.microsoft.com/office/drawing/2014/main" id="{2A8F48A0-7E17-4C05-91D8-BFFC31524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43767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95" name="Rectangle 1089">
            <a:extLst>
              <a:ext uri="{FF2B5EF4-FFF2-40B4-BE49-F238E27FC236}">
                <a16:creationId xmlns:a16="http://schemas.microsoft.com/office/drawing/2014/main" id="{26343231-6C0C-4577-8F67-B79AFB343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43275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396" name="Rectangle 1090">
            <a:extLst>
              <a:ext uri="{FF2B5EF4-FFF2-40B4-BE49-F238E27FC236}">
                <a16:creationId xmlns:a16="http://schemas.microsoft.com/office/drawing/2014/main" id="{354D1BAF-EF6B-4BDD-B925-01A312495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43275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397" name="Picture 1092">
            <a:extLst>
              <a:ext uri="{FF2B5EF4-FFF2-40B4-BE49-F238E27FC236}">
                <a16:creationId xmlns:a16="http://schemas.microsoft.com/office/drawing/2014/main" id="{9014742D-B560-412D-B321-A92A6B5A6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4729163"/>
            <a:ext cx="11747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98" name="Rectangle 1093">
            <a:extLst>
              <a:ext uri="{FF2B5EF4-FFF2-40B4-BE49-F238E27FC236}">
                <a16:creationId xmlns:a16="http://schemas.microsoft.com/office/drawing/2014/main" id="{55864ADA-2E82-45F2-9354-FF9F8D5E7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68312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399" name="Picture 1094">
            <a:extLst>
              <a:ext uri="{FF2B5EF4-FFF2-40B4-BE49-F238E27FC236}">
                <a16:creationId xmlns:a16="http://schemas.microsoft.com/office/drawing/2014/main" id="{919D4E87-5AC7-4011-B6A7-7562EA37F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7291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00" name="Picture 1095">
            <a:extLst>
              <a:ext uri="{FF2B5EF4-FFF2-40B4-BE49-F238E27FC236}">
                <a16:creationId xmlns:a16="http://schemas.microsoft.com/office/drawing/2014/main" id="{E6918D2A-21B8-42AF-A4AB-48BB141FE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4729163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01" name="Picture 1096">
            <a:extLst>
              <a:ext uri="{FF2B5EF4-FFF2-40B4-BE49-F238E27FC236}">
                <a16:creationId xmlns:a16="http://schemas.microsoft.com/office/drawing/2014/main" id="{246D694B-CE1C-4164-B540-DE0DB2FAD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47291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02" name="Rectangle 1097">
            <a:extLst>
              <a:ext uri="{FF2B5EF4-FFF2-40B4-BE49-F238E27FC236}">
                <a16:creationId xmlns:a16="http://schemas.microsoft.com/office/drawing/2014/main" id="{EB23A0FE-EA06-41B8-A469-3BE2BA597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4683125"/>
            <a:ext cx="14288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403" name="Rectangle 1098">
            <a:extLst>
              <a:ext uri="{FF2B5EF4-FFF2-40B4-BE49-F238E27FC236}">
                <a16:creationId xmlns:a16="http://schemas.microsoft.com/office/drawing/2014/main" id="{CC98287A-8967-4B9A-B61F-71650F09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468312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404" name="Picture 1100">
            <a:extLst>
              <a:ext uri="{FF2B5EF4-FFF2-40B4-BE49-F238E27FC236}">
                <a16:creationId xmlns:a16="http://schemas.microsoft.com/office/drawing/2014/main" id="{F9E7F04B-528E-491D-9666-267342711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50847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05" name="Rectangle 1101">
            <a:extLst>
              <a:ext uri="{FF2B5EF4-FFF2-40B4-BE49-F238E27FC236}">
                <a16:creationId xmlns:a16="http://schemas.microsoft.com/office/drawing/2014/main" id="{4678F262-23C6-4289-B768-1BD6B6661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503713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406" name="Picture 1102">
            <a:extLst>
              <a:ext uri="{FF2B5EF4-FFF2-40B4-BE49-F238E27FC236}">
                <a16:creationId xmlns:a16="http://schemas.microsoft.com/office/drawing/2014/main" id="{3F8D1505-9F79-4AB5-BDCD-26111144F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0847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07" name="Picture 1103">
            <a:extLst>
              <a:ext uri="{FF2B5EF4-FFF2-40B4-BE49-F238E27FC236}">
                <a16:creationId xmlns:a16="http://schemas.microsoft.com/office/drawing/2014/main" id="{D005F730-4471-4CE4-8F19-2164365B7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50847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08" name="Picture 1104">
            <a:extLst>
              <a:ext uri="{FF2B5EF4-FFF2-40B4-BE49-F238E27FC236}">
                <a16:creationId xmlns:a16="http://schemas.microsoft.com/office/drawing/2014/main" id="{5A7C061E-AEBE-4506-8368-6950BA3BA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50847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09" name="Rectangle 1105">
            <a:extLst>
              <a:ext uri="{FF2B5EF4-FFF2-40B4-BE49-F238E27FC236}">
                <a16:creationId xmlns:a16="http://schemas.microsoft.com/office/drawing/2014/main" id="{834F5DB9-D773-4CFC-875C-DC275054E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5037138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410" name="Rectangle 1106">
            <a:extLst>
              <a:ext uri="{FF2B5EF4-FFF2-40B4-BE49-F238E27FC236}">
                <a16:creationId xmlns:a16="http://schemas.microsoft.com/office/drawing/2014/main" id="{C4215970-D427-4C6B-A2AE-F31CECCE5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503713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411" name="Picture 1108">
            <a:extLst>
              <a:ext uri="{FF2B5EF4-FFF2-40B4-BE49-F238E27FC236}">
                <a16:creationId xmlns:a16="http://schemas.microsoft.com/office/drawing/2014/main" id="{E91D65BD-82F0-450A-AAF4-B788F09A7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5437188"/>
            <a:ext cx="1238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12" name="Rectangle 1109">
            <a:extLst>
              <a:ext uri="{FF2B5EF4-FFF2-40B4-BE49-F238E27FC236}">
                <a16:creationId xmlns:a16="http://schemas.microsoft.com/office/drawing/2014/main" id="{561B9214-36ED-463D-A049-9A89922F2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537527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413" name="Picture 1110">
            <a:extLst>
              <a:ext uri="{FF2B5EF4-FFF2-40B4-BE49-F238E27FC236}">
                <a16:creationId xmlns:a16="http://schemas.microsoft.com/office/drawing/2014/main" id="{E1806831-8E42-490D-A5BA-0AAE416CA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4403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14" name="Picture 1111">
            <a:extLst>
              <a:ext uri="{FF2B5EF4-FFF2-40B4-BE49-F238E27FC236}">
                <a16:creationId xmlns:a16="http://schemas.microsoft.com/office/drawing/2014/main" id="{6E20D34B-FC22-4E84-B848-6BE8CD11D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54403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15" name="Picture 1112">
            <a:extLst>
              <a:ext uri="{FF2B5EF4-FFF2-40B4-BE49-F238E27FC236}">
                <a16:creationId xmlns:a16="http://schemas.microsoft.com/office/drawing/2014/main" id="{1E673C5D-105F-476A-AB70-50F3A1914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54403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16" name="Rectangle 1113">
            <a:extLst>
              <a:ext uri="{FF2B5EF4-FFF2-40B4-BE49-F238E27FC236}">
                <a16:creationId xmlns:a16="http://schemas.microsoft.com/office/drawing/2014/main" id="{648E79C9-A27E-42E7-A1E0-A53DA9646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5375275"/>
            <a:ext cx="14288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417" name="Rectangle 1114">
            <a:extLst>
              <a:ext uri="{FF2B5EF4-FFF2-40B4-BE49-F238E27FC236}">
                <a16:creationId xmlns:a16="http://schemas.microsoft.com/office/drawing/2014/main" id="{6DA712B1-03FF-4739-8FD9-A1B5A8624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537527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418" name="Rectangle 1116">
            <a:extLst>
              <a:ext uri="{FF2B5EF4-FFF2-40B4-BE49-F238E27FC236}">
                <a16:creationId xmlns:a16="http://schemas.microsoft.com/office/drawing/2014/main" id="{72C7C6AB-1643-4973-9AF0-4E8C1B06D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853113"/>
            <a:ext cx="4086225" cy="142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4419" name="Picture 1042">
            <a:extLst>
              <a:ext uri="{FF2B5EF4-FFF2-40B4-BE49-F238E27FC236}">
                <a16:creationId xmlns:a16="http://schemas.microsoft.com/office/drawing/2014/main" id="{15774DC1-3554-4205-B3EB-060255CD8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988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20" name="Picture 1043">
            <a:extLst>
              <a:ext uri="{FF2B5EF4-FFF2-40B4-BE49-F238E27FC236}">
                <a16:creationId xmlns:a16="http://schemas.microsoft.com/office/drawing/2014/main" id="{6AB31C0B-7EB9-4D47-9D89-43C1116D1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5" y="2400300"/>
            <a:ext cx="730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21" name="Picture 1046">
            <a:extLst>
              <a:ext uri="{FF2B5EF4-FFF2-40B4-BE49-F238E27FC236}">
                <a16:creationId xmlns:a16="http://schemas.microsoft.com/office/drawing/2014/main" id="{BFE09CC6-8F79-45E4-B913-7DFBCF73E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362200"/>
            <a:ext cx="14446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22" name="Picture 1047">
            <a:extLst>
              <a:ext uri="{FF2B5EF4-FFF2-40B4-BE49-F238E27FC236}">
                <a16:creationId xmlns:a16="http://schemas.microsoft.com/office/drawing/2014/main" id="{7937854A-4F36-437F-88C1-9AFE7041F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463" y="2401888"/>
            <a:ext cx="873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23" name="Picture 1044">
            <a:extLst>
              <a:ext uri="{FF2B5EF4-FFF2-40B4-BE49-F238E27FC236}">
                <a16:creationId xmlns:a16="http://schemas.microsoft.com/office/drawing/2014/main" id="{1CE5299D-9C13-4BD2-B196-634B1ED62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438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24" name="Picture 1045">
            <a:extLst>
              <a:ext uri="{FF2B5EF4-FFF2-40B4-BE49-F238E27FC236}">
                <a16:creationId xmlns:a16="http://schemas.microsoft.com/office/drawing/2014/main" id="{063EBC22-12B9-48D9-BB6A-3DFF9119E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888" y="2400300"/>
            <a:ext cx="87312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25" name="Picture 1046">
            <a:extLst>
              <a:ext uri="{FF2B5EF4-FFF2-40B4-BE49-F238E27FC236}">
                <a16:creationId xmlns:a16="http://schemas.microsoft.com/office/drawing/2014/main" id="{354D69AE-C157-4875-8312-BD5AFD5FB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362200"/>
            <a:ext cx="14446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26" name="Picture 1047">
            <a:extLst>
              <a:ext uri="{FF2B5EF4-FFF2-40B4-BE49-F238E27FC236}">
                <a16:creationId xmlns:a16="http://schemas.microsoft.com/office/drawing/2014/main" id="{31481CEC-A64D-4D98-A688-4EA1E8806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263" y="2401888"/>
            <a:ext cx="873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27" name="Picture 1042">
            <a:extLst>
              <a:ext uri="{FF2B5EF4-FFF2-40B4-BE49-F238E27FC236}">
                <a16:creationId xmlns:a16="http://schemas.microsoft.com/office/drawing/2014/main" id="{9951F18C-FDEF-4026-8E93-ECBC275A1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988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28" name="Picture 1043">
            <a:extLst>
              <a:ext uri="{FF2B5EF4-FFF2-40B4-BE49-F238E27FC236}">
                <a16:creationId xmlns:a16="http://schemas.microsoft.com/office/drawing/2014/main" id="{C8C7F688-5FB3-4BAD-BD50-2A000062B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375" y="2400300"/>
            <a:ext cx="730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29" name="Picture 1044">
            <a:extLst>
              <a:ext uri="{FF2B5EF4-FFF2-40B4-BE49-F238E27FC236}">
                <a16:creationId xmlns:a16="http://schemas.microsoft.com/office/drawing/2014/main" id="{A9A3B6F2-E147-464A-883B-47AACF1DA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30" name="Picture 1045">
            <a:extLst>
              <a:ext uri="{FF2B5EF4-FFF2-40B4-BE49-F238E27FC236}">
                <a16:creationId xmlns:a16="http://schemas.microsoft.com/office/drawing/2014/main" id="{BDBDB8A0-5603-4B16-96D4-D3BD88E95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0" y="2400300"/>
            <a:ext cx="8731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1" name="Rectangle 1032">
            <a:extLst>
              <a:ext uri="{FF2B5EF4-FFF2-40B4-BE49-F238E27FC236}">
                <a16:creationId xmlns:a16="http://schemas.microsoft.com/office/drawing/2014/main" id="{4F3AD0A3-B54C-4D12-A6D6-3DB6171A0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172561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432" name="Rectangle 1041">
            <a:extLst>
              <a:ext uri="{FF2B5EF4-FFF2-40B4-BE49-F238E27FC236}">
                <a16:creationId xmlns:a16="http://schemas.microsoft.com/office/drawing/2014/main" id="{66BEA748-1A5B-4827-BDC4-C40B992F7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227171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433" name="Rectangle 1053">
            <a:extLst>
              <a:ext uri="{FF2B5EF4-FFF2-40B4-BE49-F238E27FC236}">
                <a16:creationId xmlns:a16="http://schemas.microsoft.com/office/drawing/2014/main" id="{4E91D140-D0B2-4081-896F-70100E8D6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273367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434" name="Rectangle 1061">
            <a:extLst>
              <a:ext uri="{FF2B5EF4-FFF2-40B4-BE49-F238E27FC236}">
                <a16:creationId xmlns:a16="http://schemas.microsoft.com/office/drawing/2014/main" id="{AC49F951-2212-4D93-B410-8866EC0B3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2670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435" name="Rectangle 1069">
            <a:extLst>
              <a:ext uri="{FF2B5EF4-FFF2-40B4-BE49-F238E27FC236}">
                <a16:creationId xmlns:a16="http://schemas.microsoft.com/office/drawing/2014/main" id="{6C284037-AE8E-45E4-9505-300ADF057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6226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436" name="Rectangle 1077">
            <a:extLst>
              <a:ext uri="{FF2B5EF4-FFF2-40B4-BE49-F238E27FC236}">
                <a16:creationId xmlns:a16="http://schemas.microsoft.com/office/drawing/2014/main" id="{01FA19F7-155E-4DCA-AD8F-C882F521E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9782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437" name="Rectangle 1085">
            <a:extLst>
              <a:ext uri="{FF2B5EF4-FFF2-40B4-BE49-F238E27FC236}">
                <a16:creationId xmlns:a16="http://schemas.microsoft.com/office/drawing/2014/main" id="{40869A28-2C15-4C4B-9BE9-D2B32E972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43338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438" name="Rectangle 1093">
            <a:extLst>
              <a:ext uri="{FF2B5EF4-FFF2-40B4-BE49-F238E27FC236}">
                <a16:creationId xmlns:a16="http://schemas.microsoft.com/office/drawing/2014/main" id="{13CFB976-4BC4-49D6-9618-0BB966255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468947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439" name="Rectangle 1101">
            <a:extLst>
              <a:ext uri="{FF2B5EF4-FFF2-40B4-BE49-F238E27FC236}">
                <a16:creationId xmlns:a16="http://schemas.microsoft.com/office/drawing/2014/main" id="{AF693DA6-8948-43D7-89D3-19ABBF95D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504348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440" name="Rectangle 1109">
            <a:extLst>
              <a:ext uri="{FF2B5EF4-FFF2-40B4-BE49-F238E27FC236}">
                <a16:creationId xmlns:a16="http://schemas.microsoft.com/office/drawing/2014/main" id="{452E6D95-829A-4C26-BD3A-4C790C07B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538162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14441" name="Straight Connector 121">
            <a:extLst>
              <a:ext uri="{FF2B5EF4-FFF2-40B4-BE49-F238E27FC236}">
                <a16:creationId xmlns:a16="http://schemas.microsoft.com/office/drawing/2014/main" id="{EB5DF59C-53A3-4AFF-9663-95F45B0FB71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79875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42" name="Straight Connector 122">
            <a:extLst>
              <a:ext uri="{FF2B5EF4-FFF2-40B4-BE49-F238E27FC236}">
                <a16:creationId xmlns:a16="http://schemas.microsoft.com/office/drawing/2014/main" id="{A92D1680-A3E5-492F-9C9F-DCFE857031C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21188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43" name="Straight Connector 123">
            <a:extLst>
              <a:ext uri="{FF2B5EF4-FFF2-40B4-BE49-F238E27FC236}">
                <a16:creationId xmlns:a16="http://schemas.microsoft.com/office/drawing/2014/main" id="{6969F237-DBA9-4B7C-9836-87CB9555550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05600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09" name="Picture 3" descr="Screen shot 2013-09-25 at 1.06.21 PM.png">
            <a:extLst>
              <a:ext uri="{FF2B5EF4-FFF2-40B4-BE49-F238E27FC236}">
                <a16:creationId xmlns:a16="http://schemas.microsoft.com/office/drawing/2014/main" id="{6A6A5D18-8B59-4333-9E78-8296E10F436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" y="844550"/>
            <a:ext cx="8166100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19DB49-4F65-48FA-9E76-3942A8E2BD0B}"/>
                  </a:ext>
                </a:extLst>
              </p14:cNvPr>
              <p14:cNvContentPartPr/>
              <p14:nvPr/>
            </p14:nvContentPartPr>
            <p14:xfrm>
              <a:off x="2085120" y="2835720"/>
              <a:ext cx="5871600" cy="3502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19DB49-4F65-48FA-9E76-3942A8E2BD0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075760" y="2826360"/>
                <a:ext cx="5890320" cy="352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93BCEA0A-A496-4202-A649-CAF954D4E6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Left-Hand Side (LHS)</a:t>
            </a:r>
          </a:p>
        </p:txBody>
      </p:sp>
      <p:sp>
        <p:nvSpPr>
          <p:cNvPr id="15362" name="Rectangle 1028">
            <a:extLst>
              <a:ext uri="{FF2B5EF4-FFF2-40B4-BE49-F238E27FC236}">
                <a16:creationId xmlns:a16="http://schemas.microsoft.com/office/drawing/2014/main" id="{8B19883E-DC96-4CB2-BD58-B8F454BE2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690688"/>
            <a:ext cx="7745413" cy="12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363" name="Picture 1029">
            <a:extLst>
              <a:ext uri="{FF2B5EF4-FFF2-40B4-BE49-F238E27FC236}">
                <a16:creationId xmlns:a16="http://schemas.microsoft.com/office/drawing/2014/main" id="{8FE1EDD6-1524-4405-AA86-E3697C3A9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1949450"/>
            <a:ext cx="201613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1030">
            <a:extLst>
              <a:ext uri="{FF2B5EF4-FFF2-40B4-BE49-F238E27FC236}">
                <a16:creationId xmlns:a16="http://schemas.microsoft.com/office/drawing/2014/main" id="{195A2BC1-F369-4999-9CAA-B0FC5047C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2017713"/>
            <a:ext cx="1301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1031">
            <a:extLst>
              <a:ext uri="{FF2B5EF4-FFF2-40B4-BE49-F238E27FC236}">
                <a16:creationId xmlns:a16="http://schemas.microsoft.com/office/drawing/2014/main" id="{6C24CC2D-94E5-4087-B754-4F05A0462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2025650"/>
            <a:ext cx="193675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Rectangle 1032">
            <a:extLst>
              <a:ext uri="{FF2B5EF4-FFF2-40B4-BE49-F238E27FC236}">
                <a16:creationId xmlns:a16="http://schemas.microsoft.com/office/drawing/2014/main" id="{6CA970AD-D4A6-468A-B82A-35923C70B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171926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367" name="Rectangle 1033">
            <a:extLst>
              <a:ext uri="{FF2B5EF4-FFF2-40B4-BE49-F238E27FC236}">
                <a16:creationId xmlns:a16="http://schemas.microsoft.com/office/drawing/2014/main" id="{07A33DEB-D6DD-4E9D-9EC4-7E9205477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1719263"/>
            <a:ext cx="14288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368" name="Rectangle 1034">
            <a:extLst>
              <a:ext uri="{FF2B5EF4-FFF2-40B4-BE49-F238E27FC236}">
                <a16:creationId xmlns:a16="http://schemas.microsoft.com/office/drawing/2014/main" id="{CC712B12-3822-491A-BC48-0F7724A0C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171926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369" name="Picture 1035">
            <a:extLst>
              <a:ext uri="{FF2B5EF4-FFF2-40B4-BE49-F238E27FC236}">
                <a16:creationId xmlns:a16="http://schemas.microsoft.com/office/drawing/2014/main" id="{88E6A942-FF61-45AC-838E-6E8021C0B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38" y="2378075"/>
            <a:ext cx="146050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Picture 1036">
            <a:extLst>
              <a:ext uri="{FF2B5EF4-FFF2-40B4-BE49-F238E27FC236}">
                <a16:creationId xmlns:a16="http://schemas.microsoft.com/office/drawing/2014/main" id="{9E47F6EC-2144-48EF-8CFB-C3E100B70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1" name="Picture 1037">
            <a:extLst>
              <a:ext uri="{FF2B5EF4-FFF2-40B4-BE49-F238E27FC236}">
                <a16:creationId xmlns:a16="http://schemas.microsoft.com/office/drawing/2014/main" id="{00743DD4-76CA-42BD-8CE0-2FA496E89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13" y="2378075"/>
            <a:ext cx="227012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2" name="Picture 1038">
            <a:extLst>
              <a:ext uri="{FF2B5EF4-FFF2-40B4-BE49-F238E27FC236}">
                <a16:creationId xmlns:a16="http://schemas.microsoft.com/office/drawing/2014/main" id="{76B84812-D176-4B1B-8102-F0C94F692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238" y="2301875"/>
            <a:ext cx="141287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3" name="Picture 1039">
            <a:extLst>
              <a:ext uri="{FF2B5EF4-FFF2-40B4-BE49-F238E27FC236}">
                <a16:creationId xmlns:a16="http://schemas.microsoft.com/office/drawing/2014/main" id="{8320BFCE-8B25-4F57-82FB-35DDF38DE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688" y="2373313"/>
            <a:ext cx="1127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4" name="Picture 1040">
            <a:extLst>
              <a:ext uri="{FF2B5EF4-FFF2-40B4-BE49-F238E27FC236}">
                <a16:creationId xmlns:a16="http://schemas.microsoft.com/office/drawing/2014/main" id="{A39E722B-4576-4984-B43C-51EAEC2C4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" y="2378075"/>
            <a:ext cx="98425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5" name="Rectangle 1041">
            <a:extLst>
              <a:ext uri="{FF2B5EF4-FFF2-40B4-BE49-F238E27FC236}">
                <a16:creationId xmlns:a16="http://schemas.microsoft.com/office/drawing/2014/main" id="{EF5AB809-309F-47D8-ABDC-DE6D55F30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26536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376" name="Picture 1042">
            <a:extLst>
              <a:ext uri="{FF2B5EF4-FFF2-40B4-BE49-F238E27FC236}">
                <a16:creationId xmlns:a16="http://schemas.microsoft.com/office/drawing/2014/main" id="{C04FD6BD-4D0E-4F7F-8022-D2DBDB96D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938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7" name="Picture 1043">
            <a:extLst>
              <a:ext uri="{FF2B5EF4-FFF2-40B4-BE49-F238E27FC236}">
                <a16:creationId xmlns:a16="http://schemas.microsoft.com/office/drawing/2014/main" id="{6E839608-CBE7-46F9-A230-75909C3F6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2414588"/>
            <a:ext cx="73025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8" name="Picture 1044">
            <a:extLst>
              <a:ext uri="{FF2B5EF4-FFF2-40B4-BE49-F238E27FC236}">
                <a16:creationId xmlns:a16="http://schemas.microsoft.com/office/drawing/2014/main" id="{5ED71B26-B26F-4D61-B6A4-04DE27F63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9" name="Picture 1045">
            <a:extLst>
              <a:ext uri="{FF2B5EF4-FFF2-40B4-BE49-F238E27FC236}">
                <a16:creationId xmlns:a16="http://schemas.microsoft.com/office/drawing/2014/main" id="{DE82ACC2-CAD8-4EE5-B0B9-D6022DACC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2414588"/>
            <a:ext cx="87313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0" name="Picture 1046">
            <a:extLst>
              <a:ext uri="{FF2B5EF4-FFF2-40B4-BE49-F238E27FC236}">
                <a16:creationId xmlns:a16="http://schemas.microsoft.com/office/drawing/2014/main" id="{2BB45A2A-8701-4365-A934-F797EFEEA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213" y="2376488"/>
            <a:ext cx="144462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1" name="Picture 1047">
            <a:extLst>
              <a:ext uri="{FF2B5EF4-FFF2-40B4-BE49-F238E27FC236}">
                <a16:creationId xmlns:a16="http://schemas.microsoft.com/office/drawing/2014/main" id="{C605063D-CAC5-412A-A7DE-CE5EA2016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75" y="2416175"/>
            <a:ext cx="8731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82" name="Rectangle 1048">
            <a:extLst>
              <a:ext uri="{FF2B5EF4-FFF2-40B4-BE49-F238E27FC236}">
                <a16:creationId xmlns:a16="http://schemas.microsoft.com/office/drawing/2014/main" id="{9060EE4B-464B-4961-B4FE-BA66771BE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2265363"/>
            <a:ext cx="14288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383" name="Rectangle 1049">
            <a:extLst>
              <a:ext uri="{FF2B5EF4-FFF2-40B4-BE49-F238E27FC236}">
                <a16:creationId xmlns:a16="http://schemas.microsoft.com/office/drawing/2014/main" id="{04147C69-0EDE-4976-BE8D-9FCEE5762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226536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384" name="Picture 1050">
            <a:extLst>
              <a:ext uri="{FF2B5EF4-FFF2-40B4-BE49-F238E27FC236}">
                <a16:creationId xmlns:a16="http://schemas.microsoft.com/office/drawing/2014/main" id="{7EF328F0-9D0D-49F5-B370-63D3285A2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938" y="2297113"/>
            <a:ext cx="14446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85" name="Rectangle 1051">
            <a:extLst>
              <a:ext uri="{FF2B5EF4-FFF2-40B4-BE49-F238E27FC236}">
                <a16:creationId xmlns:a16="http://schemas.microsoft.com/office/drawing/2014/main" id="{1A67B2FF-1C54-4096-97B5-38C8AAF98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713038"/>
            <a:ext cx="7745413" cy="1428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386" name="Picture 1052">
            <a:extLst>
              <a:ext uri="{FF2B5EF4-FFF2-40B4-BE49-F238E27FC236}">
                <a16:creationId xmlns:a16="http://schemas.microsoft.com/office/drawing/2014/main" id="{409605E8-FB55-4C8C-AD0B-46AF3540B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29591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87" name="Rectangle 1053">
            <a:extLst>
              <a:ext uri="{FF2B5EF4-FFF2-40B4-BE49-F238E27FC236}">
                <a16:creationId xmlns:a16="http://schemas.microsoft.com/office/drawing/2014/main" id="{965733AC-2FC9-4DA6-B944-BDE286A44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72732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388" name="Picture 1054">
            <a:extLst>
              <a:ext uri="{FF2B5EF4-FFF2-40B4-BE49-F238E27FC236}">
                <a16:creationId xmlns:a16="http://schemas.microsoft.com/office/drawing/2014/main" id="{48D7275F-3406-4612-BF76-3044B821C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2959100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9" name="Picture 1055">
            <a:extLst>
              <a:ext uri="{FF2B5EF4-FFF2-40B4-BE49-F238E27FC236}">
                <a16:creationId xmlns:a16="http://schemas.microsoft.com/office/drawing/2014/main" id="{3990E8B4-9595-4D12-AFB7-24E50B5F8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2959100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90" name="Picture 1056">
            <a:extLst>
              <a:ext uri="{FF2B5EF4-FFF2-40B4-BE49-F238E27FC236}">
                <a16:creationId xmlns:a16="http://schemas.microsoft.com/office/drawing/2014/main" id="{2E6E44D3-F0EA-47FC-BF9B-46806D542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29591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91" name="Rectangle 1057">
            <a:extLst>
              <a:ext uri="{FF2B5EF4-FFF2-40B4-BE49-F238E27FC236}">
                <a16:creationId xmlns:a16="http://schemas.microsoft.com/office/drawing/2014/main" id="{B5FBF38E-4659-4BC3-B879-26CB4F0DD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2727325"/>
            <a:ext cx="14288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392" name="Rectangle 1058">
            <a:extLst>
              <a:ext uri="{FF2B5EF4-FFF2-40B4-BE49-F238E27FC236}">
                <a16:creationId xmlns:a16="http://schemas.microsoft.com/office/drawing/2014/main" id="{ECAC02AB-8E8B-4855-ADD8-8F68E04E9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272732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393" name="Picture 1060">
            <a:extLst>
              <a:ext uri="{FF2B5EF4-FFF2-40B4-BE49-F238E27FC236}">
                <a16:creationId xmlns:a16="http://schemas.microsoft.com/office/drawing/2014/main" id="{1104F81B-B63A-47B4-B9A6-7032B42EF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3314700"/>
            <a:ext cx="984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94" name="Rectangle 1061">
            <a:extLst>
              <a:ext uri="{FF2B5EF4-FFF2-40B4-BE49-F238E27FC236}">
                <a16:creationId xmlns:a16="http://schemas.microsoft.com/office/drawing/2014/main" id="{7672791E-D476-451E-8E61-6A331D45F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2607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395" name="Picture 1062">
            <a:extLst>
              <a:ext uri="{FF2B5EF4-FFF2-40B4-BE49-F238E27FC236}">
                <a16:creationId xmlns:a16="http://schemas.microsoft.com/office/drawing/2014/main" id="{1F448F7D-ECA0-4BC4-B17D-F790FB13F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3314700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96" name="Picture 1063">
            <a:extLst>
              <a:ext uri="{FF2B5EF4-FFF2-40B4-BE49-F238E27FC236}">
                <a16:creationId xmlns:a16="http://schemas.microsoft.com/office/drawing/2014/main" id="{8A04403A-8E78-4568-853F-054BCED3A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3314700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97" name="Picture 1064">
            <a:extLst>
              <a:ext uri="{FF2B5EF4-FFF2-40B4-BE49-F238E27FC236}">
                <a16:creationId xmlns:a16="http://schemas.microsoft.com/office/drawing/2014/main" id="{4AA7505A-0282-49C3-B4D3-124803B5C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3314700"/>
            <a:ext cx="984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98" name="Rectangle 1065">
            <a:extLst>
              <a:ext uri="{FF2B5EF4-FFF2-40B4-BE49-F238E27FC236}">
                <a16:creationId xmlns:a16="http://schemas.microsoft.com/office/drawing/2014/main" id="{DCBA3F71-14C9-40D8-831B-47484902F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2607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399" name="Rectangle 1066">
            <a:extLst>
              <a:ext uri="{FF2B5EF4-FFF2-40B4-BE49-F238E27FC236}">
                <a16:creationId xmlns:a16="http://schemas.microsoft.com/office/drawing/2014/main" id="{78A748C7-61D6-4365-B1FB-FDCDB280A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2607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400" name="Picture 1068">
            <a:extLst>
              <a:ext uri="{FF2B5EF4-FFF2-40B4-BE49-F238E27FC236}">
                <a16:creationId xmlns:a16="http://schemas.microsoft.com/office/drawing/2014/main" id="{C350583E-A2F5-4858-83E6-99626F44F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3665538"/>
            <a:ext cx="1174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01" name="Rectangle 1069">
            <a:extLst>
              <a:ext uri="{FF2B5EF4-FFF2-40B4-BE49-F238E27FC236}">
                <a16:creationId xmlns:a16="http://schemas.microsoft.com/office/drawing/2014/main" id="{8864BD49-DD83-4944-B5AE-FE90617AF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6163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402" name="Picture 1070">
            <a:extLst>
              <a:ext uri="{FF2B5EF4-FFF2-40B4-BE49-F238E27FC236}">
                <a16:creationId xmlns:a16="http://schemas.microsoft.com/office/drawing/2014/main" id="{899E73B2-492E-4ED6-AA88-7B31EAAB4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3665538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03" name="Picture 1071">
            <a:extLst>
              <a:ext uri="{FF2B5EF4-FFF2-40B4-BE49-F238E27FC236}">
                <a16:creationId xmlns:a16="http://schemas.microsoft.com/office/drawing/2014/main" id="{ACFA1C75-3585-4A94-A58D-41D5D5CC6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36655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04" name="Picture 1072">
            <a:extLst>
              <a:ext uri="{FF2B5EF4-FFF2-40B4-BE49-F238E27FC236}">
                <a16:creationId xmlns:a16="http://schemas.microsoft.com/office/drawing/2014/main" id="{6F58C954-F7F4-4BCF-B86A-6BE10F315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36655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05" name="Rectangle 1073">
            <a:extLst>
              <a:ext uri="{FF2B5EF4-FFF2-40B4-BE49-F238E27FC236}">
                <a16:creationId xmlns:a16="http://schemas.microsoft.com/office/drawing/2014/main" id="{8BA6152B-A38B-4961-B5FB-449884F52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6163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06" name="Rectangle 1074">
            <a:extLst>
              <a:ext uri="{FF2B5EF4-FFF2-40B4-BE49-F238E27FC236}">
                <a16:creationId xmlns:a16="http://schemas.microsoft.com/office/drawing/2014/main" id="{D806B5B1-2366-4264-B97A-3346536B0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6163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407" name="Picture 1076">
            <a:extLst>
              <a:ext uri="{FF2B5EF4-FFF2-40B4-BE49-F238E27FC236}">
                <a16:creationId xmlns:a16="http://schemas.microsoft.com/office/drawing/2014/main" id="{BAE15FBC-B9B4-478D-834C-B34B64C39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40211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08" name="Rectangle 1077">
            <a:extLst>
              <a:ext uri="{FF2B5EF4-FFF2-40B4-BE49-F238E27FC236}">
                <a16:creationId xmlns:a16="http://schemas.microsoft.com/office/drawing/2014/main" id="{F80BBDA8-88D6-4E3A-9753-308F0A0E4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9719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409" name="Picture 1078">
            <a:extLst>
              <a:ext uri="{FF2B5EF4-FFF2-40B4-BE49-F238E27FC236}">
                <a16:creationId xmlns:a16="http://schemas.microsoft.com/office/drawing/2014/main" id="{E387037A-64BE-4ABF-96DD-531FF8746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4021138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10" name="Picture 1079">
            <a:extLst>
              <a:ext uri="{FF2B5EF4-FFF2-40B4-BE49-F238E27FC236}">
                <a16:creationId xmlns:a16="http://schemas.microsoft.com/office/drawing/2014/main" id="{9FBAF6AE-8512-4628-B2BF-7A84E8D90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40211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11" name="Picture 1080">
            <a:extLst>
              <a:ext uri="{FF2B5EF4-FFF2-40B4-BE49-F238E27FC236}">
                <a16:creationId xmlns:a16="http://schemas.microsoft.com/office/drawing/2014/main" id="{0CE137E8-6AC5-465C-AF35-D830FFACA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40211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12" name="Rectangle 1081">
            <a:extLst>
              <a:ext uri="{FF2B5EF4-FFF2-40B4-BE49-F238E27FC236}">
                <a16:creationId xmlns:a16="http://schemas.microsoft.com/office/drawing/2014/main" id="{08AE5A2A-129C-49C1-9FB5-390005F7C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9719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13" name="Rectangle 1082">
            <a:extLst>
              <a:ext uri="{FF2B5EF4-FFF2-40B4-BE49-F238E27FC236}">
                <a16:creationId xmlns:a16="http://schemas.microsoft.com/office/drawing/2014/main" id="{733BCBB6-99A2-4C02-A786-A1913DD57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9719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414" name="Picture 1084">
            <a:extLst>
              <a:ext uri="{FF2B5EF4-FFF2-40B4-BE49-F238E27FC236}">
                <a16:creationId xmlns:a16="http://schemas.microsoft.com/office/drawing/2014/main" id="{A065A10C-1974-42B9-B4F7-926CBBDB1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4373563"/>
            <a:ext cx="130175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15" name="Rectangle 1085">
            <a:extLst>
              <a:ext uri="{FF2B5EF4-FFF2-40B4-BE49-F238E27FC236}">
                <a16:creationId xmlns:a16="http://schemas.microsoft.com/office/drawing/2014/main" id="{E4A5102B-AB47-4AC8-AD32-556EF919D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3275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416" name="Picture 1086">
            <a:extLst>
              <a:ext uri="{FF2B5EF4-FFF2-40B4-BE49-F238E27FC236}">
                <a16:creationId xmlns:a16="http://schemas.microsoft.com/office/drawing/2014/main" id="{90963BF1-0C7E-4031-AE44-380E316BA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376738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17" name="Picture 1087">
            <a:extLst>
              <a:ext uri="{FF2B5EF4-FFF2-40B4-BE49-F238E27FC236}">
                <a16:creationId xmlns:a16="http://schemas.microsoft.com/office/drawing/2014/main" id="{131C8417-EB1A-4263-939F-23586948E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4376738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18" name="Picture 1088">
            <a:extLst>
              <a:ext uri="{FF2B5EF4-FFF2-40B4-BE49-F238E27FC236}">
                <a16:creationId xmlns:a16="http://schemas.microsoft.com/office/drawing/2014/main" id="{F02D402E-D3FC-410C-B0F4-B314C079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43767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19" name="Rectangle 1089">
            <a:extLst>
              <a:ext uri="{FF2B5EF4-FFF2-40B4-BE49-F238E27FC236}">
                <a16:creationId xmlns:a16="http://schemas.microsoft.com/office/drawing/2014/main" id="{6E07667E-A316-4452-90FB-1BCA3D987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43275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20" name="Rectangle 1090">
            <a:extLst>
              <a:ext uri="{FF2B5EF4-FFF2-40B4-BE49-F238E27FC236}">
                <a16:creationId xmlns:a16="http://schemas.microsoft.com/office/drawing/2014/main" id="{89F3F20C-AE58-44EC-947C-A54D69D4E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43275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421" name="Picture 1092">
            <a:extLst>
              <a:ext uri="{FF2B5EF4-FFF2-40B4-BE49-F238E27FC236}">
                <a16:creationId xmlns:a16="http://schemas.microsoft.com/office/drawing/2014/main" id="{60B8E008-F516-448F-BFC6-0E563FDA1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4729163"/>
            <a:ext cx="11747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22" name="Rectangle 1093">
            <a:extLst>
              <a:ext uri="{FF2B5EF4-FFF2-40B4-BE49-F238E27FC236}">
                <a16:creationId xmlns:a16="http://schemas.microsoft.com/office/drawing/2014/main" id="{BEE7D9C5-CA2D-45F4-84B5-1C83813E4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68312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423" name="Picture 1094">
            <a:extLst>
              <a:ext uri="{FF2B5EF4-FFF2-40B4-BE49-F238E27FC236}">
                <a16:creationId xmlns:a16="http://schemas.microsoft.com/office/drawing/2014/main" id="{575F89A2-D632-4EBD-AB20-FEBB5D849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7291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24" name="Picture 1095">
            <a:extLst>
              <a:ext uri="{FF2B5EF4-FFF2-40B4-BE49-F238E27FC236}">
                <a16:creationId xmlns:a16="http://schemas.microsoft.com/office/drawing/2014/main" id="{533F3C6F-86DE-4FCC-A55B-56399ECE2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4729163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25" name="Picture 1096">
            <a:extLst>
              <a:ext uri="{FF2B5EF4-FFF2-40B4-BE49-F238E27FC236}">
                <a16:creationId xmlns:a16="http://schemas.microsoft.com/office/drawing/2014/main" id="{2448BFF2-10A5-46BB-B48C-7A380B31F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47291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26" name="Rectangle 1097">
            <a:extLst>
              <a:ext uri="{FF2B5EF4-FFF2-40B4-BE49-F238E27FC236}">
                <a16:creationId xmlns:a16="http://schemas.microsoft.com/office/drawing/2014/main" id="{47E43D6F-2642-45EC-84F5-398F6DA9F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4683125"/>
            <a:ext cx="14288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27" name="Rectangle 1098">
            <a:extLst>
              <a:ext uri="{FF2B5EF4-FFF2-40B4-BE49-F238E27FC236}">
                <a16:creationId xmlns:a16="http://schemas.microsoft.com/office/drawing/2014/main" id="{2CEE17F0-E90F-41B1-8C2C-6E27B1D90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468312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428" name="Picture 1100">
            <a:extLst>
              <a:ext uri="{FF2B5EF4-FFF2-40B4-BE49-F238E27FC236}">
                <a16:creationId xmlns:a16="http://schemas.microsoft.com/office/drawing/2014/main" id="{C18DE8CA-A9A5-4793-B3D2-26556B228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50847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29" name="Rectangle 1101">
            <a:extLst>
              <a:ext uri="{FF2B5EF4-FFF2-40B4-BE49-F238E27FC236}">
                <a16:creationId xmlns:a16="http://schemas.microsoft.com/office/drawing/2014/main" id="{CB579F57-11B2-4CB4-B86D-83605F8DB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503713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430" name="Picture 1102">
            <a:extLst>
              <a:ext uri="{FF2B5EF4-FFF2-40B4-BE49-F238E27FC236}">
                <a16:creationId xmlns:a16="http://schemas.microsoft.com/office/drawing/2014/main" id="{8A22B6F6-DE73-4E3F-B5D7-8C74D218A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0847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31" name="Picture 1103">
            <a:extLst>
              <a:ext uri="{FF2B5EF4-FFF2-40B4-BE49-F238E27FC236}">
                <a16:creationId xmlns:a16="http://schemas.microsoft.com/office/drawing/2014/main" id="{876B8594-DCEB-48E0-821D-DB1495850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50847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32" name="Picture 1104">
            <a:extLst>
              <a:ext uri="{FF2B5EF4-FFF2-40B4-BE49-F238E27FC236}">
                <a16:creationId xmlns:a16="http://schemas.microsoft.com/office/drawing/2014/main" id="{DA2CBBE4-88E5-4395-94DD-5B1DD2ABE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50847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33" name="Rectangle 1105">
            <a:extLst>
              <a:ext uri="{FF2B5EF4-FFF2-40B4-BE49-F238E27FC236}">
                <a16:creationId xmlns:a16="http://schemas.microsoft.com/office/drawing/2014/main" id="{53F014EF-D023-4F4E-95E2-E522A6841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5037138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34" name="Rectangle 1106">
            <a:extLst>
              <a:ext uri="{FF2B5EF4-FFF2-40B4-BE49-F238E27FC236}">
                <a16:creationId xmlns:a16="http://schemas.microsoft.com/office/drawing/2014/main" id="{102790FA-7B3B-44A5-A287-E513C5754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503713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435" name="Picture 1108">
            <a:extLst>
              <a:ext uri="{FF2B5EF4-FFF2-40B4-BE49-F238E27FC236}">
                <a16:creationId xmlns:a16="http://schemas.microsoft.com/office/drawing/2014/main" id="{EF04BAC9-7918-4C7D-9C84-7F72B0BD2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5437188"/>
            <a:ext cx="1238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36" name="Rectangle 1109">
            <a:extLst>
              <a:ext uri="{FF2B5EF4-FFF2-40B4-BE49-F238E27FC236}">
                <a16:creationId xmlns:a16="http://schemas.microsoft.com/office/drawing/2014/main" id="{42FDBB41-D7BA-4311-B5E6-A775A4CDC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537527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437" name="Picture 1110">
            <a:extLst>
              <a:ext uri="{FF2B5EF4-FFF2-40B4-BE49-F238E27FC236}">
                <a16:creationId xmlns:a16="http://schemas.microsoft.com/office/drawing/2014/main" id="{C72B765C-72B7-44F2-B181-87B62139E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4403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38" name="Picture 1111">
            <a:extLst>
              <a:ext uri="{FF2B5EF4-FFF2-40B4-BE49-F238E27FC236}">
                <a16:creationId xmlns:a16="http://schemas.microsoft.com/office/drawing/2014/main" id="{2CB76CA5-A78F-4FE6-A734-B678A3D3F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54403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39" name="Picture 1112">
            <a:extLst>
              <a:ext uri="{FF2B5EF4-FFF2-40B4-BE49-F238E27FC236}">
                <a16:creationId xmlns:a16="http://schemas.microsoft.com/office/drawing/2014/main" id="{64D5994E-46B0-462B-9553-2D9C04AE8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54403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40" name="Rectangle 1113">
            <a:extLst>
              <a:ext uri="{FF2B5EF4-FFF2-40B4-BE49-F238E27FC236}">
                <a16:creationId xmlns:a16="http://schemas.microsoft.com/office/drawing/2014/main" id="{841721E8-69B6-4E1E-8199-E7651BEB3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5375275"/>
            <a:ext cx="14288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41" name="Rectangle 1114">
            <a:extLst>
              <a:ext uri="{FF2B5EF4-FFF2-40B4-BE49-F238E27FC236}">
                <a16:creationId xmlns:a16="http://schemas.microsoft.com/office/drawing/2014/main" id="{6FDADED3-3F05-4E31-93D1-80C285E77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537527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42" name="Rectangle 1116">
            <a:extLst>
              <a:ext uri="{FF2B5EF4-FFF2-40B4-BE49-F238E27FC236}">
                <a16:creationId xmlns:a16="http://schemas.microsoft.com/office/drawing/2014/main" id="{657624C9-2E33-4593-8CFE-FC7E43AEF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853113"/>
            <a:ext cx="4086225" cy="142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5443" name="Picture 1042">
            <a:extLst>
              <a:ext uri="{FF2B5EF4-FFF2-40B4-BE49-F238E27FC236}">
                <a16:creationId xmlns:a16="http://schemas.microsoft.com/office/drawing/2014/main" id="{68E75F94-D2D4-406D-8FAD-A038E10D2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988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44" name="Picture 1043">
            <a:extLst>
              <a:ext uri="{FF2B5EF4-FFF2-40B4-BE49-F238E27FC236}">
                <a16:creationId xmlns:a16="http://schemas.microsoft.com/office/drawing/2014/main" id="{5963A603-43A0-44DF-A340-F880F8F31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5" y="2400300"/>
            <a:ext cx="730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45" name="Picture 1046">
            <a:extLst>
              <a:ext uri="{FF2B5EF4-FFF2-40B4-BE49-F238E27FC236}">
                <a16:creationId xmlns:a16="http://schemas.microsoft.com/office/drawing/2014/main" id="{40BA2CA6-B8DA-435C-90FA-5D6B9A3B6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362200"/>
            <a:ext cx="14446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46" name="Picture 1047">
            <a:extLst>
              <a:ext uri="{FF2B5EF4-FFF2-40B4-BE49-F238E27FC236}">
                <a16:creationId xmlns:a16="http://schemas.microsoft.com/office/drawing/2014/main" id="{D347D648-49E6-4BBF-817E-2DBA693E7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463" y="2401888"/>
            <a:ext cx="873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47" name="Picture 1044">
            <a:extLst>
              <a:ext uri="{FF2B5EF4-FFF2-40B4-BE49-F238E27FC236}">
                <a16:creationId xmlns:a16="http://schemas.microsoft.com/office/drawing/2014/main" id="{2BE1C8D5-4EA5-435C-AADA-98E13BF0F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438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48" name="Picture 1045">
            <a:extLst>
              <a:ext uri="{FF2B5EF4-FFF2-40B4-BE49-F238E27FC236}">
                <a16:creationId xmlns:a16="http://schemas.microsoft.com/office/drawing/2014/main" id="{B1856DDA-66E8-48D6-A573-998E15DAE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888" y="2400300"/>
            <a:ext cx="87312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49" name="Picture 1046">
            <a:extLst>
              <a:ext uri="{FF2B5EF4-FFF2-40B4-BE49-F238E27FC236}">
                <a16:creationId xmlns:a16="http://schemas.microsoft.com/office/drawing/2014/main" id="{9F8A538D-9DA6-4B36-9FD9-C13BA127E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362200"/>
            <a:ext cx="14446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50" name="Picture 1047">
            <a:extLst>
              <a:ext uri="{FF2B5EF4-FFF2-40B4-BE49-F238E27FC236}">
                <a16:creationId xmlns:a16="http://schemas.microsoft.com/office/drawing/2014/main" id="{53D61E0A-D212-4053-A8F7-D828B06D1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263" y="2401888"/>
            <a:ext cx="873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51" name="Picture 1042">
            <a:extLst>
              <a:ext uri="{FF2B5EF4-FFF2-40B4-BE49-F238E27FC236}">
                <a16:creationId xmlns:a16="http://schemas.microsoft.com/office/drawing/2014/main" id="{D023F133-F068-434E-A982-34A8E8F4C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988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52" name="Picture 1043">
            <a:extLst>
              <a:ext uri="{FF2B5EF4-FFF2-40B4-BE49-F238E27FC236}">
                <a16:creationId xmlns:a16="http://schemas.microsoft.com/office/drawing/2014/main" id="{EAC67343-F6CC-47AF-827C-808E4467E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375" y="2400300"/>
            <a:ext cx="730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53" name="Picture 1044">
            <a:extLst>
              <a:ext uri="{FF2B5EF4-FFF2-40B4-BE49-F238E27FC236}">
                <a16:creationId xmlns:a16="http://schemas.microsoft.com/office/drawing/2014/main" id="{E0FB8704-2ABF-4CDD-828A-0C2C40603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54" name="Picture 1045">
            <a:extLst>
              <a:ext uri="{FF2B5EF4-FFF2-40B4-BE49-F238E27FC236}">
                <a16:creationId xmlns:a16="http://schemas.microsoft.com/office/drawing/2014/main" id="{CD15D44F-BD42-45A2-AE00-CBAE3FBE1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0" y="2400300"/>
            <a:ext cx="8731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55" name="Rectangle 1032">
            <a:extLst>
              <a:ext uri="{FF2B5EF4-FFF2-40B4-BE49-F238E27FC236}">
                <a16:creationId xmlns:a16="http://schemas.microsoft.com/office/drawing/2014/main" id="{DA7A1F2B-1373-4EF7-95A5-505DFA2FD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172561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56" name="Rectangle 1041">
            <a:extLst>
              <a:ext uri="{FF2B5EF4-FFF2-40B4-BE49-F238E27FC236}">
                <a16:creationId xmlns:a16="http://schemas.microsoft.com/office/drawing/2014/main" id="{644820F5-AD73-4FD6-9F82-1BAD4A767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227171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57" name="Rectangle 1053">
            <a:extLst>
              <a:ext uri="{FF2B5EF4-FFF2-40B4-BE49-F238E27FC236}">
                <a16:creationId xmlns:a16="http://schemas.microsoft.com/office/drawing/2014/main" id="{FADAA739-B1FC-4116-9F0C-8837206A8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273367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58" name="Rectangle 1061">
            <a:extLst>
              <a:ext uri="{FF2B5EF4-FFF2-40B4-BE49-F238E27FC236}">
                <a16:creationId xmlns:a16="http://schemas.microsoft.com/office/drawing/2014/main" id="{383947F1-4E53-467F-A3E0-BB4B84119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2670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59" name="Rectangle 1069">
            <a:extLst>
              <a:ext uri="{FF2B5EF4-FFF2-40B4-BE49-F238E27FC236}">
                <a16:creationId xmlns:a16="http://schemas.microsoft.com/office/drawing/2014/main" id="{7B9B19B7-08A3-458F-88F3-8D6369F29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6226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60" name="Rectangle 1077">
            <a:extLst>
              <a:ext uri="{FF2B5EF4-FFF2-40B4-BE49-F238E27FC236}">
                <a16:creationId xmlns:a16="http://schemas.microsoft.com/office/drawing/2014/main" id="{C6901905-BDEC-4969-A5D9-17A191096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9782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61" name="Rectangle 1085">
            <a:extLst>
              <a:ext uri="{FF2B5EF4-FFF2-40B4-BE49-F238E27FC236}">
                <a16:creationId xmlns:a16="http://schemas.microsoft.com/office/drawing/2014/main" id="{3B320B4A-0405-491C-B22C-F945E0CAE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43338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62" name="Rectangle 1093">
            <a:extLst>
              <a:ext uri="{FF2B5EF4-FFF2-40B4-BE49-F238E27FC236}">
                <a16:creationId xmlns:a16="http://schemas.microsoft.com/office/drawing/2014/main" id="{84D6ABC5-96DA-4BBB-A429-8D21B81BD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468947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63" name="Rectangle 1101">
            <a:extLst>
              <a:ext uri="{FF2B5EF4-FFF2-40B4-BE49-F238E27FC236}">
                <a16:creationId xmlns:a16="http://schemas.microsoft.com/office/drawing/2014/main" id="{40708EC8-E3BA-4438-BA96-45ACC11FA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504348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64" name="Rectangle 1109">
            <a:extLst>
              <a:ext uri="{FF2B5EF4-FFF2-40B4-BE49-F238E27FC236}">
                <a16:creationId xmlns:a16="http://schemas.microsoft.com/office/drawing/2014/main" id="{5880BEE6-C9C6-425B-8232-B2949231B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538162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15465" name="Straight Connector 121">
            <a:extLst>
              <a:ext uri="{FF2B5EF4-FFF2-40B4-BE49-F238E27FC236}">
                <a16:creationId xmlns:a16="http://schemas.microsoft.com/office/drawing/2014/main" id="{14019504-4A52-44D0-9F21-513B5E0576C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79875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66" name="Straight Connector 122">
            <a:extLst>
              <a:ext uri="{FF2B5EF4-FFF2-40B4-BE49-F238E27FC236}">
                <a16:creationId xmlns:a16="http://schemas.microsoft.com/office/drawing/2014/main" id="{6C5E65B9-C166-4AB4-BEE9-258D72897FD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21188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67" name="Straight Connector 123">
            <a:extLst>
              <a:ext uri="{FF2B5EF4-FFF2-40B4-BE49-F238E27FC236}">
                <a16:creationId xmlns:a16="http://schemas.microsoft.com/office/drawing/2014/main" id="{55516ED9-78D0-4A9B-8190-E6888F26129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05600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5468" name="Picture 1059">
            <a:extLst>
              <a:ext uri="{FF2B5EF4-FFF2-40B4-BE49-F238E27FC236}">
                <a16:creationId xmlns:a16="http://schemas.microsoft.com/office/drawing/2014/main" id="{7C61CA98-6599-4DE1-9D3B-676BC5B89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063" y="2971800"/>
            <a:ext cx="10001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69" name="Picture 1067">
            <a:extLst>
              <a:ext uri="{FF2B5EF4-FFF2-40B4-BE49-F238E27FC236}">
                <a16:creationId xmlns:a16="http://schemas.microsoft.com/office/drawing/2014/main" id="{8420F82C-2660-4BB9-AD1A-A7266D33C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33274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70" name="Picture 1075">
            <a:extLst>
              <a:ext uri="{FF2B5EF4-FFF2-40B4-BE49-F238E27FC236}">
                <a16:creationId xmlns:a16="http://schemas.microsoft.com/office/drawing/2014/main" id="{9882B5AB-B5AA-4B92-80A2-B92A6B320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063" y="3678238"/>
            <a:ext cx="100012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71" name="Picture 1083">
            <a:extLst>
              <a:ext uri="{FF2B5EF4-FFF2-40B4-BE49-F238E27FC236}">
                <a16:creationId xmlns:a16="http://schemas.microsoft.com/office/drawing/2014/main" id="{2D495ACA-C461-4DE3-9BD9-9A50AC9B8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40338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72" name="Picture 1115">
            <a:extLst>
              <a:ext uri="{FF2B5EF4-FFF2-40B4-BE49-F238E27FC236}">
                <a16:creationId xmlns:a16="http://schemas.microsoft.com/office/drawing/2014/main" id="{009DD1A3-FDC9-4569-92A4-23C4F2FDF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54530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73" name="Picture 1067">
            <a:extLst>
              <a:ext uri="{FF2B5EF4-FFF2-40B4-BE49-F238E27FC236}">
                <a16:creationId xmlns:a16="http://schemas.microsoft.com/office/drawing/2014/main" id="{93557194-EF85-44C2-9DA1-51D04C644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3274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74" name="Picture 1107">
            <a:extLst>
              <a:ext uri="{FF2B5EF4-FFF2-40B4-BE49-F238E27FC236}">
                <a16:creationId xmlns:a16="http://schemas.microsoft.com/office/drawing/2014/main" id="{EABAF287-404C-4463-BC8E-0542FDD33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488" y="5516563"/>
            <a:ext cx="100012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75" name="Picture 1067">
            <a:extLst>
              <a:ext uri="{FF2B5EF4-FFF2-40B4-BE49-F238E27FC236}">
                <a16:creationId xmlns:a16="http://schemas.microsoft.com/office/drawing/2014/main" id="{9D53325A-7370-497A-89E5-BBE939F3A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33829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76" name="Picture 1083">
            <a:extLst>
              <a:ext uri="{FF2B5EF4-FFF2-40B4-BE49-F238E27FC236}">
                <a16:creationId xmlns:a16="http://schemas.microsoft.com/office/drawing/2014/main" id="{83C75490-C089-466F-A504-AF433B484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40894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77" name="Picture 1091">
            <a:extLst>
              <a:ext uri="{FF2B5EF4-FFF2-40B4-BE49-F238E27FC236}">
                <a16:creationId xmlns:a16="http://schemas.microsoft.com/office/drawing/2014/main" id="{55C188BF-92A1-430F-8677-5DE026215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4445000"/>
            <a:ext cx="10001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78" name="Picture 1107">
            <a:extLst>
              <a:ext uri="{FF2B5EF4-FFF2-40B4-BE49-F238E27FC236}">
                <a16:creationId xmlns:a16="http://schemas.microsoft.com/office/drawing/2014/main" id="{5B722F6D-39EC-45BF-AB63-A9E3A0362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4800600"/>
            <a:ext cx="10001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79" name="Picture 1115">
            <a:extLst>
              <a:ext uri="{FF2B5EF4-FFF2-40B4-BE49-F238E27FC236}">
                <a16:creationId xmlns:a16="http://schemas.microsoft.com/office/drawing/2014/main" id="{3F093019-92CB-499D-90A3-0F45C4AC5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5508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80" name="Picture 1067">
            <a:extLst>
              <a:ext uri="{FF2B5EF4-FFF2-40B4-BE49-F238E27FC236}">
                <a16:creationId xmlns:a16="http://schemas.microsoft.com/office/drawing/2014/main" id="{7162AD7D-5458-422B-A50E-15088E24D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9718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81" name="Picture 1067">
            <a:extLst>
              <a:ext uri="{FF2B5EF4-FFF2-40B4-BE49-F238E27FC236}">
                <a16:creationId xmlns:a16="http://schemas.microsoft.com/office/drawing/2014/main" id="{8B1B0936-A996-4FB4-B318-3BB25A150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798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82" name="Picture 1091">
            <a:extLst>
              <a:ext uri="{FF2B5EF4-FFF2-40B4-BE49-F238E27FC236}">
                <a16:creationId xmlns:a16="http://schemas.microsoft.com/office/drawing/2014/main" id="{116F7FEE-1D72-44BF-A0E6-B65057E39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038600"/>
            <a:ext cx="10001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83" name="Picture 1115">
            <a:extLst>
              <a:ext uri="{FF2B5EF4-FFF2-40B4-BE49-F238E27FC236}">
                <a16:creationId xmlns:a16="http://schemas.microsoft.com/office/drawing/2014/main" id="{41C00E71-25FE-4402-87B3-6CCB0DF34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365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84" name="Picture 1115">
            <a:extLst>
              <a:ext uri="{FF2B5EF4-FFF2-40B4-BE49-F238E27FC236}">
                <a16:creationId xmlns:a16="http://schemas.microsoft.com/office/drawing/2014/main" id="{76E0F758-3F78-4933-8A4B-B7ED75EA0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746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85" name="Picture 1115">
            <a:extLst>
              <a:ext uri="{FF2B5EF4-FFF2-40B4-BE49-F238E27FC236}">
                <a16:creationId xmlns:a16="http://schemas.microsoft.com/office/drawing/2014/main" id="{EFC3F479-569E-4837-B0A8-6C4E10DFB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5127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86" name="Picture 1083">
            <a:extLst>
              <a:ext uri="{FF2B5EF4-FFF2-40B4-BE49-F238E27FC236}">
                <a16:creationId xmlns:a16="http://schemas.microsoft.com/office/drawing/2014/main" id="{C1324E16-E7FD-4CF2-A900-355CE7712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4365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87" name="Picture 1083">
            <a:extLst>
              <a:ext uri="{FF2B5EF4-FFF2-40B4-BE49-F238E27FC236}">
                <a16:creationId xmlns:a16="http://schemas.microsoft.com/office/drawing/2014/main" id="{F46DB11B-8CCE-407B-80D3-2CE5022F3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4746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88" name="Picture 1115">
            <a:extLst>
              <a:ext uri="{FF2B5EF4-FFF2-40B4-BE49-F238E27FC236}">
                <a16:creationId xmlns:a16="http://schemas.microsoft.com/office/drawing/2014/main" id="{A9E169D0-FAF5-465B-AF12-5D5B2F3F7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5127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89" name="Picture 1067">
            <a:extLst>
              <a:ext uri="{FF2B5EF4-FFF2-40B4-BE49-F238E27FC236}">
                <a16:creationId xmlns:a16="http://schemas.microsoft.com/office/drawing/2014/main" id="{95E43451-C6D4-4143-A995-065BE94EA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29940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90" name="Picture 1067">
            <a:extLst>
              <a:ext uri="{FF2B5EF4-FFF2-40B4-BE49-F238E27FC236}">
                <a16:creationId xmlns:a16="http://schemas.microsoft.com/office/drawing/2014/main" id="{B9E9249A-2AF2-4B58-9576-80F07DC7D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37560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91" name="Picture 1115">
            <a:extLst>
              <a:ext uri="{FF2B5EF4-FFF2-40B4-BE49-F238E27FC236}">
                <a16:creationId xmlns:a16="http://schemas.microsoft.com/office/drawing/2014/main" id="{662E2970-0495-4B1F-84E4-3A114F5C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388" y="51816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" name="Picture 3" descr="Screen shot 2013-09-25 at 1.06.21 PM.png">
            <a:extLst>
              <a:ext uri="{FF2B5EF4-FFF2-40B4-BE49-F238E27FC236}">
                <a16:creationId xmlns:a16="http://schemas.microsoft.com/office/drawing/2014/main" id="{8C70FF4B-FD95-4628-9C65-22D8E61EF60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" y="900906"/>
            <a:ext cx="8166100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D17ECCE2-0B8D-40BD-81D7-D2E23970CB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Left-Hand Side (LHS)</a:t>
            </a:r>
          </a:p>
        </p:txBody>
      </p:sp>
      <p:sp>
        <p:nvSpPr>
          <p:cNvPr id="16386" name="Rectangle 1028">
            <a:extLst>
              <a:ext uri="{FF2B5EF4-FFF2-40B4-BE49-F238E27FC236}">
                <a16:creationId xmlns:a16="http://schemas.microsoft.com/office/drawing/2014/main" id="{9132A783-038B-4573-A4B2-BF3EAF0B8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690688"/>
            <a:ext cx="7745413" cy="12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387" name="Picture 1029">
            <a:extLst>
              <a:ext uri="{FF2B5EF4-FFF2-40B4-BE49-F238E27FC236}">
                <a16:creationId xmlns:a16="http://schemas.microsoft.com/office/drawing/2014/main" id="{F1AD150B-C451-4ACF-97AE-4A859046E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1949450"/>
            <a:ext cx="201613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1030">
            <a:extLst>
              <a:ext uri="{FF2B5EF4-FFF2-40B4-BE49-F238E27FC236}">
                <a16:creationId xmlns:a16="http://schemas.microsoft.com/office/drawing/2014/main" id="{51FC7F25-B8E8-4C9C-A4A9-AF746DC18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2017713"/>
            <a:ext cx="1301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1031">
            <a:extLst>
              <a:ext uri="{FF2B5EF4-FFF2-40B4-BE49-F238E27FC236}">
                <a16:creationId xmlns:a16="http://schemas.microsoft.com/office/drawing/2014/main" id="{5E704CD2-B43D-4A74-9F62-3F72C5800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2025650"/>
            <a:ext cx="193675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Rectangle 1032">
            <a:extLst>
              <a:ext uri="{FF2B5EF4-FFF2-40B4-BE49-F238E27FC236}">
                <a16:creationId xmlns:a16="http://schemas.microsoft.com/office/drawing/2014/main" id="{66DD65B4-F35D-41CA-AE0F-127AF81B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171926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391" name="Rectangle 1033">
            <a:extLst>
              <a:ext uri="{FF2B5EF4-FFF2-40B4-BE49-F238E27FC236}">
                <a16:creationId xmlns:a16="http://schemas.microsoft.com/office/drawing/2014/main" id="{7E3CC50F-0908-426D-9944-FAB68E00F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1719263"/>
            <a:ext cx="14288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392" name="Rectangle 1034">
            <a:extLst>
              <a:ext uri="{FF2B5EF4-FFF2-40B4-BE49-F238E27FC236}">
                <a16:creationId xmlns:a16="http://schemas.microsoft.com/office/drawing/2014/main" id="{83135918-C6D9-43AF-9127-3948DE02F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171926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393" name="Picture 1035">
            <a:extLst>
              <a:ext uri="{FF2B5EF4-FFF2-40B4-BE49-F238E27FC236}">
                <a16:creationId xmlns:a16="http://schemas.microsoft.com/office/drawing/2014/main" id="{F5BAD76D-C05D-42EE-A7B2-70B6E32F9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38" y="2378075"/>
            <a:ext cx="146050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4" name="Picture 1036">
            <a:extLst>
              <a:ext uri="{FF2B5EF4-FFF2-40B4-BE49-F238E27FC236}">
                <a16:creationId xmlns:a16="http://schemas.microsoft.com/office/drawing/2014/main" id="{9C7CFC14-2878-44EF-B905-95BBEDCEA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5" name="Picture 1037">
            <a:extLst>
              <a:ext uri="{FF2B5EF4-FFF2-40B4-BE49-F238E27FC236}">
                <a16:creationId xmlns:a16="http://schemas.microsoft.com/office/drawing/2014/main" id="{D1EE084D-A4E4-42DF-8034-8E08BF25C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13" y="2378075"/>
            <a:ext cx="227012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6" name="Picture 1038">
            <a:extLst>
              <a:ext uri="{FF2B5EF4-FFF2-40B4-BE49-F238E27FC236}">
                <a16:creationId xmlns:a16="http://schemas.microsoft.com/office/drawing/2014/main" id="{289CD048-F4B5-48E1-8D6F-93B092C1B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238" y="2301875"/>
            <a:ext cx="141287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7" name="Picture 1039">
            <a:extLst>
              <a:ext uri="{FF2B5EF4-FFF2-40B4-BE49-F238E27FC236}">
                <a16:creationId xmlns:a16="http://schemas.microsoft.com/office/drawing/2014/main" id="{CE95F7EC-9A3E-4DE8-A630-4EAA49372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688" y="2373313"/>
            <a:ext cx="1127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8" name="Picture 1040">
            <a:extLst>
              <a:ext uri="{FF2B5EF4-FFF2-40B4-BE49-F238E27FC236}">
                <a16:creationId xmlns:a16="http://schemas.microsoft.com/office/drawing/2014/main" id="{44906BAA-97BE-484D-A9BE-422A6639D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" y="2378075"/>
            <a:ext cx="98425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9" name="Rectangle 1041">
            <a:extLst>
              <a:ext uri="{FF2B5EF4-FFF2-40B4-BE49-F238E27FC236}">
                <a16:creationId xmlns:a16="http://schemas.microsoft.com/office/drawing/2014/main" id="{D7EC981F-65FE-415C-9291-4BC66C0E5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26536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00" name="Picture 1042">
            <a:extLst>
              <a:ext uri="{FF2B5EF4-FFF2-40B4-BE49-F238E27FC236}">
                <a16:creationId xmlns:a16="http://schemas.microsoft.com/office/drawing/2014/main" id="{38BFBFC6-FE52-47AC-AF03-66A69E820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938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01" name="Picture 1043">
            <a:extLst>
              <a:ext uri="{FF2B5EF4-FFF2-40B4-BE49-F238E27FC236}">
                <a16:creationId xmlns:a16="http://schemas.microsoft.com/office/drawing/2014/main" id="{24EFD1B7-77CF-43BD-92DD-8317C42A9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2414588"/>
            <a:ext cx="73025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02" name="Picture 1044">
            <a:extLst>
              <a:ext uri="{FF2B5EF4-FFF2-40B4-BE49-F238E27FC236}">
                <a16:creationId xmlns:a16="http://schemas.microsoft.com/office/drawing/2014/main" id="{D622175E-953F-45DC-AC1C-17CA098A1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03" name="Picture 1045">
            <a:extLst>
              <a:ext uri="{FF2B5EF4-FFF2-40B4-BE49-F238E27FC236}">
                <a16:creationId xmlns:a16="http://schemas.microsoft.com/office/drawing/2014/main" id="{19D696AC-EE07-4910-82EB-051A3EBFE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2414588"/>
            <a:ext cx="87313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04" name="Picture 1046">
            <a:extLst>
              <a:ext uri="{FF2B5EF4-FFF2-40B4-BE49-F238E27FC236}">
                <a16:creationId xmlns:a16="http://schemas.microsoft.com/office/drawing/2014/main" id="{DB73C882-1C41-423B-8EED-47B7D137B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213" y="2376488"/>
            <a:ext cx="144462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05" name="Picture 1047">
            <a:extLst>
              <a:ext uri="{FF2B5EF4-FFF2-40B4-BE49-F238E27FC236}">
                <a16:creationId xmlns:a16="http://schemas.microsoft.com/office/drawing/2014/main" id="{DE37A982-4139-413C-9486-6C20A3584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75" y="2416175"/>
            <a:ext cx="8731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06" name="Rectangle 1048">
            <a:extLst>
              <a:ext uri="{FF2B5EF4-FFF2-40B4-BE49-F238E27FC236}">
                <a16:creationId xmlns:a16="http://schemas.microsoft.com/office/drawing/2014/main" id="{FE704707-6913-4460-AE91-06C0F49BB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2265363"/>
            <a:ext cx="14288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07" name="Rectangle 1049">
            <a:extLst>
              <a:ext uri="{FF2B5EF4-FFF2-40B4-BE49-F238E27FC236}">
                <a16:creationId xmlns:a16="http://schemas.microsoft.com/office/drawing/2014/main" id="{035C630F-5ED2-4FFA-A36E-9BE36C480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226536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08" name="Picture 1050">
            <a:extLst>
              <a:ext uri="{FF2B5EF4-FFF2-40B4-BE49-F238E27FC236}">
                <a16:creationId xmlns:a16="http://schemas.microsoft.com/office/drawing/2014/main" id="{BD4945B6-9970-4689-9E1E-20C4C93E1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938" y="2297113"/>
            <a:ext cx="14446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09" name="Rectangle 1051">
            <a:extLst>
              <a:ext uri="{FF2B5EF4-FFF2-40B4-BE49-F238E27FC236}">
                <a16:creationId xmlns:a16="http://schemas.microsoft.com/office/drawing/2014/main" id="{6AB6F5D0-CA70-4E66-807F-5D7C7AF03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713038"/>
            <a:ext cx="7745413" cy="1428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10" name="Picture 1052">
            <a:extLst>
              <a:ext uri="{FF2B5EF4-FFF2-40B4-BE49-F238E27FC236}">
                <a16:creationId xmlns:a16="http://schemas.microsoft.com/office/drawing/2014/main" id="{4BC36112-077A-4DF3-9458-83B0E1B8E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29591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11" name="Rectangle 1053">
            <a:extLst>
              <a:ext uri="{FF2B5EF4-FFF2-40B4-BE49-F238E27FC236}">
                <a16:creationId xmlns:a16="http://schemas.microsoft.com/office/drawing/2014/main" id="{515C0548-5301-4909-AA89-33AA78C99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72732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12" name="Picture 1054">
            <a:extLst>
              <a:ext uri="{FF2B5EF4-FFF2-40B4-BE49-F238E27FC236}">
                <a16:creationId xmlns:a16="http://schemas.microsoft.com/office/drawing/2014/main" id="{079A669A-E877-4542-A132-248910BD3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2959100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13" name="Picture 1055">
            <a:extLst>
              <a:ext uri="{FF2B5EF4-FFF2-40B4-BE49-F238E27FC236}">
                <a16:creationId xmlns:a16="http://schemas.microsoft.com/office/drawing/2014/main" id="{5371983E-4E52-42A2-A653-C90D9E8EB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2959100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14" name="Picture 1056">
            <a:extLst>
              <a:ext uri="{FF2B5EF4-FFF2-40B4-BE49-F238E27FC236}">
                <a16:creationId xmlns:a16="http://schemas.microsoft.com/office/drawing/2014/main" id="{0DEE2580-C519-45E0-B7B9-B63C81CF5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29591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15" name="Rectangle 1057">
            <a:extLst>
              <a:ext uri="{FF2B5EF4-FFF2-40B4-BE49-F238E27FC236}">
                <a16:creationId xmlns:a16="http://schemas.microsoft.com/office/drawing/2014/main" id="{F999BED8-E820-4E38-BB6A-350B980EC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2727325"/>
            <a:ext cx="14288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16" name="Rectangle 1058">
            <a:extLst>
              <a:ext uri="{FF2B5EF4-FFF2-40B4-BE49-F238E27FC236}">
                <a16:creationId xmlns:a16="http://schemas.microsoft.com/office/drawing/2014/main" id="{55199AA8-B114-413D-87F7-C6DEC691B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272732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17" name="Picture 1059">
            <a:extLst>
              <a:ext uri="{FF2B5EF4-FFF2-40B4-BE49-F238E27FC236}">
                <a16:creationId xmlns:a16="http://schemas.microsoft.com/office/drawing/2014/main" id="{A372AC32-9CD6-4D29-854B-925DB7E49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50" y="2959100"/>
            <a:ext cx="10001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18" name="Picture 1060">
            <a:extLst>
              <a:ext uri="{FF2B5EF4-FFF2-40B4-BE49-F238E27FC236}">
                <a16:creationId xmlns:a16="http://schemas.microsoft.com/office/drawing/2014/main" id="{7B37D042-614D-4B8A-8047-28918FA28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3314700"/>
            <a:ext cx="984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19" name="Rectangle 1061">
            <a:extLst>
              <a:ext uri="{FF2B5EF4-FFF2-40B4-BE49-F238E27FC236}">
                <a16:creationId xmlns:a16="http://schemas.microsoft.com/office/drawing/2014/main" id="{6D3EE10A-D5A3-458F-B3B8-C9B2BBF4E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2607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20" name="Picture 1062">
            <a:extLst>
              <a:ext uri="{FF2B5EF4-FFF2-40B4-BE49-F238E27FC236}">
                <a16:creationId xmlns:a16="http://schemas.microsoft.com/office/drawing/2014/main" id="{49AA39C6-D9DF-4ACA-A386-426E57DEE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3314700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21" name="Picture 1063">
            <a:extLst>
              <a:ext uri="{FF2B5EF4-FFF2-40B4-BE49-F238E27FC236}">
                <a16:creationId xmlns:a16="http://schemas.microsoft.com/office/drawing/2014/main" id="{79CF4BB7-16A0-453C-97D2-A59DD85F5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3314700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22" name="Picture 1064">
            <a:extLst>
              <a:ext uri="{FF2B5EF4-FFF2-40B4-BE49-F238E27FC236}">
                <a16:creationId xmlns:a16="http://schemas.microsoft.com/office/drawing/2014/main" id="{CBA12B86-F5E2-4B09-9DF2-CD3B7CC76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3314700"/>
            <a:ext cx="984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23" name="Rectangle 1065">
            <a:extLst>
              <a:ext uri="{FF2B5EF4-FFF2-40B4-BE49-F238E27FC236}">
                <a16:creationId xmlns:a16="http://schemas.microsoft.com/office/drawing/2014/main" id="{88767A96-2411-4DBE-8908-C6DFA70AD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2607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24" name="Rectangle 1066">
            <a:extLst>
              <a:ext uri="{FF2B5EF4-FFF2-40B4-BE49-F238E27FC236}">
                <a16:creationId xmlns:a16="http://schemas.microsoft.com/office/drawing/2014/main" id="{77072C9E-C4D0-4DA3-91C3-3638D5FAA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2607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25" name="Picture 1067">
            <a:extLst>
              <a:ext uri="{FF2B5EF4-FFF2-40B4-BE49-F238E27FC236}">
                <a16:creationId xmlns:a16="http://schemas.microsoft.com/office/drawing/2014/main" id="{36ED617D-ABA1-41AA-B70E-34CC5F933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463" y="33147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26" name="Picture 1068">
            <a:extLst>
              <a:ext uri="{FF2B5EF4-FFF2-40B4-BE49-F238E27FC236}">
                <a16:creationId xmlns:a16="http://schemas.microsoft.com/office/drawing/2014/main" id="{32EEDEAA-EF40-4D62-8422-BCBAB3422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3665538"/>
            <a:ext cx="1174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27" name="Rectangle 1069">
            <a:extLst>
              <a:ext uri="{FF2B5EF4-FFF2-40B4-BE49-F238E27FC236}">
                <a16:creationId xmlns:a16="http://schemas.microsoft.com/office/drawing/2014/main" id="{AE66AF8E-FB21-41EB-938A-7F46AA6A8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6163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28" name="Picture 1070">
            <a:extLst>
              <a:ext uri="{FF2B5EF4-FFF2-40B4-BE49-F238E27FC236}">
                <a16:creationId xmlns:a16="http://schemas.microsoft.com/office/drawing/2014/main" id="{779B557B-32C9-400B-8F25-12708052A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3665538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29" name="Picture 1071">
            <a:extLst>
              <a:ext uri="{FF2B5EF4-FFF2-40B4-BE49-F238E27FC236}">
                <a16:creationId xmlns:a16="http://schemas.microsoft.com/office/drawing/2014/main" id="{AB827124-053B-451E-A359-84EDB55DA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36655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30" name="Picture 1072">
            <a:extLst>
              <a:ext uri="{FF2B5EF4-FFF2-40B4-BE49-F238E27FC236}">
                <a16:creationId xmlns:a16="http://schemas.microsoft.com/office/drawing/2014/main" id="{900BC309-E722-4630-BC47-C533095DD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36655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31" name="Rectangle 1073">
            <a:extLst>
              <a:ext uri="{FF2B5EF4-FFF2-40B4-BE49-F238E27FC236}">
                <a16:creationId xmlns:a16="http://schemas.microsoft.com/office/drawing/2014/main" id="{2AEDCB9B-66C9-4A92-88E9-78AB928E9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6163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32" name="Rectangle 1074">
            <a:extLst>
              <a:ext uri="{FF2B5EF4-FFF2-40B4-BE49-F238E27FC236}">
                <a16:creationId xmlns:a16="http://schemas.microsoft.com/office/drawing/2014/main" id="{C99131E2-5250-41F9-BEF8-B9A3E9D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6163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33" name="Picture 1075">
            <a:extLst>
              <a:ext uri="{FF2B5EF4-FFF2-40B4-BE49-F238E27FC236}">
                <a16:creationId xmlns:a16="http://schemas.microsoft.com/office/drawing/2014/main" id="{419C5B36-484B-479C-AFD9-46CBB9475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50" y="3665538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34" name="Picture 1076">
            <a:extLst>
              <a:ext uri="{FF2B5EF4-FFF2-40B4-BE49-F238E27FC236}">
                <a16:creationId xmlns:a16="http://schemas.microsoft.com/office/drawing/2014/main" id="{6BDFD78B-FB6D-4AE3-A233-A4498E906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40211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35" name="Rectangle 1077">
            <a:extLst>
              <a:ext uri="{FF2B5EF4-FFF2-40B4-BE49-F238E27FC236}">
                <a16:creationId xmlns:a16="http://schemas.microsoft.com/office/drawing/2014/main" id="{047D42A3-9D2C-4590-A2B8-7D14F747C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9719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36" name="Picture 1078">
            <a:extLst>
              <a:ext uri="{FF2B5EF4-FFF2-40B4-BE49-F238E27FC236}">
                <a16:creationId xmlns:a16="http://schemas.microsoft.com/office/drawing/2014/main" id="{F1292D81-E7CE-4D56-89B7-BC5A5CB5C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4021138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37" name="Picture 1079">
            <a:extLst>
              <a:ext uri="{FF2B5EF4-FFF2-40B4-BE49-F238E27FC236}">
                <a16:creationId xmlns:a16="http://schemas.microsoft.com/office/drawing/2014/main" id="{816AA058-1FEB-4138-B114-681ACD1DA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40211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38" name="Picture 1080">
            <a:extLst>
              <a:ext uri="{FF2B5EF4-FFF2-40B4-BE49-F238E27FC236}">
                <a16:creationId xmlns:a16="http://schemas.microsoft.com/office/drawing/2014/main" id="{D904A131-883C-4706-95D1-7581D99AA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40211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39" name="Rectangle 1081">
            <a:extLst>
              <a:ext uri="{FF2B5EF4-FFF2-40B4-BE49-F238E27FC236}">
                <a16:creationId xmlns:a16="http://schemas.microsoft.com/office/drawing/2014/main" id="{B680AF0E-63E9-4886-852D-6624C9978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9719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40" name="Rectangle 1082">
            <a:extLst>
              <a:ext uri="{FF2B5EF4-FFF2-40B4-BE49-F238E27FC236}">
                <a16:creationId xmlns:a16="http://schemas.microsoft.com/office/drawing/2014/main" id="{350B1308-5F03-4B53-925C-C700996AF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9719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41" name="Picture 1084">
            <a:extLst>
              <a:ext uri="{FF2B5EF4-FFF2-40B4-BE49-F238E27FC236}">
                <a16:creationId xmlns:a16="http://schemas.microsoft.com/office/drawing/2014/main" id="{C5162EFE-0D3E-4BD0-AE46-794B229C0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4373563"/>
            <a:ext cx="130175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42" name="Rectangle 1085">
            <a:extLst>
              <a:ext uri="{FF2B5EF4-FFF2-40B4-BE49-F238E27FC236}">
                <a16:creationId xmlns:a16="http://schemas.microsoft.com/office/drawing/2014/main" id="{4994C746-7A78-40D0-B178-3A93AD62A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3275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43" name="Picture 1086">
            <a:extLst>
              <a:ext uri="{FF2B5EF4-FFF2-40B4-BE49-F238E27FC236}">
                <a16:creationId xmlns:a16="http://schemas.microsoft.com/office/drawing/2014/main" id="{7DE6BCEB-FDAE-4648-A6D1-F855D1F22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376738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44" name="Picture 1087">
            <a:extLst>
              <a:ext uri="{FF2B5EF4-FFF2-40B4-BE49-F238E27FC236}">
                <a16:creationId xmlns:a16="http://schemas.microsoft.com/office/drawing/2014/main" id="{A5256D1B-99D4-42B4-8A4B-F4C175A10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4376738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45" name="Picture 1088">
            <a:extLst>
              <a:ext uri="{FF2B5EF4-FFF2-40B4-BE49-F238E27FC236}">
                <a16:creationId xmlns:a16="http://schemas.microsoft.com/office/drawing/2014/main" id="{866A30B1-3CE6-42B9-B1C6-77B847A4D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43767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46" name="Rectangle 1089">
            <a:extLst>
              <a:ext uri="{FF2B5EF4-FFF2-40B4-BE49-F238E27FC236}">
                <a16:creationId xmlns:a16="http://schemas.microsoft.com/office/drawing/2014/main" id="{15B8EADE-D0A1-47FF-AD9A-B63811B86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43275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47" name="Rectangle 1090">
            <a:extLst>
              <a:ext uri="{FF2B5EF4-FFF2-40B4-BE49-F238E27FC236}">
                <a16:creationId xmlns:a16="http://schemas.microsoft.com/office/drawing/2014/main" id="{643813FA-161D-449E-94E6-773B83C29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43275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48" name="Picture 1091">
            <a:extLst>
              <a:ext uri="{FF2B5EF4-FFF2-40B4-BE49-F238E27FC236}">
                <a16:creationId xmlns:a16="http://schemas.microsoft.com/office/drawing/2014/main" id="{20F1DB9A-2E08-4E11-A0A6-41760761E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50" y="4376738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49" name="Picture 1092">
            <a:extLst>
              <a:ext uri="{FF2B5EF4-FFF2-40B4-BE49-F238E27FC236}">
                <a16:creationId xmlns:a16="http://schemas.microsoft.com/office/drawing/2014/main" id="{ED3D0E96-B5E4-4C2C-8F32-409AB6E19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4729163"/>
            <a:ext cx="11747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50" name="Rectangle 1093">
            <a:extLst>
              <a:ext uri="{FF2B5EF4-FFF2-40B4-BE49-F238E27FC236}">
                <a16:creationId xmlns:a16="http://schemas.microsoft.com/office/drawing/2014/main" id="{8B7F03CE-B346-4064-AB8B-258E10965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68312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51" name="Picture 1094">
            <a:extLst>
              <a:ext uri="{FF2B5EF4-FFF2-40B4-BE49-F238E27FC236}">
                <a16:creationId xmlns:a16="http://schemas.microsoft.com/office/drawing/2014/main" id="{DE2F7F2D-0A76-4985-9D08-7F3934F30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7291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52" name="Picture 1095">
            <a:extLst>
              <a:ext uri="{FF2B5EF4-FFF2-40B4-BE49-F238E27FC236}">
                <a16:creationId xmlns:a16="http://schemas.microsoft.com/office/drawing/2014/main" id="{2656EE01-F947-475E-8829-C295AB424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4729163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53" name="Picture 1096">
            <a:extLst>
              <a:ext uri="{FF2B5EF4-FFF2-40B4-BE49-F238E27FC236}">
                <a16:creationId xmlns:a16="http://schemas.microsoft.com/office/drawing/2014/main" id="{9C54D00E-C52B-4B11-89F0-45E122665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47291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54" name="Rectangle 1097">
            <a:extLst>
              <a:ext uri="{FF2B5EF4-FFF2-40B4-BE49-F238E27FC236}">
                <a16:creationId xmlns:a16="http://schemas.microsoft.com/office/drawing/2014/main" id="{EBD9EB06-72A9-4A8E-80AE-9F9C7EA0C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4683125"/>
            <a:ext cx="14288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55" name="Rectangle 1098">
            <a:extLst>
              <a:ext uri="{FF2B5EF4-FFF2-40B4-BE49-F238E27FC236}">
                <a16:creationId xmlns:a16="http://schemas.microsoft.com/office/drawing/2014/main" id="{1D77D6DC-9B5A-413E-8373-1ADEFB3AB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468312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56" name="Picture 1100">
            <a:extLst>
              <a:ext uri="{FF2B5EF4-FFF2-40B4-BE49-F238E27FC236}">
                <a16:creationId xmlns:a16="http://schemas.microsoft.com/office/drawing/2014/main" id="{F1915158-BE0E-4B5B-87C9-FB6123E79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50847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57" name="Rectangle 1101">
            <a:extLst>
              <a:ext uri="{FF2B5EF4-FFF2-40B4-BE49-F238E27FC236}">
                <a16:creationId xmlns:a16="http://schemas.microsoft.com/office/drawing/2014/main" id="{5E950062-29FE-4263-9889-C8C6AE1FE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503713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58" name="Picture 1102">
            <a:extLst>
              <a:ext uri="{FF2B5EF4-FFF2-40B4-BE49-F238E27FC236}">
                <a16:creationId xmlns:a16="http://schemas.microsoft.com/office/drawing/2014/main" id="{AC2E63B2-464B-4744-974A-92DCF8E79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0847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59" name="Picture 1103">
            <a:extLst>
              <a:ext uri="{FF2B5EF4-FFF2-40B4-BE49-F238E27FC236}">
                <a16:creationId xmlns:a16="http://schemas.microsoft.com/office/drawing/2014/main" id="{ACDEA8D8-DB10-48F8-8A69-29EE13698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50847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60" name="Picture 1104">
            <a:extLst>
              <a:ext uri="{FF2B5EF4-FFF2-40B4-BE49-F238E27FC236}">
                <a16:creationId xmlns:a16="http://schemas.microsoft.com/office/drawing/2014/main" id="{C9089B4D-AFA6-4F93-BFB5-BCC27E208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50847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61" name="Rectangle 1105">
            <a:extLst>
              <a:ext uri="{FF2B5EF4-FFF2-40B4-BE49-F238E27FC236}">
                <a16:creationId xmlns:a16="http://schemas.microsoft.com/office/drawing/2014/main" id="{EF364453-669B-4044-96C8-6635D177A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5037138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62" name="Rectangle 1106">
            <a:extLst>
              <a:ext uri="{FF2B5EF4-FFF2-40B4-BE49-F238E27FC236}">
                <a16:creationId xmlns:a16="http://schemas.microsoft.com/office/drawing/2014/main" id="{209252CB-8FF8-43A8-947F-B49967D5C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503713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63" name="Picture 1107">
            <a:extLst>
              <a:ext uri="{FF2B5EF4-FFF2-40B4-BE49-F238E27FC236}">
                <a16:creationId xmlns:a16="http://schemas.microsoft.com/office/drawing/2014/main" id="{62A072F4-E6DE-4D8F-A139-0AE356CDA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50" y="4800600"/>
            <a:ext cx="10001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64" name="Picture 1108">
            <a:extLst>
              <a:ext uri="{FF2B5EF4-FFF2-40B4-BE49-F238E27FC236}">
                <a16:creationId xmlns:a16="http://schemas.microsoft.com/office/drawing/2014/main" id="{018FC1D0-1E2D-4A9C-9018-48A1DC15B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5437188"/>
            <a:ext cx="1238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65" name="Rectangle 1109">
            <a:extLst>
              <a:ext uri="{FF2B5EF4-FFF2-40B4-BE49-F238E27FC236}">
                <a16:creationId xmlns:a16="http://schemas.microsoft.com/office/drawing/2014/main" id="{DB09DEA6-8741-49ED-9B4E-3059D8181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537527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66" name="Picture 1110">
            <a:extLst>
              <a:ext uri="{FF2B5EF4-FFF2-40B4-BE49-F238E27FC236}">
                <a16:creationId xmlns:a16="http://schemas.microsoft.com/office/drawing/2014/main" id="{E1341D0A-1368-4B84-8704-0A5FE0AB1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4403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67" name="Picture 1111">
            <a:extLst>
              <a:ext uri="{FF2B5EF4-FFF2-40B4-BE49-F238E27FC236}">
                <a16:creationId xmlns:a16="http://schemas.microsoft.com/office/drawing/2014/main" id="{FEB7B3CE-2A37-4297-97C1-D51A48AB1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54403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68" name="Picture 1112">
            <a:extLst>
              <a:ext uri="{FF2B5EF4-FFF2-40B4-BE49-F238E27FC236}">
                <a16:creationId xmlns:a16="http://schemas.microsoft.com/office/drawing/2014/main" id="{8688FA84-928C-45C7-BA31-B02D40595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54403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69" name="Rectangle 1113">
            <a:extLst>
              <a:ext uri="{FF2B5EF4-FFF2-40B4-BE49-F238E27FC236}">
                <a16:creationId xmlns:a16="http://schemas.microsoft.com/office/drawing/2014/main" id="{853CC10C-47C1-4436-AC60-9D0203A18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5375275"/>
            <a:ext cx="14288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70" name="Rectangle 1114">
            <a:extLst>
              <a:ext uri="{FF2B5EF4-FFF2-40B4-BE49-F238E27FC236}">
                <a16:creationId xmlns:a16="http://schemas.microsoft.com/office/drawing/2014/main" id="{4845D3DB-6BDC-4615-B001-694175A1F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537527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71" name="Picture 1115">
            <a:extLst>
              <a:ext uri="{FF2B5EF4-FFF2-40B4-BE49-F238E27FC236}">
                <a16:creationId xmlns:a16="http://schemas.microsoft.com/office/drawing/2014/main" id="{4E415D78-62E2-4A13-950B-52104AB97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463" y="51816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72" name="Rectangle 1116">
            <a:extLst>
              <a:ext uri="{FF2B5EF4-FFF2-40B4-BE49-F238E27FC236}">
                <a16:creationId xmlns:a16="http://schemas.microsoft.com/office/drawing/2014/main" id="{E3D23542-9431-4391-A97D-788650B59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853113"/>
            <a:ext cx="4086225" cy="142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473" name="Picture 1042">
            <a:extLst>
              <a:ext uri="{FF2B5EF4-FFF2-40B4-BE49-F238E27FC236}">
                <a16:creationId xmlns:a16="http://schemas.microsoft.com/office/drawing/2014/main" id="{5301CD03-48AB-4E4B-B3F4-39DDCE442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988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74" name="Picture 1043">
            <a:extLst>
              <a:ext uri="{FF2B5EF4-FFF2-40B4-BE49-F238E27FC236}">
                <a16:creationId xmlns:a16="http://schemas.microsoft.com/office/drawing/2014/main" id="{0AA088F8-FECE-430D-BAEE-FD232331E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5" y="2400300"/>
            <a:ext cx="730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75" name="Picture 1046">
            <a:extLst>
              <a:ext uri="{FF2B5EF4-FFF2-40B4-BE49-F238E27FC236}">
                <a16:creationId xmlns:a16="http://schemas.microsoft.com/office/drawing/2014/main" id="{552D3790-9E96-4307-8614-945CA9A8D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362200"/>
            <a:ext cx="14446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76" name="Picture 1047">
            <a:extLst>
              <a:ext uri="{FF2B5EF4-FFF2-40B4-BE49-F238E27FC236}">
                <a16:creationId xmlns:a16="http://schemas.microsoft.com/office/drawing/2014/main" id="{4A7A9670-31EE-4684-92BC-D427E896E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463" y="2401888"/>
            <a:ext cx="873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77" name="Picture 1044">
            <a:extLst>
              <a:ext uri="{FF2B5EF4-FFF2-40B4-BE49-F238E27FC236}">
                <a16:creationId xmlns:a16="http://schemas.microsoft.com/office/drawing/2014/main" id="{4CF91529-B7D7-4211-B64D-F313C4004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438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78" name="Picture 1045">
            <a:extLst>
              <a:ext uri="{FF2B5EF4-FFF2-40B4-BE49-F238E27FC236}">
                <a16:creationId xmlns:a16="http://schemas.microsoft.com/office/drawing/2014/main" id="{6226C251-4EC1-4FD8-8648-457202450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888" y="2400300"/>
            <a:ext cx="87312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79" name="Picture 1046">
            <a:extLst>
              <a:ext uri="{FF2B5EF4-FFF2-40B4-BE49-F238E27FC236}">
                <a16:creationId xmlns:a16="http://schemas.microsoft.com/office/drawing/2014/main" id="{043815DD-BDD0-424A-A598-AD72EDBF0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362200"/>
            <a:ext cx="14446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80" name="Picture 1047">
            <a:extLst>
              <a:ext uri="{FF2B5EF4-FFF2-40B4-BE49-F238E27FC236}">
                <a16:creationId xmlns:a16="http://schemas.microsoft.com/office/drawing/2014/main" id="{6AD889C7-28B6-456F-850C-609CC5816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263" y="2401888"/>
            <a:ext cx="873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81" name="Picture 1042">
            <a:extLst>
              <a:ext uri="{FF2B5EF4-FFF2-40B4-BE49-F238E27FC236}">
                <a16:creationId xmlns:a16="http://schemas.microsoft.com/office/drawing/2014/main" id="{BF26E519-BFE2-4D3A-91C8-6C170498F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988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82" name="Picture 1043">
            <a:extLst>
              <a:ext uri="{FF2B5EF4-FFF2-40B4-BE49-F238E27FC236}">
                <a16:creationId xmlns:a16="http://schemas.microsoft.com/office/drawing/2014/main" id="{9DCAE21C-4081-4572-9C19-95DF8CB79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375" y="2400300"/>
            <a:ext cx="730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83" name="Picture 1044">
            <a:extLst>
              <a:ext uri="{FF2B5EF4-FFF2-40B4-BE49-F238E27FC236}">
                <a16:creationId xmlns:a16="http://schemas.microsoft.com/office/drawing/2014/main" id="{B406F6B0-94C7-4558-A445-F8CEFE027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84" name="Picture 1045">
            <a:extLst>
              <a:ext uri="{FF2B5EF4-FFF2-40B4-BE49-F238E27FC236}">
                <a16:creationId xmlns:a16="http://schemas.microsoft.com/office/drawing/2014/main" id="{CF84367D-6A9B-4B8C-A896-0CE673C3A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0" y="2400300"/>
            <a:ext cx="8731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85" name="Rectangle 1032">
            <a:extLst>
              <a:ext uri="{FF2B5EF4-FFF2-40B4-BE49-F238E27FC236}">
                <a16:creationId xmlns:a16="http://schemas.microsoft.com/office/drawing/2014/main" id="{74057844-DC23-442C-8CA3-08A9AC17C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172561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86" name="Rectangle 1041">
            <a:extLst>
              <a:ext uri="{FF2B5EF4-FFF2-40B4-BE49-F238E27FC236}">
                <a16:creationId xmlns:a16="http://schemas.microsoft.com/office/drawing/2014/main" id="{4294614A-A40A-4AE2-B826-C82AAB2B4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227171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87" name="Rectangle 1053">
            <a:extLst>
              <a:ext uri="{FF2B5EF4-FFF2-40B4-BE49-F238E27FC236}">
                <a16:creationId xmlns:a16="http://schemas.microsoft.com/office/drawing/2014/main" id="{DC8F3714-3233-4F70-A204-81B1E15A2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273367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88" name="Rectangle 1061">
            <a:extLst>
              <a:ext uri="{FF2B5EF4-FFF2-40B4-BE49-F238E27FC236}">
                <a16:creationId xmlns:a16="http://schemas.microsoft.com/office/drawing/2014/main" id="{D8D44D7C-407C-424B-9616-A53C66D0C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2670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89" name="Rectangle 1069">
            <a:extLst>
              <a:ext uri="{FF2B5EF4-FFF2-40B4-BE49-F238E27FC236}">
                <a16:creationId xmlns:a16="http://schemas.microsoft.com/office/drawing/2014/main" id="{1F334D41-3938-4286-95D4-1C4764E6C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6226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90" name="Rectangle 1077">
            <a:extLst>
              <a:ext uri="{FF2B5EF4-FFF2-40B4-BE49-F238E27FC236}">
                <a16:creationId xmlns:a16="http://schemas.microsoft.com/office/drawing/2014/main" id="{19C68BC6-9CAA-47E7-9D8A-7132FA170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9782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91" name="Rectangle 1085">
            <a:extLst>
              <a:ext uri="{FF2B5EF4-FFF2-40B4-BE49-F238E27FC236}">
                <a16:creationId xmlns:a16="http://schemas.microsoft.com/office/drawing/2014/main" id="{99B0F1FD-FA80-42CD-97A0-51679EB6E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43338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92" name="Rectangle 1093">
            <a:extLst>
              <a:ext uri="{FF2B5EF4-FFF2-40B4-BE49-F238E27FC236}">
                <a16:creationId xmlns:a16="http://schemas.microsoft.com/office/drawing/2014/main" id="{AE3B01FB-5247-4CE7-ADB2-53DD09C4B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468947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93" name="Rectangle 1101">
            <a:extLst>
              <a:ext uri="{FF2B5EF4-FFF2-40B4-BE49-F238E27FC236}">
                <a16:creationId xmlns:a16="http://schemas.microsoft.com/office/drawing/2014/main" id="{63763249-899F-4209-8B0B-EAEB40C1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504348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494" name="Rectangle 1109">
            <a:extLst>
              <a:ext uri="{FF2B5EF4-FFF2-40B4-BE49-F238E27FC236}">
                <a16:creationId xmlns:a16="http://schemas.microsoft.com/office/drawing/2014/main" id="{0EA739D0-30CD-4796-9FB0-1A8C719C0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538162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16495" name="Straight Connector 121">
            <a:extLst>
              <a:ext uri="{FF2B5EF4-FFF2-40B4-BE49-F238E27FC236}">
                <a16:creationId xmlns:a16="http://schemas.microsoft.com/office/drawing/2014/main" id="{E7114ED3-D769-493E-8F32-A594E0F68C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79875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96" name="Straight Connector 122">
            <a:extLst>
              <a:ext uri="{FF2B5EF4-FFF2-40B4-BE49-F238E27FC236}">
                <a16:creationId xmlns:a16="http://schemas.microsoft.com/office/drawing/2014/main" id="{33CF89E6-FD34-45D9-A1F9-6B8D9FDF377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21188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97" name="Straight Connector 123">
            <a:extLst>
              <a:ext uri="{FF2B5EF4-FFF2-40B4-BE49-F238E27FC236}">
                <a16:creationId xmlns:a16="http://schemas.microsoft.com/office/drawing/2014/main" id="{6F769FC0-35BE-443A-A88B-0CAFF4685C0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05600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6498" name="Picture 1059">
            <a:extLst>
              <a:ext uri="{FF2B5EF4-FFF2-40B4-BE49-F238E27FC236}">
                <a16:creationId xmlns:a16="http://schemas.microsoft.com/office/drawing/2014/main" id="{2BA24CA1-353E-4253-B8B9-4B4059157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063" y="2971800"/>
            <a:ext cx="10001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99" name="Picture 1067">
            <a:extLst>
              <a:ext uri="{FF2B5EF4-FFF2-40B4-BE49-F238E27FC236}">
                <a16:creationId xmlns:a16="http://schemas.microsoft.com/office/drawing/2014/main" id="{6ED1A413-A5C5-4B2C-94D4-E80C9881D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33274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00" name="Picture 1075">
            <a:extLst>
              <a:ext uri="{FF2B5EF4-FFF2-40B4-BE49-F238E27FC236}">
                <a16:creationId xmlns:a16="http://schemas.microsoft.com/office/drawing/2014/main" id="{7F941D43-A4AB-4E6A-ABE0-969649DC9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063" y="3678238"/>
            <a:ext cx="100012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01" name="Picture 1083">
            <a:extLst>
              <a:ext uri="{FF2B5EF4-FFF2-40B4-BE49-F238E27FC236}">
                <a16:creationId xmlns:a16="http://schemas.microsoft.com/office/drawing/2014/main" id="{F68AF9B1-FA30-43C3-90CE-1EDE55D6F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40338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02" name="Picture 1115">
            <a:extLst>
              <a:ext uri="{FF2B5EF4-FFF2-40B4-BE49-F238E27FC236}">
                <a16:creationId xmlns:a16="http://schemas.microsoft.com/office/drawing/2014/main" id="{CAB8992A-EB13-4130-A007-679056E03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54530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03" name="Picture 1067">
            <a:extLst>
              <a:ext uri="{FF2B5EF4-FFF2-40B4-BE49-F238E27FC236}">
                <a16:creationId xmlns:a16="http://schemas.microsoft.com/office/drawing/2014/main" id="{AA72465E-B5DB-4B32-8367-13F2C5386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3274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04" name="Picture 1107">
            <a:extLst>
              <a:ext uri="{FF2B5EF4-FFF2-40B4-BE49-F238E27FC236}">
                <a16:creationId xmlns:a16="http://schemas.microsoft.com/office/drawing/2014/main" id="{5BAC9823-C6C9-4EE7-BB2E-8F2AA403D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488" y="5516563"/>
            <a:ext cx="100012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05" name="Picture 1067">
            <a:extLst>
              <a:ext uri="{FF2B5EF4-FFF2-40B4-BE49-F238E27FC236}">
                <a16:creationId xmlns:a16="http://schemas.microsoft.com/office/drawing/2014/main" id="{8A5E8C42-9F07-4DE9-B265-836383E4F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9718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06" name="Picture 1067">
            <a:extLst>
              <a:ext uri="{FF2B5EF4-FFF2-40B4-BE49-F238E27FC236}">
                <a16:creationId xmlns:a16="http://schemas.microsoft.com/office/drawing/2014/main" id="{9772511B-A960-4818-BCCE-78DEAAC72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798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07" name="Picture 1091">
            <a:extLst>
              <a:ext uri="{FF2B5EF4-FFF2-40B4-BE49-F238E27FC236}">
                <a16:creationId xmlns:a16="http://schemas.microsoft.com/office/drawing/2014/main" id="{09D6E256-0A6F-446A-A398-3CD802E2A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038600"/>
            <a:ext cx="10001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08" name="Picture 1115">
            <a:extLst>
              <a:ext uri="{FF2B5EF4-FFF2-40B4-BE49-F238E27FC236}">
                <a16:creationId xmlns:a16="http://schemas.microsoft.com/office/drawing/2014/main" id="{5C502629-8245-4E78-A067-16D53E200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365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09" name="Picture 1115">
            <a:extLst>
              <a:ext uri="{FF2B5EF4-FFF2-40B4-BE49-F238E27FC236}">
                <a16:creationId xmlns:a16="http://schemas.microsoft.com/office/drawing/2014/main" id="{491793DC-13F2-49BB-AD92-2BA993877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746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10" name="Picture 1115">
            <a:extLst>
              <a:ext uri="{FF2B5EF4-FFF2-40B4-BE49-F238E27FC236}">
                <a16:creationId xmlns:a16="http://schemas.microsoft.com/office/drawing/2014/main" id="{86606AAA-CFAC-48AE-AEF9-6E97D82AD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5127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11" name="Picture 1083">
            <a:extLst>
              <a:ext uri="{FF2B5EF4-FFF2-40B4-BE49-F238E27FC236}">
                <a16:creationId xmlns:a16="http://schemas.microsoft.com/office/drawing/2014/main" id="{C700C68F-2714-4712-A8C8-187D74361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4365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12" name="Picture 1083">
            <a:extLst>
              <a:ext uri="{FF2B5EF4-FFF2-40B4-BE49-F238E27FC236}">
                <a16:creationId xmlns:a16="http://schemas.microsoft.com/office/drawing/2014/main" id="{0162E88C-811B-4279-BC52-8636510FC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4746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13" name="Picture 1115">
            <a:extLst>
              <a:ext uri="{FF2B5EF4-FFF2-40B4-BE49-F238E27FC236}">
                <a16:creationId xmlns:a16="http://schemas.microsoft.com/office/drawing/2014/main" id="{EDD62965-E1DC-4CCE-B0A9-CBEB1EFCE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5127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14" name="Picture 1075">
            <a:extLst>
              <a:ext uri="{FF2B5EF4-FFF2-40B4-BE49-F238E27FC236}">
                <a16:creationId xmlns:a16="http://schemas.microsoft.com/office/drawing/2014/main" id="{F239B2BF-822D-4101-B95E-73766D63B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400" y="39925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15" name="Picture 1067">
            <a:extLst>
              <a:ext uri="{FF2B5EF4-FFF2-40B4-BE49-F238E27FC236}">
                <a16:creationId xmlns:a16="http://schemas.microsoft.com/office/drawing/2014/main" id="{F5D28CC5-AEDD-4D96-9A4C-A5ABAF00B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33829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16" name="Picture 1083">
            <a:extLst>
              <a:ext uri="{FF2B5EF4-FFF2-40B4-BE49-F238E27FC236}">
                <a16:creationId xmlns:a16="http://schemas.microsoft.com/office/drawing/2014/main" id="{A26D2F37-9768-40A9-9F4B-74C654C54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40894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17" name="Picture 1091">
            <a:extLst>
              <a:ext uri="{FF2B5EF4-FFF2-40B4-BE49-F238E27FC236}">
                <a16:creationId xmlns:a16="http://schemas.microsoft.com/office/drawing/2014/main" id="{8D3BAB74-5962-490A-9E03-4440D768F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4445000"/>
            <a:ext cx="10001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18" name="Picture 1107">
            <a:extLst>
              <a:ext uri="{FF2B5EF4-FFF2-40B4-BE49-F238E27FC236}">
                <a16:creationId xmlns:a16="http://schemas.microsoft.com/office/drawing/2014/main" id="{75DEDFBB-B123-4DA2-A2D2-2DBC734A0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4800600"/>
            <a:ext cx="10001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19" name="Picture 1115">
            <a:extLst>
              <a:ext uri="{FF2B5EF4-FFF2-40B4-BE49-F238E27FC236}">
                <a16:creationId xmlns:a16="http://schemas.microsoft.com/office/drawing/2014/main" id="{680443B2-EA0A-4A0A-9236-3D9265601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5508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20" name="Picture 1067">
            <a:extLst>
              <a:ext uri="{FF2B5EF4-FFF2-40B4-BE49-F238E27FC236}">
                <a16:creationId xmlns:a16="http://schemas.microsoft.com/office/drawing/2014/main" id="{143F2B29-FE84-4C55-94C7-5C86623B6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29940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21" name="Picture 1067">
            <a:extLst>
              <a:ext uri="{FF2B5EF4-FFF2-40B4-BE49-F238E27FC236}">
                <a16:creationId xmlns:a16="http://schemas.microsoft.com/office/drawing/2014/main" id="{B5C3584A-C57B-4CAF-9A00-53ABB34AB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37560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22" name="Picture 1115">
            <a:extLst>
              <a:ext uri="{FF2B5EF4-FFF2-40B4-BE49-F238E27FC236}">
                <a16:creationId xmlns:a16="http://schemas.microsoft.com/office/drawing/2014/main" id="{CE7215FD-4620-4A2F-93B2-D0EC549FD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388" y="51816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23" name="Picture 1107">
            <a:extLst>
              <a:ext uri="{FF2B5EF4-FFF2-40B4-BE49-F238E27FC236}">
                <a16:creationId xmlns:a16="http://schemas.microsoft.com/office/drawing/2014/main" id="{CA2AAFA7-D197-4D18-8E26-95234E24B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100" y="5513388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1" name="Picture 3" descr="Screen shot 2013-09-25 at 1.06.21 PM.png">
            <a:extLst>
              <a:ext uri="{FF2B5EF4-FFF2-40B4-BE49-F238E27FC236}">
                <a16:creationId xmlns:a16="http://schemas.microsoft.com/office/drawing/2014/main" id="{5C8B7E33-FCCD-4B54-8A8C-F72FA424E75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859631"/>
            <a:ext cx="8166100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6B7372F2-25F6-4366-A4C4-F8D3C878F6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Right-Hand Side (RHS)</a:t>
            </a:r>
          </a:p>
        </p:txBody>
      </p:sp>
      <p:sp>
        <p:nvSpPr>
          <p:cNvPr id="17410" name="Rectangle 1028">
            <a:extLst>
              <a:ext uri="{FF2B5EF4-FFF2-40B4-BE49-F238E27FC236}">
                <a16:creationId xmlns:a16="http://schemas.microsoft.com/office/drawing/2014/main" id="{ABD5CD36-B837-4FA0-BB11-618FF29F2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690688"/>
            <a:ext cx="7745413" cy="12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11" name="Picture 1029">
            <a:extLst>
              <a:ext uri="{FF2B5EF4-FFF2-40B4-BE49-F238E27FC236}">
                <a16:creationId xmlns:a16="http://schemas.microsoft.com/office/drawing/2014/main" id="{A44B44B5-546A-43C0-B9EA-3B178D847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1949450"/>
            <a:ext cx="201613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1030">
            <a:extLst>
              <a:ext uri="{FF2B5EF4-FFF2-40B4-BE49-F238E27FC236}">
                <a16:creationId xmlns:a16="http://schemas.microsoft.com/office/drawing/2014/main" id="{EC5B6C73-35AC-4A97-9D46-1918B63C9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2017713"/>
            <a:ext cx="1301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1031">
            <a:extLst>
              <a:ext uri="{FF2B5EF4-FFF2-40B4-BE49-F238E27FC236}">
                <a16:creationId xmlns:a16="http://schemas.microsoft.com/office/drawing/2014/main" id="{2DFB2612-AD0A-4D76-80EB-B05C5A81E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2025650"/>
            <a:ext cx="193675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Rectangle 1032">
            <a:extLst>
              <a:ext uri="{FF2B5EF4-FFF2-40B4-BE49-F238E27FC236}">
                <a16:creationId xmlns:a16="http://schemas.microsoft.com/office/drawing/2014/main" id="{AAFA4298-D8EB-4BD5-98C6-9B3394567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171926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415" name="Rectangle 1033">
            <a:extLst>
              <a:ext uri="{FF2B5EF4-FFF2-40B4-BE49-F238E27FC236}">
                <a16:creationId xmlns:a16="http://schemas.microsoft.com/office/drawing/2014/main" id="{CD6C9A72-2241-4CD9-81D8-E2FBE0F32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1719263"/>
            <a:ext cx="14288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416" name="Rectangle 1034">
            <a:extLst>
              <a:ext uri="{FF2B5EF4-FFF2-40B4-BE49-F238E27FC236}">
                <a16:creationId xmlns:a16="http://schemas.microsoft.com/office/drawing/2014/main" id="{2E408E65-22CF-4509-B1BF-C4EA78FB0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171926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17" name="Picture 1035">
            <a:extLst>
              <a:ext uri="{FF2B5EF4-FFF2-40B4-BE49-F238E27FC236}">
                <a16:creationId xmlns:a16="http://schemas.microsoft.com/office/drawing/2014/main" id="{D78F4CEC-CE6C-4EB3-B411-FA3386225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38" y="2378075"/>
            <a:ext cx="146050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8" name="Picture 1036">
            <a:extLst>
              <a:ext uri="{FF2B5EF4-FFF2-40B4-BE49-F238E27FC236}">
                <a16:creationId xmlns:a16="http://schemas.microsoft.com/office/drawing/2014/main" id="{5D72E7A9-F841-4217-9989-CEACE9C76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9" name="Picture 1037">
            <a:extLst>
              <a:ext uri="{FF2B5EF4-FFF2-40B4-BE49-F238E27FC236}">
                <a16:creationId xmlns:a16="http://schemas.microsoft.com/office/drawing/2014/main" id="{30D60068-BC9D-422B-9517-990749315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13" y="2378075"/>
            <a:ext cx="227012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0" name="Picture 1038">
            <a:extLst>
              <a:ext uri="{FF2B5EF4-FFF2-40B4-BE49-F238E27FC236}">
                <a16:creationId xmlns:a16="http://schemas.microsoft.com/office/drawing/2014/main" id="{7B01CAFE-6328-4F1E-9428-0EAC3CED8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238" y="2301875"/>
            <a:ext cx="141287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1" name="Picture 1039">
            <a:extLst>
              <a:ext uri="{FF2B5EF4-FFF2-40B4-BE49-F238E27FC236}">
                <a16:creationId xmlns:a16="http://schemas.microsoft.com/office/drawing/2014/main" id="{80450946-ACB8-42A0-9175-B887BACF3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688" y="2373313"/>
            <a:ext cx="1127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2" name="Picture 1040">
            <a:extLst>
              <a:ext uri="{FF2B5EF4-FFF2-40B4-BE49-F238E27FC236}">
                <a16:creationId xmlns:a16="http://schemas.microsoft.com/office/drawing/2014/main" id="{7D68C16B-9899-4A63-9EBC-6CDAF752F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" y="2378075"/>
            <a:ext cx="98425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23" name="Rectangle 1041">
            <a:extLst>
              <a:ext uri="{FF2B5EF4-FFF2-40B4-BE49-F238E27FC236}">
                <a16:creationId xmlns:a16="http://schemas.microsoft.com/office/drawing/2014/main" id="{11988582-99AA-4DA6-A06F-F49F49B4B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26536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24" name="Picture 1042">
            <a:extLst>
              <a:ext uri="{FF2B5EF4-FFF2-40B4-BE49-F238E27FC236}">
                <a16:creationId xmlns:a16="http://schemas.microsoft.com/office/drawing/2014/main" id="{5BF974CF-1094-4AA1-A0CD-078FBC6CB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938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5" name="Picture 1043">
            <a:extLst>
              <a:ext uri="{FF2B5EF4-FFF2-40B4-BE49-F238E27FC236}">
                <a16:creationId xmlns:a16="http://schemas.microsoft.com/office/drawing/2014/main" id="{E4ECB450-872B-4E93-9292-1F932374A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2414588"/>
            <a:ext cx="73025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6" name="Picture 1044">
            <a:extLst>
              <a:ext uri="{FF2B5EF4-FFF2-40B4-BE49-F238E27FC236}">
                <a16:creationId xmlns:a16="http://schemas.microsoft.com/office/drawing/2014/main" id="{FB291F00-C7CA-4AB2-BBB5-E7376A8A1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7" name="Picture 1045">
            <a:extLst>
              <a:ext uri="{FF2B5EF4-FFF2-40B4-BE49-F238E27FC236}">
                <a16:creationId xmlns:a16="http://schemas.microsoft.com/office/drawing/2014/main" id="{30FC67E9-6ECC-4A2B-9467-88B30C1AD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2414588"/>
            <a:ext cx="87313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8" name="Picture 1046">
            <a:extLst>
              <a:ext uri="{FF2B5EF4-FFF2-40B4-BE49-F238E27FC236}">
                <a16:creationId xmlns:a16="http://schemas.microsoft.com/office/drawing/2014/main" id="{1EA47030-6817-4A22-BBF5-F2A8A9851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213" y="2376488"/>
            <a:ext cx="144462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9" name="Picture 1047">
            <a:extLst>
              <a:ext uri="{FF2B5EF4-FFF2-40B4-BE49-F238E27FC236}">
                <a16:creationId xmlns:a16="http://schemas.microsoft.com/office/drawing/2014/main" id="{2B65278B-8558-49AC-8C98-81F6923C3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75" y="2416175"/>
            <a:ext cx="8731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30" name="Rectangle 1048">
            <a:extLst>
              <a:ext uri="{FF2B5EF4-FFF2-40B4-BE49-F238E27FC236}">
                <a16:creationId xmlns:a16="http://schemas.microsoft.com/office/drawing/2014/main" id="{E4694859-A8A9-45D3-B282-52C4942E6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2265363"/>
            <a:ext cx="14288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431" name="Rectangle 1049">
            <a:extLst>
              <a:ext uri="{FF2B5EF4-FFF2-40B4-BE49-F238E27FC236}">
                <a16:creationId xmlns:a16="http://schemas.microsoft.com/office/drawing/2014/main" id="{23901B35-B00A-4B12-88F4-35B27F6FE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226536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32" name="Picture 1050">
            <a:extLst>
              <a:ext uri="{FF2B5EF4-FFF2-40B4-BE49-F238E27FC236}">
                <a16:creationId xmlns:a16="http://schemas.microsoft.com/office/drawing/2014/main" id="{C7ADC57B-332B-4172-A948-C57EB0D78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938" y="2297113"/>
            <a:ext cx="14446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33" name="Rectangle 1051">
            <a:extLst>
              <a:ext uri="{FF2B5EF4-FFF2-40B4-BE49-F238E27FC236}">
                <a16:creationId xmlns:a16="http://schemas.microsoft.com/office/drawing/2014/main" id="{935CC953-3A0B-4F81-9137-A68BA1EE3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713038"/>
            <a:ext cx="7745413" cy="1428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34" name="Picture 1052">
            <a:extLst>
              <a:ext uri="{FF2B5EF4-FFF2-40B4-BE49-F238E27FC236}">
                <a16:creationId xmlns:a16="http://schemas.microsoft.com/office/drawing/2014/main" id="{CF2E1B8C-AC97-4480-95F2-6FEAEBBAF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29591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35" name="Rectangle 1053">
            <a:extLst>
              <a:ext uri="{FF2B5EF4-FFF2-40B4-BE49-F238E27FC236}">
                <a16:creationId xmlns:a16="http://schemas.microsoft.com/office/drawing/2014/main" id="{0F9B175E-2517-4B21-BA6E-C9054E259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72732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36" name="Picture 1054">
            <a:extLst>
              <a:ext uri="{FF2B5EF4-FFF2-40B4-BE49-F238E27FC236}">
                <a16:creationId xmlns:a16="http://schemas.microsoft.com/office/drawing/2014/main" id="{924585BE-147F-4518-8AFC-DEB333886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2959100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37" name="Picture 1055">
            <a:extLst>
              <a:ext uri="{FF2B5EF4-FFF2-40B4-BE49-F238E27FC236}">
                <a16:creationId xmlns:a16="http://schemas.microsoft.com/office/drawing/2014/main" id="{6E9C4D78-ECF5-49BE-B354-50C3FD18E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2959100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38" name="Picture 1056">
            <a:extLst>
              <a:ext uri="{FF2B5EF4-FFF2-40B4-BE49-F238E27FC236}">
                <a16:creationId xmlns:a16="http://schemas.microsoft.com/office/drawing/2014/main" id="{0116AD9B-F2C0-4953-BF9C-AB7CA67A8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29591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39" name="Rectangle 1057">
            <a:extLst>
              <a:ext uri="{FF2B5EF4-FFF2-40B4-BE49-F238E27FC236}">
                <a16:creationId xmlns:a16="http://schemas.microsoft.com/office/drawing/2014/main" id="{6275A796-96D0-4123-9C24-BD6CF61AE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2727325"/>
            <a:ext cx="14288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440" name="Rectangle 1058">
            <a:extLst>
              <a:ext uri="{FF2B5EF4-FFF2-40B4-BE49-F238E27FC236}">
                <a16:creationId xmlns:a16="http://schemas.microsoft.com/office/drawing/2014/main" id="{FF047389-2F21-4DFE-A4A5-F092DEA3B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272732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41" name="Picture 1060">
            <a:extLst>
              <a:ext uri="{FF2B5EF4-FFF2-40B4-BE49-F238E27FC236}">
                <a16:creationId xmlns:a16="http://schemas.microsoft.com/office/drawing/2014/main" id="{0AFEAD34-DD97-4013-8EA8-383AEA248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3314700"/>
            <a:ext cx="984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42" name="Rectangle 1061">
            <a:extLst>
              <a:ext uri="{FF2B5EF4-FFF2-40B4-BE49-F238E27FC236}">
                <a16:creationId xmlns:a16="http://schemas.microsoft.com/office/drawing/2014/main" id="{1959D5C8-9937-4BA3-9378-9AD1FAAEE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2607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43" name="Picture 1062">
            <a:extLst>
              <a:ext uri="{FF2B5EF4-FFF2-40B4-BE49-F238E27FC236}">
                <a16:creationId xmlns:a16="http://schemas.microsoft.com/office/drawing/2014/main" id="{359A9A27-ED9E-4A68-A354-C5704F1F3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3314700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44" name="Picture 1063">
            <a:extLst>
              <a:ext uri="{FF2B5EF4-FFF2-40B4-BE49-F238E27FC236}">
                <a16:creationId xmlns:a16="http://schemas.microsoft.com/office/drawing/2014/main" id="{A04F0D19-64B1-467B-8279-85FE04266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3314700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45" name="Picture 1064">
            <a:extLst>
              <a:ext uri="{FF2B5EF4-FFF2-40B4-BE49-F238E27FC236}">
                <a16:creationId xmlns:a16="http://schemas.microsoft.com/office/drawing/2014/main" id="{87EF75AB-AB37-4332-BB53-DF9CB463A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3314700"/>
            <a:ext cx="984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46" name="Rectangle 1065">
            <a:extLst>
              <a:ext uri="{FF2B5EF4-FFF2-40B4-BE49-F238E27FC236}">
                <a16:creationId xmlns:a16="http://schemas.microsoft.com/office/drawing/2014/main" id="{5AFAF35D-6055-4D29-81BD-24AC319C7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2607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447" name="Rectangle 1066">
            <a:extLst>
              <a:ext uri="{FF2B5EF4-FFF2-40B4-BE49-F238E27FC236}">
                <a16:creationId xmlns:a16="http://schemas.microsoft.com/office/drawing/2014/main" id="{D2831F6E-3A88-4CF6-B455-BAD21A8B3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2607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48" name="Picture 1068">
            <a:extLst>
              <a:ext uri="{FF2B5EF4-FFF2-40B4-BE49-F238E27FC236}">
                <a16:creationId xmlns:a16="http://schemas.microsoft.com/office/drawing/2014/main" id="{594318D8-AB3A-4DE9-82CF-AADAF8E7C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3665538"/>
            <a:ext cx="1174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49" name="Rectangle 1069">
            <a:extLst>
              <a:ext uri="{FF2B5EF4-FFF2-40B4-BE49-F238E27FC236}">
                <a16:creationId xmlns:a16="http://schemas.microsoft.com/office/drawing/2014/main" id="{C7E44599-0771-4C65-BA0D-5DB2A1247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6163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50" name="Picture 1070">
            <a:extLst>
              <a:ext uri="{FF2B5EF4-FFF2-40B4-BE49-F238E27FC236}">
                <a16:creationId xmlns:a16="http://schemas.microsoft.com/office/drawing/2014/main" id="{857B2397-B6A9-4D19-8E18-85F1B5561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3665538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51" name="Picture 1071">
            <a:extLst>
              <a:ext uri="{FF2B5EF4-FFF2-40B4-BE49-F238E27FC236}">
                <a16:creationId xmlns:a16="http://schemas.microsoft.com/office/drawing/2014/main" id="{37ECD5CD-791C-4DC7-B37F-EDFA25E0B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36655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52" name="Picture 1072">
            <a:extLst>
              <a:ext uri="{FF2B5EF4-FFF2-40B4-BE49-F238E27FC236}">
                <a16:creationId xmlns:a16="http://schemas.microsoft.com/office/drawing/2014/main" id="{AD6D526B-0C27-4696-B2ED-CC0508086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36655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53" name="Rectangle 1073">
            <a:extLst>
              <a:ext uri="{FF2B5EF4-FFF2-40B4-BE49-F238E27FC236}">
                <a16:creationId xmlns:a16="http://schemas.microsoft.com/office/drawing/2014/main" id="{D001E94A-1511-490F-B0EE-C5BA3432C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6163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454" name="Rectangle 1074">
            <a:extLst>
              <a:ext uri="{FF2B5EF4-FFF2-40B4-BE49-F238E27FC236}">
                <a16:creationId xmlns:a16="http://schemas.microsoft.com/office/drawing/2014/main" id="{75D5FE85-E623-4616-9B88-249B865F2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6163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55" name="Picture 1076">
            <a:extLst>
              <a:ext uri="{FF2B5EF4-FFF2-40B4-BE49-F238E27FC236}">
                <a16:creationId xmlns:a16="http://schemas.microsoft.com/office/drawing/2014/main" id="{33AAD957-52CD-4906-84BE-D592CB3FB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40211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56" name="Rectangle 1077">
            <a:extLst>
              <a:ext uri="{FF2B5EF4-FFF2-40B4-BE49-F238E27FC236}">
                <a16:creationId xmlns:a16="http://schemas.microsoft.com/office/drawing/2014/main" id="{69A560EE-7E01-4844-B18F-2132B5138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9719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57" name="Picture 1078">
            <a:extLst>
              <a:ext uri="{FF2B5EF4-FFF2-40B4-BE49-F238E27FC236}">
                <a16:creationId xmlns:a16="http://schemas.microsoft.com/office/drawing/2014/main" id="{2DDAA397-198D-491D-84CF-7ECC6F9D2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4021138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58" name="Picture 1079">
            <a:extLst>
              <a:ext uri="{FF2B5EF4-FFF2-40B4-BE49-F238E27FC236}">
                <a16:creationId xmlns:a16="http://schemas.microsoft.com/office/drawing/2014/main" id="{26B74F50-81B9-4B6D-9BDB-BE69108F3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40211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59" name="Picture 1080">
            <a:extLst>
              <a:ext uri="{FF2B5EF4-FFF2-40B4-BE49-F238E27FC236}">
                <a16:creationId xmlns:a16="http://schemas.microsoft.com/office/drawing/2014/main" id="{72982A88-C4CD-43C2-B99F-46501C037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40211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60" name="Rectangle 1081">
            <a:extLst>
              <a:ext uri="{FF2B5EF4-FFF2-40B4-BE49-F238E27FC236}">
                <a16:creationId xmlns:a16="http://schemas.microsoft.com/office/drawing/2014/main" id="{51E8CA1D-BD43-4BDF-A11A-BE93B4C7F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9719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461" name="Rectangle 1082">
            <a:extLst>
              <a:ext uri="{FF2B5EF4-FFF2-40B4-BE49-F238E27FC236}">
                <a16:creationId xmlns:a16="http://schemas.microsoft.com/office/drawing/2014/main" id="{80BF8F5E-2C51-47DD-B44D-EFAE1098A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9719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62" name="Picture 1084">
            <a:extLst>
              <a:ext uri="{FF2B5EF4-FFF2-40B4-BE49-F238E27FC236}">
                <a16:creationId xmlns:a16="http://schemas.microsoft.com/office/drawing/2014/main" id="{1E2F09E3-0C3F-4904-9D99-08E0BB8BC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4373563"/>
            <a:ext cx="130175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63" name="Rectangle 1085">
            <a:extLst>
              <a:ext uri="{FF2B5EF4-FFF2-40B4-BE49-F238E27FC236}">
                <a16:creationId xmlns:a16="http://schemas.microsoft.com/office/drawing/2014/main" id="{CE97A260-4F51-4DA2-B4C9-3E80526AE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3275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64" name="Picture 1086">
            <a:extLst>
              <a:ext uri="{FF2B5EF4-FFF2-40B4-BE49-F238E27FC236}">
                <a16:creationId xmlns:a16="http://schemas.microsoft.com/office/drawing/2014/main" id="{38ABCC09-6505-4B02-9BB3-A540120A1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376738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65" name="Picture 1087">
            <a:extLst>
              <a:ext uri="{FF2B5EF4-FFF2-40B4-BE49-F238E27FC236}">
                <a16:creationId xmlns:a16="http://schemas.microsoft.com/office/drawing/2014/main" id="{0CD289B4-DCD4-4F7E-B47D-05F48FFEB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4376738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66" name="Picture 1088">
            <a:extLst>
              <a:ext uri="{FF2B5EF4-FFF2-40B4-BE49-F238E27FC236}">
                <a16:creationId xmlns:a16="http://schemas.microsoft.com/office/drawing/2014/main" id="{8ED3158B-A1EB-494C-BD3A-4F292CC20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43767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67" name="Rectangle 1089">
            <a:extLst>
              <a:ext uri="{FF2B5EF4-FFF2-40B4-BE49-F238E27FC236}">
                <a16:creationId xmlns:a16="http://schemas.microsoft.com/office/drawing/2014/main" id="{A9494E82-DE90-4735-A195-50AE47BA8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43275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468" name="Rectangle 1090">
            <a:extLst>
              <a:ext uri="{FF2B5EF4-FFF2-40B4-BE49-F238E27FC236}">
                <a16:creationId xmlns:a16="http://schemas.microsoft.com/office/drawing/2014/main" id="{09085CD1-B538-4305-935B-7303D3C19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43275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69" name="Picture 1092">
            <a:extLst>
              <a:ext uri="{FF2B5EF4-FFF2-40B4-BE49-F238E27FC236}">
                <a16:creationId xmlns:a16="http://schemas.microsoft.com/office/drawing/2014/main" id="{EF216183-5BEB-4DC7-A397-9DF0328B9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4729163"/>
            <a:ext cx="11747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70" name="Rectangle 1093">
            <a:extLst>
              <a:ext uri="{FF2B5EF4-FFF2-40B4-BE49-F238E27FC236}">
                <a16:creationId xmlns:a16="http://schemas.microsoft.com/office/drawing/2014/main" id="{7EE754CE-CB74-4A85-A603-81B198EFF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68312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71" name="Picture 1094">
            <a:extLst>
              <a:ext uri="{FF2B5EF4-FFF2-40B4-BE49-F238E27FC236}">
                <a16:creationId xmlns:a16="http://schemas.microsoft.com/office/drawing/2014/main" id="{7DFC4195-9782-4FE7-B8F4-FDC5E3F8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7291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72" name="Picture 1095">
            <a:extLst>
              <a:ext uri="{FF2B5EF4-FFF2-40B4-BE49-F238E27FC236}">
                <a16:creationId xmlns:a16="http://schemas.microsoft.com/office/drawing/2014/main" id="{F1DDDB60-8A43-4AC6-9DBD-59A22B26A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4729163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73" name="Picture 1096">
            <a:extLst>
              <a:ext uri="{FF2B5EF4-FFF2-40B4-BE49-F238E27FC236}">
                <a16:creationId xmlns:a16="http://schemas.microsoft.com/office/drawing/2014/main" id="{EE01BB01-6FBB-4DB7-94C8-4B7021772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47291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74" name="Rectangle 1097">
            <a:extLst>
              <a:ext uri="{FF2B5EF4-FFF2-40B4-BE49-F238E27FC236}">
                <a16:creationId xmlns:a16="http://schemas.microsoft.com/office/drawing/2014/main" id="{9A7EB59C-569F-4F79-8FA0-B3F5B980A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4683125"/>
            <a:ext cx="14288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475" name="Rectangle 1098">
            <a:extLst>
              <a:ext uri="{FF2B5EF4-FFF2-40B4-BE49-F238E27FC236}">
                <a16:creationId xmlns:a16="http://schemas.microsoft.com/office/drawing/2014/main" id="{6E649C9C-1C21-4AFB-B358-32CF62BC0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468312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76" name="Picture 1100">
            <a:extLst>
              <a:ext uri="{FF2B5EF4-FFF2-40B4-BE49-F238E27FC236}">
                <a16:creationId xmlns:a16="http://schemas.microsoft.com/office/drawing/2014/main" id="{292B9EC0-1BC5-45FA-BD4A-CC6060393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50847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77" name="Rectangle 1101">
            <a:extLst>
              <a:ext uri="{FF2B5EF4-FFF2-40B4-BE49-F238E27FC236}">
                <a16:creationId xmlns:a16="http://schemas.microsoft.com/office/drawing/2014/main" id="{2439374B-4DC3-4DFE-B3CF-8FFD0B340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503713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78" name="Picture 1102">
            <a:extLst>
              <a:ext uri="{FF2B5EF4-FFF2-40B4-BE49-F238E27FC236}">
                <a16:creationId xmlns:a16="http://schemas.microsoft.com/office/drawing/2014/main" id="{C4193452-EAC2-4FB8-A27B-3DF78167F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0847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79" name="Picture 1103">
            <a:extLst>
              <a:ext uri="{FF2B5EF4-FFF2-40B4-BE49-F238E27FC236}">
                <a16:creationId xmlns:a16="http://schemas.microsoft.com/office/drawing/2014/main" id="{6978695D-109E-4521-A087-08501D76B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50847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80" name="Picture 1104">
            <a:extLst>
              <a:ext uri="{FF2B5EF4-FFF2-40B4-BE49-F238E27FC236}">
                <a16:creationId xmlns:a16="http://schemas.microsoft.com/office/drawing/2014/main" id="{98CEEC1C-356D-4D46-99F8-A397039B4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50847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81" name="Rectangle 1105">
            <a:extLst>
              <a:ext uri="{FF2B5EF4-FFF2-40B4-BE49-F238E27FC236}">
                <a16:creationId xmlns:a16="http://schemas.microsoft.com/office/drawing/2014/main" id="{5D6376B4-BF00-4458-ABF7-75559D1F0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5037138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482" name="Rectangle 1106">
            <a:extLst>
              <a:ext uri="{FF2B5EF4-FFF2-40B4-BE49-F238E27FC236}">
                <a16:creationId xmlns:a16="http://schemas.microsoft.com/office/drawing/2014/main" id="{E54C1AFE-C460-44A9-AD48-93860CFD6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503713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83" name="Picture 1108">
            <a:extLst>
              <a:ext uri="{FF2B5EF4-FFF2-40B4-BE49-F238E27FC236}">
                <a16:creationId xmlns:a16="http://schemas.microsoft.com/office/drawing/2014/main" id="{46585FAF-E5D9-4D0F-BC15-BA4C0FBFC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5437188"/>
            <a:ext cx="1238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84" name="Rectangle 1109">
            <a:extLst>
              <a:ext uri="{FF2B5EF4-FFF2-40B4-BE49-F238E27FC236}">
                <a16:creationId xmlns:a16="http://schemas.microsoft.com/office/drawing/2014/main" id="{E198E93B-9CE3-40E2-92FD-7382C58EF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537527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85" name="Picture 1110">
            <a:extLst>
              <a:ext uri="{FF2B5EF4-FFF2-40B4-BE49-F238E27FC236}">
                <a16:creationId xmlns:a16="http://schemas.microsoft.com/office/drawing/2014/main" id="{0D503A01-E804-48FB-AE7B-2F744546E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4403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86" name="Picture 1111">
            <a:extLst>
              <a:ext uri="{FF2B5EF4-FFF2-40B4-BE49-F238E27FC236}">
                <a16:creationId xmlns:a16="http://schemas.microsoft.com/office/drawing/2014/main" id="{881BA3F3-2861-44C7-940B-E1ACEF605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54403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87" name="Picture 1112">
            <a:extLst>
              <a:ext uri="{FF2B5EF4-FFF2-40B4-BE49-F238E27FC236}">
                <a16:creationId xmlns:a16="http://schemas.microsoft.com/office/drawing/2014/main" id="{E425F48F-B5D3-488F-980D-0F7FECB95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54403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88" name="Rectangle 1113">
            <a:extLst>
              <a:ext uri="{FF2B5EF4-FFF2-40B4-BE49-F238E27FC236}">
                <a16:creationId xmlns:a16="http://schemas.microsoft.com/office/drawing/2014/main" id="{A364FC4C-E0A4-424C-8109-F20C111FB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5375275"/>
            <a:ext cx="14288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489" name="Rectangle 1114">
            <a:extLst>
              <a:ext uri="{FF2B5EF4-FFF2-40B4-BE49-F238E27FC236}">
                <a16:creationId xmlns:a16="http://schemas.microsoft.com/office/drawing/2014/main" id="{E9D4E752-6F3D-4C64-9F11-08EB84DB6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537527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490" name="Rectangle 1116">
            <a:extLst>
              <a:ext uri="{FF2B5EF4-FFF2-40B4-BE49-F238E27FC236}">
                <a16:creationId xmlns:a16="http://schemas.microsoft.com/office/drawing/2014/main" id="{9ACA8449-CD62-468F-90B9-93D59BA56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853113"/>
            <a:ext cx="4086225" cy="142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7491" name="Picture 1042">
            <a:extLst>
              <a:ext uri="{FF2B5EF4-FFF2-40B4-BE49-F238E27FC236}">
                <a16:creationId xmlns:a16="http://schemas.microsoft.com/office/drawing/2014/main" id="{687D7349-8680-4C51-9AD1-5B150926B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988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92" name="Picture 1043">
            <a:extLst>
              <a:ext uri="{FF2B5EF4-FFF2-40B4-BE49-F238E27FC236}">
                <a16:creationId xmlns:a16="http://schemas.microsoft.com/office/drawing/2014/main" id="{D807FCBB-2709-4771-9479-448BEB581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5" y="2400300"/>
            <a:ext cx="730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93" name="Picture 1046">
            <a:extLst>
              <a:ext uri="{FF2B5EF4-FFF2-40B4-BE49-F238E27FC236}">
                <a16:creationId xmlns:a16="http://schemas.microsoft.com/office/drawing/2014/main" id="{50AE6A21-3EF1-419B-81A1-54F1AB18B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362200"/>
            <a:ext cx="14446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94" name="Picture 1047">
            <a:extLst>
              <a:ext uri="{FF2B5EF4-FFF2-40B4-BE49-F238E27FC236}">
                <a16:creationId xmlns:a16="http://schemas.microsoft.com/office/drawing/2014/main" id="{40DDC4D5-FD8D-463D-B2E0-28C0A36BC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263" y="2401888"/>
            <a:ext cx="873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95" name="Picture 1044">
            <a:extLst>
              <a:ext uri="{FF2B5EF4-FFF2-40B4-BE49-F238E27FC236}">
                <a16:creationId xmlns:a16="http://schemas.microsoft.com/office/drawing/2014/main" id="{6EE5A536-C8C1-4C82-9087-AE386785C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96" name="Picture 1045">
            <a:extLst>
              <a:ext uri="{FF2B5EF4-FFF2-40B4-BE49-F238E27FC236}">
                <a16:creationId xmlns:a16="http://schemas.microsoft.com/office/drawing/2014/main" id="{97060644-60E0-475F-B54C-A89DF297B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0" y="2400300"/>
            <a:ext cx="8731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97" name="Rectangle 1032">
            <a:extLst>
              <a:ext uri="{FF2B5EF4-FFF2-40B4-BE49-F238E27FC236}">
                <a16:creationId xmlns:a16="http://schemas.microsoft.com/office/drawing/2014/main" id="{DA777FFD-CA0A-452D-A92A-BC09A34D9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172561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498" name="Rectangle 1041">
            <a:extLst>
              <a:ext uri="{FF2B5EF4-FFF2-40B4-BE49-F238E27FC236}">
                <a16:creationId xmlns:a16="http://schemas.microsoft.com/office/drawing/2014/main" id="{91DE6F08-056E-4FDF-BB51-62230BA15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227171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499" name="Rectangle 1053">
            <a:extLst>
              <a:ext uri="{FF2B5EF4-FFF2-40B4-BE49-F238E27FC236}">
                <a16:creationId xmlns:a16="http://schemas.microsoft.com/office/drawing/2014/main" id="{7DCDA077-19CA-4745-B480-4F381778B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273367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500" name="Rectangle 1061">
            <a:extLst>
              <a:ext uri="{FF2B5EF4-FFF2-40B4-BE49-F238E27FC236}">
                <a16:creationId xmlns:a16="http://schemas.microsoft.com/office/drawing/2014/main" id="{2FFD1053-C37D-4C7A-BF4D-76F2EC946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2670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501" name="Rectangle 1069">
            <a:extLst>
              <a:ext uri="{FF2B5EF4-FFF2-40B4-BE49-F238E27FC236}">
                <a16:creationId xmlns:a16="http://schemas.microsoft.com/office/drawing/2014/main" id="{3FB06497-EE23-4742-AB1E-D79CE626B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6226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502" name="Rectangle 1077">
            <a:extLst>
              <a:ext uri="{FF2B5EF4-FFF2-40B4-BE49-F238E27FC236}">
                <a16:creationId xmlns:a16="http://schemas.microsoft.com/office/drawing/2014/main" id="{D4A800DE-9F47-46E9-AAB2-10F479B39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9782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503" name="Rectangle 1085">
            <a:extLst>
              <a:ext uri="{FF2B5EF4-FFF2-40B4-BE49-F238E27FC236}">
                <a16:creationId xmlns:a16="http://schemas.microsoft.com/office/drawing/2014/main" id="{9105A306-4DF8-41E0-8F12-0075EFE9D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43338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504" name="Rectangle 1093">
            <a:extLst>
              <a:ext uri="{FF2B5EF4-FFF2-40B4-BE49-F238E27FC236}">
                <a16:creationId xmlns:a16="http://schemas.microsoft.com/office/drawing/2014/main" id="{6D824856-27C5-421B-B3BE-D4C60376D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468947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505" name="Rectangle 1101">
            <a:extLst>
              <a:ext uri="{FF2B5EF4-FFF2-40B4-BE49-F238E27FC236}">
                <a16:creationId xmlns:a16="http://schemas.microsoft.com/office/drawing/2014/main" id="{E156D3A0-AD8A-4B4A-BE11-075B5AF0F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504348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7506" name="Rectangle 1109">
            <a:extLst>
              <a:ext uri="{FF2B5EF4-FFF2-40B4-BE49-F238E27FC236}">
                <a16:creationId xmlns:a16="http://schemas.microsoft.com/office/drawing/2014/main" id="{22D866AC-9CF4-46AD-B126-5E7DB751C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538162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17507" name="Straight Connector 121">
            <a:extLst>
              <a:ext uri="{FF2B5EF4-FFF2-40B4-BE49-F238E27FC236}">
                <a16:creationId xmlns:a16="http://schemas.microsoft.com/office/drawing/2014/main" id="{EC900DC4-FD9C-4B66-B16D-3D817E04C58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79875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508" name="Straight Connector 123">
            <a:extLst>
              <a:ext uri="{FF2B5EF4-FFF2-40B4-BE49-F238E27FC236}">
                <a16:creationId xmlns:a16="http://schemas.microsoft.com/office/drawing/2014/main" id="{03992966-1B9D-430F-9D4C-07B50452B7A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00800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7509" name="Picture 1044">
            <a:extLst>
              <a:ext uri="{FF2B5EF4-FFF2-40B4-BE49-F238E27FC236}">
                <a16:creationId xmlns:a16="http://schemas.microsoft.com/office/drawing/2014/main" id="{B6EE2B2F-A68E-4C3F-BB7A-A6A486E34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438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510" name="Picture 1045">
            <a:extLst>
              <a:ext uri="{FF2B5EF4-FFF2-40B4-BE49-F238E27FC236}">
                <a16:creationId xmlns:a16="http://schemas.microsoft.com/office/drawing/2014/main" id="{8047DD4C-CC5C-4BF9-ABC0-48B3C8C82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888" y="2400300"/>
            <a:ext cx="87312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511" name="Picture 1042">
            <a:extLst>
              <a:ext uri="{FF2B5EF4-FFF2-40B4-BE49-F238E27FC236}">
                <a16:creationId xmlns:a16="http://schemas.microsoft.com/office/drawing/2014/main" id="{FDB000C1-2D18-4CC9-80B6-80AC4DD1F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512" name="Picture 1043">
            <a:extLst>
              <a:ext uri="{FF2B5EF4-FFF2-40B4-BE49-F238E27FC236}">
                <a16:creationId xmlns:a16="http://schemas.microsoft.com/office/drawing/2014/main" id="{D11EDCFF-D250-46C8-97D8-94EB7B115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2400300"/>
            <a:ext cx="730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513" name="Picture 1046">
            <a:extLst>
              <a:ext uri="{FF2B5EF4-FFF2-40B4-BE49-F238E27FC236}">
                <a16:creationId xmlns:a16="http://schemas.microsoft.com/office/drawing/2014/main" id="{E513AC15-EEDF-4978-B209-DDBABA32E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362200"/>
            <a:ext cx="14446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514" name="Picture 1047">
            <a:extLst>
              <a:ext uri="{FF2B5EF4-FFF2-40B4-BE49-F238E27FC236}">
                <a16:creationId xmlns:a16="http://schemas.microsoft.com/office/drawing/2014/main" id="{7B01FD9B-CF95-41D2-BBD0-DBE1E7F20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663" y="2401888"/>
            <a:ext cx="873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515" name="Straight Connector 165">
            <a:extLst>
              <a:ext uri="{FF2B5EF4-FFF2-40B4-BE49-F238E27FC236}">
                <a16:creationId xmlns:a16="http://schemas.microsoft.com/office/drawing/2014/main" id="{8A8FC0A5-FE3A-478F-9051-D5E7F5A3CD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91325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09" name="Picture 3" descr="Screen shot 2013-09-25 at 1.06.21 PM.png">
            <a:extLst>
              <a:ext uri="{FF2B5EF4-FFF2-40B4-BE49-F238E27FC236}">
                <a16:creationId xmlns:a16="http://schemas.microsoft.com/office/drawing/2014/main" id="{8A0D786E-E6CC-48A1-BA8E-651F2F0E8A5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911225"/>
            <a:ext cx="8166100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F9B5338-632C-4822-9D61-AFD9E6F8F477}"/>
                  </a:ext>
                </a:extLst>
              </p14:cNvPr>
              <p14:cNvContentPartPr/>
              <p14:nvPr/>
            </p14:nvContentPartPr>
            <p14:xfrm>
              <a:off x="2073240" y="2081520"/>
              <a:ext cx="4872960" cy="736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F9B5338-632C-4822-9D61-AFD9E6F8F47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063880" y="2072160"/>
                <a:ext cx="4891680" cy="75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FBE43766-3496-49E1-B422-E0E4401A7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Right-Hand Side (RHS)</a:t>
            </a:r>
          </a:p>
        </p:txBody>
      </p:sp>
      <p:sp>
        <p:nvSpPr>
          <p:cNvPr id="18434" name="Rectangle 1028">
            <a:extLst>
              <a:ext uri="{FF2B5EF4-FFF2-40B4-BE49-F238E27FC236}">
                <a16:creationId xmlns:a16="http://schemas.microsoft.com/office/drawing/2014/main" id="{D8D38DD9-5396-4C95-A0EB-038576F9F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690688"/>
            <a:ext cx="7745413" cy="12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435" name="Picture 1029">
            <a:extLst>
              <a:ext uri="{FF2B5EF4-FFF2-40B4-BE49-F238E27FC236}">
                <a16:creationId xmlns:a16="http://schemas.microsoft.com/office/drawing/2014/main" id="{BCBB90E3-8AA3-411E-AB2A-B7AA32171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1949450"/>
            <a:ext cx="201613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1030">
            <a:extLst>
              <a:ext uri="{FF2B5EF4-FFF2-40B4-BE49-F238E27FC236}">
                <a16:creationId xmlns:a16="http://schemas.microsoft.com/office/drawing/2014/main" id="{7C3A1218-3F8D-414A-B845-718AFA295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2017713"/>
            <a:ext cx="1301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1031">
            <a:extLst>
              <a:ext uri="{FF2B5EF4-FFF2-40B4-BE49-F238E27FC236}">
                <a16:creationId xmlns:a16="http://schemas.microsoft.com/office/drawing/2014/main" id="{A817492A-9FFC-41C2-883A-FE73FB0E9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2025650"/>
            <a:ext cx="193675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Rectangle 1032">
            <a:extLst>
              <a:ext uri="{FF2B5EF4-FFF2-40B4-BE49-F238E27FC236}">
                <a16:creationId xmlns:a16="http://schemas.microsoft.com/office/drawing/2014/main" id="{9E268BA9-95FC-4CE3-B4B6-E87B4B27F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171926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439" name="Rectangle 1033">
            <a:extLst>
              <a:ext uri="{FF2B5EF4-FFF2-40B4-BE49-F238E27FC236}">
                <a16:creationId xmlns:a16="http://schemas.microsoft.com/office/drawing/2014/main" id="{4B06151E-A677-4674-B738-53E57D427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1719263"/>
            <a:ext cx="14288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440" name="Rectangle 1034">
            <a:extLst>
              <a:ext uri="{FF2B5EF4-FFF2-40B4-BE49-F238E27FC236}">
                <a16:creationId xmlns:a16="http://schemas.microsoft.com/office/drawing/2014/main" id="{8FE10296-138C-40B8-A145-DA319CE56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171926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441" name="Picture 1035">
            <a:extLst>
              <a:ext uri="{FF2B5EF4-FFF2-40B4-BE49-F238E27FC236}">
                <a16:creationId xmlns:a16="http://schemas.microsoft.com/office/drawing/2014/main" id="{72198C58-1401-400A-95DB-592000CEE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38" y="2378075"/>
            <a:ext cx="146050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2" name="Picture 1036">
            <a:extLst>
              <a:ext uri="{FF2B5EF4-FFF2-40B4-BE49-F238E27FC236}">
                <a16:creationId xmlns:a16="http://schemas.microsoft.com/office/drawing/2014/main" id="{D2A4B622-BB01-4099-A03D-23357D667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3" name="Picture 1037">
            <a:extLst>
              <a:ext uri="{FF2B5EF4-FFF2-40B4-BE49-F238E27FC236}">
                <a16:creationId xmlns:a16="http://schemas.microsoft.com/office/drawing/2014/main" id="{C426080B-EE96-4818-A68B-D1B2D4DF8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13" y="2378075"/>
            <a:ext cx="227012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4" name="Picture 1038">
            <a:extLst>
              <a:ext uri="{FF2B5EF4-FFF2-40B4-BE49-F238E27FC236}">
                <a16:creationId xmlns:a16="http://schemas.microsoft.com/office/drawing/2014/main" id="{42042AC0-2BAE-4B96-8A34-0D29B629F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238" y="2301875"/>
            <a:ext cx="141287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5" name="Picture 1039">
            <a:extLst>
              <a:ext uri="{FF2B5EF4-FFF2-40B4-BE49-F238E27FC236}">
                <a16:creationId xmlns:a16="http://schemas.microsoft.com/office/drawing/2014/main" id="{0F42C0AE-E206-4F0E-AAB9-3103D0015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688" y="2373313"/>
            <a:ext cx="1127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6" name="Picture 1040">
            <a:extLst>
              <a:ext uri="{FF2B5EF4-FFF2-40B4-BE49-F238E27FC236}">
                <a16:creationId xmlns:a16="http://schemas.microsoft.com/office/drawing/2014/main" id="{C9300944-F4C5-4082-A9AA-CB5CC393B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" y="2378075"/>
            <a:ext cx="98425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7" name="Rectangle 1041">
            <a:extLst>
              <a:ext uri="{FF2B5EF4-FFF2-40B4-BE49-F238E27FC236}">
                <a16:creationId xmlns:a16="http://schemas.microsoft.com/office/drawing/2014/main" id="{FA6F5F8A-B162-4262-8266-11776ADE5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26536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448" name="Picture 1042">
            <a:extLst>
              <a:ext uri="{FF2B5EF4-FFF2-40B4-BE49-F238E27FC236}">
                <a16:creationId xmlns:a16="http://schemas.microsoft.com/office/drawing/2014/main" id="{50CAE641-B16B-4680-9DAF-981BCA771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938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9" name="Picture 1043">
            <a:extLst>
              <a:ext uri="{FF2B5EF4-FFF2-40B4-BE49-F238E27FC236}">
                <a16:creationId xmlns:a16="http://schemas.microsoft.com/office/drawing/2014/main" id="{797FF4A9-922B-4BF1-97B9-CBD19C45E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2414588"/>
            <a:ext cx="73025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0" name="Picture 1044">
            <a:extLst>
              <a:ext uri="{FF2B5EF4-FFF2-40B4-BE49-F238E27FC236}">
                <a16:creationId xmlns:a16="http://schemas.microsoft.com/office/drawing/2014/main" id="{5E0EFE68-2817-4EAD-898D-4B8A61417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1" name="Picture 1045">
            <a:extLst>
              <a:ext uri="{FF2B5EF4-FFF2-40B4-BE49-F238E27FC236}">
                <a16:creationId xmlns:a16="http://schemas.microsoft.com/office/drawing/2014/main" id="{D5D21E6C-81F4-4F41-8601-A3600DD0F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2414588"/>
            <a:ext cx="87313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2" name="Picture 1046">
            <a:extLst>
              <a:ext uri="{FF2B5EF4-FFF2-40B4-BE49-F238E27FC236}">
                <a16:creationId xmlns:a16="http://schemas.microsoft.com/office/drawing/2014/main" id="{4E092B28-F025-40BC-8AC9-144BAD576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213" y="2376488"/>
            <a:ext cx="144462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3" name="Picture 1047">
            <a:extLst>
              <a:ext uri="{FF2B5EF4-FFF2-40B4-BE49-F238E27FC236}">
                <a16:creationId xmlns:a16="http://schemas.microsoft.com/office/drawing/2014/main" id="{4A8274A9-31EC-41C7-A5B3-FF96B5579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75" y="2416175"/>
            <a:ext cx="8731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54" name="Rectangle 1048">
            <a:extLst>
              <a:ext uri="{FF2B5EF4-FFF2-40B4-BE49-F238E27FC236}">
                <a16:creationId xmlns:a16="http://schemas.microsoft.com/office/drawing/2014/main" id="{3B58CDBD-8637-49F4-BF16-7C9C32506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2265363"/>
            <a:ext cx="14288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455" name="Rectangle 1049">
            <a:extLst>
              <a:ext uri="{FF2B5EF4-FFF2-40B4-BE49-F238E27FC236}">
                <a16:creationId xmlns:a16="http://schemas.microsoft.com/office/drawing/2014/main" id="{69156F70-1CD1-41A7-91AF-1420BA888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226536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456" name="Picture 1050">
            <a:extLst>
              <a:ext uri="{FF2B5EF4-FFF2-40B4-BE49-F238E27FC236}">
                <a16:creationId xmlns:a16="http://schemas.microsoft.com/office/drawing/2014/main" id="{FA00C53E-878D-4731-9978-7AF499DED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938" y="2297113"/>
            <a:ext cx="14446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57" name="Rectangle 1051">
            <a:extLst>
              <a:ext uri="{FF2B5EF4-FFF2-40B4-BE49-F238E27FC236}">
                <a16:creationId xmlns:a16="http://schemas.microsoft.com/office/drawing/2014/main" id="{F3A64407-DC28-42BE-B5B8-5DB87635C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713038"/>
            <a:ext cx="7745413" cy="1428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458" name="Picture 1052">
            <a:extLst>
              <a:ext uri="{FF2B5EF4-FFF2-40B4-BE49-F238E27FC236}">
                <a16:creationId xmlns:a16="http://schemas.microsoft.com/office/drawing/2014/main" id="{0240C201-75A6-4913-B3E0-3DD2DC5AB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29591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59" name="Rectangle 1053">
            <a:extLst>
              <a:ext uri="{FF2B5EF4-FFF2-40B4-BE49-F238E27FC236}">
                <a16:creationId xmlns:a16="http://schemas.microsoft.com/office/drawing/2014/main" id="{E3D557FD-4077-42B6-9589-B266D133A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72732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460" name="Picture 1054">
            <a:extLst>
              <a:ext uri="{FF2B5EF4-FFF2-40B4-BE49-F238E27FC236}">
                <a16:creationId xmlns:a16="http://schemas.microsoft.com/office/drawing/2014/main" id="{FC60B135-D6CB-4C5D-9692-A2D9D31FF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2959100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1" name="Picture 1055">
            <a:extLst>
              <a:ext uri="{FF2B5EF4-FFF2-40B4-BE49-F238E27FC236}">
                <a16:creationId xmlns:a16="http://schemas.microsoft.com/office/drawing/2014/main" id="{7F7D18AC-F92F-41C9-B8B6-360CAF7BA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2959100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2" name="Picture 1056">
            <a:extLst>
              <a:ext uri="{FF2B5EF4-FFF2-40B4-BE49-F238E27FC236}">
                <a16:creationId xmlns:a16="http://schemas.microsoft.com/office/drawing/2014/main" id="{1B485D8F-F733-4FFA-9853-0A2F23451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29591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63" name="Rectangle 1057">
            <a:extLst>
              <a:ext uri="{FF2B5EF4-FFF2-40B4-BE49-F238E27FC236}">
                <a16:creationId xmlns:a16="http://schemas.microsoft.com/office/drawing/2014/main" id="{F41673DA-BBDF-4783-9EAC-E97B5F7F9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2727325"/>
            <a:ext cx="14288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464" name="Rectangle 1058">
            <a:extLst>
              <a:ext uri="{FF2B5EF4-FFF2-40B4-BE49-F238E27FC236}">
                <a16:creationId xmlns:a16="http://schemas.microsoft.com/office/drawing/2014/main" id="{ED18CE3B-EB31-4DF6-A12A-F82C84440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272732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465" name="Picture 1060">
            <a:extLst>
              <a:ext uri="{FF2B5EF4-FFF2-40B4-BE49-F238E27FC236}">
                <a16:creationId xmlns:a16="http://schemas.microsoft.com/office/drawing/2014/main" id="{4B5BD468-5E55-4804-8DF6-1BE1553E5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3314700"/>
            <a:ext cx="984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66" name="Rectangle 1061">
            <a:extLst>
              <a:ext uri="{FF2B5EF4-FFF2-40B4-BE49-F238E27FC236}">
                <a16:creationId xmlns:a16="http://schemas.microsoft.com/office/drawing/2014/main" id="{A8577F0F-3FA7-442B-A450-827AC8E63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2607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467" name="Picture 1062">
            <a:extLst>
              <a:ext uri="{FF2B5EF4-FFF2-40B4-BE49-F238E27FC236}">
                <a16:creationId xmlns:a16="http://schemas.microsoft.com/office/drawing/2014/main" id="{B2711788-BDF4-41A8-854F-D20511B9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3314700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8" name="Picture 1063">
            <a:extLst>
              <a:ext uri="{FF2B5EF4-FFF2-40B4-BE49-F238E27FC236}">
                <a16:creationId xmlns:a16="http://schemas.microsoft.com/office/drawing/2014/main" id="{6BA8D1FD-86F6-4D4C-9D07-75A03807C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3314700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9" name="Picture 1064">
            <a:extLst>
              <a:ext uri="{FF2B5EF4-FFF2-40B4-BE49-F238E27FC236}">
                <a16:creationId xmlns:a16="http://schemas.microsoft.com/office/drawing/2014/main" id="{D948ACDD-AEA9-4B58-9063-78DF2A4A3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3314700"/>
            <a:ext cx="984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70" name="Rectangle 1065">
            <a:extLst>
              <a:ext uri="{FF2B5EF4-FFF2-40B4-BE49-F238E27FC236}">
                <a16:creationId xmlns:a16="http://schemas.microsoft.com/office/drawing/2014/main" id="{009CF2C6-3A46-4BCC-A2E0-61446981D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2607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471" name="Rectangle 1066">
            <a:extLst>
              <a:ext uri="{FF2B5EF4-FFF2-40B4-BE49-F238E27FC236}">
                <a16:creationId xmlns:a16="http://schemas.microsoft.com/office/drawing/2014/main" id="{11F74047-E002-4ED4-A28C-E239263DE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2607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472" name="Picture 1068">
            <a:extLst>
              <a:ext uri="{FF2B5EF4-FFF2-40B4-BE49-F238E27FC236}">
                <a16:creationId xmlns:a16="http://schemas.microsoft.com/office/drawing/2014/main" id="{88037DBA-113B-40B1-99A9-EE9920922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3665538"/>
            <a:ext cx="1174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73" name="Rectangle 1069">
            <a:extLst>
              <a:ext uri="{FF2B5EF4-FFF2-40B4-BE49-F238E27FC236}">
                <a16:creationId xmlns:a16="http://schemas.microsoft.com/office/drawing/2014/main" id="{4881AD60-42BA-494F-9BBF-E7376623B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6163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474" name="Picture 1070">
            <a:extLst>
              <a:ext uri="{FF2B5EF4-FFF2-40B4-BE49-F238E27FC236}">
                <a16:creationId xmlns:a16="http://schemas.microsoft.com/office/drawing/2014/main" id="{D68D07E1-9E4C-4114-BB19-B654A12CE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3665538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75" name="Picture 1071">
            <a:extLst>
              <a:ext uri="{FF2B5EF4-FFF2-40B4-BE49-F238E27FC236}">
                <a16:creationId xmlns:a16="http://schemas.microsoft.com/office/drawing/2014/main" id="{1E1F839A-B458-464C-BC05-62D0D7CC8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36655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76" name="Picture 1072">
            <a:extLst>
              <a:ext uri="{FF2B5EF4-FFF2-40B4-BE49-F238E27FC236}">
                <a16:creationId xmlns:a16="http://schemas.microsoft.com/office/drawing/2014/main" id="{E13B9484-1A46-452A-80E6-618FF3017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36655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77" name="Rectangle 1073">
            <a:extLst>
              <a:ext uri="{FF2B5EF4-FFF2-40B4-BE49-F238E27FC236}">
                <a16:creationId xmlns:a16="http://schemas.microsoft.com/office/drawing/2014/main" id="{8B0FE386-13DE-4BE1-A0B6-535BE1AE9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6163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478" name="Rectangle 1074">
            <a:extLst>
              <a:ext uri="{FF2B5EF4-FFF2-40B4-BE49-F238E27FC236}">
                <a16:creationId xmlns:a16="http://schemas.microsoft.com/office/drawing/2014/main" id="{31A74342-AB8E-49BD-8E76-3062FC07F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6163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479" name="Picture 1076">
            <a:extLst>
              <a:ext uri="{FF2B5EF4-FFF2-40B4-BE49-F238E27FC236}">
                <a16:creationId xmlns:a16="http://schemas.microsoft.com/office/drawing/2014/main" id="{2AF16FD9-4E59-4AE2-AAA3-156F6402A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40211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80" name="Rectangle 1077">
            <a:extLst>
              <a:ext uri="{FF2B5EF4-FFF2-40B4-BE49-F238E27FC236}">
                <a16:creationId xmlns:a16="http://schemas.microsoft.com/office/drawing/2014/main" id="{149D1E9B-B768-457D-B2FB-065F9D609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9719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481" name="Picture 1078">
            <a:extLst>
              <a:ext uri="{FF2B5EF4-FFF2-40B4-BE49-F238E27FC236}">
                <a16:creationId xmlns:a16="http://schemas.microsoft.com/office/drawing/2014/main" id="{36E71178-AFEB-4635-96D0-FA359E234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4021138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82" name="Picture 1079">
            <a:extLst>
              <a:ext uri="{FF2B5EF4-FFF2-40B4-BE49-F238E27FC236}">
                <a16:creationId xmlns:a16="http://schemas.microsoft.com/office/drawing/2014/main" id="{64D9970F-3D75-4142-9A5D-64E57B117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40211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83" name="Picture 1080">
            <a:extLst>
              <a:ext uri="{FF2B5EF4-FFF2-40B4-BE49-F238E27FC236}">
                <a16:creationId xmlns:a16="http://schemas.microsoft.com/office/drawing/2014/main" id="{76529EF6-7FDE-4B63-B2C4-A18404CF9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40211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84" name="Rectangle 1081">
            <a:extLst>
              <a:ext uri="{FF2B5EF4-FFF2-40B4-BE49-F238E27FC236}">
                <a16:creationId xmlns:a16="http://schemas.microsoft.com/office/drawing/2014/main" id="{351DDB51-AB56-40F7-84E3-F871E4584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9719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485" name="Rectangle 1082">
            <a:extLst>
              <a:ext uri="{FF2B5EF4-FFF2-40B4-BE49-F238E27FC236}">
                <a16:creationId xmlns:a16="http://schemas.microsoft.com/office/drawing/2014/main" id="{F3BE4F12-2BFB-4BE4-81CA-83697E51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9719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486" name="Picture 1084">
            <a:extLst>
              <a:ext uri="{FF2B5EF4-FFF2-40B4-BE49-F238E27FC236}">
                <a16:creationId xmlns:a16="http://schemas.microsoft.com/office/drawing/2014/main" id="{0950D9E5-D8F4-4696-A382-224A5FE94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4373563"/>
            <a:ext cx="130175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87" name="Rectangle 1085">
            <a:extLst>
              <a:ext uri="{FF2B5EF4-FFF2-40B4-BE49-F238E27FC236}">
                <a16:creationId xmlns:a16="http://schemas.microsoft.com/office/drawing/2014/main" id="{C9FD5DC1-018C-47C1-938B-25715BD26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3275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488" name="Picture 1086">
            <a:extLst>
              <a:ext uri="{FF2B5EF4-FFF2-40B4-BE49-F238E27FC236}">
                <a16:creationId xmlns:a16="http://schemas.microsoft.com/office/drawing/2014/main" id="{A673F5F4-ED39-4595-8E90-73786C2BB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376738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89" name="Picture 1087">
            <a:extLst>
              <a:ext uri="{FF2B5EF4-FFF2-40B4-BE49-F238E27FC236}">
                <a16:creationId xmlns:a16="http://schemas.microsoft.com/office/drawing/2014/main" id="{72CCB290-099E-429E-9860-287F9A2C5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4376738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90" name="Picture 1088">
            <a:extLst>
              <a:ext uri="{FF2B5EF4-FFF2-40B4-BE49-F238E27FC236}">
                <a16:creationId xmlns:a16="http://schemas.microsoft.com/office/drawing/2014/main" id="{1E248E3A-6A1A-4AA7-A023-A8EEA217A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43767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91" name="Rectangle 1089">
            <a:extLst>
              <a:ext uri="{FF2B5EF4-FFF2-40B4-BE49-F238E27FC236}">
                <a16:creationId xmlns:a16="http://schemas.microsoft.com/office/drawing/2014/main" id="{D21F7C34-E8BD-4040-8FD6-EDC90AE54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43275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492" name="Rectangle 1090">
            <a:extLst>
              <a:ext uri="{FF2B5EF4-FFF2-40B4-BE49-F238E27FC236}">
                <a16:creationId xmlns:a16="http://schemas.microsoft.com/office/drawing/2014/main" id="{A6AF0C7E-F586-4F1F-8B80-03D6239BF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43275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493" name="Picture 1092">
            <a:extLst>
              <a:ext uri="{FF2B5EF4-FFF2-40B4-BE49-F238E27FC236}">
                <a16:creationId xmlns:a16="http://schemas.microsoft.com/office/drawing/2014/main" id="{F6F3A876-7C1C-4F56-8246-B790D09B5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4729163"/>
            <a:ext cx="11747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94" name="Rectangle 1093">
            <a:extLst>
              <a:ext uri="{FF2B5EF4-FFF2-40B4-BE49-F238E27FC236}">
                <a16:creationId xmlns:a16="http://schemas.microsoft.com/office/drawing/2014/main" id="{5EE102A7-4B70-4D4C-B116-5717C49CA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68312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495" name="Picture 1094">
            <a:extLst>
              <a:ext uri="{FF2B5EF4-FFF2-40B4-BE49-F238E27FC236}">
                <a16:creationId xmlns:a16="http://schemas.microsoft.com/office/drawing/2014/main" id="{DA5C9CD5-E7DC-432E-98FE-D6962069C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7291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96" name="Picture 1095">
            <a:extLst>
              <a:ext uri="{FF2B5EF4-FFF2-40B4-BE49-F238E27FC236}">
                <a16:creationId xmlns:a16="http://schemas.microsoft.com/office/drawing/2014/main" id="{78E84AD6-91F9-48CE-AA4A-C5FC47419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4729163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97" name="Picture 1096">
            <a:extLst>
              <a:ext uri="{FF2B5EF4-FFF2-40B4-BE49-F238E27FC236}">
                <a16:creationId xmlns:a16="http://schemas.microsoft.com/office/drawing/2014/main" id="{298F2E06-1841-4839-ABBF-246E31E03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47291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98" name="Rectangle 1097">
            <a:extLst>
              <a:ext uri="{FF2B5EF4-FFF2-40B4-BE49-F238E27FC236}">
                <a16:creationId xmlns:a16="http://schemas.microsoft.com/office/drawing/2014/main" id="{13E458B7-F5BD-4967-8381-BFE7EDB75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4683125"/>
            <a:ext cx="14288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499" name="Rectangle 1098">
            <a:extLst>
              <a:ext uri="{FF2B5EF4-FFF2-40B4-BE49-F238E27FC236}">
                <a16:creationId xmlns:a16="http://schemas.microsoft.com/office/drawing/2014/main" id="{03B42FFD-1573-457F-ABE4-1C8628394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468312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500" name="Picture 1100">
            <a:extLst>
              <a:ext uri="{FF2B5EF4-FFF2-40B4-BE49-F238E27FC236}">
                <a16:creationId xmlns:a16="http://schemas.microsoft.com/office/drawing/2014/main" id="{2BEBC139-F51A-4799-84D3-08146A304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50847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501" name="Rectangle 1101">
            <a:extLst>
              <a:ext uri="{FF2B5EF4-FFF2-40B4-BE49-F238E27FC236}">
                <a16:creationId xmlns:a16="http://schemas.microsoft.com/office/drawing/2014/main" id="{99CC20F3-D665-4E06-8A4A-0CAF9F760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503713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502" name="Picture 1102">
            <a:extLst>
              <a:ext uri="{FF2B5EF4-FFF2-40B4-BE49-F238E27FC236}">
                <a16:creationId xmlns:a16="http://schemas.microsoft.com/office/drawing/2014/main" id="{3BF93F9D-4C89-4942-B499-1E1CD3510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0847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03" name="Picture 1103">
            <a:extLst>
              <a:ext uri="{FF2B5EF4-FFF2-40B4-BE49-F238E27FC236}">
                <a16:creationId xmlns:a16="http://schemas.microsoft.com/office/drawing/2014/main" id="{731726A2-F30B-484A-9BE6-D0D4FF2FA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50847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04" name="Picture 1104">
            <a:extLst>
              <a:ext uri="{FF2B5EF4-FFF2-40B4-BE49-F238E27FC236}">
                <a16:creationId xmlns:a16="http://schemas.microsoft.com/office/drawing/2014/main" id="{9DF09C39-7550-44E4-933D-8E9800BC7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50847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505" name="Rectangle 1105">
            <a:extLst>
              <a:ext uri="{FF2B5EF4-FFF2-40B4-BE49-F238E27FC236}">
                <a16:creationId xmlns:a16="http://schemas.microsoft.com/office/drawing/2014/main" id="{509C27AD-5E35-45BA-816E-75337780B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5037138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506" name="Rectangle 1106">
            <a:extLst>
              <a:ext uri="{FF2B5EF4-FFF2-40B4-BE49-F238E27FC236}">
                <a16:creationId xmlns:a16="http://schemas.microsoft.com/office/drawing/2014/main" id="{3F863997-8A2F-4658-9A5B-929432DF3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503713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507" name="Picture 1108">
            <a:extLst>
              <a:ext uri="{FF2B5EF4-FFF2-40B4-BE49-F238E27FC236}">
                <a16:creationId xmlns:a16="http://schemas.microsoft.com/office/drawing/2014/main" id="{0F253C88-6E6A-4CE9-B53E-3E8FB8C6A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5437188"/>
            <a:ext cx="1238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508" name="Rectangle 1109">
            <a:extLst>
              <a:ext uri="{FF2B5EF4-FFF2-40B4-BE49-F238E27FC236}">
                <a16:creationId xmlns:a16="http://schemas.microsoft.com/office/drawing/2014/main" id="{4A181B34-2F09-4B98-92E7-578E8C705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537527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509" name="Picture 1110">
            <a:extLst>
              <a:ext uri="{FF2B5EF4-FFF2-40B4-BE49-F238E27FC236}">
                <a16:creationId xmlns:a16="http://schemas.microsoft.com/office/drawing/2014/main" id="{230C9CF5-5B90-4790-80C6-CF5BF7282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4403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10" name="Picture 1111">
            <a:extLst>
              <a:ext uri="{FF2B5EF4-FFF2-40B4-BE49-F238E27FC236}">
                <a16:creationId xmlns:a16="http://schemas.microsoft.com/office/drawing/2014/main" id="{2324DE63-D68B-47F8-9EB1-D6421CFAF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54403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11" name="Picture 1112">
            <a:extLst>
              <a:ext uri="{FF2B5EF4-FFF2-40B4-BE49-F238E27FC236}">
                <a16:creationId xmlns:a16="http://schemas.microsoft.com/office/drawing/2014/main" id="{4FF6A373-9E85-4518-AAEE-9E3B082A4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54403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512" name="Rectangle 1113">
            <a:extLst>
              <a:ext uri="{FF2B5EF4-FFF2-40B4-BE49-F238E27FC236}">
                <a16:creationId xmlns:a16="http://schemas.microsoft.com/office/drawing/2014/main" id="{3961D5FC-0A7A-4137-9C07-97E6FB9B3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5375275"/>
            <a:ext cx="14288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513" name="Rectangle 1114">
            <a:extLst>
              <a:ext uri="{FF2B5EF4-FFF2-40B4-BE49-F238E27FC236}">
                <a16:creationId xmlns:a16="http://schemas.microsoft.com/office/drawing/2014/main" id="{C3110CFE-C272-41AA-B89C-808FE567C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537527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514" name="Rectangle 1116">
            <a:extLst>
              <a:ext uri="{FF2B5EF4-FFF2-40B4-BE49-F238E27FC236}">
                <a16:creationId xmlns:a16="http://schemas.microsoft.com/office/drawing/2014/main" id="{43E53FB4-AE81-4CA7-8F76-06628C6F9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853113"/>
            <a:ext cx="4086225" cy="142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8515" name="Picture 1042">
            <a:extLst>
              <a:ext uri="{FF2B5EF4-FFF2-40B4-BE49-F238E27FC236}">
                <a16:creationId xmlns:a16="http://schemas.microsoft.com/office/drawing/2014/main" id="{A9E8E5E8-0D59-4FB4-B95C-A64A7146D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988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16" name="Picture 1043">
            <a:extLst>
              <a:ext uri="{FF2B5EF4-FFF2-40B4-BE49-F238E27FC236}">
                <a16:creationId xmlns:a16="http://schemas.microsoft.com/office/drawing/2014/main" id="{1922E794-C513-4574-A823-C9870F5CB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5" y="2400300"/>
            <a:ext cx="730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17" name="Picture 1046">
            <a:extLst>
              <a:ext uri="{FF2B5EF4-FFF2-40B4-BE49-F238E27FC236}">
                <a16:creationId xmlns:a16="http://schemas.microsoft.com/office/drawing/2014/main" id="{F3E3A04B-C52D-4519-9A1C-F9E394DF8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362200"/>
            <a:ext cx="14446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18" name="Picture 1047">
            <a:extLst>
              <a:ext uri="{FF2B5EF4-FFF2-40B4-BE49-F238E27FC236}">
                <a16:creationId xmlns:a16="http://schemas.microsoft.com/office/drawing/2014/main" id="{AF935064-C3F9-4B70-82E5-88BA81A4A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263" y="2401888"/>
            <a:ext cx="873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19" name="Picture 1044">
            <a:extLst>
              <a:ext uri="{FF2B5EF4-FFF2-40B4-BE49-F238E27FC236}">
                <a16:creationId xmlns:a16="http://schemas.microsoft.com/office/drawing/2014/main" id="{665E4AD4-C320-4B7E-86B9-54CEF354A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20" name="Picture 1045">
            <a:extLst>
              <a:ext uri="{FF2B5EF4-FFF2-40B4-BE49-F238E27FC236}">
                <a16:creationId xmlns:a16="http://schemas.microsoft.com/office/drawing/2014/main" id="{7F592C49-AEE3-4201-9307-5858B892E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0" y="2400300"/>
            <a:ext cx="8731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521" name="Rectangle 1032">
            <a:extLst>
              <a:ext uri="{FF2B5EF4-FFF2-40B4-BE49-F238E27FC236}">
                <a16:creationId xmlns:a16="http://schemas.microsoft.com/office/drawing/2014/main" id="{656FB244-FA53-4D6E-BFB4-53FFF8520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172561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522" name="Rectangle 1041">
            <a:extLst>
              <a:ext uri="{FF2B5EF4-FFF2-40B4-BE49-F238E27FC236}">
                <a16:creationId xmlns:a16="http://schemas.microsoft.com/office/drawing/2014/main" id="{06A91865-9258-4E7C-B70B-AEB1443B9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227171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523" name="Rectangle 1053">
            <a:extLst>
              <a:ext uri="{FF2B5EF4-FFF2-40B4-BE49-F238E27FC236}">
                <a16:creationId xmlns:a16="http://schemas.microsoft.com/office/drawing/2014/main" id="{97F59CAD-9FC2-4739-9CBB-842DB2E13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273367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524" name="Rectangle 1061">
            <a:extLst>
              <a:ext uri="{FF2B5EF4-FFF2-40B4-BE49-F238E27FC236}">
                <a16:creationId xmlns:a16="http://schemas.microsoft.com/office/drawing/2014/main" id="{A9261FFC-EBE6-4759-8552-F08A36C87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2670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525" name="Rectangle 1069">
            <a:extLst>
              <a:ext uri="{FF2B5EF4-FFF2-40B4-BE49-F238E27FC236}">
                <a16:creationId xmlns:a16="http://schemas.microsoft.com/office/drawing/2014/main" id="{A1A1AB94-480D-4761-BF37-11EB4579B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6226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526" name="Rectangle 1077">
            <a:extLst>
              <a:ext uri="{FF2B5EF4-FFF2-40B4-BE49-F238E27FC236}">
                <a16:creationId xmlns:a16="http://schemas.microsoft.com/office/drawing/2014/main" id="{9B07C465-3FEC-43C7-9FA0-580A0135B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9782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527" name="Rectangle 1085">
            <a:extLst>
              <a:ext uri="{FF2B5EF4-FFF2-40B4-BE49-F238E27FC236}">
                <a16:creationId xmlns:a16="http://schemas.microsoft.com/office/drawing/2014/main" id="{DA3D4961-915F-4D6B-B39D-B7186C75E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43338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528" name="Rectangle 1093">
            <a:extLst>
              <a:ext uri="{FF2B5EF4-FFF2-40B4-BE49-F238E27FC236}">
                <a16:creationId xmlns:a16="http://schemas.microsoft.com/office/drawing/2014/main" id="{6F4AB9E5-9542-46BA-BA0F-0FEC0EB17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468947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529" name="Rectangle 1101">
            <a:extLst>
              <a:ext uri="{FF2B5EF4-FFF2-40B4-BE49-F238E27FC236}">
                <a16:creationId xmlns:a16="http://schemas.microsoft.com/office/drawing/2014/main" id="{2AEEC520-02F9-4F7A-8CF2-05F53B028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504348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530" name="Rectangle 1109">
            <a:extLst>
              <a:ext uri="{FF2B5EF4-FFF2-40B4-BE49-F238E27FC236}">
                <a16:creationId xmlns:a16="http://schemas.microsoft.com/office/drawing/2014/main" id="{2CA9EC5C-F998-4EFC-A851-DC1EC6851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538162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18531" name="Straight Connector 121">
            <a:extLst>
              <a:ext uri="{FF2B5EF4-FFF2-40B4-BE49-F238E27FC236}">
                <a16:creationId xmlns:a16="http://schemas.microsoft.com/office/drawing/2014/main" id="{1D223C31-00CD-40AA-8D97-7A87ADC7C6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79875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532" name="Straight Connector 123">
            <a:extLst>
              <a:ext uri="{FF2B5EF4-FFF2-40B4-BE49-F238E27FC236}">
                <a16:creationId xmlns:a16="http://schemas.microsoft.com/office/drawing/2014/main" id="{AE92E2DF-714C-4605-A7CC-5866263E984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00800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8533" name="Picture 1067">
            <a:extLst>
              <a:ext uri="{FF2B5EF4-FFF2-40B4-BE49-F238E27FC236}">
                <a16:creationId xmlns:a16="http://schemas.microsoft.com/office/drawing/2014/main" id="{395E5F18-CAD4-42CB-BA96-C216BDAF0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33274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34" name="Picture 1075">
            <a:extLst>
              <a:ext uri="{FF2B5EF4-FFF2-40B4-BE49-F238E27FC236}">
                <a16:creationId xmlns:a16="http://schemas.microsoft.com/office/drawing/2014/main" id="{C9CFD071-A10F-442A-B466-6791EEE4F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063" y="3678238"/>
            <a:ext cx="100012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35" name="Picture 1115">
            <a:extLst>
              <a:ext uri="{FF2B5EF4-FFF2-40B4-BE49-F238E27FC236}">
                <a16:creationId xmlns:a16="http://schemas.microsoft.com/office/drawing/2014/main" id="{FD3737AA-F247-46C4-9F86-79B7EADDF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54530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36" name="Picture 1067">
            <a:extLst>
              <a:ext uri="{FF2B5EF4-FFF2-40B4-BE49-F238E27FC236}">
                <a16:creationId xmlns:a16="http://schemas.microsoft.com/office/drawing/2014/main" id="{FAF7E505-18E6-4A89-9B76-8265F2F48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3274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37" name="Picture 1107">
            <a:extLst>
              <a:ext uri="{FF2B5EF4-FFF2-40B4-BE49-F238E27FC236}">
                <a16:creationId xmlns:a16="http://schemas.microsoft.com/office/drawing/2014/main" id="{B1E3705D-17DA-432D-82A6-559987344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488" y="5516563"/>
            <a:ext cx="100012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38" name="Picture 1067">
            <a:extLst>
              <a:ext uri="{FF2B5EF4-FFF2-40B4-BE49-F238E27FC236}">
                <a16:creationId xmlns:a16="http://schemas.microsoft.com/office/drawing/2014/main" id="{971833F8-4D8A-4756-B5AF-899BEC6B7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33829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39" name="Picture 1083">
            <a:extLst>
              <a:ext uri="{FF2B5EF4-FFF2-40B4-BE49-F238E27FC236}">
                <a16:creationId xmlns:a16="http://schemas.microsoft.com/office/drawing/2014/main" id="{27003AF6-41C4-4031-B848-539346E88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40894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40" name="Picture 1091">
            <a:extLst>
              <a:ext uri="{FF2B5EF4-FFF2-40B4-BE49-F238E27FC236}">
                <a16:creationId xmlns:a16="http://schemas.microsoft.com/office/drawing/2014/main" id="{C79A8824-3C94-4466-8D33-199DC470B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4445000"/>
            <a:ext cx="10001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41" name="Picture 1115">
            <a:extLst>
              <a:ext uri="{FF2B5EF4-FFF2-40B4-BE49-F238E27FC236}">
                <a16:creationId xmlns:a16="http://schemas.microsoft.com/office/drawing/2014/main" id="{C26E4F75-3822-4574-9F3F-7A4DA1397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5508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42" name="Picture 1067">
            <a:extLst>
              <a:ext uri="{FF2B5EF4-FFF2-40B4-BE49-F238E27FC236}">
                <a16:creationId xmlns:a16="http://schemas.microsoft.com/office/drawing/2014/main" id="{C0EA6297-1DFA-4D43-A180-21477C82E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9718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43" name="Picture 1067">
            <a:extLst>
              <a:ext uri="{FF2B5EF4-FFF2-40B4-BE49-F238E27FC236}">
                <a16:creationId xmlns:a16="http://schemas.microsoft.com/office/drawing/2014/main" id="{E445FDC0-0A4A-4891-89C7-0203DF76B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798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44" name="Picture 1115">
            <a:extLst>
              <a:ext uri="{FF2B5EF4-FFF2-40B4-BE49-F238E27FC236}">
                <a16:creationId xmlns:a16="http://schemas.microsoft.com/office/drawing/2014/main" id="{7EEC78AF-C0DE-468C-8C0A-F678D0C29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365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45" name="Picture 1115">
            <a:extLst>
              <a:ext uri="{FF2B5EF4-FFF2-40B4-BE49-F238E27FC236}">
                <a16:creationId xmlns:a16="http://schemas.microsoft.com/office/drawing/2014/main" id="{4B7E5E6E-1E72-40C4-AB4E-A34445D72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5127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46" name="Picture 1083">
            <a:extLst>
              <a:ext uri="{FF2B5EF4-FFF2-40B4-BE49-F238E27FC236}">
                <a16:creationId xmlns:a16="http://schemas.microsoft.com/office/drawing/2014/main" id="{1CEC1E20-9DE3-4BDE-A40E-E4E46DDFA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4365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47" name="Picture 1083">
            <a:extLst>
              <a:ext uri="{FF2B5EF4-FFF2-40B4-BE49-F238E27FC236}">
                <a16:creationId xmlns:a16="http://schemas.microsoft.com/office/drawing/2014/main" id="{DF21785D-6174-45C6-97AC-F72EA8304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4746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48" name="Picture 1115">
            <a:extLst>
              <a:ext uri="{FF2B5EF4-FFF2-40B4-BE49-F238E27FC236}">
                <a16:creationId xmlns:a16="http://schemas.microsoft.com/office/drawing/2014/main" id="{C035D2B9-F2DF-4BED-88F8-E369632D4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5127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49" name="Picture 1083">
            <a:extLst>
              <a:ext uri="{FF2B5EF4-FFF2-40B4-BE49-F238E27FC236}">
                <a16:creationId xmlns:a16="http://schemas.microsoft.com/office/drawing/2014/main" id="{57504A0A-6E5C-4F3F-A60A-2F5814061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48228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50" name="Picture 1044">
            <a:extLst>
              <a:ext uri="{FF2B5EF4-FFF2-40B4-BE49-F238E27FC236}">
                <a16:creationId xmlns:a16="http://schemas.microsoft.com/office/drawing/2014/main" id="{7EB00532-32EE-40D6-8703-73EAE1009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438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51" name="Picture 1045">
            <a:extLst>
              <a:ext uri="{FF2B5EF4-FFF2-40B4-BE49-F238E27FC236}">
                <a16:creationId xmlns:a16="http://schemas.microsoft.com/office/drawing/2014/main" id="{3606A278-FFA4-4FA8-8725-722A096B7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888" y="2400300"/>
            <a:ext cx="87312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52" name="Picture 1042">
            <a:extLst>
              <a:ext uri="{FF2B5EF4-FFF2-40B4-BE49-F238E27FC236}">
                <a16:creationId xmlns:a16="http://schemas.microsoft.com/office/drawing/2014/main" id="{80B1AB56-09EE-45F7-93CE-AFDC402C3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53" name="Picture 1043">
            <a:extLst>
              <a:ext uri="{FF2B5EF4-FFF2-40B4-BE49-F238E27FC236}">
                <a16:creationId xmlns:a16="http://schemas.microsoft.com/office/drawing/2014/main" id="{EF8352F4-3952-4F8D-98BB-FF7F85944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2400300"/>
            <a:ext cx="730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54" name="Picture 1046">
            <a:extLst>
              <a:ext uri="{FF2B5EF4-FFF2-40B4-BE49-F238E27FC236}">
                <a16:creationId xmlns:a16="http://schemas.microsoft.com/office/drawing/2014/main" id="{CE09EE2A-E086-4637-8C95-10C381A7F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362200"/>
            <a:ext cx="14446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55" name="Picture 1047">
            <a:extLst>
              <a:ext uri="{FF2B5EF4-FFF2-40B4-BE49-F238E27FC236}">
                <a16:creationId xmlns:a16="http://schemas.microsoft.com/office/drawing/2014/main" id="{6BA52289-50CE-45A0-BB8A-B8D6EA089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663" y="2401888"/>
            <a:ext cx="873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556" name="Straight Connector 165">
            <a:extLst>
              <a:ext uri="{FF2B5EF4-FFF2-40B4-BE49-F238E27FC236}">
                <a16:creationId xmlns:a16="http://schemas.microsoft.com/office/drawing/2014/main" id="{DCA3B4A2-C446-4172-B219-1A5640125C1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91325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8557" name="Picture 1067">
            <a:extLst>
              <a:ext uri="{FF2B5EF4-FFF2-40B4-BE49-F238E27FC236}">
                <a16:creationId xmlns:a16="http://schemas.microsoft.com/office/drawing/2014/main" id="{50512793-C12F-4EF2-8289-17CA1104E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0465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58" name="Picture 1107">
            <a:extLst>
              <a:ext uri="{FF2B5EF4-FFF2-40B4-BE49-F238E27FC236}">
                <a16:creationId xmlns:a16="http://schemas.microsoft.com/office/drawing/2014/main" id="{95F061C7-D8D0-4A60-8FF2-ED0C42892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963" y="4724400"/>
            <a:ext cx="10001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59" name="Picture 1091">
            <a:extLst>
              <a:ext uri="{FF2B5EF4-FFF2-40B4-BE49-F238E27FC236}">
                <a16:creationId xmlns:a16="http://schemas.microsoft.com/office/drawing/2014/main" id="{E5931593-DADE-4AF7-AAD8-16F4AC569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675" y="2998788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60" name="Picture 1067">
            <a:extLst>
              <a:ext uri="{FF2B5EF4-FFF2-40B4-BE49-F238E27FC236}">
                <a16:creationId xmlns:a16="http://schemas.microsoft.com/office/drawing/2014/main" id="{71C282F9-DDEE-46F0-82F9-0BA332C71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37338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61" name="Picture 1083">
            <a:extLst>
              <a:ext uri="{FF2B5EF4-FFF2-40B4-BE49-F238E27FC236}">
                <a16:creationId xmlns:a16="http://schemas.microsoft.com/office/drawing/2014/main" id="{EC89A8E6-33AC-49DA-AC3B-816597594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51768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62" name="Picture 1075">
            <a:extLst>
              <a:ext uri="{FF2B5EF4-FFF2-40B4-BE49-F238E27FC236}">
                <a16:creationId xmlns:a16="http://schemas.microsoft.com/office/drawing/2014/main" id="{CC798A3E-ABF0-4F52-B578-40D374C21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238" y="4041775"/>
            <a:ext cx="10001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63" name="Picture 1067">
            <a:extLst>
              <a:ext uri="{FF2B5EF4-FFF2-40B4-BE49-F238E27FC236}">
                <a16:creationId xmlns:a16="http://schemas.microsoft.com/office/drawing/2014/main" id="{AB08B528-BAC8-4C57-9620-45C9E0459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0" y="29718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" name="Picture 3" descr="Screen shot 2013-09-25 at 1.06.21 PM.png">
            <a:extLst>
              <a:ext uri="{FF2B5EF4-FFF2-40B4-BE49-F238E27FC236}">
                <a16:creationId xmlns:a16="http://schemas.microsoft.com/office/drawing/2014/main" id="{EAE926D4-285E-4000-B513-2B2F58313CF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912018"/>
            <a:ext cx="8166100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532DBF0E-F901-4F6D-81DF-22CDC06475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Right-Hand Side (RHS)</a:t>
            </a:r>
          </a:p>
        </p:txBody>
      </p:sp>
      <p:sp>
        <p:nvSpPr>
          <p:cNvPr id="19458" name="Rectangle 1028">
            <a:extLst>
              <a:ext uri="{FF2B5EF4-FFF2-40B4-BE49-F238E27FC236}">
                <a16:creationId xmlns:a16="http://schemas.microsoft.com/office/drawing/2014/main" id="{FDD52340-E495-4326-BF53-4F2B503C5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690688"/>
            <a:ext cx="7745413" cy="12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459" name="Picture 1029">
            <a:extLst>
              <a:ext uri="{FF2B5EF4-FFF2-40B4-BE49-F238E27FC236}">
                <a16:creationId xmlns:a16="http://schemas.microsoft.com/office/drawing/2014/main" id="{A38CE5E1-7F04-496A-97D3-2BCB237CF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1949450"/>
            <a:ext cx="201613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1030">
            <a:extLst>
              <a:ext uri="{FF2B5EF4-FFF2-40B4-BE49-F238E27FC236}">
                <a16:creationId xmlns:a16="http://schemas.microsoft.com/office/drawing/2014/main" id="{56E0B79B-E442-4241-BE81-5219744FE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2017713"/>
            <a:ext cx="1301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1031">
            <a:extLst>
              <a:ext uri="{FF2B5EF4-FFF2-40B4-BE49-F238E27FC236}">
                <a16:creationId xmlns:a16="http://schemas.microsoft.com/office/drawing/2014/main" id="{DD5FEF71-54F1-4B3D-93FB-96829EE88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2025650"/>
            <a:ext cx="193675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2" name="Rectangle 1032">
            <a:extLst>
              <a:ext uri="{FF2B5EF4-FFF2-40B4-BE49-F238E27FC236}">
                <a16:creationId xmlns:a16="http://schemas.microsoft.com/office/drawing/2014/main" id="{0F1EE316-5B52-4231-924E-1EB28AE6D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171926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463" name="Rectangle 1033">
            <a:extLst>
              <a:ext uri="{FF2B5EF4-FFF2-40B4-BE49-F238E27FC236}">
                <a16:creationId xmlns:a16="http://schemas.microsoft.com/office/drawing/2014/main" id="{CE913C61-F709-41E9-9CE9-32C8A2059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1719263"/>
            <a:ext cx="14288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464" name="Rectangle 1034">
            <a:extLst>
              <a:ext uri="{FF2B5EF4-FFF2-40B4-BE49-F238E27FC236}">
                <a16:creationId xmlns:a16="http://schemas.microsoft.com/office/drawing/2014/main" id="{65FD3CD8-A977-4EEA-9E6A-3103288C3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171926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465" name="Picture 1035">
            <a:extLst>
              <a:ext uri="{FF2B5EF4-FFF2-40B4-BE49-F238E27FC236}">
                <a16:creationId xmlns:a16="http://schemas.microsoft.com/office/drawing/2014/main" id="{383AE18B-C858-4DAA-BFD6-3F8E743BD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38" y="2378075"/>
            <a:ext cx="146050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6" name="Picture 1036">
            <a:extLst>
              <a:ext uri="{FF2B5EF4-FFF2-40B4-BE49-F238E27FC236}">
                <a16:creationId xmlns:a16="http://schemas.microsoft.com/office/drawing/2014/main" id="{29FBA3D7-3669-4E85-89C0-0E3250307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7" name="Picture 1037">
            <a:extLst>
              <a:ext uri="{FF2B5EF4-FFF2-40B4-BE49-F238E27FC236}">
                <a16:creationId xmlns:a16="http://schemas.microsoft.com/office/drawing/2014/main" id="{2A1B1A9F-5738-412E-A534-0B0E91ADA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13" y="2378075"/>
            <a:ext cx="227012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8" name="Picture 1038">
            <a:extLst>
              <a:ext uri="{FF2B5EF4-FFF2-40B4-BE49-F238E27FC236}">
                <a16:creationId xmlns:a16="http://schemas.microsoft.com/office/drawing/2014/main" id="{3D9FE38B-C84A-4A02-8919-E9CDA3266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238" y="2301875"/>
            <a:ext cx="141287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9" name="Picture 1039">
            <a:extLst>
              <a:ext uri="{FF2B5EF4-FFF2-40B4-BE49-F238E27FC236}">
                <a16:creationId xmlns:a16="http://schemas.microsoft.com/office/drawing/2014/main" id="{D93F3737-1113-4C24-99C9-F76484AB2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688" y="2373313"/>
            <a:ext cx="1127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70" name="Picture 1040">
            <a:extLst>
              <a:ext uri="{FF2B5EF4-FFF2-40B4-BE49-F238E27FC236}">
                <a16:creationId xmlns:a16="http://schemas.microsoft.com/office/drawing/2014/main" id="{F7157B4E-8A6C-4180-A0D6-34A94C1BB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" y="2378075"/>
            <a:ext cx="98425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1" name="Rectangle 1041">
            <a:extLst>
              <a:ext uri="{FF2B5EF4-FFF2-40B4-BE49-F238E27FC236}">
                <a16:creationId xmlns:a16="http://schemas.microsoft.com/office/drawing/2014/main" id="{ACE23F5E-F849-4122-AAB2-04363539D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26536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472" name="Picture 1042">
            <a:extLst>
              <a:ext uri="{FF2B5EF4-FFF2-40B4-BE49-F238E27FC236}">
                <a16:creationId xmlns:a16="http://schemas.microsoft.com/office/drawing/2014/main" id="{569F5C8B-4BEE-447B-94CC-84ACAB5A3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938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73" name="Picture 1043">
            <a:extLst>
              <a:ext uri="{FF2B5EF4-FFF2-40B4-BE49-F238E27FC236}">
                <a16:creationId xmlns:a16="http://schemas.microsoft.com/office/drawing/2014/main" id="{776EC8D6-1337-4F77-8A58-F6D93EE2F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2414588"/>
            <a:ext cx="73025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74" name="Picture 1044">
            <a:extLst>
              <a:ext uri="{FF2B5EF4-FFF2-40B4-BE49-F238E27FC236}">
                <a16:creationId xmlns:a16="http://schemas.microsoft.com/office/drawing/2014/main" id="{051F3640-9A9F-4019-8778-267EC403D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2376488"/>
            <a:ext cx="1460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75" name="Picture 1045">
            <a:extLst>
              <a:ext uri="{FF2B5EF4-FFF2-40B4-BE49-F238E27FC236}">
                <a16:creationId xmlns:a16="http://schemas.microsoft.com/office/drawing/2014/main" id="{D591C75A-B5A3-48F6-80BD-3A096A28B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2414588"/>
            <a:ext cx="87313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76" name="Picture 1046">
            <a:extLst>
              <a:ext uri="{FF2B5EF4-FFF2-40B4-BE49-F238E27FC236}">
                <a16:creationId xmlns:a16="http://schemas.microsoft.com/office/drawing/2014/main" id="{0F51AA6F-AFE7-4E08-B547-DBC82714A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213" y="2376488"/>
            <a:ext cx="144462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77" name="Picture 1047">
            <a:extLst>
              <a:ext uri="{FF2B5EF4-FFF2-40B4-BE49-F238E27FC236}">
                <a16:creationId xmlns:a16="http://schemas.microsoft.com/office/drawing/2014/main" id="{D806027A-9A54-4805-8746-AE33E080E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75" y="2416175"/>
            <a:ext cx="8731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8" name="Rectangle 1048">
            <a:extLst>
              <a:ext uri="{FF2B5EF4-FFF2-40B4-BE49-F238E27FC236}">
                <a16:creationId xmlns:a16="http://schemas.microsoft.com/office/drawing/2014/main" id="{E169AE04-6095-4D0F-B14C-35FB6F25C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2265363"/>
            <a:ext cx="14288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479" name="Rectangle 1049">
            <a:extLst>
              <a:ext uri="{FF2B5EF4-FFF2-40B4-BE49-F238E27FC236}">
                <a16:creationId xmlns:a16="http://schemas.microsoft.com/office/drawing/2014/main" id="{1AEA3A18-5C8A-416C-BD45-2BF730D52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226536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480" name="Picture 1050">
            <a:extLst>
              <a:ext uri="{FF2B5EF4-FFF2-40B4-BE49-F238E27FC236}">
                <a16:creationId xmlns:a16="http://schemas.microsoft.com/office/drawing/2014/main" id="{2E637FEF-A235-4144-AA0A-9062FD2BF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938" y="2297113"/>
            <a:ext cx="14446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81" name="Rectangle 1051">
            <a:extLst>
              <a:ext uri="{FF2B5EF4-FFF2-40B4-BE49-F238E27FC236}">
                <a16:creationId xmlns:a16="http://schemas.microsoft.com/office/drawing/2014/main" id="{09739928-119D-42F2-A2C7-F46D1AF5C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713038"/>
            <a:ext cx="7745413" cy="1428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482" name="Picture 1052">
            <a:extLst>
              <a:ext uri="{FF2B5EF4-FFF2-40B4-BE49-F238E27FC236}">
                <a16:creationId xmlns:a16="http://schemas.microsoft.com/office/drawing/2014/main" id="{23B659FA-D122-40A0-AFF0-B38B5F62B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29591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83" name="Rectangle 1053">
            <a:extLst>
              <a:ext uri="{FF2B5EF4-FFF2-40B4-BE49-F238E27FC236}">
                <a16:creationId xmlns:a16="http://schemas.microsoft.com/office/drawing/2014/main" id="{F6F88EDE-1253-47D2-86B3-782A4190F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72732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484" name="Picture 1054">
            <a:extLst>
              <a:ext uri="{FF2B5EF4-FFF2-40B4-BE49-F238E27FC236}">
                <a16:creationId xmlns:a16="http://schemas.microsoft.com/office/drawing/2014/main" id="{BF4D5274-0B69-43F8-B9BB-D58C31121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2959100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85" name="Picture 1055">
            <a:extLst>
              <a:ext uri="{FF2B5EF4-FFF2-40B4-BE49-F238E27FC236}">
                <a16:creationId xmlns:a16="http://schemas.microsoft.com/office/drawing/2014/main" id="{2D1DBEDD-4F3D-4FED-9F51-9ABDF8827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2959100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86" name="Picture 1056">
            <a:extLst>
              <a:ext uri="{FF2B5EF4-FFF2-40B4-BE49-F238E27FC236}">
                <a16:creationId xmlns:a16="http://schemas.microsoft.com/office/drawing/2014/main" id="{D1E30F64-8D1A-4CC9-8308-9851D9152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29591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87" name="Rectangle 1057">
            <a:extLst>
              <a:ext uri="{FF2B5EF4-FFF2-40B4-BE49-F238E27FC236}">
                <a16:creationId xmlns:a16="http://schemas.microsoft.com/office/drawing/2014/main" id="{8043FEC6-532A-47E1-9CE4-13BA336D2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2727325"/>
            <a:ext cx="14288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488" name="Rectangle 1058">
            <a:extLst>
              <a:ext uri="{FF2B5EF4-FFF2-40B4-BE49-F238E27FC236}">
                <a16:creationId xmlns:a16="http://schemas.microsoft.com/office/drawing/2014/main" id="{9FB8297C-BD1B-4024-A52C-FD02E0E0D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272732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489" name="Picture 1059">
            <a:extLst>
              <a:ext uri="{FF2B5EF4-FFF2-40B4-BE49-F238E27FC236}">
                <a16:creationId xmlns:a16="http://schemas.microsoft.com/office/drawing/2014/main" id="{108D2283-97F9-4113-924F-F67079068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50" y="2959100"/>
            <a:ext cx="10001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90" name="Picture 1060">
            <a:extLst>
              <a:ext uri="{FF2B5EF4-FFF2-40B4-BE49-F238E27FC236}">
                <a16:creationId xmlns:a16="http://schemas.microsoft.com/office/drawing/2014/main" id="{1925420A-0F46-44E1-B259-683AF33E2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3314700"/>
            <a:ext cx="984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91" name="Rectangle 1061">
            <a:extLst>
              <a:ext uri="{FF2B5EF4-FFF2-40B4-BE49-F238E27FC236}">
                <a16:creationId xmlns:a16="http://schemas.microsoft.com/office/drawing/2014/main" id="{8A934A6B-EAB2-4F28-BBF7-4E5CE3F19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2607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492" name="Picture 1062">
            <a:extLst>
              <a:ext uri="{FF2B5EF4-FFF2-40B4-BE49-F238E27FC236}">
                <a16:creationId xmlns:a16="http://schemas.microsoft.com/office/drawing/2014/main" id="{33873AD3-72FB-41A5-AA98-97C710475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3314700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93" name="Picture 1063">
            <a:extLst>
              <a:ext uri="{FF2B5EF4-FFF2-40B4-BE49-F238E27FC236}">
                <a16:creationId xmlns:a16="http://schemas.microsoft.com/office/drawing/2014/main" id="{30889C51-72E7-4B48-B4B2-DA1ECE193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3314700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94" name="Picture 1064">
            <a:extLst>
              <a:ext uri="{FF2B5EF4-FFF2-40B4-BE49-F238E27FC236}">
                <a16:creationId xmlns:a16="http://schemas.microsoft.com/office/drawing/2014/main" id="{D8574A09-3214-4639-BD74-EEAADC98A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3314700"/>
            <a:ext cx="984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95" name="Rectangle 1065">
            <a:extLst>
              <a:ext uri="{FF2B5EF4-FFF2-40B4-BE49-F238E27FC236}">
                <a16:creationId xmlns:a16="http://schemas.microsoft.com/office/drawing/2014/main" id="{43AB0ED3-073F-4B38-B0AA-12D959EC7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2607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496" name="Rectangle 1066">
            <a:extLst>
              <a:ext uri="{FF2B5EF4-FFF2-40B4-BE49-F238E27FC236}">
                <a16:creationId xmlns:a16="http://schemas.microsoft.com/office/drawing/2014/main" id="{8D3CB29E-EC1B-4F86-83B7-054A7B5C6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2607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497" name="Picture 1067">
            <a:extLst>
              <a:ext uri="{FF2B5EF4-FFF2-40B4-BE49-F238E27FC236}">
                <a16:creationId xmlns:a16="http://schemas.microsoft.com/office/drawing/2014/main" id="{6AC021DC-4900-4D8B-9AE0-C3981BA03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463" y="33147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98" name="Picture 1068">
            <a:extLst>
              <a:ext uri="{FF2B5EF4-FFF2-40B4-BE49-F238E27FC236}">
                <a16:creationId xmlns:a16="http://schemas.microsoft.com/office/drawing/2014/main" id="{AD1FE6BA-C23D-4A9B-8898-57EFDC347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3665538"/>
            <a:ext cx="1174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99" name="Rectangle 1069">
            <a:extLst>
              <a:ext uri="{FF2B5EF4-FFF2-40B4-BE49-F238E27FC236}">
                <a16:creationId xmlns:a16="http://schemas.microsoft.com/office/drawing/2014/main" id="{8AD59DB4-2DBD-45DE-8F36-390B52AB6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6163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500" name="Picture 1070">
            <a:extLst>
              <a:ext uri="{FF2B5EF4-FFF2-40B4-BE49-F238E27FC236}">
                <a16:creationId xmlns:a16="http://schemas.microsoft.com/office/drawing/2014/main" id="{C3CEDE55-5A62-4346-B5BF-4800ACD0F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3665538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01" name="Picture 1071">
            <a:extLst>
              <a:ext uri="{FF2B5EF4-FFF2-40B4-BE49-F238E27FC236}">
                <a16:creationId xmlns:a16="http://schemas.microsoft.com/office/drawing/2014/main" id="{9481C253-DB23-4C3D-ABC5-0FE230DEC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36655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02" name="Picture 1072">
            <a:extLst>
              <a:ext uri="{FF2B5EF4-FFF2-40B4-BE49-F238E27FC236}">
                <a16:creationId xmlns:a16="http://schemas.microsoft.com/office/drawing/2014/main" id="{AC1A58B4-05E2-4957-BE8A-F358EE988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36655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03" name="Rectangle 1073">
            <a:extLst>
              <a:ext uri="{FF2B5EF4-FFF2-40B4-BE49-F238E27FC236}">
                <a16:creationId xmlns:a16="http://schemas.microsoft.com/office/drawing/2014/main" id="{A36E1A84-064C-4B5F-A001-7DDE734F4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6163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504" name="Rectangle 1074">
            <a:extLst>
              <a:ext uri="{FF2B5EF4-FFF2-40B4-BE49-F238E27FC236}">
                <a16:creationId xmlns:a16="http://schemas.microsoft.com/office/drawing/2014/main" id="{D0F2CB4C-6C68-4AD5-9099-F93142666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6163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505" name="Picture 1075">
            <a:extLst>
              <a:ext uri="{FF2B5EF4-FFF2-40B4-BE49-F238E27FC236}">
                <a16:creationId xmlns:a16="http://schemas.microsoft.com/office/drawing/2014/main" id="{35C14F42-5629-4496-8B33-1503F29B9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50" y="3665538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06" name="Picture 1076">
            <a:extLst>
              <a:ext uri="{FF2B5EF4-FFF2-40B4-BE49-F238E27FC236}">
                <a16:creationId xmlns:a16="http://schemas.microsoft.com/office/drawing/2014/main" id="{511C6AF5-A713-4DAC-BB36-0CB899E59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40211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07" name="Rectangle 1077">
            <a:extLst>
              <a:ext uri="{FF2B5EF4-FFF2-40B4-BE49-F238E27FC236}">
                <a16:creationId xmlns:a16="http://schemas.microsoft.com/office/drawing/2014/main" id="{ABB269A9-1EF1-46F0-BF49-182E513BB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9719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508" name="Picture 1078">
            <a:extLst>
              <a:ext uri="{FF2B5EF4-FFF2-40B4-BE49-F238E27FC236}">
                <a16:creationId xmlns:a16="http://schemas.microsoft.com/office/drawing/2014/main" id="{68788C35-BA97-4D5E-A688-254E062D2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4021138"/>
            <a:ext cx="122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09" name="Picture 1079">
            <a:extLst>
              <a:ext uri="{FF2B5EF4-FFF2-40B4-BE49-F238E27FC236}">
                <a16:creationId xmlns:a16="http://schemas.microsoft.com/office/drawing/2014/main" id="{758973E3-A11F-4CDF-8043-54F137666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40211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10" name="Picture 1080">
            <a:extLst>
              <a:ext uri="{FF2B5EF4-FFF2-40B4-BE49-F238E27FC236}">
                <a16:creationId xmlns:a16="http://schemas.microsoft.com/office/drawing/2014/main" id="{52921473-AAB6-4122-AD8B-D8111A82E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4021138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11" name="Rectangle 1081">
            <a:extLst>
              <a:ext uri="{FF2B5EF4-FFF2-40B4-BE49-F238E27FC236}">
                <a16:creationId xmlns:a16="http://schemas.microsoft.com/office/drawing/2014/main" id="{81E755B1-16FD-4A60-96B5-B55ED20F9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39719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512" name="Rectangle 1082">
            <a:extLst>
              <a:ext uri="{FF2B5EF4-FFF2-40B4-BE49-F238E27FC236}">
                <a16:creationId xmlns:a16="http://schemas.microsoft.com/office/drawing/2014/main" id="{9B419684-633C-46D4-B2C1-3F991BC26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9719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513" name="Picture 1084">
            <a:extLst>
              <a:ext uri="{FF2B5EF4-FFF2-40B4-BE49-F238E27FC236}">
                <a16:creationId xmlns:a16="http://schemas.microsoft.com/office/drawing/2014/main" id="{8046D22B-EA34-451D-98A3-194064405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4373563"/>
            <a:ext cx="130175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14" name="Rectangle 1085">
            <a:extLst>
              <a:ext uri="{FF2B5EF4-FFF2-40B4-BE49-F238E27FC236}">
                <a16:creationId xmlns:a16="http://schemas.microsoft.com/office/drawing/2014/main" id="{7FA9D366-9461-438F-81C8-BB60A5713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3275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515" name="Picture 1086">
            <a:extLst>
              <a:ext uri="{FF2B5EF4-FFF2-40B4-BE49-F238E27FC236}">
                <a16:creationId xmlns:a16="http://schemas.microsoft.com/office/drawing/2014/main" id="{7AA4B6E4-3D72-46BB-B8F3-1C852AAE3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376738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16" name="Picture 1087">
            <a:extLst>
              <a:ext uri="{FF2B5EF4-FFF2-40B4-BE49-F238E27FC236}">
                <a16:creationId xmlns:a16="http://schemas.microsoft.com/office/drawing/2014/main" id="{DF399025-03F8-45EC-B1CA-AF76D755E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4376738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17" name="Picture 1088">
            <a:extLst>
              <a:ext uri="{FF2B5EF4-FFF2-40B4-BE49-F238E27FC236}">
                <a16:creationId xmlns:a16="http://schemas.microsoft.com/office/drawing/2014/main" id="{B26CA3AB-4EF9-4A33-B9B3-702E9C9A9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43767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18" name="Rectangle 1089">
            <a:extLst>
              <a:ext uri="{FF2B5EF4-FFF2-40B4-BE49-F238E27FC236}">
                <a16:creationId xmlns:a16="http://schemas.microsoft.com/office/drawing/2014/main" id="{8E7927BB-182A-4558-8FC2-C2299F000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4327525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519" name="Rectangle 1090">
            <a:extLst>
              <a:ext uri="{FF2B5EF4-FFF2-40B4-BE49-F238E27FC236}">
                <a16:creationId xmlns:a16="http://schemas.microsoft.com/office/drawing/2014/main" id="{641BFEA1-296A-4474-BDDD-A5124A1AE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432752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520" name="Picture 1091">
            <a:extLst>
              <a:ext uri="{FF2B5EF4-FFF2-40B4-BE49-F238E27FC236}">
                <a16:creationId xmlns:a16="http://schemas.microsoft.com/office/drawing/2014/main" id="{EB36621E-AA20-4F1E-B6EF-439267F16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50" y="4376738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21" name="Picture 1092">
            <a:extLst>
              <a:ext uri="{FF2B5EF4-FFF2-40B4-BE49-F238E27FC236}">
                <a16:creationId xmlns:a16="http://schemas.microsoft.com/office/drawing/2014/main" id="{FA32F5C0-BF84-4202-A4DB-7D6A08438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4729163"/>
            <a:ext cx="11747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22" name="Rectangle 1093">
            <a:extLst>
              <a:ext uri="{FF2B5EF4-FFF2-40B4-BE49-F238E27FC236}">
                <a16:creationId xmlns:a16="http://schemas.microsoft.com/office/drawing/2014/main" id="{D635A060-8929-4CFA-867F-E438C2D67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68312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523" name="Picture 1094">
            <a:extLst>
              <a:ext uri="{FF2B5EF4-FFF2-40B4-BE49-F238E27FC236}">
                <a16:creationId xmlns:a16="http://schemas.microsoft.com/office/drawing/2014/main" id="{3ECE372D-2A84-4805-9B90-E772D1853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7291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24" name="Picture 1095">
            <a:extLst>
              <a:ext uri="{FF2B5EF4-FFF2-40B4-BE49-F238E27FC236}">
                <a16:creationId xmlns:a16="http://schemas.microsoft.com/office/drawing/2014/main" id="{4618E656-27DD-4BC3-9529-94A10DBAA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4729163"/>
            <a:ext cx="12223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25" name="Picture 1096">
            <a:extLst>
              <a:ext uri="{FF2B5EF4-FFF2-40B4-BE49-F238E27FC236}">
                <a16:creationId xmlns:a16="http://schemas.microsoft.com/office/drawing/2014/main" id="{BB1927A0-A7DC-4838-A236-01F33E260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47291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26" name="Rectangle 1097">
            <a:extLst>
              <a:ext uri="{FF2B5EF4-FFF2-40B4-BE49-F238E27FC236}">
                <a16:creationId xmlns:a16="http://schemas.microsoft.com/office/drawing/2014/main" id="{2E0AB392-C854-4F91-BEAD-1B80EDF7D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4683125"/>
            <a:ext cx="14288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527" name="Rectangle 1098">
            <a:extLst>
              <a:ext uri="{FF2B5EF4-FFF2-40B4-BE49-F238E27FC236}">
                <a16:creationId xmlns:a16="http://schemas.microsoft.com/office/drawing/2014/main" id="{43A3D5B5-7E70-4288-8342-8AC9515CE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468312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528" name="Picture 1100">
            <a:extLst>
              <a:ext uri="{FF2B5EF4-FFF2-40B4-BE49-F238E27FC236}">
                <a16:creationId xmlns:a16="http://schemas.microsoft.com/office/drawing/2014/main" id="{2C7AF87F-7276-4A21-BE74-A002CBFD8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50847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29" name="Rectangle 1101">
            <a:extLst>
              <a:ext uri="{FF2B5EF4-FFF2-40B4-BE49-F238E27FC236}">
                <a16:creationId xmlns:a16="http://schemas.microsoft.com/office/drawing/2014/main" id="{C881D839-4867-4615-8CA1-3094FAB91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503713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530" name="Picture 1102">
            <a:extLst>
              <a:ext uri="{FF2B5EF4-FFF2-40B4-BE49-F238E27FC236}">
                <a16:creationId xmlns:a16="http://schemas.microsoft.com/office/drawing/2014/main" id="{5A9D7203-7100-4B0F-B00D-B306F44B3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0847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31" name="Picture 1103">
            <a:extLst>
              <a:ext uri="{FF2B5EF4-FFF2-40B4-BE49-F238E27FC236}">
                <a16:creationId xmlns:a16="http://schemas.microsoft.com/office/drawing/2014/main" id="{CA6DA4E6-5ED3-40D5-8BCD-3A5346287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50847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32" name="Picture 1104">
            <a:extLst>
              <a:ext uri="{FF2B5EF4-FFF2-40B4-BE49-F238E27FC236}">
                <a16:creationId xmlns:a16="http://schemas.microsoft.com/office/drawing/2014/main" id="{116DB686-6704-42E7-91CC-5AE6A1553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50847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33" name="Rectangle 1105">
            <a:extLst>
              <a:ext uri="{FF2B5EF4-FFF2-40B4-BE49-F238E27FC236}">
                <a16:creationId xmlns:a16="http://schemas.microsoft.com/office/drawing/2014/main" id="{F5919CBF-AF2A-4D0F-983D-986779A47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5037138"/>
            <a:ext cx="14288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534" name="Rectangle 1106">
            <a:extLst>
              <a:ext uri="{FF2B5EF4-FFF2-40B4-BE49-F238E27FC236}">
                <a16:creationId xmlns:a16="http://schemas.microsoft.com/office/drawing/2014/main" id="{5F43AFDD-6582-4C5F-9C4B-2F81DB90E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503713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535" name="Picture 1107">
            <a:extLst>
              <a:ext uri="{FF2B5EF4-FFF2-40B4-BE49-F238E27FC236}">
                <a16:creationId xmlns:a16="http://schemas.microsoft.com/office/drawing/2014/main" id="{FC3657C4-860B-4F23-BFF3-42CF01A11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50" y="47545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36" name="Picture 1108">
            <a:extLst>
              <a:ext uri="{FF2B5EF4-FFF2-40B4-BE49-F238E27FC236}">
                <a16:creationId xmlns:a16="http://schemas.microsoft.com/office/drawing/2014/main" id="{2F1EFECD-7D93-4E52-9EBC-826EAAD3A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5437188"/>
            <a:ext cx="1238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37" name="Rectangle 1109">
            <a:extLst>
              <a:ext uri="{FF2B5EF4-FFF2-40B4-BE49-F238E27FC236}">
                <a16:creationId xmlns:a16="http://schemas.microsoft.com/office/drawing/2014/main" id="{E66A4048-0C54-4108-A03B-FB75F1D1D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537527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538" name="Picture 1110">
            <a:extLst>
              <a:ext uri="{FF2B5EF4-FFF2-40B4-BE49-F238E27FC236}">
                <a16:creationId xmlns:a16="http://schemas.microsoft.com/office/drawing/2014/main" id="{751577ED-7B08-4F04-AF6D-F7C06F87A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4403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39" name="Picture 1111">
            <a:extLst>
              <a:ext uri="{FF2B5EF4-FFF2-40B4-BE49-F238E27FC236}">
                <a16:creationId xmlns:a16="http://schemas.microsoft.com/office/drawing/2014/main" id="{F96F8807-B70A-4354-B465-BC8006F41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54403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40" name="Picture 1112">
            <a:extLst>
              <a:ext uri="{FF2B5EF4-FFF2-40B4-BE49-F238E27FC236}">
                <a16:creationId xmlns:a16="http://schemas.microsoft.com/office/drawing/2014/main" id="{CA86ABBD-C931-4953-A88E-3DC7BF9CE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5440363"/>
            <a:ext cx="984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41" name="Rectangle 1113">
            <a:extLst>
              <a:ext uri="{FF2B5EF4-FFF2-40B4-BE49-F238E27FC236}">
                <a16:creationId xmlns:a16="http://schemas.microsoft.com/office/drawing/2014/main" id="{E793B483-E675-457C-9FDA-94FFFF493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5375275"/>
            <a:ext cx="14288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542" name="Rectangle 1114">
            <a:extLst>
              <a:ext uri="{FF2B5EF4-FFF2-40B4-BE49-F238E27FC236}">
                <a16:creationId xmlns:a16="http://schemas.microsoft.com/office/drawing/2014/main" id="{99A33727-8BBA-4274-9E5B-9ADAE3680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537527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543" name="Picture 1115">
            <a:extLst>
              <a:ext uri="{FF2B5EF4-FFF2-40B4-BE49-F238E27FC236}">
                <a16:creationId xmlns:a16="http://schemas.microsoft.com/office/drawing/2014/main" id="{0757C780-96C4-4BA9-9133-DDCB36947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463" y="51816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44" name="Rectangle 1116">
            <a:extLst>
              <a:ext uri="{FF2B5EF4-FFF2-40B4-BE49-F238E27FC236}">
                <a16:creationId xmlns:a16="http://schemas.microsoft.com/office/drawing/2014/main" id="{4DB5E23E-C239-44DE-B2D3-E3DC6F343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853113"/>
            <a:ext cx="4086225" cy="142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9545" name="Picture 1042">
            <a:extLst>
              <a:ext uri="{FF2B5EF4-FFF2-40B4-BE49-F238E27FC236}">
                <a16:creationId xmlns:a16="http://schemas.microsoft.com/office/drawing/2014/main" id="{961F7604-3E23-4CC0-B6D5-9C60A5EDB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988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46" name="Picture 1043">
            <a:extLst>
              <a:ext uri="{FF2B5EF4-FFF2-40B4-BE49-F238E27FC236}">
                <a16:creationId xmlns:a16="http://schemas.microsoft.com/office/drawing/2014/main" id="{6719F4A6-3C09-4254-AD9C-178006D12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5" y="2400300"/>
            <a:ext cx="730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47" name="Picture 1046">
            <a:extLst>
              <a:ext uri="{FF2B5EF4-FFF2-40B4-BE49-F238E27FC236}">
                <a16:creationId xmlns:a16="http://schemas.microsoft.com/office/drawing/2014/main" id="{3944DA93-345C-4C50-8145-E078C55F4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362200"/>
            <a:ext cx="14446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48" name="Picture 1047">
            <a:extLst>
              <a:ext uri="{FF2B5EF4-FFF2-40B4-BE49-F238E27FC236}">
                <a16:creationId xmlns:a16="http://schemas.microsoft.com/office/drawing/2014/main" id="{B0BC570A-4617-4FE6-827A-0EAE0D1A9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263" y="2401888"/>
            <a:ext cx="873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49" name="Picture 1044">
            <a:extLst>
              <a:ext uri="{FF2B5EF4-FFF2-40B4-BE49-F238E27FC236}">
                <a16:creationId xmlns:a16="http://schemas.microsoft.com/office/drawing/2014/main" id="{541E6777-A136-41ED-A3AB-DE3580E50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50" name="Picture 1045">
            <a:extLst>
              <a:ext uri="{FF2B5EF4-FFF2-40B4-BE49-F238E27FC236}">
                <a16:creationId xmlns:a16="http://schemas.microsoft.com/office/drawing/2014/main" id="{1AC1C9FF-BA99-42F7-A2AE-E31A46E16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0" y="2400300"/>
            <a:ext cx="8731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51" name="Rectangle 1032">
            <a:extLst>
              <a:ext uri="{FF2B5EF4-FFF2-40B4-BE49-F238E27FC236}">
                <a16:creationId xmlns:a16="http://schemas.microsoft.com/office/drawing/2014/main" id="{A8B083AE-B64E-4E50-9B5E-AF9018518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1725613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552" name="Rectangle 1041">
            <a:extLst>
              <a:ext uri="{FF2B5EF4-FFF2-40B4-BE49-F238E27FC236}">
                <a16:creationId xmlns:a16="http://schemas.microsoft.com/office/drawing/2014/main" id="{3397DD08-F23F-4BCC-83EB-A0FFF94C6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2271713"/>
            <a:ext cx="14287" cy="4619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553" name="Rectangle 1053">
            <a:extLst>
              <a:ext uri="{FF2B5EF4-FFF2-40B4-BE49-F238E27FC236}">
                <a16:creationId xmlns:a16="http://schemas.microsoft.com/office/drawing/2014/main" id="{EBD1AC21-3111-43CC-9D0C-8A9B57A90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2733675"/>
            <a:ext cx="14287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554" name="Rectangle 1061">
            <a:extLst>
              <a:ext uri="{FF2B5EF4-FFF2-40B4-BE49-F238E27FC236}">
                <a16:creationId xmlns:a16="http://schemas.microsoft.com/office/drawing/2014/main" id="{E90BA6FA-FE0F-4C89-9911-FD72CB66A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2670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555" name="Rectangle 1069">
            <a:extLst>
              <a:ext uri="{FF2B5EF4-FFF2-40B4-BE49-F238E27FC236}">
                <a16:creationId xmlns:a16="http://schemas.microsoft.com/office/drawing/2014/main" id="{00C91BFC-C020-46CD-828E-F4DE653A2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6226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556" name="Rectangle 1077">
            <a:extLst>
              <a:ext uri="{FF2B5EF4-FFF2-40B4-BE49-F238E27FC236}">
                <a16:creationId xmlns:a16="http://schemas.microsoft.com/office/drawing/2014/main" id="{E9DB8532-0276-433F-81E6-5C6FDF49A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9782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557" name="Rectangle 1085">
            <a:extLst>
              <a:ext uri="{FF2B5EF4-FFF2-40B4-BE49-F238E27FC236}">
                <a16:creationId xmlns:a16="http://schemas.microsoft.com/office/drawing/2014/main" id="{1038D5E5-3EAE-4BC4-8AC3-8ACFE80E7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4333875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558" name="Rectangle 1093">
            <a:extLst>
              <a:ext uri="{FF2B5EF4-FFF2-40B4-BE49-F238E27FC236}">
                <a16:creationId xmlns:a16="http://schemas.microsoft.com/office/drawing/2014/main" id="{AA817031-067E-41A9-A728-FB268095E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4689475"/>
            <a:ext cx="14287" cy="3540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559" name="Rectangle 1101">
            <a:extLst>
              <a:ext uri="{FF2B5EF4-FFF2-40B4-BE49-F238E27FC236}">
                <a16:creationId xmlns:a16="http://schemas.microsoft.com/office/drawing/2014/main" id="{54548373-80A0-4BCD-BEB4-78446F0CA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5043488"/>
            <a:ext cx="14287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560" name="Rectangle 1109">
            <a:extLst>
              <a:ext uri="{FF2B5EF4-FFF2-40B4-BE49-F238E27FC236}">
                <a16:creationId xmlns:a16="http://schemas.microsoft.com/office/drawing/2014/main" id="{46162D78-1620-4756-A867-C896CB00A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5381625"/>
            <a:ext cx="14287" cy="4619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19561" name="Straight Connector 121">
            <a:extLst>
              <a:ext uri="{FF2B5EF4-FFF2-40B4-BE49-F238E27FC236}">
                <a16:creationId xmlns:a16="http://schemas.microsoft.com/office/drawing/2014/main" id="{8BF92C9A-4776-4694-804B-DABFACFC8C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79875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62" name="Straight Connector 123">
            <a:extLst>
              <a:ext uri="{FF2B5EF4-FFF2-40B4-BE49-F238E27FC236}">
                <a16:creationId xmlns:a16="http://schemas.microsoft.com/office/drawing/2014/main" id="{5731BAF0-B57A-4340-9CBF-7069503386C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00800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9563" name="Picture 1067">
            <a:extLst>
              <a:ext uri="{FF2B5EF4-FFF2-40B4-BE49-F238E27FC236}">
                <a16:creationId xmlns:a16="http://schemas.microsoft.com/office/drawing/2014/main" id="{4B5CBFBA-5DD2-4461-BE1C-E4481FF2A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33274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64" name="Picture 1075">
            <a:extLst>
              <a:ext uri="{FF2B5EF4-FFF2-40B4-BE49-F238E27FC236}">
                <a16:creationId xmlns:a16="http://schemas.microsoft.com/office/drawing/2014/main" id="{78D68E6A-E78C-4855-8492-FC64C07B1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063" y="3678238"/>
            <a:ext cx="100012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65" name="Picture 1115">
            <a:extLst>
              <a:ext uri="{FF2B5EF4-FFF2-40B4-BE49-F238E27FC236}">
                <a16:creationId xmlns:a16="http://schemas.microsoft.com/office/drawing/2014/main" id="{6E117284-4662-4E0E-8C66-7882C9713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54530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66" name="Picture 1067">
            <a:extLst>
              <a:ext uri="{FF2B5EF4-FFF2-40B4-BE49-F238E27FC236}">
                <a16:creationId xmlns:a16="http://schemas.microsoft.com/office/drawing/2014/main" id="{0A8339B6-594B-4C76-89CF-F56E85D34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3274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67" name="Picture 1107">
            <a:extLst>
              <a:ext uri="{FF2B5EF4-FFF2-40B4-BE49-F238E27FC236}">
                <a16:creationId xmlns:a16="http://schemas.microsoft.com/office/drawing/2014/main" id="{7CC6DFD4-642D-461B-85D3-DEDE0606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488" y="5516563"/>
            <a:ext cx="100012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68" name="Picture 1067">
            <a:extLst>
              <a:ext uri="{FF2B5EF4-FFF2-40B4-BE49-F238E27FC236}">
                <a16:creationId xmlns:a16="http://schemas.microsoft.com/office/drawing/2014/main" id="{34183FB8-D3F0-4F3A-ADB0-41C643861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3382963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69" name="Picture 1083">
            <a:extLst>
              <a:ext uri="{FF2B5EF4-FFF2-40B4-BE49-F238E27FC236}">
                <a16:creationId xmlns:a16="http://schemas.microsoft.com/office/drawing/2014/main" id="{C74D3CF0-4503-40E0-A11C-80F417D75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40894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70" name="Picture 1091">
            <a:extLst>
              <a:ext uri="{FF2B5EF4-FFF2-40B4-BE49-F238E27FC236}">
                <a16:creationId xmlns:a16="http://schemas.microsoft.com/office/drawing/2014/main" id="{24F4FE57-61F9-4446-8D01-4530C4E0E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4445000"/>
            <a:ext cx="10001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71" name="Picture 1115">
            <a:extLst>
              <a:ext uri="{FF2B5EF4-FFF2-40B4-BE49-F238E27FC236}">
                <a16:creationId xmlns:a16="http://schemas.microsoft.com/office/drawing/2014/main" id="{DF84A445-D947-42C0-8034-30A5E4203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5508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72" name="Picture 1067">
            <a:extLst>
              <a:ext uri="{FF2B5EF4-FFF2-40B4-BE49-F238E27FC236}">
                <a16:creationId xmlns:a16="http://schemas.microsoft.com/office/drawing/2014/main" id="{0A47DD58-CF46-4344-8ECA-1443BE8C6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9718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73" name="Picture 1067">
            <a:extLst>
              <a:ext uri="{FF2B5EF4-FFF2-40B4-BE49-F238E27FC236}">
                <a16:creationId xmlns:a16="http://schemas.microsoft.com/office/drawing/2014/main" id="{4291CCF2-AB1E-4E6C-A1CB-0936B3852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798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74" name="Picture 1115">
            <a:extLst>
              <a:ext uri="{FF2B5EF4-FFF2-40B4-BE49-F238E27FC236}">
                <a16:creationId xmlns:a16="http://schemas.microsoft.com/office/drawing/2014/main" id="{420DDB85-02B4-4E33-AAD3-2EA464B33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365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75" name="Picture 1115">
            <a:extLst>
              <a:ext uri="{FF2B5EF4-FFF2-40B4-BE49-F238E27FC236}">
                <a16:creationId xmlns:a16="http://schemas.microsoft.com/office/drawing/2014/main" id="{1D00BDFB-6ABC-4D2F-9F4B-4935A3ED5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5127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76" name="Picture 1083">
            <a:extLst>
              <a:ext uri="{FF2B5EF4-FFF2-40B4-BE49-F238E27FC236}">
                <a16:creationId xmlns:a16="http://schemas.microsoft.com/office/drawing/2014/main" id="{C69920C8-FC30-40FE-867F-46F2CF378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4365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77" name="Picture 1083">
            <a:extLst>
              <a:ext uri="{FF2B5EF4-FFF2-40B4-BE49-F238E27FC236}">
                <a16:creationId xmlns:a16="http://schemas.microsoft.com/office/drawing/2014/main" id="{DDC3A0C8-EADE-4A89-B634-D9AFE514B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4746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78" name="Picture 1115">
            <a:extLst>
              <a:ext uri="{FF2B5EF4-FFF2-40B4-BE49-F238E27FC236}">
                <a16:creationId xmlns:a16="http://schemas.microsoft.com/office/drawing/2014/main" id="{9E17FD77-5CC6-48F5-ADAD-AA08A8DA8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51276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79" name="Picture 1083">
            <a:extLst>
              <a:ext uri="{FF2B5EF4-FFF2-40B4-BE49-F238E27FC236}">
                <a16:creationId xmlns:a16="http://schemas.microsoft.com/office/drawing/2014/main" id="{22AF5D91-93A2-4A06-804B-2216692A9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4822825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80" name="Picture 1075">
            <a:extLst>
              <a:ext uri="{FF2B5EF4-FFF2-40B4-BE49-F238E27FC236}">
                <a16:creationId xmlns:a16="http://schemas.microsoft.com/office/drawing/2014/main" id="{FF870066-F380-4CD0-BF80-9E908A48E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400" y="3992563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81" name="Picture 1044">
            <a:extLst>
              <a:ext uri="{FF2B5EF4-FFF2-40B4-BE49-F238E27FC236}">
                <a16:creationId xmlns:a16="http://schemas.microsoft.com/office/drawing/2014/main" id="{9D5DE4B3-3876-475D-813E-F27D3E323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438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82" name="Picture 1045">
            <a:extLst>
              <a:ext uri="{FF2B5EF4-FFF2-40B4-BE49-F238E27FC236}">
                <a16:creationId xmlns:a16="http://schemas.microsoft.com/office/drawing/2014/main" id="{8769DFDC-A473-4B6D-8C09-43C98E876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888" y="2400300"/>
            <a:ext cx="87312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83" name="Picture 1042">
            <a:extLst>
              <a:ext uri="{FF2B5EF4-FFF2-40B4-BE49-F238E27FC236}">
                <a16:creationId xmlns:a16="http://schemas.microsoft.com/office/drawing/2014/main" id="{D3EC4051-6765-484F-A78C-DE6009C78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2362200"/>
            <a:ext cx="14605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84" name="Picture 1043">
            <a:extLst>
              <a:ext uri="{FF2B5EF4-FFF2-40B4-BE49-F238E27FC236}">
                <a16:creationId xmlns:a16="http://schemas.microsoft.com/office/drawing/2014/main" id="{90E7E601-4FC1-4800-A1C9-3268492B8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2400300"/>
            <a:ext cx="730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85" name="Picture 1046">
            <a:extLst>
              <a:ext uri="{FF2B5EF4-FFF2-40B4-BE49-F238E27FC236}">
                <a16:creationId xmlns:a16="http://schemas.microsoft.com/office/drawing/2014/main" id="{7C0CF584-E20A-4E7A-B28E-3A9224C05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362200"/>
            <a:ext cx="14446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86" name="Picture 1047">
            <a:extLst>
              <a:ext uri="{FF2B5EF4-FFF2-40B4-BE49-F238E27FC236}">
                <a16:creationId xmlns:a16="http://schemas.microsoft.com/office/drawing/2014/main" id="{30BC3E48-3266-46F4-9DEB-11DCCFA64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663" y="2401888"/>
            <a:ext cx="8731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587" name="Straight Connector 165">
            <a:extLst>
              <a:ext uri="{FF2B5EF4-FFF2-40B4-BE49-F238E27FC236}">
                <a16:creationId xmlns:a16="http://schemas.microsoft.com/office/drawing/2014/main" id="{86B75C4E-F986-4331-904B-001C80F8236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91325" y="22098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9588" name="Picture 1067">
            <a:extLst>
              <a:ext uri="{FF2B5EF4-FFF2-40B4-BE49-F238E27FC236}">
                <a16:creationId xmlns:a16="http://schemas.microsoft.com/office/drawing/2014/main" id="{7F5F698C-05F6-469E-9130-446B20D85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0465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89" name="Picture 1107">
            <a:extLst>
              <a:ext uri="{FF2B5EF4-FFF2-40B4-BE49-F238E27FC236}">
                <a16:creationId xmlns:a16="http://schemas.microsoft.com/office/drawing/2014/main" id="{310AB7F1-00E0-46B0-A94F-D32086857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963" y="4724400"/>
            <a:ext cx="10001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90" name="Picture 1091">
            <a:extLst>
              <a:ext uri="{FF2B5EF4-FFF2-40B4-BE49-F238E27FC236}">
                <a16:creationId xmlns:a16="http://schemas.microsoft.com/office/drawing/2014/main" id="{E6B784C6-6DE5-4FB0-9639-BA2C4A110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675" y="2998788"/>
            <a:ext cx="10001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91" name="Picture 1067">
            <a:extLst>
              <a:ext uri="{FF2B5EF4-FFF2-40B4-BE49-F238E27FC236}">
                <a16:creationId xmlns:a16="http://schemas.microsoft.com/office/drawing/2014/main" id="{B1B2F285-8A45-41F6-BC8D-AB408B3C9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37338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92" name="Picture 1083">
            <a:extLst>
              <a:ext uri="{FF2B5EF4-FFF2-40B4-BE49-F238E27FC236}">
                <a16:creationId xmlns:a16="http://schemas.microsoft.com/office/drawing/2014/main" id="{BCCEA18C-CDDE-48E6-830B-4A3F810C9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5176838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93" name="Picture 1075">
            <a:extLst>
              <a:ext uri="{FF2B5EF4-FFF2-40B4-BE49-F238E27FC236}">
                <a16:creationId xmlns:a16="http://schemas.microsoft.com/office/drawing/2014/main" id="{4CCD1715-72B5-45B3-902E-DF5863794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238" y="4041775"/>
            <a:ext cx="10001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94" name="Picture 1067">
            <a:extLst>
              <a:ext uri="{FF2B5EF4-FFF2-40B4-BE49-F238E27FC236}">
                <a16:creationId xmlns:a16="http://schemas.microsoft.com/office/drawing/2014/main" id="{07643B8B-66F8-4508-BFFA-B98A4D32C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0" y="2971800"/>
            <a:ext cx="1238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95" name="Picture 1107">
            <a:extLst>
              <a:ext uri="{FF2B5EF4-FFF2-40B4-BE49-F238E27FC236}">
                <a16:creationId xmlns:a16="http://schemas.microsoft.com/office/drawing/2014/main" id="{07D0C6A0-D77C-4184-91B7-F98AEF0B5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5592763"/>
            <a:ext cx="100012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1" name="Picture 3" descr="Screen shot 2013-09-25 at 1.06.21 PM.png">
            <a:extLst>
              <a:ext uri="{FF2B5EF4-FFF2-40B4-BE49-F238E27FC236}">
                <a16:creationId xmlns:a16="http://schemas.microsoft.com/office/drawing/2014/main" id="{6F28E4FA-1DFA-4FB9-AA38-84F5CEB6325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4" y="895350"/>
            <a:ext cx="8166100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3" descr="Screen shot 2013-09-25 at 1.06.21 PM.png">
            <a:extLst>
              <a:ext uri="{FF2B5EF4-FFF2-40B4-BE49-F238E27FC236}">
                <a16:creationId xmlns:a16="http://schemas.microsoft.com/office/drawing/2014/main" id="{11F0F76D-E012-42B6-B807-CA2400108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166100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2" name="Right Brace 5">
            <a:extLst>
              <a:ext uri="{FF2B5EF4-FFF2-40B4-BE49-F238E27FC236}">
                <a16:creationId xmlns:a16="http://schemas.microsoft.com/office/drawing/2014/main" id="{2F5AA377-2283-4AD1-A6C0-1396B37995BE}"/>
              </a:ext>
            </a:extLst>
          </p:cNvPr>
          <p:cNvSpPr>
            <a:spLocks/>
          </p:cNvSpPr>
          <p:nvPr/>
        </p:nvSpPr>
        <p:spPr bwMode="auto">
          <a:xfrm rot="5400000">
            <a:off x="2247900" y="-419100"/>
            <a:ext cx="381000" cy="3657600"/>
          </a:xfrm>
          <a:prstGeom prst="rightBrace">
            <a:avLst>
              <a:gd name="adj1" fmla="val 8311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0483" name="Right Brace 6">
            <a:extLst>
              <a:ext uri="{FF2B5EF4-FFF2-40B4-BE49-F238E27FC236}">
                <a16:creationId xmlns:a16="http://schemas.microsoft.com/office/drawing/2014/main" id="{BBFE1CC2-AAF2-4318-8CC7-B62420A5FBB9}"/>
              </a:ext>
            </a:extLst>
          </p:cNvPr>
          <p:cNvSpPr>
            <a:spLocks/>
          </p:cNvSpPr>
          <p:nvPr/>
        </p:nvSpPr>
        <p:spPr bwMode="auto">
          <a:xfrm rot="5400000">
            <a:off x="6438900" y="-419100"/>
            <a:ext cx="381000" cy="3657600"/>
          </a:xfrm>
          <a:prstGeom prst="rightBrace">
            <a:avLst>
              <a:gd name="adj1" fmla="val 8311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0484" name="TextBox 7">
            <a:extLst>
              <a:ext uri="{FF2B5EF4-FFF2-40B4-BE49-F238E27FC236}">
                <a16:creationId xmlns:a16="http://schemas.microsoft.com/office/drawing/2014/main" id="{1F378A0B-A9EB-4300-98A1-724764FB4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76200"/>
            <a:ext cx="4127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?</a:t>
            </a:r>
          </a:p>
        </p:txBody>
      </p:sp>
      <p:sp>
        <p:nvSpPr>
          <p:cNvPr id="20485" name="TextBox 8">
            <a:extLst>
              <a:ext uri="{FF2B5EF4-FFF2-40B4-BE49-F238E27FC236}">
                <a16:creationId xmlns:a16="http://schemas.microsoft.com/office/drawing/2014/main" id="{7404D138-819F-444E-9322-C36471B55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00" y="1524000"/>
            <a:ext cx="958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LHS</a:t>
            </a:r>
          </a:p>
        </p:txBody>
      </p:sp>
      <p:sp>
        <p:nvSpPr>
          <p:cNvPr id="20486" name="TextBox 9">
            <a:extLst>
              <a:ext uri="{FF2B5EF4-FFF2-40B4-BE49-F238E27FC236}">
                <a16:creationId xmlns:a16="http://schemas.microsoft.com/office/drawing/2014/main" id="{CE9927C4-DDD3-443F-93E5-3CA4EBD0A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575" y="1512888"/>
            <a:ext cx="9842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RHS</a:t>
            </a:r>
          </a:p>
        </p:txBody>
      </p:sp>
      <p:pic>
        <p:nvPicPr>
          <p:cNvPr id="20487" name="Picture 1" descr="Screen shot 2013-09-25 at 1.40.49 PM.png">
            <a:extLst>
              <a:ext uri="{FF2B5EF4-FFF2-40B4-BE49-F238E27FC236}">
                <a16:creationId xmlns:a16="http://schemas.microsoft.com/office/drawing/2014/main" id="{ABFF9CC7-40DC-4727-A578-2EC896328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514600"/>
            <a:ext cx="882650" cy="414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8" name="Picture 10" descr="Screen shot 2013-09-25 at 1.40.49 PM.png">
            <a:extLst>
              <a:ext uri="{FF2B5EF4-FFF2-40B4-BE49-F238E27FC236}">
                <a16:creationId xmlns:a16="http://schemas.microsoft.com/office/drawing/2014/main" id="{352E5F81-FD71-4906-8F52-4049AF38EF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150" y="2514600"/>
            <a:ext cx="882650" cy="414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9" name="TextBox 1">
            <a:extLst>
              <a:ext uri="{FF2B5EF4-FFF2-40B4-BE49-F238E27FC236}">
                <a16:creationId xmlns:a16="http://schemas.microsoft.com/office/drawing/2014/main" id="{AA2E7B06-C746-43BB-955A-133F80221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943600"/>
            <a:ext cx="2087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They are equal.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3C96AB17-500D-4C41-B916-C8CA44A3A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447800"/>
            <a:ext cx="9144000" cy="685800"/>
          </a:xfrm>
        </p:spPr>
        <p:txBody>
          <a:bodyPr/>
          <a:lstStyle/>
          <a:p>
            <a:r>
              <a:rPr lang="en-US" altLang="en-US" dirty="0"/>
              <a:t>Example 2</a:t>
            </a:r>
          </a:p>
        </p:txBody>
      </p:sp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52D3755A-3982-4168-8F71-79F3763A34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3276600"/>
            <a:ext cx="7924800" cy="8382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en-US" altLang="en-US" dirty="0"/>
              <a:t>Design the minimum-cost </a:t>
            </a:r>
            <a:r>
              <a:rPr lang="en-US" altLang="en-US" b="1" u="sng" dirty="0"/>
              <a:t>product-of-sums</a:t>
            </a:r>
            <a:r>
              <a:rPr lang="en-US" altLang="en-US" dirty="0"/>
              <a:t> expression for the function</a:t>
            </a:r>
          </a:p>
          <a:p>
            <a:pPr marL="0" indent="0" algn="ctr">
              <a:buFontTx/>
              <a:buNone/>
            </a:pPr>
            <a:endParaRPr lang="en-US" altLang="en-US" dirty="0"/>
          </a:p>
          <a:p>
            <a:pPr marL="0" indent="0" algn="ctr">
              <a:buFontTx/>
              <a:buNone/>
            </a:pPr>
            <a:endParaRPr lang="en-US" altLang="en-US" dirty="0"/>
          </a:p>
        </p:txBody>
      </p:sp>
      <p:sp>
        <p:nvSpPr>
          <p:cNvPr id="21507" name="TextBox 3">
            <a:extLst>
              <a:ext uri="{FF2B5EF4-FFF2-40B4-BE49-F238E27FC236}">
                <a16:creationId xmlns:a16="http://schemas.microsoft.com/office/drawing/2014/main" id="{4CF49710-2F87-41D4-ACB9-85D92326B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338638"/>
            <a:ext cx="4375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f(x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 = Σ m(0, 2, 4, 5, 6, 7)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E68B1CF-E06E-41CE-9D15-050728A9A308}"/>
                  </a:ext>
                </a:extLst>
              </p14:cNvPr>
              <p14:cNvContentPartPr/>
              <p14:nvPr/>
            </p14:nvContentPartPr>
            <p14:xfrm>
              <a:off x="3980880" y="2752920"/>
              <a:ext cx="3390840" cy="3562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E68B1CF-E06E-41CE-9D15-050728A9A3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71520" y="2743560"/>
                <a:ext cx="3409560" cy="3581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7196BAA3-3E4E-476B-A113-756349BA74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Minterms and Maxterms</a:t>
            </a:r>
            <a:br>
              <a:rPr lang="en-US" altLang="en-US"/>
            </a:br>
            <a:r>
              <a:rPr lang="en-US" altLang="en-US"/>
              <a:t>(with three variables)</a:t>
            </a:r>
          </a:p>
        </p:txBody>
      </p:sp>
      <p:grpSp>
        <p:nvGrpSpPr>
          <p:cNvPr id="22530" name="Group 291">
            <a:extLst>
              <a:ext uri="{FF2B5EF4-FFF2-40B4-BE49-F238E27FC236}">
                <a16:creationId xmlns:a16="http://schemas.microsoft.com/office/drawing/2014/main" id="{EF3F94CF-6943-400E-ABAA-70D8A6BED2DF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687513"/>
            <a:ext cx="7634288" cy="3875087"/>
            <a:chOff x="762000" y="1208088"/>
            <a:chExt cx="7634288" cy="3875087"/>
          </a:xfrm>
        </p:grpSpPr>
        <p:sp>
          <p:nvSpPr>
            <p:cNvPr id="22532" name="Rectangle 3">
              <a:extLst>
                <a:ext uri="{FF2B5EF4-FFF2-40B4-BE49-F238E27FC236}">
                  <a16:creationId xmlns:a16="http://schemas.microsoft.com/office/drawing/2014/main" id="{2AB40155-7987-48A4-9765-40890F107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1208088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533" name="Picture 4">
              <a:extLst>
                <a:ext uri="{FF2B5EF4-FFF2-40B4-BE49-F238E27FC236}">
                  <a16:creationId xmlns:a16="http://schemas.microsoft.com/office/drawing/2014/main" id="{9037797C-6A42-4363-AA84-B838ACE93C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2688" y="1435100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34" name="Picture 5">
              <a:extLst>
                <a:ext uri="{FF2B5EF4-FFF2-40B4-BE49-F238E27FC236}">
                  <a16:creationId xmlns:a16="http://schemas.microsoft.com/office/drawing/2014/main" id="{AEA7C552-9505-45F2-9B7E-1610BB3845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2713" y="1497013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35" name="Picture 6">
              <a:extLst>
                <a:ext uri="{FF2B5EF4-FFF2-40B4-BE49-F238E27FC236}">
                  <a16:creationId xmlns:a16="http://schemas.microsoft.com/office/drawing/2014/main" id="{87C6C664-3B8A-4E2A-B082-6A3E3821BD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6063" y="1504950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36" name="Rectangle 7">
              <a:extLst>
                <a:ext uri="{FF2B5EF4-FFF2-40B4-BE49-F238E27FC236}">
                  <a16:creationId xmlns:a16="http://schemas.microsoft.com/office/drawing/2014/main" id="{F523C53C-A6B2-4E10-A711-280227FB6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1220788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537" name="Rectangle 8">
              <a:extLst>
                <a:ext uri="{FF2B5EF4-FFF2-40B4-BE49-F238E27FC236}">
                  <a16:creationId xmlns:a16="http://schemas.microsoft.com/office/drawing/2014/main" id="{5A5441E6-4CF2-4CEF-A3DE-9697C93F6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1220788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538" name="Rectangle 9">
              <a:extLst>
                <a:ext uri="{FF2B5EF4-FFF2-40B4-BE49-F238E27FC236}">
                  <a16:creationId xmlns:a16="http://schemas.microsoft.com/office/drawing/2014/main" id="{8DBD6601-6688-40B4-B194-369986D5DF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1220788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539" name="Rectangle 10">
              <a:extLst>
                <a:ext uri="{FF2B5EF4-FFF2-40B4-BE49-F238E27FC236}">
                  <a16:creationId xmlns:a16="http://schemas.microsoft.com/office/drawing/2014/main" id="{801ED7C0-256B-4284-8E89-8096CC786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1220788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540" name="Picture 11">
              <a:extLst>
                <a:ext uri="{FF2B5EF4-FFF2-40B4-BE49-F238E27FC236}">
                  <a16:creationId xmlns:a16="http://schemas.microsoft.com/office/drawing/2014/main" id="{777D65C6-2065-4F3E-A760-517A017990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6150" y="1833563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41" name="Picture 12">
              <a:extLst>
                <a:ext uri="{FF2B5EF4-FFF2-40B4-BE49-F238E27FC236}">
                  <a16:creationId xmlns:a16="http://schemas.microsoft.com/office/drawing/2014/main" id="{4AB0A001-CD0E-4A70-B3CF-77795056BE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613" y="183197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42" name="Picture 13">
              <a:extLst>
                <a:ext uri="{FF2B5EF4-FFF2-40B4-BE49-F238E27FC236}">
                  <a16:creationId xmlns:a16="http://schemas.microsoft.com/office/drawing/2014/main" id="{78508BC2-E063-4847-993E-7FD07369AB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1833563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43" name="Picture 14">
              <a:extLst>
                <a:ext uri="{FF2B5EF4-FFF2-40B4-BE49-F238E27FC236}">
                  <a16:creationId xmlns:a16="http://schemas.microsoft.com/office/drawing/2014/main" id="{E90F5F31-A168-47F9-A897-AE9763F46C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5263" y="1762125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44" name="Picture 15">
              <a:extLst>
                <a:ext uri="{FF2B5EF4-FFF2-40B4-BE49-F238E27FC236}">
                  <a16:creationId xmlns:a16="http://schemas.microsoft.com/office/drawing/2014/main" id="{318026AD-201C-4AC3-8C77-980BEAB660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5600" y="1828800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45" name="Picture 16">
              <a:extLst>
                <a:ext uri="{FF2B5EF4-FFF2-40B4-BE49-F238E27FC236}">
                  <a16:creationId xmlns:a16="http://schemas.microsoft.com/office/drawing/2014/main" id="{B6B7655F-760C-45C9-8214-A1C4853D5C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6250" y="1833563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46" name="Rectangle 17">
              <a:extLst>
                <a:ext uri="{FF2B5EF4-FFF2-40B4-BE49-F238E27FC236}">
                  <a16:creationId xmlns:a16="http://schemas.microsoft.com/office/drawing/2014/main" id="{E893E02D-0D57-4CF5-A3A2-DF2E8F9C4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1728788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547" name="Picture 18">
              <a:extLst>
                <a:ext uri="{FF2B5EF4-FFF2-40B4-BE49-F238E27FC236}">
                  <a16:creationId xmlns:a16="http://schemas.microsoft.com/office/drawing/2014/main" id="{1337ECE9-00D3-45D4-A114-F69A4A521B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4400" y="183197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48" name="Picture 19">
              <a:extLst>
                <a:ext uri="{FF2B5EF4-FFF2-40B4-BE49-F238E27FC236}">
                  <a16:creationId xmlns:a16="http://schemas.microsoft.com/office/drawing/2014/main" id="{8AC3E02B-0DBA-4465-8D9B-A569904CAE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9500" y="1866900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49" name="Picture 20">
              <a:extLst>
                <a:ext uri="{FF2B5EF4-FFF2-40B4-BE49-F238E27FC236}">
                  <a16:creationId xmlns:a16="http://schemas.microsoft.com/office/drawing/2014/main" id="{86E5560C-839B-43EB-93C3-85FCCCB7CC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8763" y="1831975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50" name="Picture 21">
              <a:extLst>
                <a:ext uri="{FF2B5EF4-FFF2-40B4-BE49-F238E27FC236}">
                  <a16:creationId xmlns:a16="http://schemas.microsoft.com/office/drawing/2014/main" id="{281F6097-99C9-4A93-89C9-84EB0A3BC8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7513" y="1866900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51" name="Picture 22">
              <a:extLst>
                <a:ext uri="{FF2B5EF4-FFF2-40B4-BE49-F238E27FC236}">
                  <a16:creationId xmlns:a16="http://schemas.microsoft.com/office/drawing/2014/main" id="{150A0D3D-1A20-4EFB-BE13-BA94E2C3EE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363" y="183197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52" name="Picture 23">
              <a:extLst>
                <a:ext uri="{FF2B5EF4-FFF2-40B4-BE49-F238E27FC236}">
                  <a16:creationId xmlns:a16="http://schemas.microsoft.com/office/drawing/2014/main" id="{08856A55-C5C4-4801-B3C3-9D0BA036A4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7113" y="1868488"/>
              <a:ext cx="825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53" name="Rectangle 24">
              <a:extLst>
                <a:ext uri="{FF2B5EF4-FFF2-40B4-BE49-F238E27FC236}">
                  <a16:creationId xmlns:a16="http://schemas.microsoft.com/office/drawing/2014/main" id="{964BD373-31C8-4754-8524-5DA7EFE4F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1728788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554" name="Rectangle 25">
              <a:extLst>
                <a:ext uri="{FF2B5EF4-FFF2-40B4-BE49-F238E27FC236}">
                  <a16:creationId xmlns:a16="http://schemas.microsoft.com/office/drawing/2014/main" id="{AF684496-B784-4B1F-8519-626BBEC7D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1728788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555" name="Picture 26">
              <a:extLst>
                <a:ext uri="{FF2B5EF4-FFF2-40B4-BE49-F238E27FC236}">
                  <a16:creationId xmlns:a16="http://schemas.microsoft.com/office/drawing/2014/main" id="{9B254008-4F84-4158-B528-EF199DED32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1813" y="1766888"/>
              <a:ext cx="2286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56" name="Picture 27">
              <a:extLst>
                <a:ext uri="{FF2B5EF4-FFF2-40B4-BE49-F238E27FC236}">
                  <a16:creationId xmlns:a16="http://schemas.microsoft.com/office/drawing/2014/main" id="{9A069D34-D22A-45DF-865E-6C24FC9D42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1050" y="1770063"/>
              <a:ext cx="58738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57" name="Picture 28">
              <a:extLst>
                <a:ext uri="{FF2B5EF4-FFF2-40B4-BE49-F238E27FC236}">
                  <a16:creationId xmlns:a16="http://schemas.microsoft.com/office/drawing/2014/main" id="{3D2566FB-06A2-4218-B44A-A84B25830D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7250" y="1833563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58" name="Picture 29">
              <a:extLst>
                <a:ext uri="{FF2B5EF4-FFF2-40B4-BE49-F238E27FC236}">
                  <a16:creationId xmlns:a16="http://schemas.microsoft.com/office/drawing/2014/main" id="{C54F6D20-E408-42B3-8B2D-178BFA781A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8538" y="1785938"/>
              <a:ext cx="85725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59" name="Picture 30">
              <a:extLst>
                <a:ext uri="{FF2B5EF4-FFF2-40B4-BE49-F238E27FC236}">
                  <a16:creationId xmlns:a16="http://schemas.microsoft.com/office/drawing/2014/main" id="{C3778573-63E4-4295-A2D6-C50DD42AE0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9663" y="1828800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60" name="Picture 31">
              <a:extLst>
                <a:ext uri="{FF2B5EF4-FFF2-40B4-BE49-F238E27FC236}">
                  <a16:creationId xmlns:a16="http://schemas.microsoft.com/office/drawing/2014/main" id="{14B25AF8-2CAD-47D0-A256-C2B88C7345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313" y="1833563"/>
              <a:ext cx="95250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61" name="Picture 32">
              <a:extLst>
                <a:ext uri="{FF2B5EF4-FFF2-40B4-BE49-F238E27FC236}">
                  <a16:creationId xmlns:a16="http://schemas.microsoft.com/office/drawing/2014/main" id="{27CE6A94-AC0B-4EF1-95FD-160B97E780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9850" y="1833563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62" name="Rectangle 33">
              <a:extLst>
                <a:ext uri="{FF2B5EF4-FFF2-40B4-BE49-F238E27FC236}">
                  <a16:creationId xmlns:a16="http://schemas.microsoft.com/office/drawing/2014/main" id="{6255E952-574F-42CB-9F9B-764832FF4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1728788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563" name="Picture 34">
              <a:extLst>
                <a:ext uri="{FF2B5EF4-FFF2-40B4-BE49-F238E27FC236}">
                  <a16:creationId xmlns:a16="http://schemas.microsoft.com/office/drawing/2014/main" id="{1B39D5B6-440D-49AC-8615-16001F525C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5900" y="1766888"/>
              <a:ext cx="227013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64" name="Picture 35">
              <a:extLst>
                <a:ext uri="{FF2B5EF4-FFF2-40B4-BE49-F238E27FC236}">
                  <a16:creationId xmlns:a16="http://schemas.microsoft.com/office/drawing/2014/main" id="{72D64442-3A96-478C-AB07-9D497CA17B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8313" y="1828800"/>
              <a:ext cx="123825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65" name="Picture 36">
              <a:extLst>
                <a:ext uri="{FF2B5EF4-FFF2-40B4-BE49-F238E27FC236}">
                  <a16:creationId xmlns:a16="http://schemas.microsoft.com/office/drawing/2014/main" id="{CFDC610F-3285-4EF0-BDF9-772FDA76F8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8488" y="1835150"/>
              <a:ext cx="136525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66" name="Picture 37">
              <a:extLst>
                <a:ext uri="{FF2B5EF4-FFF2-40B4-BE49-F238E27FC236}">
                  <a16:creationId xmlns:a16="http://schemas.microsoft.com/office/drawing/2014/main" id="{6C7DC452-DAF4-48AB-AA6E-21D28B6936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7713" y="1785938"/>
              <a:ext cx="84137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67" name="Picture 38">
              <a:extLst>
                <a:ext uri="{FF2B5EF4-FFF2-40B4-BE49-F238E27FC236}">
                  <a16:creationId xmlns:a16="http://schemas.microsoft.com/office/drawing/2014/main" id="{C1000A44-7013-4E9C-9209-5A3F259FC5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5663" y="1828800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68" name="Picture 39">
              <a:extLst>
                <a:ext uri="{FF2B5EF4-FFF2-40B4-BE49-F238E27FC236}">
                  <a16:creationId xmlns:a16="http://schemas.microsoft.com/office/drawing/2014/main" id="{4783E8A2-9A3B-4D25-A4C2-53F7DDB9E5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7900" y="1833563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69" name="Picture 40">
              <a:extLst>
                <a:ext uri="{FF2B5EF4-FFF2-40B4-BE49-F238E27FC236}">
                  <a16:creationId xmlns:a16="http://schemas.microsoft.com/office/drawing/2014/main" id="{F50E9C1B-BE01-4145-B69A-0ADF5E3D33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7438" y="1833563"/>
              <a:ext cx="212725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70" name="Rectangle 41">
              <a:extLst>
                <a:ext uri="{FF2B5EF4-FFF2-40B4-BE49-F238E27FC236}">
                  <a16:creationId xmlns:a16="http://schemas.microsoft.com/office/drawing/2014/main" id="{462BD7E8-5308-4190-A668-64757C130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2144713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571" name="Picture 42">
              <a:extLst>
                <a:ext uri="{FF2B5EF4-FFF2-40B4-BE49-F238E27FC236}">
                  <a16:creationId xmlns:a16="http://schemas.microsoft.com/office/drawing/2014/main" id="{9020CA3D-BF52-47F7-95EC-CE2C0BF87E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913" y="23749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72" name="Rectangle 43">
              <a:extLst>
                <a:ext uri="{FF2B5EF4-FFF2-40B4-BE49-F238E27FC236}">
                  <a16:creationId xmlns:a16="http://schemas.microsoft.com/office/drawing/2014/main" id="{1FCD43CD-3D7D-4951-9271-9783E8440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2159000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573" name="Picture 44">
              <a:extLst>
                <a:ext uri="{FF2B5EF4-FFF2-40B4-BE49-F238E27FC236}">
                  <a16:creationId xmlns:a16="http://schemas.microsoft.com/office/drawing/2014/main" id="{5F7909F9-09E9-4FC5-AFD3-2EBA98924D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0600" y="23749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74" name="Picture 45">
              <a:extLst>
                <a:ext uri="{FF2B5EF4-FFF2-40B4-BE49-F238E27FC236}">
                  <a16:creationId xmlns:a16="http://schemas.microsoft.com/office/drawing/2014/main" id="{01B097B9-7AF3-4695-BFCD-67261F1E20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200" y="23749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75" name="Picture 46">
              <a:extLst>
                <a:ext uri="{FF2B5EF4-FFF2-40B4-BE49-F238E27FC236}">
                  <a16:creationId xmlns:a16="http://schemas.microsoft.com/office/drawing/2014/main" id="{7E053C6E-713A-442F-998D-5D0A215930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23749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76" name="Rectangle 47">
              <a:extLst>
                <a:ext uri="{FF2B5EF4-FFF2-40B4-BE49-F238E27FC236}">
                  <a16:creationId xmlns:a16="http://schemas.microsoft.com/office/drawing/2014/main" id="{09A8986F-A3E8-43F3-9DA4-81F14B290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2159000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577" name="Rectangle 48">
              <a:extLst>
                <a:ext uri="{FF2B5EF4-FFF2-40B4-BE49-F238E27FC236}">
                  <a16:creationId xmlns:a16="http://schemas.microsoft.com/office/drawing/2014/main" id="{09103E05-8197-4A43-9F5B-351A571A8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2159000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578" name="Picture 49">
              <a:extLst>
                <a:ext uri="{FF2B5EF4-FFF2-40B4-BE49-F238E27FC236}">
                  <a16:creationId xmlns:a16="http://schemas.microsoft.com/office/drawing/2014/main" id="{5B01F114-8F39-4F25-910B-6D84F46E4E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2436813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79" name="Picture 50">
              <a:extLst>
                <a:ext uri="{FF2B5EF4-FFF2-40B4-BE49-F238E27FC236}">
                  <a16:creationId xmlns:a16="http://schemas.microsoft.com/office/drawing/2014/main" id="{98500C56-4486-4FF4-AA9F-309C2F3A2B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6413" y="2474913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80" name="Picture 51">
              <a:extLst>
                <a:ext uri="{FF2B5EF4-FFF2-40B4-BE49-F238E27FC236}">
                  <a16:creationId xmlns:a16="http://schemas.microsoft.com/office/drawing/2014/main" id="{5B47B768-80F7-47BF-A4BA-1228007FAF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2455863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81" name="Rectangle 52">
              <a:extLst>
                <a:ext uri="{FF2B5EF4-FFF2-40B4-BE49-F238E27FC236}">
                  <a16:creationId xmlns:a16="http://schemas.microsoft.com/office/drawing/2014/main" id="{942CCC77-314D-46CA-B55D-B28AAA583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239236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582" name="Picture 53">
              <a:extLst>
                <a:ext uri="{FF2B5EF4-FFF2-40B4-BE49-F238E27FC236}">
                  <a16:creationId xmlns:a16="http://schemas.microsoft.com/office/drawing/2014/main" id="{139CD2D6-9B15-41DE-986C-8A00F7A715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24368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83" name="Picture 54">
              <a:extLst>
                <a:ext uri="{FF2B5EF4-FFF2-40B4-BE49-F238E27FC236}">
                  <a16:creationId xmlns:a16="http://schemas.microsoft.com/office/drawing/2014/main" id="{39201913-ACE1-48EB-8268-89687C3213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2474913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84" name="Rectangle 55">
              <a:extLst>
                <a:ext uri="{FF2B5EF4-FFF2-40B4-BE49-F238E27FC236}">
                  <a16:creationId xmlns:a16="http://schemas.microsoft.com/office/drawing/2014/main" id="{E430B931-135A-450C-B059-DE9628B0C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2392363"/>
              <a:ext cx="161925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585" name="Picture 56">
              <a:extLst>
                <a:ext uri="{FF2B5EF4-FFF2-40B4-BE49-F238E27FC236}">
                  <a16:creationId xmlns:a16="http://schemas.microsoft.com/office/drawing/2014/main" id="{41139FCB-7445-42EF-A986-4B7513B508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24368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86" name="Picture 57">
              <a:extLst>
                <a:ext uri="{FF2B5EF4-FFF2-40B4-BE49-F238E27FC236}">
                  <a16:creationId xmlns:a16="http://schemas.microsoft.com/office/drawing/2014/main" id="{4937E5C6-F5B7-4734-9DE6-D6071C70EA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2474913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87" name="Rectangle 58">
              <a:extLst>
                <a:ext uri="{FF2B5EF4-FFF2-40B4-BE49-F238E27FC236}">
                  <a16:creationId xmlns:a16="http://schemas.microsoft.com/office/drawing/2014/main" id="{46E210B8-D907-4E64-8605-484055702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239236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588" name="Picture 59">
              <a:extLst>
                <a:ext uri="{FF2B5EF4-FFF2-40B4-BE49-F238E27FC236}">
                  <a16:creationId xmlns:a16="http://schemas.microsoft.com/office/drawing/2014/main" id="{CB7A2F09-1F25-4320-9A6E-22C90F91AE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24368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89" name="Picture 60">
              <a:extLst>
                <a:ext uri="{FF2B5EF4-FFF2-40B4-BE49-F238E27FC236}">
                  <a16:creationId xmlns:a16="http://schemas.microsoft.com/office/drawing/2014/main" id="{FD75D7E4-6954-497C-BF2C-8593FABDF9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2474913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90" name="Rectangle 61">
              <a:extLst>
                <a:ext uri="{FF2B5EF4-FFF2-40B4-BE49-F238E27FC236}">
                  <a16:creationId xmlns:a16="http://schemas.microsoft.com/office/drawing/2014/main" id="{CABD7B8B-06F6-42DB-8281-E6F1B9044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2159000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591" name="Picture 62">
              <a:extLst>
                <a:ext uri="{FF2B5EF4-FFF2-40B4-BE49-F238E27FC236}">
                  <a16:creationId xmlns:a16="http://schemas.microsoft.com/office/drawing/2014/main" id="{9E7F0ECF-846F-4141-99C8-3218B82B5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2371725"/>
              <a:ext cx="266700" cy="188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92" name="Picture 63">
              <a:extLst>
                <a:ext uri="{FF2B5EF4-FFF2-40B4-BE49-F238E27FC236}">
                  <a16:creationId xmlns:a16="http://schemas.microsoft.com/office/drawing/2014/main" id="{02A964DD-893A-41D9-B1B0-A30E9BF2FF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3638" y="2474913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93" name="Picture 64">
              <a:extLst>
                <a:ext uri="{FF2B5EF4-FFF2-40B4-BE49-F238E27FC236}">
                  <a16:creationId xmlns:a16="http://schemas.microsoft.com/office/drawing/2014/main" id="{8630BE98-E5CF-461A-A317-5AF8F0A937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2455863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94" name="Picture 65">
              <a:extLst>
                <a:ext uri="{FF2B5EF4-FFF2-40B4-BE49-F238E27FC236}">
                  <a16:creationId xmlns:a16="http://schemas.microsoft.com/office/drawing/2014/main" id="{285A7C93-47E6-46FB-9839-24193068DD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2436813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95" name="Picture 66">
              <a:extLst>
                <a:ext uri="{FF2B5EF4-FFF2-40B4-BE49-F238E27FC236}">
                  <a16:creationId xmlns:a16="http://schemas.microsoft.com/office/drawing/2014/main" id="{D2C9228E-F4F5-4DB9-937A-A92059DF1E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2474913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96" name="Picture 67">
              <a:extLst>
                <a:ext uri="{FF2B5EF4-FFF2-40B4-BE49-F238E27FC236}">
                  <a16:creationId xmlns:a16="http://schemas.microsoft.com/office/drawing/2014/main" id="{AF37E690-AE1B-43A2-B0A5-DB44A2D222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24018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97" name="Picture 68">
              <a:extLst>
                <a:ext uri="{FF2B5EF4-FFF2-40B4-BE49-F238E27FC236}">
                  <a16:creationId xmlns:a16="http://schemas.microsoft.com/office/drawing/2014/main" id="{ACD94F58-F490-4961-99CC-8FAE1F9136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24368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98" name="Picture 69">
              <a:extLst>
                <a:ext uri="{FF2B5EF4-FFF2-40B4-BE49-F238E27FC236}">
                  <a16:creationId xmlns:a16="http://schemas.microsoft.com/office/drawing/2014/main" id="{D479E4C4-D992-418E-8414-C062B7E62F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2474913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99" name="Picture 70">
              <a:extLst>
                <a:ext uri="{FF2B5EF4-FFF2-40B4-BE49-F238E27FC236}">
                  <a16:creationId xmlns:a16="http://schemas.microsoft.com/office/drawing/2014/main" id="{D0C1201C-C672-4263-B3B4-A96E548862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24018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00" name="Picture 71">
              <a:extLst>
                <a:ext uri="{FF2B5EF4-FFF2-40B4-BE49-F238E27FC236}">
                  <a16:creationId xmlns:a16="http://schemas.microsoft.com/office/drawing/2014/main" id="{B31E5472-D359-4714-B6CF-7302CF3F3A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24368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01" name="Picture 72">
              <a:extLst>
                <a:ext uri="{FF2B5EF4-FFF2-40B4-BE49-F238E27FC236}">
                  <a16:creationId xmlns:a16="http://schemas.microsoft.com/office/drawing/2014/main" id="{FE906657-57CE-4663-A625-B49D31104D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6413" y="2474913"/>
              <a:ext cx="825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02" name="Picture 73">
              <a:extLst>
                <a:ext uri="{FF2B5EF4-FFF2-40B4-BE49-F238E27FC236}">
                  <a16:creationId xmlns:a16="http://schemas.microsoft.com/office/drawing/2014/main" id="{AC43CC9A-E02E-437E-86F7-E2D76E5F8E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6200" y="2706688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03" name="Rectangle 74">
              <a:extLst>
                <a:ext uri="{FF2B5EF4-FFF2-40B4-BE49-F238E27FC236}">
                  <a16:creationId xmlns:a16="http://schemas.microsoft.com/office/drawing/2014/main" id="{88848030-0281-4E98-A46E-CF432220A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2655888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04" name="Picture 75">
              <a:extLst>
                <a:ext uri="{FF2B5EF4-FFF2-40B4-BE49-F238E27FC236}">
                  <a16:creationId xmlns:a16="http://schemas.microsoft.com/office/drawing/2014/main" id="{A5521F07-5462-4726-8500-1DBD22BC13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0600" y="2706688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05" name="Picture 76">
              <a:extLst>
                <a:ext uri="{FF2B5EF4-FFF2-40B4-BE49-F238E27FC236}">
                  <a16:creationId xmlns:a16="http://schemas.microsoft.com/office/drawing/2014/main" id="{550E7FCC-3BD6-4190-939C-76A8EDB4BD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200" y="2706688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06" name="Picture 77">
              <a:extLst>
                <a:ext uri="{FF2B5EF4-FFF2-40B4-BE49-F238E27FC236}">
                  <a16:creationId xmlns:a16="http://schemas.microsoft.com/office/drawing/2014/main" id="{166F1BFC-5AB9-47C2-83DA-467223A43A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500" y="2706688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07" name="Rectangle 78">
              <a:extLst>
                <a:ext uri="{FF2B5EF4-FFF2-40B4-BE49-F238E27FC236}">
                  <a16:creationId xmlns:a16="http://schemas.microsoft.com/office/drawing/2014/main" id="{D66CB249-769D-4EE2-AD5E-1D2752418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2655888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608" name="Rectangle 79">
              <a:extLst>
                <a:ext uri="{FF2B5EF4-FFF2-40B4-BE49-F238E27FC236}">
                  <a16:creationId xmlns:a16="http://schemas.microsoft.com/office/drawing/2014/main" id="{39123C66-B238-4F5D-931C-12EDCD02B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2655888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09" name="Picture 80">
              <a:extLst>
                <a:ext uri="{FF2B5EF4-FFF2-40B4-BE49-F238E27FC236}">
                  <a16:creationId xmlns:a16="http://schemas.microsoft.com/office/drawing/2014/main" id="{7C06B22C-4640-44AD-8CDF-B90E72F9C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2768600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10" name="Picture 81">
              <a:extLst>
                <a:ext uri="{FF2B5EF4-FFF2-40B4-BE49-F238E27FC236}">
                  <a16:creationId xmlns:a16="http://schemas.microsoft.com/office/drawing/2014/main" id="{5B39DBC8-4C14-46E4-8127-29C4209500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5938" y="2805113"/>
              <a:ext cx="682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11" name="Picture 82">
              <a:extLst>
                <a:ext uri="{FF2B5EF4-FFF2-40B4-BE49-F238E27FC236}">
                  <a16:creationId xmlns:a16="http://schemas.microsoft.com/office/drawing/2014/main" id="{6E544A73-C618-4D5F-84D4-47540D3BB2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2786063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12" name="Rectangle 83">
              <a:extLst>
                <a:ext uri="{FF2B5EF4-FFF2-40B4-BE49-F238E27FC236}">
                  <a16:creationId xmlns:a16="http://schemas.microsoft.com/office/drawing/2014/main" id="{12DE7464-8346-4695-A188-A3E7AEDAF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2724150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13" name="Picture 84">
              <a:extLst>
                <a:ext uri="{FF2B5EF4-FFF2-40B4-BE49-F238E27FC236}">
                  <a16:creationId xmlns:a16="http://schemas.microsoft.com/office/drawing/2014/main" id="{D5F175BF-4EB8-48D2-8D50-B5FB1480C6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27686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14" name="Picture 85">
              <a:extLst>
                <a:ext uri="{FF2B5EF4-FFF2-40B4-BE49-F238E27FC236}">
                  <a16:creationId xmlns:a16="http://schemas.microsoft.com/office/drawing/2014/main" id="{5577E51A-997D-4FA4-9418-29FA3EAFBC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2805113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15" name="Rectangle 86">
              <a:extLst>
                <a:ext uri="{FF2B5EF4-FFF2-40B4-BE49-F238E27FC236}">
                  <a16:creationId xmlns:a16="http://schemas.microsoft.com/office/drawing/2014/main" id="{ABF4B552-66F0-4F7A-A304-AE42235B3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2724150"/>
              <a:ext cx="161925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16" name="Picture 87">
              <a:extLst>
                <a:ext uri="{FF2B5EF4-FFF2-40B4-BE49-F238E27FC236}">
                  <a16:creationId xmlns:a16="http://schemas.microsoft.com/office/drawing/2014/main" id="{E35BCA29-430B-43D6-B17E-32ABB13B29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27686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17" name="Picture 88">
              <a:extLst>
                <a:ext uri="{FF2B5EF4-FFF2-40B4-BE49-F238E27FC236}">
                  <a16:creationId xmlns:a16="http://schemas.microsoft.com/office/drawing/2014/main" id="{8960863C-4409-452B-ACA2-8D2820137A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2805113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18" name="Picture 89">
              <a:extLst>
                <a:ext uri="{FF2B5EF4-FFF2-40B4-BE49-F238E27FC236}">
                  <a16:creationId xmlns:a16="http://schemas.microsoft.com/office/drawing/2014/main" id="{3067D8FE-752D-440B-818F-285B2E737A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27686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19" name="Picture 90">
              <a:extLst>
                <a:ext uri="{FF2B5EF4-FFF2-40B4-BE49-F238E27FC236}">
                  <a16:creationId xmlns:a16="http://schemas.microsoft.com/office/drawing/2014/main" id="{FBB3F521-FECB-47C7-8556-75A9268EFD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2805113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20" name="Rectangle 91">
              <a:extLst>
                <a:ext uri="{FF2B5EF4-FFF2-40B4-BE49-F238E27FC236}">
                  <a16:creationId xmlns:a16="http://schemas.microsoft.com/office/drawing/2014/main" id="{6AC1AAEE-95A6-4FF7-B45C-525DAAC97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2655888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21" name="Picture 92">
              <a:extLst>
                <a:ext uri="{FF2B5EF4-FFF2-40B4-BE49-F238E27FC236}">
                  <a16:creationId xmlns:a16="http://schemas.microsoft.com/office/drawing/2014/main" id="{BAB9D810-9155-484D-A3D5-4B80963523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2703513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22" name="Picture 93">
              <a:extLst>
                <a:ext uri="{FF2B5EF4-FFF2-40B4-BE49-F238E27FC236}">
                  <a16:creationId xmlns:a16="http://schemas.microsoft.com/office/drawing/2014/main" id="{E4BC2F4D-37DD-468B-9AC8-A29C36DC47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3163" y="2805113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23" name="Picture 94">
              <a:extLst>
                <a:ext uri="{FF2B5EF4-FFF2-40B4-BE49-F238E27FC236}">
                  <a16:creationId xmlns:a16="http://schemas.microsoft.com/office/drawing/2014/main" id="{4BE00C12-D869-40DC-B7EA-725B71BDE4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2786063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24" name="Picture 95">
              <a:extLst>
                <a:ext uri="{FF2B5EF4-FFF2-40B4-BE49-F238E27FC236}">
                  <a16:creationId xmlns:a16="http://schemas.microsoft.com/office/drawing/2014/main" id="{EC855A97-7D40-4F68-8BFB-537B92587D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2768600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25" name="Picture 96">
              <a:extLst>
                <a:ext uri="{FF2B5EF4-FFF2-40B4-BE49-F238E27FC236}">
                  <a16:creationId xmlns:a16="http://schemas.microsoft.com/office/drawing/2014/main" id="{65ACD3E8-4866-44B7-9DC9-5E1366D706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2805113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26" name="Picture 97">
              <a:extLst>
                <a:ext uri="{FF2B5EF4-FFF2-40B4-BE49-F238E27FC236}">
                  <a16:creationId xmlns:a16="http://schemas.microsoft.com/office/drawing/2014/main" id="{57232A06-5C4F-4D60-8006-BB4FC70241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27320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27" name="Picture 98">
              <a:extLst>
                <a:ext uri="{FF2B5EF4-FFF2-40B4-BE49-F238E27FC236}">
                  <a16:creationId xmlns:a16="http://schemas.microsoft.com/office/drawing/2014/main" id="{C7365C48-5C1A-4824-BAD0-5784126A69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27686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28" name="Picture 99">
              <a:extLst>
                <a:ext uri="{FF2B5EF4-FFF2-40B4-BE49-F238E27FC236}">
                  <a16:creationId xmlns:a16="http://schemas.microsoft.com/office/drawing/2014/main" id="{4165E3BB-8DEE-49B5-8739-0DC5680690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2805113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29" name="Picture 100">
              <a:extLst>
                <a:ext uri="{FF2B5EF4-FFF2-40B4-BE49-F238E27FC236}">
                  <a16:creationId xmlns:a16="http://schemas.microsoft.com/office/drawing/2014/main" id="{67D824F7-15CD-4C1C-BA54-A570F0D8AD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27320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30" name="Rectangle 101">
              <a:extLst>
                <a:ext uri="{FF2B5EF4-FFF2-40B4-BE49-F238E27FC236}">
                  <a16:creationId xmlns:a16="http://schemas.microsoft.com/office/drawing/2014/main" id="{F49066B8-E06F-40D1-AC04-8856BCE6C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663" y="2724150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31" name="Picture 102">
              <a:extLst>
                <a:ext uri="{FF2B5EF4-FFF2-40B4-BE49-F238E27FC236}">
                  <a16:creationId xmlns:a16="http://schemas.microsoft.com/office/drawing/2014/main" id="{E12C52F0-933D-4909-9858-721B86F6C5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27686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32" name="Picture 103">
              <a:extLst>
                <a:ext uri="{FF2B5EF4-FFF2-40B4-BE49-F238E27FC236}">
                  <a16:creationId xmlns:a16="http://schemas.microsoft.com/office/drawing/2014/main" id="{C6713A4F-128F-44C3-A90A-492031CE94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9588" y="2805113"/>
              <a:ext cx="80962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33" name="Picture 104">
              <a:extLst>
                <a:ext uri="{FF2B5EF4-FFF2-40B4-BE49-F238E27FC236}">
                  <a16:creationId xmlns:a16="http://schemas.microsoft.com/office/drawing/2014/main" id="{BFDEF842-99A7-4D5F-B350-11B72BE0A9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8263" y="3033713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34" name="Rectangle 105">
              <a:extLst>
                <a:ext uri="{FF2B5EF4-FFF2-40B4-BE49-F238E27FC236}">
                  <a16:creationId xmlns:a16="http://schemas.microsoft.com/office/drawing/2014/main" id="{19B07C40-9CA0-4D21-8E6F-11A166C01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2986088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35" name="Picture 106">
              <a:extLst>
                <a:ext uri="{FF2B5EF4-FFF2-40B4-BE49-F238E27FC236}">
                  <a16:creationId xmlns:a16="http://schemas.microsoft.com/office/drawing/2014/main" id="{4B785CC3-53F1-4DF7-BEFC-208D6863F2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0600" y="3033713"/>
              <a:ext cx="1143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36" name="Picture 107">
              <a:extLst>
                <a:ext uri="{FF2B5EF4-FFF2-40B4-BE49-F238E27FC236}">
                  <a16:creationId xmlns:a16="http://schemas.microsoft.com/office/drawing/2014/main" id="{00BEE313-3412-459F-8228-98C0D85AEF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488" y="3033713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37" name="Picture 108">
              <a:extLst>
                <a:ext uri="{FF2B5EF4-FFF2-40B4-BE49-F238E27FC236}">
                  <a16:creationId xmlns:a16="http://schemas.microsoft.com/office/drawing/2014/main" id="{66CCC02F-C2FD-4DF9-A346-5CC7C6F1B1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3033713"/>
              <a:ext cx="1143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38" name="Rectangle 109">
              <a:extLst>
                <a:ext uri="{FF2B5EF4-FFF2-40B4-BE49-F238E27FC236}">
                  <a16:creationId xmlns:a16="http://schemas.microsoft.com/office/drawing/2014/main" id="{8F1683AD-2D90-434A-9043-6EF958394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2986088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639" name="Rectangle 110">
              <a:extLst>
                <a:ext uri="{FF2B5EF4-FFF2-40B4-BE49-F238E27FC236}">
                  <a16:creationId xmlns:a16="http://schemas.microsoft.com/office/drawing/2014/main" id="{11904D90-C820-4F03-9648-071E6B03D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2986088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40" name="Picture 111">
              <a:extLst>
                <a:ext uri="{FF2B5EF4-FFF2-40B4-BE49-F238E27FC236}">
                  <a16:creationId xmlns:a16="http://schemas.microsoft.com/office/drawing/2014/main" id="{DBEA3D52-64A8-4FB6-9847-E25F759FBF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097213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41" name="Picture 112">
              <a:extLst>
                <a:ext uri="{FF2B5EF4-FFF2-40B4-BE49-F238E27FC236}">
                  <a16:creationId xmlns:a16="http://schemas.microsoft.com/office/drawing/2014/main" id="{299F6264-A05F-41AD-BB18-10337F18B1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3132138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42" name="Picture 113">
              <a:extLst>
                <a:ext uri="{FF2B5EF4-FFF2-40B4-BE49-F238E27FC236}">
                  <a16:creationId xmlns:a16="http://schemas.microsoft.com/office/drawing/2014/main" id="{5FA953BE-D6D0-4A1B-8133-9471EF6DBF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113088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43" name="Rectangle 114">
              <a:extLst>
                <a:ext uri="{FF2B5EF4-FFF2-40B4-BE49-F238E27FC236}">
                  <a16:creationId xmlns:a16="http://schemas.microsoft.com/office/drawing/2014/main" id="{30C48EAC-C84C-4C4A-950B-47DB6086D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3055938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44" name="Picture 115">
              <a:extLst>
                <a:ext uri="{FF2B5EF4-FFF2-40B4-BE49-F238E27FC236}">
                  <a16:creationId xmlns:a16="http://schemas.microsoft.com/office/drawing/2014/main" id="{4806CE57-AD27-43E3-875F-E4557C6493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0972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45" name="Picture 116">
              <a:extLst>
                <a:ext uri="{FF2B5EF4-FFF2-40B4-BE49-F238E27FC236}">
                  <a16:creationId xmlns:a16="http://schemas.microsoft.com/office/drawing/2014/main" id="{6172C169-209F-42EB-AA02-BC8E093515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132138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46" name="Picture 117">
              <a:extLst>
                <a:ext uri="{FF2B5EF4-FFF2-40B4-BE49-F238E27FC236}">
                  <a16:creationId xmlns:a16="http://schemas.microsoft.com/office/drawing/2014/main" id="{37F9C64F-57B6-4006-A0FC-AF49E4365A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097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47" name="Picture 118">
              <a:extLst>
                <a:ext uri="{FF2B5EF4-FFF2-40B4-BE49-F238E27FC236}">
                  <a16:creationId xmlns:a16="http://schemas.microsoft.com/office/drawing/2014/main" id="{AF215C40-A85A-4A53-BE96-528B258DBF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3132138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48" name="Rectangle 119">
              <a:extLst>
                <a:ext uri="{FF2B5EF4-FFF2-40B4-BE49-F238E27FC236}">
                  <a16:creationId xmlns:a16="http://schemas.microsoft.com/office/drawing/2014/main" id="{74FFBFB8-CF12-4F5D-8D72-76AB713CF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3055938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49" name="Picture 120">
              <a:extLst>
                <a:ext uri="{FF2B5EF4-FFF2-40B4-BE49-F238E27FC236}">
                  <a16:creationId xmlns:a16="http://schemas.microsoft.com/office/drawing/2014/main" id="{415F857D-70F9-44AC-8897-0BB44455FA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30972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50" name="Picture 121">
              <a:extLst>
                <a:ext uri="{FF2B5EF4-FFF2-40B4-BE49-F238E27FC236}">
                  <a16:creationId xmlns:a16="http://schemas.microsoft.com/office/drawing/2014/main" id="{44E79462-8250-4880-BF95-1C6FE0A3AA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3133725"/>
              <a:ext cx="809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51" name="Rectangle 122">
              <a:extLst>
                <a:ext uri="{FF2B5EF4-FFF2-40B4-BE49-F238E27FC236}">
                  <a16:creationId xmlns:a16="http://schemas.microsoft.com/office/drawing/2014/main" id="{E6C1F16B-B4E6-468A-A4E8-52230C346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2986088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52" name="Picture 123">
              <a:extLst>
                <a:ext uri="{FF2B5EF4-FFF2-40B4-BE49-F238E27FC236}">
                  <a16:creationId xmlns:a16="http://schemas.microsoft.com/office/drawing/2014/main" id="{0C0EBA7C-9083-471C-B1C3-63C41F94F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030538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53" name="Picture 124">
              <a:extLst>
                <a:ext uri="{FF2B5EF4-FFF2-40B4-BE49-F238E27FC236}">
                  <a16:creationId xmlns:a16="http://schemas.microsoft.com/office/drawing/2014/main" id="{0062A689-866C-48AD-9E1C-6F5E0EA34C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3132138"/>
              <a:ext cx="809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54" name="Picture 125">
              <a:extLst>
                <a:ext uri="{FF2B5EF4-FFF2-40B4-BE49-F238E27FC236}">
                  <a16:creationId xmlns:a16="http://schemas.microsoft.com/office/drawing/2014/main" id="{01980DBE-7CC5-410E-8144-BECC58A9AF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113088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55" name="Picture 126">
              <a:extLst>
                <a:ext uri="{FF2B5EF4-FFF2-40B4-BE49-F238E27FC236}">
                  <a16:creationId xmlns:a16="http://schemas.microsoft.com/office/drawing/2014/main" id="{B17AC0C6-BA45-4CA9-8ED6-C351B4F9BF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097213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56" name="Picture 127">
              <a:extLst>
                <a:ext uri="{FF2B5EF4-FFF2-40B4-BE49-F238E27FC236}">
                  <a16:creationId xmlns:a16="http://schemas.microsoft.com/office/drawing/2014/main" id="{B28CA66A-D8CD-4774-89CF-EB21F491D8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132138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57" name="Picture 128">
              <a:extLst>
                <a:ext uri="{FF2B5EF4-FFF2-40B4-BE49-F238E27FC236}">
                  <a16:creationId xmlns:a16="http://schemas.microsoft.com/office/drawing/2014/main" id="{A8A075CF-87FE-45A2-9395-D80C7F751C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0607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58" name="Rectangle 129">
              <a:extLst>
                <a:ext uri="{FF2B5EF4-FFF2-40B4-BE49-F238E27FC236}">
                  <a16:creationId xmlns:a16="http://schemas.microsoft.com/office/drawing/2014/main" id="{9C055BED-CBE0-4D53-B6C2-3A4F58294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663" y="3055938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59" name="Picture 130">
              <a:extLst>
                <a:ext uri="{FF2B5EF4-FFF2-40B4-BE49-F238E27FC236}">
                  <a16:creationId xmlns:a16="http://schemas.microsoft.com/office/drawing/2014/main" id="{13B7976A-ABB7-4254-91F1-6478CCD51A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097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60" name="Picture 131">
              <a:extLst>
                <a:ext uri="{FF2B5EF4-FFF2-40B4-BE49-F238E27FC236}">
                  <a16:creationId xmlns:a16="http://schemas.microsoft.com/office/drawing/2014/main" id="{9A9FA570-BEF3-4DC9-A378-43002D77E3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132138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61" name="Picture 132">
              <a:extLst>
                <a:ext uri="{FF2B5EF4-FFF2-40B4-BE49-F238E27FC236}">
                  <a16:creationId xmlns:a16="http://schemas.microsoft.com/office/drawing/2014/main" id="{1A012E1A-DE27-4F54-88E3-5C9D250844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30607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62" name="Picture 133">
              <a:extLst>
                <a:ext uri="{FF2B5EF4-FFF2-40B4-BE49-F238E27FC236}">
                  <a16:creationId xmlns:a16="http://schemas.microsoft.com/office/drawing/2014/main" id="{90E9BD05-4C02-4660-80B1-13F09379E2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3097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63" name="Picture 134">
              <a:extLst>
                <a:ext uri="{FF2B5EF4-FFF2-40B4-BE49-F238E27FC236}">
                  <a16:creationId xmlns:a16="http://schemas.microsoft.com/office/drawing/2014/main" id="{888B7E23-60F0-494B-99C6-FE9B09B0DA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6413" y="3133725"/>
              <a:ext cx="82550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64" name="Picture 135">
              <a:extLst>
                <a:ext uri="{FF2B5EF4-FFF2-40B4-BE49-F238E27FC236}">
                  <a16:creationId xmlns:a16="http://schemas.microsoft.com/office/drawing/2014/main" id="{5266D523-B7BF-4251-B5EC-80CE916EBB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913" y="33639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65" name="Rectangle 136">
              <a:extLst>
                <a:ext uri="{FF2B5EF4-FFF2-40B4-BE49-F238E27FC236}">
                  <a16:creationId xmlns:a16="http://schemas.microsoft.com/office/drawing/2014/main" id="{668635BC-BFE2-4156-8123-F5D6CF34A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317875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66" name="Picture 137">
              <a:extLst>
                <a:ext uri="{FF2B5EF4-FFF2-40B4-BE49-F238E27FC236}">
                  <a16:creationId xmlns:a16="http://schemas.microsoft.com/office/drawing/2014/main" id="{DEAFDC99-FE94-48BB-9646-D8F727166A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0600" y="33639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67" name="Picture 138">
              <a:extLst>
                <a:ext uri="{FF2B5EF4-FFF2-40B4-BE49-F238E27FC236}">
                  <a16:creationId xmlns:a16="http://schemas.microsoft.com/office/drawing/2014/main" id="{0B07F8EF-343E-43C0-A998-F40EFBF532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488" y="3363913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68" name="Picture 139">
              <a:extLst>
                <a:ext uri="{FF2B5EF4-FFF2-40B4-BE49-F238E27FC236}">
                  <a16:creationId xmlns:a16="http://schemas.microsoft.com/office/drawing/2014/main" id="{FD84CF3B-9328-4C21-A6E9-6C14AAB371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500" y="3363913"/>
              <a:ext cx="93663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69" name="Rectangle 140">
              <a:extLst>
                <a:ext uri="{FF2B5EF4-FFF2-40B4-BE49-F238E27FC236}">
                  <a16:creationId xmlns:a16="http://schemas.microsoft.com/office/drawing/2014/main" id="{C1CADE1C-9140-4E9D-9B31-FE58BD516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317875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670" name="Rectangle 141">
              <a:extLst>
                <a:ext uri="{FF2B5EF4-FFF2-40B4-BE49-F238E27FC236}">
                  <a16:creationId xmlns:a16="http://schemas.microsoft.com/office/drawing/2014/main" id="{7C8CBF72-2F77-4869-B899-ED48C65F5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317875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71" name="Picture 142">
              <a:extLst>
                <a:ext uri="{FF2B5EF4-FFF2-40B4-BE49-F238E27FC236}">
                  <a16:creationId xmlns:a16="http://schemas.microsoft.com/office/drawing/2014/main" id="{7826D87A-0319-44DC-91AC-D888555FA7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427413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72" name="Picture 143">
              <a:extLst>
                <a:ext uri="{FF2B5EF4-FFF2-40B4-BE49-F238E27FC236}">
                  <a16:creationId xmlns:a16="http://schemas.microsoft.com/office/drawing/2014/main" id="{7D363EBE-434C-41FC-88BF-8D51E16957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3465513"/>
              <a:ext cx="80962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73" name="Picture 144">
              <a:extLst>
                <a:ext uri="{FF2B5EF4-FFF2-40B4-BE49-F238E27FC236}">
                  <a16:creationId xmlns:a16="http://schemas.microsoft.com/office/drawing/2014/main" id="{9DE827A3-564E-47BA-B96C-F8971BD27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444875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74" name="Rectangle 145">
              <a:extLst>
                <a:ext uri="{FF2B5EF4-FFF2-40B4-BE49-F238E27FC236}">
                  <a16:creationId xmlns:a16="http://schemas.microsoft.com/office/drawing/2014/main" id="{6E9B78FB-FFF6-4484-AD7C-C361B3D8B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3386138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75" name="Picture 146">
              <a:extLst>
                <a:ext uri="{FF2B5EF4-FFF2-40B4-BE49-F238E27FC236}">
                  <a16:creationId xmlns:a16="http://schemas.microsoft.com/office/drawing/2014/main" id="{FCE10D6E-C915-47FB-BF8C-A50DA7FF7C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4274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76" name="Picture 147">
              <a:extLst>
                <a:ext uri="{FF2B5EF4-FFF2-40B4-BE49-F238E27FC236}">
                  <a16:creationId xmlns:a16="http://schemas.microsoft.com/office/drawing/2014/main" id="{0DCFF1EC-9A6C-4C79-A854-442ED2DB6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463925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77" name="Picture 148">
              <a:extLst>
                <a:ext uri="{FF2B5EF4-FFF2-40B4-BE49-F238E27FC236}">
                  <a16:creationId xmlns:a16="http://schemas.microsoft.com/office/drawing/2014/main" id="{E39B38E7-ED0C-4BB8-A477-6D54E417C5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4274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78" name="Picture 149">
              <a:extLst>
                <a:ext uri="{FF2B5EF4-FFF2-40B4-BE49-F238E27FC236}">
                  <a16:creationId xmlns:a16="http://schemas.microsoft.com/office/drawing/2014/main" id="{A379FC55-F743-49CD-9519-03CCC91A62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34639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79" name="Picture 150">
              <a:extLst>
                <a:ext uri="{FF2B5EF4-FFF2-40B4-BE49-F238E27FC236}">
                  <a16:creationId xmlns:a16="http://schemas.microsoft.com/office/drawing/2014/main" id="{E7649916-2046-4132-B048-75DFC51EA0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34274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80" name="Picture 151">
              <a:extLst>
                <a:ext uri="{FF2B5EF4-FFF2-40B4-BE49-F238E27FC236}">
                  <a16:creationId xmlns:a16="http://schemas.microsoft.com/office/drawing/2014/main" id="{EDEBC97D-A3FA-40A4-A0FE-96A42EFAEF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3465513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81" name="Rectangle 152">
              <a:extLst>
                <a:ext uri="{FF2B5EF4-FFF2-40B4-BE49-F238E27FC236}">
                  <a16:creationId xmlns:a16="http://schemas.microsoft.com/office/drawing/2014/main" id="{8FF1035C-B17F-4B35-8EEF-3B0A8A542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317875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82" name="Picture 153">
              <a:extLst>
                <a:ext uri="{FF2B5EF4-FFF2-40B4-BE49-F238E27FC236}">
                  <a16:creationId xmlns:a16="http://schemas.microsoft.com/office/drawing/2014/main" id="{C8875090-BCD9-4759-84F2-1E86944EF0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360738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83" name="Picture 154">
              <a:extLst>
                <a:ext uri="{FF2B5EF4-FFF2-40B4-BE49-F238E27FC236}">
                  <a16:creationId xmlns:a16="http://schemas.microsoft.com/office/drawing/2014/main" id="{7A60ACBE-DF39-4619-8557-802A821ADD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3465513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84" name="Picture 155">
              <a:extLst>
                <a:ext uri="{FF2B5EF4-FFF2-40B4-BE49-F238E27FC236}">
                  <a16:creationId xmlns:a16="http://schemas.microsoft.com/office/drawing/2014/main" id="{D2B20E62-BF6F-4EAF-AD33-ACC14365DA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444875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85" name="Picture 156">
              <a:extLst>
                <a:ext uri="{FF2B5EF4-FFF2-40B4-BE49-F238E27FC236}">
                  <a16:creationId xmlns:a16="http://schemas.microsoft.com/office/drawing/2014/main" id="{9DB12295-DA04-4CC3-91A4-EE2836F410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427413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86" name="Picture 157">
              <a:extLst>
                <a:ext uri="{FF2B5EF4-FFF2-40B4-BE49-F238E27FC236}">
                  <a16:creationId xmlns:a16="http://schemas.microsoft.com/office/drawing/2014/main" id="{47E04D04-CE7E-4FB7-BCE8-0E3400E228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4639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87" name="Picture 158">
              <a:extLst>
                <a:ext uri="{FF2B5EF4-FFF2-40B4-BE49-F238E27FC236}">
                  <a16:creationId xmlns:a16="http://schemas.microsoft.com/office/drawing/2014/main" id="{8DE5798A-FBA9-46C8-9777-5B1752A8F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3924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88" name="Rectangle 159">
              <a:extLst>
                <a:ext uri="{FF2B5EF4-FFF2-40B4-BE49-F238E27FC236}">
                  <a16:creationId xmlns:a16="http://schemas.microsoft.com/office/drawing/2014/main" id="{71B00351-595E-4175-8229-E351A62A9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663" y="3386138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89" name="Picture 160">
              <a:extLst>
                <a:ext uri="{FF2B5EF4-FFF2-40B4-BE49-F238E27FC236}">
                  <a16:creationId xmlns:a16="http://schemas.microsoft.com/office/drawing/2014/main" id="{8455CAB1-FCF4-4D13-8C12-5E52B0CC4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4274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90" name="Picture 161">
              <a:extLst>
                <a:ext uri="{FF2B5EF4-FFF2-40B4-BE49-F238E27FC236}">
                  <a16:creationId xmlns:a16="http://schemas.microsoft.com/office/drawing/2014/main" id="{B8486CCA-A15E-4948-B63E-19B81B0F2C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4639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91" name="Picture 162">
              <a:extLst>
                <a:ext uri="{FF2B5EF4-FFF2-40B4-BE49-F238E27FC236}">
                  <a16:creationId xmlns:a16="http://schemas.microsoft.com/office/drawing/2014/main" id="{EBCD8801-958A-43FA-AE6F-C9B2AD48A2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33924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92" name="Rectangle 163">
              <a:extLst>
                <a:ext uri="{FF2B5EF4-FFF2-40B4-BE49-F238E27FC236}">
                  <a16:creationId xmlns:a16="http://schemas.microsoft.com/office/drawing/2014/main" id="{B45F1CDE-8016-4BEC-B131-775F960F4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663" y="3386138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93" name="Picture 164">
              <a:extLst>
                <a:ext uri="{FF2B5EF4-FFF2-40B4-BE49-F238E27FC236}">
                  <a16:creationId xmlns:a16="http://schemas.microsoft.com/office/drawing/2014/main" id="{476AD4BA-344C-46A1-B4F2-AEB053DD0B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34274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94" name="Picture 165">
              <a:extLst>
                <a:ext uri="{FF2B5EF4-FFF2-40B4-BE49-F238E27FC236}">
                  <a16:creationId xmlns:a16="http://schemas.microsoft.com/office/drawing/2014/main" id="{A24A349C-88B0-4708-A438-822EF6302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9588" y="3465513"/>
              <a:ext cx="80962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95" name="Picture 166">
              <a:extLst>
                <a:ext uri="{FF2B5EF4-FFF2-40B4-BE49-F238E27FC236}">
                  <a16:creationId xmlns:a16="http://schemas.microsoft.com/office/drawing/2014/main" id="{F9855246-9D57-4159-8370-10C40ED044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8738" y="3692525"/>
              <a:ext cx="123825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96" name="Rectangle 167">
              <a:extLst>
                <a:ext uri="{FF2B5EF4-FFF2-40B4-BE49-F238E27FC236}">
                  <a16:creationId xmlns:a16="http://schemas.microsoft.com/office/drawing/2014/main" id="{0C4F4B21-4036-4180-9CE6-12EFAED2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648075"/>
              <a:ext cx="12700" cy="3317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697" name="Picture 168">
              <a:extLst>
                <a:ext uri="{FF2B5EF4-FFF2-40B4-BE49-F238E27FC236}">
                  <a16:creationId xmlns:a16="http://schemas.microsoft.com/office/drawing/2014/main" id="{BBBE971F-6E81-4F57-95D2-D136063D43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3300" y="36957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98" name="Picture 169">
              <a:extLst>
                <a:ext uri="{FF2B5EF4-FFF2-40B4-BE49-F238E27FC236}">
                  <a16:creationId xmlns:a16="http://schemas.microsoft.com/office/drawing/2014/main" id="{CC290EB2-F2C5-400D-84FE-5C8ED7746F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200" y="36957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699" name="Picture 170">
              <a:extLst>
                <a:ext uri="{FF2B5EF4-FFF2-40B4-BE49-F238E27FC236}">
                  <a16:creationId xmlns:a16="http://schemas.microsoft.com/office/drawing/2014/main" id="{58F177D3-4CE1-4BCE-8BA8-228FC2C026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36957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00" name="Rectangle 171">
              <a:extLst>
                <a:ext uri="{FF2B5EF4-FFF2-40B4-BE49-F238E27FC236}">
                  <a16:creationId xmlns:a16="http://schemas.microsoft.com/office/drawing/2014/main" id="{18797B38-45AC-4AE4-9E4D-78335C24F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648075"/>
              <a:ext cx="14287" cy="331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701" name="Rectangle 172">
              <a:extLst>
                <a:ext uri="{FF2B5EF4-FFF2-40B4-BE49-F238E27FC236}">
                  <a16:creationId xmlns:a16="http://schemas.microsoft.com/office/drawing/2014/main" id="{B13C7F7C-4F35-4E33-8AC8-7572578A3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648075"/>
              <a:ext cx="12700" cy="331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02" name="Picture 173">
              <a:extLst>
                <a:ext uri="{FF2B5EF4-FFF2-40B4-BE49-F238E27FC236}">
                  <a16:creationId xmlns:a16="http://schemas.microsoft.com/office/drawing/2014/main" id="{A3A1D9FE-4476-4B61-A107-001010A014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759200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03" name="Picture 174">
              <a:extLst>
                <a:ext uri="{FF2B5EF4-FFF2-40B4-BE49-F238E27FC236}">
                  <a16:creationId xmlns:a16="http://schemas.microsoft.com/office/drawing/2014/main" id="{DBDA4DC8-BC72-4599-B41B-0DF5E0CAA7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6413" y="3792538"/>
              <a:ext cx="88900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04" name="Picture 175">
              <a:extLst>
                <a:ext uri="{FF2B5EF4-FFF2-40B4-BE49-F238E27FC236}">
                  <a16:creationId xmlns:a16="http://schemas.microsoft.com/office/drawing/2014/main" id="{164A6091-616E-4B7B-9DED-C4E23E72CA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775075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05" name="Picture 176">
              <a:extLst>
                <a:ext uri="{FF2B5EF4-FFF2-40B4-BE49-F238E27FC236}">
                  <a16:creationId xmlns:a16="http://schemas.microsoft.com/office/drawing/2014/main" id="{FADBD1A1-FF81-48D0-AD17-0B99BD8F25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7592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06" name="Picture 177">
              <a:extLst>
                <a:ext uri="{FF2B5EF4-FFF2-40B4-BE49-F238E27FC236}">
                  <a16:creationId xmlns:a16="http://schemas.microsoft.com/office/drawing/2014/main" id="{AF1BCC41-1953-4012-B8AB-BF48F1234B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794125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07" name="Rectangle 178">
              <a:extLst>
                <a:ext uri="{FF2B5EF4-FFF2-40B4-BE49-F238E27FC236}">
                  <a16:creationId xmlns:a16="http://schemas.microsoft.com/office/drawing/2014/main" id="{76F8CB6B-E15B-4C93-A4A0-F0635BF32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3717925"/>
              <a:ext cx="161925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08" name="Picture 179">
              <a:extLst>
                <a:ext uri="{FF2B5EF4-FFF2-40B4-BE49-F238E27FC236}">
                  <a16:creationId xmlns:a16="http://schemas.microsoft.com/office/drawing/2014/main" id="{21E3BB1E-FA7E-4947-A460-8127FB5158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7592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09" name="Picture 180">
              <a:extLst>
                <a:ext uri="{FF2B5EF4-FFF2-40B4-BE49-F238E27FC236}">
                  <a16:creationId xmlns:a16="http://schemas.microsoft.com/office/drawing/2014/main" id="{7785B63E-974C-4223-A1BA-45C0C8ED11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3794125"/>
              <a:ext cx="80962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10" name="Rectangle 181">
              <a:extLst>
                <a:ext uri="{FF2B5EF4-FFF2-40B4-BE49-F238E27FC236}">
                  <a16:creationId xmlns:a16="http://schemas.microsoft.com/office/drawing/2014/main" id="{DDABDB79-E16B-40C8-8C9E-7E5E38FD3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3717925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11" name="Picture 182">
              <a:extLst>
                <a:ext uri="{FF2B5EF4-FFF2-40B4-BE49-F238E27FC236}">
                  <a16:creationId xmlns:a16="http://schemas.microsoft.com/office/drawing/2014/main" id="{0919FB66-FEFC-4B98-8BCC-94F018C904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37592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12" name="Picture 183">
              <a:extLst>
                <a:ext uri="{FF2B5EF4-FFF2-40B4-BE49-F238E27FC236}">
                  <a16:creationId xmlns:a16="http://schemas.microsoft.com/office/drawing/2014/main" id="{453232EA-DFF8-47CC-B60F-8E00D9E18F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3795713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13" name="Rectangle 184">
              <a:extLst>
                <a:ext uri="{FF2B5EF4-FFF2-40B4-BE49-F238E27FC236}">
                  <a16:creationId xmlns:a16="http://schemas.microsoft.com/office/drawing/2014/main" id="{2734A3AE-6D0D-4BC4-8AAE-A9119D3A7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648075"/>
              <a:ext cx="15875" cy="3317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14" name="Picture 185">
              <a:extLst>
                <a:ext uri="{FF2B5EF4-FFF2-40B4-BE49-F238E27FC236}">
                  <a16:creationId xmlns:a16="http://schemas.microsoft.com/office/drawing/2014/main" id="{16DA0A88-2A34-40F2-A908-EAD87B1CC8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692525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15" name="Picture 186">
              <a:extLst>
                <a:ext uri="{FF2B5EF4-FFF2-40B4-BE49-F238E27FC236}">
                  <a16:creationId xmlns:a16="http://schemas.microsoft.com/office/drawing/2014/main" id="{355544C7-5CA0-45F7-BF61-B663907B14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3638" y="3792538"/>
              <a:ext cx="88900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16" name="Picture 187">
              <a:extLst>
                <a:ext uri="{FF2B5EF4-FFF2-40B4-BE49-F238E27FC236}">
                  <a16:creationId xmlns:a16="http://schemas.microsoft.com/office/drawing/2014/main" id="{CD26B250-36C5-4508-A27C-A1B0D9E91E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775075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17" name="Rectangle 188">
              <a:extLst>
                <a:ext uri="{FF2B5EF4-FFF2-40B4-BE49-F238E27FC236}">
                  <a16:creationId xmlns:a16="http://schemas.microsoft.com/office/drawing/2014/main" id="{50F7A0A1-EE0D-4C90-94E8-0F026F0A6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238" y="3717925"/>
              <a:ext cx="15875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18" name="Picture 189">
              <a:extLst>
                <a:ext uri="{FF2B5EF4-FFF2-40B4-BE49-F238E27FC236}">
                  <a16:creationId xmlns:a16="http://schemas.microsoft.com/office/drawing/2014/main" id="{127928B4-3FA8-40A1-A976-B47FDEBD19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759200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19" name="Picture 190">
              <a:extLst>
                <a:ext uri="{FF2B5EF4-FFF2-40B4-BE49-F238E27FC236}">
                  <a16:creationId xmlns:a16="http://schemas.microsoft.com/office/drawing/2014/main" id="{EDC2C19F-B790-4AE0-A012-8C50760D32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7941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20" name="Picture 191">
              <a:extLst>
                <a:ext uri="{FF2B5EF4-FFF2-40B4-BE49-F238E27FC236}">
                  <a16:creationId xmlns:a16="http://schemas.microsoft.com/office/drawing/2014/main" id="{437DC255-0095-4B88-BBC8-FF5E1C572C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7226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21" name="Picture 192">
              <a:extLst>
                <a:ext uri="{FF2B5EF4-FFF2-40B4-BE49-F238E27FC236}">
                  <a16:creationId xmlns:a16="http://schemas.microsoft.com/office/drawing/2014/main" id="{9515CF84-850C-4C62-B343-AD5C9D3414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7592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22" name="Picture 193">
              <a:extLst>
                <a:ext uri="{FF2B5EF4-FFF2-40B4-BE49-F238E27FC236}">
                  <a16:creationId xmlns:a16="http://schemas.microsoft.com/office/drawing/2014/main" id="{AB341F31-A6EE-44C8-AB0E-72DB572A4D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7941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23" name="Picture 194">
              <a:extLst>
                <a:ext uri="{FF2B5EF4-FFF2-40B4-BE49-F238E27FC236}">
                  <a16:creationId xmlns:a16="http://schemas.microsoft.com/office/drawing/2014/main" id="{1D1D51DD-22C8-42A2-BAD4-91A638E717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37226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24" name="Picture 195">
              <a:extLst>
                <a:ext uri="{FF2B5EF4-FFF2-40B4-BE49-F238E27FC236}">
                  <a16:creationId xmlns:a16="http://schemas.microsoft.com/office/drawing/2014/main" id="{24445CD7-48C6-4D37-841E-DA7365911E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37592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25" name="Picture 196">
              <a:extLst>
                <a:ext uri="{FF2B5EF4-FFF2-40B4-BE49-F238E27FC236}">
                  <a16:creationId xmlns:a16="http://schemas.microsoft.com/office/drawing/2014/main" id="{CDB637DA-AA75-4CE7-8F55-43CF63040C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6413" y="3795713"/>
              <a:ext cx="825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26" name="Picture 197">
              <a:extLst>
                <a:ext uri="{FF2B5EF4-FFF2-40B4-BE49-F238E27FC236}">
                  <a16:creationId xmlns:a16="http://schemas.microsoft.com/office/drawing/2014/main" id="{C2DCEE50-0B2F-485A-8456-CA5B765303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8263" y="4024313"/>
              <a:ext cx="10795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27" name="Rectangle 198">
              <a:extLst>
                <a:ext uri="{FF2B5EF4-FFF2-40B4-BE49-F238E27FC236}">
                  <a16:creationId xmlns:a16="http://schemas.microsoft.com/office/drawing/2014/main" id="{4F7166CE-5450-4E72-8BB4-960003FBA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979863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28" name="Picture 199">
              <a:extLst>
                <a:ext uri="{FF2B5EF4-FFF2-40B4-BE49-F238E27FC236}">
                  <a16:creationId xmlns:a16="http://schemas.microsoft.com/office/drawing/2014/main" id="{26977DDC-9F3F-4DCA-B2C8-324E896AD7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3300" y="402431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29" name="Picture 200">
              <a:extLst>
                <a:ext uri="{FF2B5EF4-FFF2-40B4-BE49-F238E27FC236}">
                  <a16:creationId xmlns:a16="http://schemas.microsoft.com/office/drawing/2014/main" id="{6CA02B7B-D2A3-4F19-B040-3D333604F1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200" y="4024313"/>
              <a:ext cx="1143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30" name="Picture 201">
              <a:extLst>
                <a:ext uri="{FF2B5EF4-FFF2-40B4-BE49-F238E27FC236}">
                  <a16:creationId xmlns:a16="http://schemas.microsoft.com/office/drawing/2014/main" id="{ED430E96-4145-4EB6-8C47-07E4CB1C5F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500" y="402431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31" name="Rectangle 202">
              <a:extLst>
                <a:ext uri="{FF2B5EF4-FFF2-40B4-BE49-F238E27FC236}">
                  <a16:creationId xmlns:a16="http://schemas.microsoft.com/office/drawing/2014/main" id="{9E6150AF-971B-4147-9311-F3761BB90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979863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732" name="Rectangle 203">
              <a:extLst>
                <a:ext uri="{FF2B5EF4-FFF2-40B4-BE49-F238E27FC236}">
                  <a16:creationId xmlns:a16="http://schemas.microsoft.com/office/drawing/2014/main" id="{9815FD2A-A9CA-4F0B-8C81-9C7BF3696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979863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33" name="Picture 204">
              <a:extLst>
                <a:ext uri="{FF2B5EF4-FFF2-40B4-BE49-F238E27FC236}">
                  <a16:creationId xmlns:a16="http://schemas.microsoft.com/office/drawing/2014/main" id="{22967CAC-9584-49C4-898C-3FFD8C2848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4086225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34" name="Picture 205">
              <a:extLst>
                <a:ext uri="{FF2B5EF4-FFF2-40B4-BE49-F238E27FC236}">
                  <a16:creationId xmlns:a16="http://schemas.microsoft.com/office/drawing/2014/main" id="{9801793E-FB02-4AE0-AB26-FEB8B3D9FA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4122738"/>
              <a:ext cx="80962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35" name="Picture 206">
              <a:extLst>
                <a:ext uri="{FF2B5EF4-FFF2-40B4-BE49-F238E27FC236}">
                  <a16:creationId xmlns:a16="http://schemas.microsoft.com/office/drawing/2014/main" id="{87021265-AEBA-4B2E-9BA5-616F066ABD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4103688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36" name="Picture 207">
              <a:extLst>
                <a:ext uri="{FF2B5EF4-FFF2-40B4-BE49-F238E27FC236}">
                  <a16:creationId xmlns:a16="http://schemas.microsoft.com/office/drawing/2014/main" id="{CE8048A3-F5DB-4A89-8C04-823CFA8206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40862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37" name="Picture 208">
              <a:extLst>
                <a:ext uri="{FF2B5EF4-FFF2-40B4-BE49-F238E27FC236}">
                  <a16:creationId xmlns:a16="http://schemas.microsoft.com/office/drawing/2014/main" id="{D77D975B-278B-4AE0-9458-4680C3FFDA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4122738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38" name="Rectangle 209">
              <a:extLst>
                <a:ext uri="{FF2B5EF4-FFF2-40B4-BE49-F238E27FC236}">
                  <a16:creationId xmlns:a16="http://schemas.microsoft.com/office/drawing/2014/main" id="{89E5EF0C-C1E2-46C3-B4BD-BD4788106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4048125"/>
              <a:ext cx="161925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39" name="Picture 210">
              <a:extLst>
                <a:ext uri="{FF2B5EF4-FFF2-40B4-BE49-F238E27FC236}">
                  <a16:creationId xmlns:a16="http://schemas.microsoft.com/office/drawing/2014/main" id="{A277CC9E-594D-4549-BE28-B4F54E5430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40862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40" name="Picture 211">
              <a:extLst>
                <a:ext uri="{FF2B5EF4-FFF2-40B4-BE49-F238E27FC236}">
                  <a16:creationId xmlns:a16="http://schemas.microsoft.com/office/drawing/2014/main" id="{BE5795C8-1822-40AF-88C0-18B0E32A49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4122738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41" name="Picture 212">
              <a:extLst>
                <a:ext uri="{FF2B5EF4-FFF2-40B4-BE49-F238E27FC236}">
                  <a16:creationId xmlns:a16="http://schemas.microsoft.com/office/drawing/2014/main" id="{4BBB9925-F454-41C8-9407-D882378D1B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40862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42" name="Picture 213">
              <a:extLst>
                <a:ext uri="{FF2B5EF4-FFF2-40B4-BE49-F238E27FC236}">
                  <a16:creationId xmlns:a16="http://schemas.microsoft.com/office/drawing/2014/main" id="{46F3B249-4AE6-4852-8AE4-7D2279A8B9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4122738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43" name="Rectangle 214">
              <a:extLst>
                <a:ext uri="{FF2B5EF4-FFF2-40B4-BE49-F238E27FC236}">
                  <a16:creationId xmlns:a16="http://schemas.microsoft.com/office/drawing/2014/main" id="{A6030C34-F48F-4393-9CB0-E71ABCACA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979863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44" name="Picture 215">
              <a:extLst>
                <a:ext uri="{FF2B5EF4-FFF2-40B4-BE49-F238E27FC236}">
                  <a16:creationId xmlns:a16="http://schemas.microsoft.com/office/drawing/2014/main" id="{4F435867-B57B-410B-8A10-183A3874AF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4021138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45" name="Picture 216">
              <a:extLst>
                <a:ext uri="{FF2B5EF4-FFF2-40B4-BE49-F238E27FC236}">
                  <a16:creationId xmlns:a16="http://schemas.microsoft.com/office/drawing/2014/main" id="{EDCABBAE-574C-459E-8A3C-A73BCE8901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4122738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46" name="Picture 217">
              <a:extLst>
                <a:ext uri="{FF2B5EF4-FFF2-40B4-BE49-F238E27FC236}">
                  <a16:creationId xmlns:a16="http://schemas.microsoft.com/office/drawing/2014/main" id="{2D82E628-B479-4DE4-B0BB-93C513AD56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4103688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47" name="Rectangle 218">
              <a:extLst>
                <a:ext uri="{FF2B5EF4-FFF2-40B4-BE49-F238E27FC236}">
                  <a16:creationId xmlns:a16="http://schemas.microsoft.com/office/drawing/2014/main" id="{5D6C84CC-A611-4A0B-B9FC-0BF6187EA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238" y="4048125"/>
              <a:ext cx="158750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48" name="Picture 219">
              <a:extLst>
                <a:ext uri="{FF2B5EF4-FFF2-40B4-BE49-F238E27FC236}">
                  <a16:creationId xmlns:a16="http://schemas.microsoft.com/office/drawing/2014/main" id="{4A408DCF-3C8B-4307-865B-1E506E1D5C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4086225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49" name="Picture 220">
              <a:extLst>
                <a:ext uri="{FF2B5EF4-FFF2-40B4-BE49-F238E27FC236}">
                  <a16:creationId xmlns:a16="http://schemas.microsoft.com/office/drawing/2014/main" id="{9D76C6DF-BA86-4E02-9939-ED0F4BEBB8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4122738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50" name="Picture 221">
              <a:extLst>
                <a:ext uri="{FF2B5EF4-FFF2-40B4-BE49-F238E27FC236}">
                  <a16:creationId xmlns:a16="http://schemas.microsoft.com/office/drawing/2014/main" id="{DC2AE5BE-7763-4814-A477-D3FE27F5A0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4049713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51" name="Picture 222">
              <a:extLst>
                <a:ext uri="{FF2B5EF4-FFF2-40B4-BE49-F238E27FC236}">
                  <a16:creationId xmlns:a16="http://schemas.microsoft.com/office/drawing/2014/main" id="{671DEE0A-D71D-4733-A95D-CBE295F3A1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40862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52" name="Picture 223">
              <a:extLst>
                <a:ext uri="{FF2B5EF4-FFF2-40B4-BE49-F238E27FC236}">
                  <a16:creationId xmlns:a16="http://schemas.microsoft.com/office/drawing/2014/main" id="{18454676-F70A-49A0-90C2-65CAB7A557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4122738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53" name="Picture 224">
              <a:extLst>
                <a:ext uri="{FF2B5EF4-FFF2-40B4-BE49-F238E27FC236}">
                  <a16:creationId xmlns:a16="http://schemas.microsoft.com/office/drawing/2014/main" id="{3380BDD9-1FCF-4C33-9FEA-F713C5D2C6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4049713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54" name="Rectangle 225">
              <a:extLst>
                <a:ext uri="{FF2B5EF4-FFF2-40B4-BE49-F238E27FC236}">
                  <a16:creationId xmlns:a16="http://schemas.microsoft.com/office/drawing/2014/main" id="{38B22153-2D32-4744-AC7C-C09052BDC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663" y="4048125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55" name="Picture 226">
              <a:extLst>
                <a:ext uri="{FF2B5EF4-FFF2-40B4-BE49-F238E27FC236}">
                  <a16:creationId xmlns:a16="http://schemas.microsoft.com/office/drawing/2014/main" id="{3B5206BD-9B1D-4802-AB2E-DE705B014D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40862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56" name="Picture 227">
              <a:extLst>
                <a:ext uri="{FF2B5EF4-FFF2-40B4-BE49-F238E27FC236}">
                  <a16:creationId xmlns:a16="http://schemas.microsoft.com/office/drawing/2014/main" id="{CD6355AD-39D3-498F-94B5-AB547B9E6B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9588" y="4122738"/>
              <a:ext cx="80962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57" name="Picture 228">
              <a:extLst>
                <a:ext uri="{FF2B5EF4-FFF2-40B4-BE49-F238E27FC236}">
                  <a16:creationId xmlns:a16="http://schemas.microsoft.com/office/drawing/2014/main" id="{EF1FB318-1BCB-4A35-966F-49A34D780E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913" y="43545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58" name="Rectangle 229">
              <a:extLst>
                <a:ext uri="{FF2B5EF4-FFF2-40B4-BE49-F238E27FC236}">
                  <a16:creationId xmlns:a16="http://schemas.microsoft.com/office/drawing/2014/main" id="{C604CE08-88E9-4744-BA0C-94874D974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4310063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59" name="Picture 230">
              <a:extLst>
                <a:ext uri="{FF2B5EF4-FFF2-40B4-BE49-F238E27FC236}">
                  <a16:creationId xmlns:a16="http://schemas.microsoft.com/office/drawing/2014/main" id="{75F6F5DA-0AC8-4E51-8607-4310A52730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3300" y="4354513"/>
              <a:ext cx="93663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60" name="Picture 231">
              <a:extLst>
                <a:ext uri="{FF2B5EF4-FFF2-40B4-BE49-F238E27FC236}">
                  <a16:creationId xmlns:a16="http://schemas.microsoft.com/office/drawing/2014/main" id="{768F23A5-303B-4ACD-A5A9-BE107E3749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488" y="4354513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61" name="Picture 232">
              <a:extLst>
                <a:ext uri="{FF2B5EF4-FFF2-40B4-BE49-F238E27FC236}">
                  <a16:creationId xmlns:a16="http://schemas.microsoft.com/office/drawing/2014/main" id="{8C61C6A1-6E2A-4465-B7C5-3EEA058246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43545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62" name="Rectangle 233">
              <a:extLst>
                <a:ext uri="{FF2B5EF4-FFF2-40B4-BE49-F238E27FC236}">
                  <a16:creationId xmlns:a16="http://schemas.microsoft.com/office/drawing/2014/main" id="{A32DC181-D906-4B4F-AE47-78AEC7569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4310063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763" name="Rectangle 234">
              <a:extLst>
                <a:ext uri="{FF2B5EF4-FFF2-40B4-BE49-F238E27FC236}">
                  <a16:creationId xmlns:a16="http://schemas.microsoft.com/office/drawing/2014/main" id="{866B72DA-763F-4087-80E2-E3DF07A82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4310063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64" name="Picture 235">
              <a:extLst>
                <a:ext uri="{FF2B5EF4-FFF2-40B4-BE49-F238E27FC236}">
                  <a16:creationId xmlns:a16="http://schemas.microsoft.com/office/drawing/2014/main" id="{437B891D-7AEB-42A2-97AB-F1B86B16D9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4416425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65" name="Picture 236">
              <a:extLst>
                <a:ext uri="{FF2B5EF4-FFF2-40B4-BE49-F238E27FC236}">
                  <a16:creationId xmlns:a16="http://schemas.microsoft.com/office/drawing/2014/main" id="{EC748845-5DF7-4B05-9431-572E631D3D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4454525"/>
              <a:ext cx="80962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66" name="Picture 237">
              <a:extLst>
                <a:ext uri="{FF2B5EF4-FFF2-40B4-BE49-F238E27FC236}">
                  <a16:creationId xmlns:a16="http://schemas.microsoft.com/office/drawing/2014/main" id="{0AA3FE04-29D4-42A2-83AA-BC53E58B89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4435475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67" name="Picture 238">
              <a:extLst>
                <a:ext uri="{FF2B5EF4-FFF2-40B4-BE49-F238E27FC236}">
                  <a16:creationId xmlns:a16="http://schemas.microsoft.com/office/drawing/2014/main" id="{27499904-FB82-4041-8705-80217F7E47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44164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68" name="Picture 239">
              <a:extLst>
                <a:ext uri="{FF2B5EF4-FFF2-40B4-BE49-F238E27FC236}">
                  <a16:creationId xmlns:a16="http://schemas.microsoft.com/office/drawing/2014/main" id="{01154961-14FA-4FBB-A746-4523A1D680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4454525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69" name="Picture 240">
              <a:extLst>
                <a:ext uri="{FF2B5EF4-FFF2-40B4-BE49-F238E27FC236}">
                  <a16:creationId xmlns:a16="http://schemas.microsoft.com/office/drawing/2014/main" id="{70CCDD4E-F60C-4761-9CF0-78CD36B699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44164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70" name="Picture 241">
              <a:extLst>
                <a:ext uri="{FF2B5EF4-FFF2-40B4-BE49-F238E27FC236}">
                  <a16:creationId xmlns:a16="http://schemas.microsoft.com/office/drawing/2014/main" id="{6BBEDE65-E227-4ECE-B014-C799370585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44545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71" name="Rectangle 242">
              <a:extLst>
                <a:ext uri="{FF2B5EF4-FFF2-40B4-BE49-F238E27FC236}">
                  <a16:creationId xmlns:a16="http://schemas.microsoft.com/office/drawing/2014/main" id="{9CF70937-1F40-4662-B226-781ADE333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437991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72" name="Picture 243">
              <a:extLst>
                <a:ext uri="{FF2B5EF4-FFF2-40B4-BE49-F238E27FC236}">
                  <a16:creationId xmlns:a16="http://schemas.microsoft.com/office/drawing/2014/main" id="{A73BEBD3-932C-4F4D-8605-263B5816B7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44164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73" name="Picture 244">
              <a:extLst>
                <a:ext uri="{FF2B5EF4-FFF2-40B4-BE49-F238E27FC236}">
                  <a16:creationId xmlns:a16="http://schemas.microsoft.com/office/drawing/2014/main" id="{1B35BE80-B259-41FB-8489-01907A3BB7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4454525"/>
              <a:ext cx="809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74" name="Rectangle 245">
              <a:extLst>
                <a:ext uri="{FF2B5EF4-FFF2-40B4-BE49-F238E27FC236}">
                  <a16:creationId xmlns:a16="http://schemas.microsoft.com/office/drawing/2014/main" id="{79D28895-DA44-4679-8FC9-0D66A08D7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4310063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75" name="Picture 246">
              <a:extLst>
                <a:ext uri="{FF2B5EF4-FFF2-40B4-BE49-F238E27FC236}">
                  <a16:creationId xmlns:a16="http://schemas.microsoft.com/office/drawing/2014/main" id="{25178C69-4D12-4B3A-AB24-F67C565753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4351338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76" name="Picture 247">
              <a:extLst>
                <a:ext uri="{FF2B5EF4-FFF2-40B4-BE49-F238E27FC236}">
                  <a16:creationId xmlns:a16="http://schemas.microsoft.com/office/drawing/2014/main" id="{5D41A763-4B9F-409C-8BB6-A60A5F2D7A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4454525"/>
              <a:ext cx="809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77" name="Picture 248">
              <a:extLst>
                <a:ext uri="{FF2B5EF4-FFF2-40B4-BE49-F238E27FC236}">
                  <a16:creationId xmlns:a16="http://schemas.microsoft.com/office/drawing/2014/main" id="{AD20D24E-7D0A-42FE-9809-A1CE1E74FF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4435475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78" name="Rectangle 249">
              <a:extLst>
                <a:ext uri="{FF2B5EF4-FFF2-40B4-BE49-F238E27FC236}">
                  <a16:creationId xmlns:a16="http://schemas.microsoft.com/office/drawing/2014/main" id="{7FB15D01-E945-490C-AAA8-3AE70F7FB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238" y="4379913"/>
              <a:ext cx="158750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79" name="Picture 250">
              <a:extLst>
                <a:ext uri="{FF2B5EF4-FFF2-40B4-BE49-F238E27FC236}">
                  <a16:creationId xmlns:a16="http://schemas.microsoft.com/office/drawing/2014/main" id="{9ABC3631-43E5-46EE-B5C7-770B16521D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4416425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80" name="Picture 251">
              <a:extLst>
                <a:ext uri="{FF2B5EF4-FFF2-40B4-BE49-F238E27FC236}">
                  <a16:creationId xmlns:a16="http://schemas.microsoft.com/office/drawing/2014/main" id="{625B020F-1744-4C34-AA7B-1530EBAEF0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44545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81" name="Picture 252">
              <a:extLst>
                <a:ext uri="{FF2B5EF4-FFF2-40B4-BE49-F238E27FC236}">
                  <a16:creationId xmlns:a16="http://schemas.microsoft.com/office/drawing/2014/main" id="{7B0DA416-E016-46C5-926E-7C560EC1AD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43815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82" name="Rectangle 253">
              <a:extLst>
                <a:ext uri="{FF2B5EF4-FFF2-40B4-BE49-F238E27FC236}">
                  <a16:creationId xmlns:a16="http://schemas.microsoft.com/office/drawing/2014/main" id="{E1189B38-1F1B-4875-9320-69BB50312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663" y="437991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83" name="Picture 254">
              <a:extLst>
                <a:ext uri="{FF2B5EF4-FFF2-40B4-BE49-F238E27FC236}">
                  <a16:creationId xmlns:a16="http://schemas.microsoft.com/office/drawing/2014/main" id="{57057D45-8F12-43C2-B9DB-046A10F88D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44164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84" name="Picture 255">
              <a:extLst>
                <a:ext uri="{FF2B5EF4-FFF2-40B4-BE49-F238E27FC236}">
                  <a16:creationId xmlns:a16="http://schemas.microsoft.com/office/drawing/2014/main" id="{A8F74312-DB9A-4743-8D65-8B4A4BC657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44545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85" name="Picture 256">
              <a:extLst>
                <a:ext uri="{FF2B5EF4-FFF2-40B4-BE49-F238E27FC236}">
                  <a16:creationId xmlns:a16="http://schemas.microsoft.com/office/drawing/2014/main" id="{97E17111-0A06-4E73-9833-F42710E353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43815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86" name="Picture 257">
              <a:extLst>
                <a:ext uri="{FF2B5EF4-FFF2-40B4-BE49-F238E27FC236}">
                  <a16:creationId xmlns:a16="http://schemas.microsoft.com/office/drawing/2014/main" id="{69D5AB82-6368-47C7-A04A-382FF50697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44164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87" name="Picture 258">
              <a:extLst>
                <a:ext uri="{FF2B5EF4-FFF2-40B4-BE49-F238E27FC236}">
                  <a16:creationId xmlns:a16="http://schemas.microsoft.com/office/drawing/2014/main" id="{0547BE59-74D9-462C-B7AD-2826A5188D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6413" y="4454525"/>
              <a:ext cx="82550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88" name="Picture 259">
              <a:extLst>
                <a:ext uri="{FF2B5EF4-FFF2-40B4-BE49-F238E27FC236}">
                  <a16:creationId xmlns:a16="http://schemas.microsoft.com/office/drawing/2014/main" id="{6D44825D-B55D-4566-9FCF-BDB412CB6F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850" y="4683125"/>
              <a:ext cx="114300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89" name="Rectangle 260">
              <a:extLst>
                <a:ext uri="{FF2B5EF4-FFF2-40B4-BE49-F238E27FC236}">
                  <a16:creationId xmlns:a16="http://schemas.microsoft.com/office/drawing/2014/main" id="{E044C26F-B372-4C3D-9ED2-193BFD773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4624388"/>
              <a:ext cx="12700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90" name="Picture 261">
              <a:extLst>
                <a:ext uri="{FF2B5EF4-FFF2-40B4-BE49-F238E27FC236}">
                  <a16:creationId xmlns:a16="http://schemas.microsoft.com/office/drawing/2014/main" id="{6BBEEEAD-49FC-47B5-A5BF-2147088F09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3300" y="46863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91" name="Picture 262">
              <a:extLst>
                <a:ext uri="{FF2B5EF4-FFF2-40B4-BE49-F238E27FC236}">
                  <a16:creationId xmlns:a16="http://schemas.microsoft.com/office/drawing/2014/main" id="{8D936304-18A4-4877-9BB4-6BDB48BDEA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488" y="46863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92" name="Picture 263">
              <a:extLst>
                <a:ext uri="{FF2B5EF4-FFF2-40B4-BE49-F238E27FC236}">
                  <a16:creationId xmlns:a16="http://schemas.microsoft.com/office/drawing/2014/main" id="{B82B56EE-3820-4C7B-B8B0-051631658D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500" y="46863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93" name="Rectangle 264">
              <a:extLst>
                <a:ext uri="{FF2B5EF4-FFF2-40B4-BE49-F238E27FC236}">
                  <a16:creationId xmlns:a16="http://schemas.microsoft.com/office/drawing/2014/main" id="{516F27F4-B760-45B5-B298-11357D91E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4624388"/>
              <a:ext cx="14287" cy="431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794" name="Rectangle 265">
              <a:extLst>
                <a:ext uri="{FF2B5EF4-FFF2-40B4-BE49-F238E27FC236}">
                  <a16:creationId xmlns:a16="http://schemas.microsoft.com/office/drawing/2014/main" id="{8AAA2DBA-D2D5-4A32-A6EC-082F36E50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4624388"/>
              <a:ext cx="12700" cy="431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795" name="Picture 266">
              <a:extLst>
                <a:ext uri="{FF2B5EF4-FFF2-40B4-BE49-F238E27FC236}">
                  <a16:creationId xmlns:a16="http://schemas.microsoft.com/office/drawing/2014/main" id="{7C1F2F95-64EC-4D49-B45F-D2232476D3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4748213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96" name="Picture 267">
              <a:extLst>
                <a:ext uri="{FF2B5EF4-FFF2-40B4-BE49-F238E27FC236}">
                  <a16:creationId xmlns:a16="http://schemas.microsoft.com/office/drawing/2014/main" id="{2A7136E5-AA83-4ACD-ACEE-AE41C78ABA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4783138"/>
              <a:ext cx="87312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97" name="Picture 268">
              <a:extLst>
                <a:ext uri="{FF2B5EF4-FFF2-40B4-BE49-F238E27FC236}">
                  <a16:creationId xmlns:a16="http://schemas.microsoft.com/office/drawing/2014/main" id="{A7F96685-A337-4055-A444-3928056A65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4765675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98" name="Picture 269">
              <a:extLst>
                <a:ext uri="{FF2B5EF4-FFF2-40B4-BE49-F238E27FC236}">
                  <a16:creationId xmlns:a16="http://schemas.microsoft.com/office/drawing/2014/main" id="{54278739-069F-45BB-890D-2B86AEB4E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47482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99" name="Picture 270">
              <a:extLst>
                <a:ext uri="{FF2B5EF4-FFF2-40B4-BE49-F238E27FC236}">
                  <a16:creationId xmlns:a16="http://schemas.microsoft.com/office/drawing/2014/main" id="{FCDC346F-22E4-435C-92EA-843472EBD2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4784725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800" name="Picture 271">
              <a:extLst>
                <a:ext uri="{FF2B5EF4-FFF2-40B4-BE49-F238E27FC236}">
                  <a16:creationId xmlns:a16="http://schemas.microsoft.com/office/drawing/2014/main" id="{863EDBE4-FCBB-47FC-A767-948224144D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4748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801" name="Picture 272">
              <a:extLst>
                <a:ext uri="{FF2B5EF4-FFF2-40B4-BE49-F238E27FC236}">
                  <a16:creationId xmlns:a16="http://schemas.microsoft.com/office/drawing/2014/main" id="{D828AB10-6347-4FD4-9A99-01947438D2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47847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802" name="Picture 273">
              <a:extLst>
                <a:ext uri="{FF2B5EF4-FFF2-40B4-BE49-F238E27FC236}">
                  <a16:creationId xmlns:a16="http://schemas.microsoft.com/office/drawing/2014/main" id="{3B9A7FC8-ECC9-4D6A-BD2F-F3B1903006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47482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803" name="Picture 274">
              <a:extLst>
                <a:ext uri="{FF2B5EF4-FFF2-40B4-BE49-F238E27FC236}">
                  <a16:creationId xmlns:a16="http://schemas.microsoft.com/office/drawing/2014/main" id="{957C47D7-F1BC-4A36-91A5-50C36EC5E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4784725"/>
              <a:ext cx="809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804" name="Rectangle 275">
              <a:extLst>
                <a:ext uri="{FF2B5EF4-FFF2-40B4-BE49-F238E27FC236}">
                  <a16:creationId xmlns:a16="http://schemas.microsoft.com/office/drawing/2014/main" id="{527658F4-55DA-4BD9-850A-7353744C2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4624388"/>
              <a:ext cx="15875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805" name="Picture 276">
              <a:extLst>
                <a:ext uri="{FF2B5EF4-FFF2-40B4-BE49-F238E27FC236}">
                  <a16:creationId xmlns:a16="http://schemas.microsoft.com/office/drawing/2014/main" id="{D5EE35DD-5F3E-4343-BFA8-338383EAB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4683125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806" name="Picture 277">
              <a:extLst>
                <a:ext uri="{FF2B5EF4-FFF2-40B4-BE49-F238E27FC236}">
                  <a16:creationId xmlns:a16="http://schemas.microsoft.com/office/drawing/2014/main" id="{A7C449AB-D8EE-407F-9396-0CA2BE9989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4783138"/>
              <a:ext cx="87313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807" name="Picture 278">
              <a:extLst>
                <a:ext uri="{FF2B5EF4-FFF2-40B4-BE49-F238E27FC236}">
                  <a16:creationId xmlns:a16="http://schemas.microsoft.com/office/drawing/2014/main" id="{E3C32691-0E93-430D-B841-173EC708CD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4765675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808" name="Rectangle 279">
              <a:extLst>
                <a:ext uri="{FF2B5EF4-FFF2-40B4-BE49-F238E27FC236}">
                  <a16:creationId xmlns:a16="http://schemas.microsoft.com/office/drawing/2014/main" id="{5A9E1F73-C83C-4FED-86A1-6EDD6104E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238" y="4710113"/>
              <a:ext cx="158750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809" name="Picture 280">
              <a:extLst>
                <a:ext uri="{FF2B5EF4-FFF2-40B4-BE49-F238E27FC236}">
                  <a16:creationId xmlns:a16="http://schemas.microsoft.com/office/drawing/2014/main" id="{793F1063-1789-4B03-9414-D1D92FB0AF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4748213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810" name="Picture 281">
              <a:extLst>
                <a:ext uri="{FF2B5EF4-FFF2-40B4-BE49-F238E27FC236}">
                  <a16:creationId xmlns:a16="http://schemas.microsoft.com/office/drawing/2014/main" id="{3EC5D245-8E0A-416C-BB45-EB61AC0ECC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47847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811" name="Picture 282">
              <a:extLst>
                <a:ext uri="{FF2B5EF4-FFF2-40B4-BE49-F238E27FC236}">
                  <a16:creationId xmlns:a16="http://schemas.microsoft.com/office/drawing/2014/main" id="{D82E7840-EC48-43FA-B13B-22F1390F23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47117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812" name="Rectangle 283">
              <a:extLst>
                <a:ext uri="{FF2B5EF4-FFF2-40B4-BE49-F238E27FC236}">
                  <a16:creationId xmlns:a16="http://schemas.microsoft.com/office/drawing/2014/main" id="{B14E6395-019A-451A-8794-61AEBC1AF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663" y="471011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813" name="Picture 284">
              <a:extLst>
                <a:ext uri="{FF2B5EF4-FFF2-40B4-BE49-F238E27FC236}">
                  <a16:creationId xmlns:a16="http://schemas.microsoft.com/office/drawing/2014/main" id="{BFF0DD01-8954-4FBD-AC03-58E24B3F32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4748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814" name="Picture 285">
              <a:extLst>
                <a:ext uri="{FF2B5EF4-FFF2-40B4-BE49-F238E27FC236}">
                  <a16:creationId xmlns:a16="http://schemas.microsoft.com/office/drawing/2014/main" id="{0A5CBB33-7EE9-4A65-BC68-5D912B53E9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47847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815" name="Picture 286">
              <a:extLst>
                <a:ext uri="{FF2B5EF4-FFF2-40B4-BE49-F238E27FC236}">
                  <a16:creationId xmlns:a16="http://schemas.microsoft.com/office/drawing/2014/main" id="{6FFF075D-3BBD-4FB0-A35B-29F163DAAF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47117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816" name="Rectangle 287">
              <a:extLst>
                <a:ext uri="{FF2B5EF4-FFF2-40B4-BE49-F238E27FC236}">
                  <a16:creationId xmlns:a16="http://schemas.microsoft.com/office/drawing/2014/main" id="{26B2D82D-7962-446D-B3DE-95D1C7457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663" y="471011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2817" name="Picture 288">
              <a:extLst>
                <a:ext uri="{FF2B5EF4-FFF2-40B4-BE49-F238E27FC236}">
                  <a16:creationId xmlns:a16="http://schemas.microsoft.com/office/drawing/2014/main" id="{DB6D80FD-747E-43C2-9591-09FC09AC89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4748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818" name="Picture 289">
              <a:extLst>
                <a:ext uri="{FF2B5EF4-FFF2-40B4-BE49-F238E27FC236}">
                  <a16:creationId xmlns:a16="http://schemas.microsoft.com/office/drawing/2014/main" id="{EC549FA8-FB56-4653-B921-E5038E9E81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9588" y="4784725"/>
              <a:ext cx="80962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819" name="Rectangle 290">
              <a:extLst>
                <a:ext uri="{FF2B5EF4-FFF2-40B4-BE49-F238E27FC236}">
                  <a16:creationId xmlns:a16="http://schemas.microsoft.com/office/drawing/2014/main" id="{AC1BEE33-4A5E-403A-842B-D4C5B89B9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5068888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22531" name="TextBox 125">
            <a:extLst>
              <a:ext uri="{FF2B5EF4-FFF2-40B4-BE49-F238E27FC236}">
                <a16:creationId xmlns:a16="http://schemas.microsoft.com/office/drawing/2014/main" id="{0936BC81-160C-491B-BF6B-CCDF34FFF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2.22 from the textbook 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9C4C0804-B4D8-4365-AEBD-42F0C95F8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sz="3000" dirty="0" err="1"/>
              <a:t>Minterms</a:t>
            </a:r>
            <a:r>
              <a:rPr lang="en-US" altLang="en-US" sz="3000" dirty="0"/>
              <a:t> and Maxterms (with three variables)</a:t>
            </a:r>
          </a:p>
        </p:txBody>
      </p:sp>
      <p:grpSp>
        <p:nvGrpSpPr>
          <p:cNvPr id="23554" name="Group 291">
            <a:extLst>
              <a:ext uri="{FF2B5EF4-FFF2-40B4-BE49-F238E27FC236}">
                <a16:creationId xmlns:a16="http://schemas.microsoft.com/office/drawing/2014/main" id="{F52CE7E1-9E31-4D01-9CA3-18120E00D1C5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781050"/>
            <a:ext cx="7634288" cy="3875087"/>
            <a:chOff x="762000" y="1208088"/>
            <a:chExt cx="7634288" cy="3875087"/>
          </a:xfrm>
        </p:grpSpPr>
        <p:sp>
          <p:nvSpPr>
            <p:cNvPr id="23562" name="Rectangle 3">
              <a:extLst>
                <a:ext uri="{FF2B5EF4-FFF2-40B4-BE49-F238E27FC236}">
                  <a16:creationId xmlns:a16="http://schemas.microsoft.com/office/drawing/2014/main" id="{1AAB37BD-8E53-490D-8C94-AE22328DF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1208088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563" name="Picture 4">
              <a:extLst>
                <a:ext uri="{FF2B5EF4-FFF2-40B4-BE49-F238E27FC236}">
                  <a16:creationId xmlns:a16="http://schemas.microsoft.com/office/drawing/2014/main" id="{6CD02DEC-36FC-4852-BCA6-FE9D082BEF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2688" y="1435100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4" name="Picture 5">
              <a:extLst>
                <a:ext uri="{FF2B5EF4-FFF2-40B4-BE49-F238E27FC236}">
                  <a16:creationId xmlns:a16="http://schemas.microsoft.com/office/drawing/2014/main" id="{111ADF1B-EB94-41B4-9A9A-74378C5554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2713" y="1497013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5" name="Picture 6">
              <a:extLst>
                <a:ext uri="{FF2B5EF4-FFF2-40B4-BE49-F238E27FC236}">
                  <a16:creationId xmlns:a16="http://schemas.microsoft.com/office/drawing/2014/main" id="{E1ED4248-98DD-4FBB-BDD9-FB7927B157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6063" y="1504950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66" name="Rectangle 7">
              <a:extLst>
                <a:ext uri="{FF2B5EF4-FFF2-40B4-BE49-F238E27FC236}">
                  <a16:creationId xmlns:a16="http://schemas.microsoft.com/office/drawing/2014/main" id="{BB2F51C6-8DE9-4431-8203-CE300A18D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1220788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567" name="Rectangle 8">
              <a:extLst>
                <a:ext uri="{FF2B5EF4-FFF2-40B4-BE49-F238E27FC236}">
                  <a16:creationId xmlns:a16="http://schemas.microsoft.com/office/drawing/2014/main" id="{6461E1FE-B92F-4EA5-9ADE-947E0BD5B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1220788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568" name="Rectangle 9">
              <a:extLst>
                <a:ext uri="{FF2B5EF4-FFF2-40B4-BE49-F238E27FC236}">
                  <a16:creationId xmlns:a16="http://schemas.microsoft.com/office/drawing/2014/main" id="{A9C2CD47-EF99-4224-A78B-43326BF1F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1220788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569" name="Rectangle 10">
              <a:extLst>
                <a:ext uri="{FF2B5EF4-FFF2-40B4-BE49-F238E27FC236}">
                  <a16:creationId xmlns:a16="http://schemas.microsoft.com/office/drawing/2014/main" id="{B6B1AD4B-05A9-4138-A523-EFD24D05A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1220788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570" name="Picture 11">
              <a:extLst>
                <a:ext uri="{FF2B5EF4-FFF2-40B4-BE49-F238E27FC236}">
                  <a16:creationId xmlns:a16="http://schemas.microsoft.com/office/drawing/2014/main" id="{EBAC447F-0A9E-48FA-9DE4-94E229B627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6150" y="1833563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1" name="Picture 12">
              <a:extLst>
                <a:ext uri="{FF2B5EF4-FFF2-40B4-BE49-F238E27FC236}">
                  <a16:creationId xmlns:a16="http://schemas.microsoft.com/office/drawing/2014/main" id="{0DDFA677-69B0-41AD-9D77-4259D94F7C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613" y="183197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2" name="Picture 13">
              <a:extLst>
                <a:ext uri="{FF2B5EF4-FFF2-40B4-BE49-F238E27FC236}">
                  <a16:creationId xmlns:a16="http://schemas.microsoft.com/office/drawing/2014/main" id="{4331B39F-1C38-4325-9712-C4D78887FB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1833563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3" name="Picture 14">
              <a:extLst>
                <a:ext uri="{FF2B5EF4-FFF2-40B4-BE49-F238E27FC236}">
                  <a16:creationId xmlns:a16="http://schemas.microsoft.com/office/drawing/2014/main" id="{5AA74F62-9144-4220-AADE-C72C04E666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5263" y="1762125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4" name="Picture 15">
              <a:extLst>
                <a:ext uri="{FF2B5EF4-FFF2-40B4-BE49-F238E27FC236}">
                  <a16:creationId xmlns:a16="http://schemas.microsoft.com/office/drawing/2014/main" id="{BC333904-164C-4205-8AEC-9A56CF4EF3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5600" y="1828800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5" name="Picture 16">
              <a:extLst>
                <a:ext uri="{FF2B5EF4-FFF2-40B4-BE49-F238E27FC236}">
                  <a16:creationId xmlns:a16="http://schemas.microsoft.com/office/drawing/2014/main" id="{D8D866C5-1638-4A65-9933-0B40CB3DA8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6250" y="1833563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76" name="Rectangle 17">
              <a:extLst>
                <a:ext uri="{FF2B5EF4-FFF2-40B4-BE49-F238E27FC236}">
                  <a16:creationId xmlns:a16="http://schemas.microsoft.com/office/drawing/2014/main" id="{C2188483-87BA-41B7-8D96-3D6DAB739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1728788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577" name="Picture 18">
              <a:extLst>
                <a:ext uri="{FF2B5EF4-FFF2-40B4-BE49-F238E27FC236}">
                  <a16:creationId xmlns:a16="http://schemas.microsoft.com/office/drawing/2014/main" id="{6F72936F-7211-4DD9-A481-AE7D823966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4400" y="183197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8" name="Picture 19">
              <a:extLst>
                <a:ext uri="{FF2B5EF4-FFF2-40B4-BE49-F238E27FC236}">
                  <a16:creationId xmlns:a16="http://schemas.microsoft.com/office/drawing/2014/main" id="{3785982D-5B7B-4491-A5B4-CEFB2F007B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9500" y="1866900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9" name="Picture 20">
              <a:extLst>
                <a:ext uri="{FF2B5EF4-FFF2-40B4-BE49-F238E27FC236}">
                  <a16:creationId xmlns:a16="http://schemas.microsoft.com/office/drawing/2014/main" id="{97FB4B69-82BB-4A09-8A4B-A1B1CDBDA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8763" y="1831975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80" name="Picture 21">
              <a:extLst>
                <a:ext uri="{FF2B5EF4-FFF2-40B4-BE49-F238E27FC236}">
                  <a16:creationId xmlns:a16="http://schemas.microsoft.com/office/drawing/2014/main" id="{827F712C-0910-4C0D-B391-E3D44579D8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7513" y="1866900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81" name="Picture 22">
              <a:extLst>
                <a:ext uri="{FF2B5EF4-FFF2-40B4-BE49-F238E27FC236}">
                  <a16:creationId xmlns:a16="http://schemas.microsoft.com/office/drawing/2014/main" id="{723B4848-F3B8-42F5-8594-2C117EFF2A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363" y="183197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82" name="Picture 23">
              <a:extLst>
                <a:ext uri="{FF2B5EF4-FFF2-40B4-BE49-F238E27FC236}">
                  <a16:creationId xmlns:a16="http://schemas.microsoft.com/office/drawing/2014/main" id="{A76DBFDA-0A9A-4F97-87ED-5C420BB129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7113" y="1868488"/>
              <a:ext cx="825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83" name="Rectangle 24">
              <a:extLst>
                <a:ext uri="{FF2B5EF4-FFF2-40B4-BE49-F238E27FC236}">
                  <a16:creationId xmlns:a16="http://schemas.microsoft.com/office/drawing/2014/main" id="{90089F5C-1343-43D0-BAA4-DE5CA6495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1728788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584" name="Rectangle 25">
              <a:extLst>
                <a:ext uri="{FF2B5EF4-FFF2-40B4-BE49-F238E27FC236}">
                  <a16:creationId xmlns:a16="http://schemas.microsoft.com/office/drawing/2014/main" id="{75966DD4-1C8E-432D-A224-90D47AD14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1728788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585" name="Picture 26">
              <a:extLst>
                <a:ext uri="{FF2B5EF4-FFF2-40B4-BE49-F238E27FC236}">
                  <a16:creationId xmlns:a16="http://schemas.microsoft.com/office/drawing/2014/main" id="{8B5D2FCE-635C-480D-A74D-7FFB0E952F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1813" y="1766888"/>
              <a:ext cx="2286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86" name="Picture 27">
              <a:extLst>
                <a:ext uri="{FF2B5EF4-FFF2-40B4-BE49-F238E27FC236}">
                  <a16:creationId xmlns:a16="http://schemas.microsoft.com/office/drawing/2014/main" id="{48C2ED48-FC8C-4E5A-B488-7E3F15583B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1050" y="1770063"/>
              <a:ext cx="58738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87" name="Picture 28">
              <a:extLst>
                <a:ext uri="{FF2B5EF4-FFF2-40B4-BE49-F238E27FC236}">
                  <a16:creationId xmlns:a16="http://schemas.microsoft.com/office/drawing/2014/main" id="{2ED24FB7-2A47-4D45-96C9-B549F793AB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7250" y="1833563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88" name="Picture 29">
              <a:extLst>
                <a:ext uri="{FF2B5EF4-FFF2-40B4-BE49-F238E27FC236}">
                  <a16:creationId xmlns:a16="http://schemas.microsoft.com/office/drawing/2014/main" id="{3C8EF547-9A1E-4ADE-BB05-41AC016613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8538" y="1785938"/>
              <a:ext cx="85725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89" name="Picture 30">
              <a:extLst>
                <a:ext uri="{FF2B5EF4-FFF2-40B4-BE49-F238E27FC236}">
                  <a16:creationId xmlns:a16="http://schemas.microsoft.com/office/drawing/2014/main" id="{60E5FECE-814B-45A2-B100-AFF349AA41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9663" y="1828800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90" name="Picture 31">
              <a:extLst>
                <a:ext uri="{FF2B5EF4-FFF2-40B4-BE49-F238E27FC236}">
                  <a16:creationId xmlns:a16="http://schemas.microsoft.com/office/drawing/2014/main" id="{E8BFB7EB-BD13-48A2-B26F-109AAC2890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313" y="1833563"/>
              <a:ext cx="95250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91" name="Picture 32">
              <a:extLst>
                <a:ext uri="{FF2B5EF4-FFF2-40B4-BE49-F238E27FC236}">
                  <a16:creationId xmlns:a16="http://schemas.microsoft.com/office/drawing/2014/main" id="{58937914-839D-422D-96FF-7BE3B57593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9850" y="1833563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92" name="Rectangle 33">
              <a:extLst>
                <a:ext uri="{FF2B5EF4-FFF2-40B4-BE49-F238E27FC236}">
                  <a16:creationId xmlns:a16="http://schemas.microsoft.com/office/drawing/2014/main" id="{199B01C2-95BC-47B0-9AAC-B84B5440D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1728788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593" name="Picture 34">
              <a:extLst>
                <a:ext uri="{FF2B5EF4-FFF2-40B4-BE49-F238E27FC236}">
                  <a16:creationId xmlns:a16="http://schemas.microsoft.com/office/drawing/2014/main" id="{B3FDE033-E002-4A10-992F-0F027C1C91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5900" y="1766888"/>
              <a:ext cx="227013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94" name="Picture 35">
              <a:extLst>
                <a:ext uri="{FF2B5EF4-FFF2-40B4-BE49-F238E27FC236}">
                  <a16:creationId xmlns:a16="http://schemas.microsoft.com/office/drawing/2014/main" id="{3EFBC9C9-BCEA-4FA8-85F2-A96935EE48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8313" y="1828800"/>
              <a:ext cx="123825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95" name="Picture 36">
              <a:extLst>
                <a:ext uri="{FF2B5EF4-FFF2-40B4-BE49-F238E27FC236}">
                  <a16:creationId xmlns:a16="http://schemas.microsoft.com/office/drawing/2014/main" id="{39752383-18CC-4009-B2A1-368AC251F7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8488" y="1835150"/>
              <a:ext cx="136525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96" name="Picture 37">
              <a:extLst>
                <a:ext uri="{FF2B5EF4-FFF2-40B4-BE49-F238E27FC236}">
                  <a16:creationId xmlns:a16="http://schemas.microsoft.com/office/drawing/2014/main" id="{9D27BF38-DEB0-4A47-B4BC-F8AB6C0718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7713" y="1785938"/>
              <a:ext cx="84137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97" name="Picture 38">
              <a:extLst>
                <a:ext uri="{FF2B5EF4-FFF2-40B4-BE49-F238E27FC236}">
                  <a16:creationId xmlns:a16="http://schemas.microsoft.com/office/drawing/2014/main" id="{2C447EDA-71D0-4D02-806B-7D921466F8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5663" y="1828800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98" name="Picture 39">
              <a:extLst>
                <a:ext uri="{FF2B5EF4-FFF2-40B4-BE49-F238E27FC236}">
                  <a16:creationId xmlns:a16="http://schemas.microsoft.com/office/drawing/2014/main" id="{0366C7FB-0D30-4CE5-BC81-A09357968D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7900" y="1833563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99" name="Picture 40">
              <a:extLst>
                <a:ext uri="{FF2B5EF4-FFF2-40B4-BE49-F238E27FC236}">
                  <a16:creationId xmlns:a16="http://schemas.microsoft.com/office/drawing/2014/main" id="{2D59EFB9-1E06-4B7D-BBB1-C269A0F050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7438" y="1833563"/>
              <a:ext cx="212725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00" name="Rectangle 41">
              <a:extLst>
                <a:ext uri="{FF2B5EF4-FFF2-40B4-BE49-F238E27FC236}">
                  <a16:creationId xmlns:a16="http://schemas.microsoft.com/office/drawing/2014/main" id="{D2B09C13-B48C-432A-AC7F-D2186BE20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2144713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01" name="Picture 42">
              <a:extLst>
                <a:ext uri="{FF2B5EF4-FFF2-40B4-BE49-F238E27FC236}">
                  <a16:creationId xmlns:a16="http://schemas.microsoft.com/office/drawing/2014/main" id="{003900B0-1F42-44F3-BE80-B028CCC5E2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913" y="23749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02" name="Rectangle 43">
              <a:extLst>
                <a:ext uri="{FF2B5EF4-FFF2-40B4-BE49-F238E27FC236}">
                  <a16:creationId xmlns:a16="http://schemas.microsoft.com/office/drawing/2014/main" id="{13E4D224-0C54-42E5-BE58-7FF152D53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2159000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03" name="Picture 44">
              <a:extLst>
                <a:ext uri="{FF2B5EF4-FFF2-40B4-BE49-F238E27FC236}">
                  <a16:creationId xmlns:a16="http://schemas.microsoft.com/office/drawing/2014/main" id="{F688D48B-AD28-4083-9EEA-E826A95BC7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0600" y="23749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04" name="Picture 45">
              <a:extLst>
                <a:ext uri="{FF2B5EF4-FFF2-40B4-BE49-F238E27FC236}">
                  <a16:creationId xmlns:a16="http://schemas.microsoft.com/office/drawing/2014/main" id="{8AAE4691-DAAF-475E-AA8F-CAD9D7CF4C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200" y="23749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05" name="Picture 46">
              <a:extLst>
                <a:ext uri="{FF2B5EF4-FFF2-40B4-BE49-F238E27FC236}">
                  <a16:creationId xmlns:a16="http://schemas.microsoft.com/office/drawing/2014/main" id="{E0493B55-AA76-4431-BD70-8E03B2F310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23749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06" name="Rectangle 47">
              <a:extLst>
                <a:ext uri="{FF2B5EF4-FFF2-40B4-BE49-F238E27FC236}">
                  <a16:creationId xmlns:a16="http://schemas.microsoft.com/office/drawing/2014/main" id="{22C71B34-131F-47EE-966F-50F867BAB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2159000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607" name="Rectangle 48">
              <a:extLst>
                <a:ext uri="{FF2B5EF4-FFF2-40B4-BE49-F238E27FC236}">
                  <a16:creationId xmlns:a16="http://schemas.microsoft.com/office/drawing/2014/main" id="{0A710B7F-B0A6-4EC1-ADC7-A23A96D91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2159000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08" name="Picture 49">
              <a:extLst>
                <a:ext uri="{FF2B5EF4-FFF2-40B4-BE49-F238E27FC236}">
                  <a16:creationId xmlns:a16="http://schemas.microsoft.com/office/drawing/2014/main" id="{930F9618-144F-4995-8DF8-B3907AF3E9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2436813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09" name="Picture 50">
              <a:extLst>
                <a:ext uri="{FF2B5EF4-FFF2-40B4-BE49-F238E27FC236}">
                  <a16:creationId xmlns:a16="http://schemas.microsoft.com/office/drawing/2014/main" id="{B8E3FE6F-144C-4740-BCF7-AEF87DFD45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6413" y="2474913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10" name="Picture 51">
              <a:extLst>
                <a:ext uri="{FF2B5EF4-FFF2-40B4-BE49-F238E27FC236}">
                  <a16:creationId xmlns:a16="http://schemas.microsoft.com/office/drawing/2014/main" id="{06868592-5AC4-4575-BFD4-8CED27EA77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2455863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11" name="Rectangle 52">
              <a:extLst>
                <a:ext uri="{FF2B5EF4-FFF2-40B4-BE49-F238E27FC236}">
                  <a16:creationId xmlns:a16="http://schemas.microsoft.com/office/drawing/2014/main" id="{D1B9AD2D-7307-4E03-8134-C5A917A90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239236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12" name="Picture 53">
              <a:extLst>
                <a:ext uri="{FF2B5EF4-FFF2-40B4-BE49-F238E27FC236}">
                  <a16:creationId xmlns:a16="http://schemas.microsoft.com/office/drawing/2014/main" id="{ADC866E5-A22E-4931-A1D5-D93CF742FC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24368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13" name="Picture 54">
              <a:extLst>
                <a:ext uri="{FF2B5EF4-FFF2-40B4-BE49-F238E27FC236}">
                  <a16:creationId xmlns:a16="http://schemas.microsoft.com/office/drawing/2014/main" id="{7CF06601-033E-4C6E-BEC7-482871F0E0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2474913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14" name="Rectangle 55">
              <a:extLst>
                <a:ext uri="{FF2B5EF4-FFF2-40B4-BE49-F238E27FC236}">
                  <a16:creationId xmlns:a16="http://schemas.microsoft.com/office/drawing/2014/main" id="{2C2FE717-A88D-4702-A8DC-0B0895AD1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2392363"/>
              <a:ext cx="161925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15" name="Picture 56">
              <a:extLst>
                <a:ext uri="{FF2B5EF4-FFF2-40B4-BE49-F238E27FC236}">
                  <a16:creationId xmlns:a16="http://schemas.microsoft.com/office/drawing/2014/main" id="{A6CF7921-2D73-46FE-BB17-A1A61E1EA7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24368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16" name="Picture 57">
              <a:extLst>
                <a:ext uri="{FF2B5EF4-FFF2-40B4-BE49-F238E27FC236}">
                  <a16:creationId xmlns:a16="http://schemas.microsoft.com/office/drawing/2014/main" id="{5BFB305F-D253-4DE6-8A2F-D3324280C7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2474913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17" name="Rectangle 58">
              <a:extLst>
                <a:ext uri="{FF2B5EF4-FFF2-40B4-BE49-F238E27FC236}">
                  <a16:creationId xmlns:a16="http://schemas.microsoft.com/office/drawing/2014/main" id="{131DED36-121C-4FB8-8BF1-17DCD1F84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239236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18" name="Picture 59">
              <a:extLst>
                <a:ext uri="{FF2B5EF4-FFF2-40B4-BE49-F238E27FC236}">
                  <a16:creationId xmlns:a16="http://schemas.microsoft.com/office/drawing/2014/main" id="{6591F035-6511-4681-B6A3-5D467725D8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24368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19" name="Picture 60">
              <a:extLst>
                <a:ext uri="{FF2B5EF4-FFF2-40B4-BE49-F238E27FC236}">
                  <a16:creationId xmlns:a16="http://schemas.microsoft.com/office/drawing/2014/main" id="{AAC636DA-5DDB-45CC-AA37-9FCDB85D37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2474913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20" name="Rectangle 61">
              <a:extLst>
                <a:ext uri="{FF2B5EF4-FFF2-40B4-BE49-F238E27FC236}">
                  <a16:creationId xmlns:a16="http://schemas.microsoft.com/office/drawing/2014/main" id="{6884B8A6-385E-4E90-ADF1-FD408250F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2159000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21" name="Picture 62">
              <a:extLst>
                <a:ext uri="{FF2B5EF4-FFF2-40B4-BE49-F238E27FC236}">
                  <a16:creationId xmlns:a16="http://schemas.microsoft.com/office/drawing/2014/main" id="{2761E30D-86DD-496C-BD0C-6712507C8B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2371725"/>
              <a:ext cx="266700" cy="188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22" name="Picture 63">
              <a:extLst>
                <a:ext uri="{FF2B5EF4-FFF2-40B4-BE49-F238E27FC236}">
                  <a16:creationId xmlns:a16="http://schemas.microsoft.com/office/drawing/2014/main" id="{23B51F55-F511-48BD-8E89-D2A65C6458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3638" y="2474913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23" name="Picture 64">
              <a:extLst>
                <a:ext uri="{FF2B5EF4-FFF2-40B4-BE49-F238E27FC236}">
                  <a16:creationId xmlns:a16="http://schemas.microsoft.com/office/drawing/2014/main" id="{72F3DA51-0506-4192-93DE-31D6D5D401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2455863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24" name="Picture 65">
              <a:extLst>
                <a:ext uri="{FF2B5EF4-FFF2-40B4-BE49-F238E27FC236}">
                  <a16:creationId xmlns:a16="http://schemas.microsoft.com/office/drawing/2014/main" id="{EDC8EA53-41E2-45FB-84AC-D8F690E757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2436813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25" name="Picture 66">
              <a:extLst>
                <a:ext uri="{FF2B5EF4-FFF2-40B4-BE49-F238E27FC236}">
                  <a16:creationId xmlns:a16="http://schemas.microsoft.com/office/drawing/2014/main" id="{CC101762-A7BB-4DB2-B52E-DC8B54887F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2474913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26" name="Picture 67">
              <a:extLst>
                <a:ext uri="{FF2B5EF4-FFF2-40B4-BE49-F238E27FC236}">
                  <a16:creationId xmlns:a16="http://schemas.microsoft.com/office/drawing/2014/main" id="{E01185CB-530A-4DED-817C-A77BD716EB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24018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27" name="Picture 68">
              <a:extLst>
                <a:ext uri="{FF2B5EF4-FFF2-40B4-BE49-F238E27FC236}">
                  <a16:creationId xmlns:a16="http://schemas.microsoft.com/office/drawing/2014/main" id="{494E4A15-AB6C-4118-A5C5-1710BF90AE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24368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28" name="Picture 69">
              <a:extLst>
                <a:ext uri="{FF2B5EF4-FFF2-40B4-BE49-F238E27FC236}">
                  <a16:creationId xmlns:a16="http://schemas.microsoft.com/office/drawing/2014/main" id="{93519A80-AAAC-4509-B6E6-A92EC90076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2474913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29" name="Picture 70">
              <a:extLst>
                <a:ext uri="{FF2B5EF4-FFF2-40B4-BE49-F238E27FC236}">
                  <a16:creationId xmlns:a16="http://schemas.microsoft.com/office/drawing/2014/main" id="{EE18704D-8A16-4DD9-BD1E-A7C12DE4AA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24018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30" name="Picture 71">
              <a:extLst>
                <a:ext uri="{FF2B5EF4-FFF2-40B4-BE49-F238E27FC236}">
                  <a16:creationId xmlns:a16="http://schemas.microsoft.com/office/drawing/2014/main" id="{40E527C1-7B27-461F-8155-5BDC0EACE0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24368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31" name="Picture 72">
              <a:extLst>
                <a:ext uri="{FF2B5EF4-FFF2-40B4-BE49-F238E27FC236}">
                  <a16:creationId xmlns:a16="http://schemas.microsoft.com/office/drawing/2014/main" id="{251500A4-04C5-4987-AEF7-672BA38B2C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6413" y="2474913"/>
              <a:ext cx="825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32" name="Picture 73">
              <a:extLst>
                <a:ext uri="{FF2B5EF4-FFF2-40B4-BE49-F238E27FC236}">
                  <a16:creationId xmlns:a16="http://schemas.microsoft.com/office/drawing/2014/main" id="{BA735A98-2F8A-4500-BCA7-C4527CB289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6200" y="2706688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33" name="Rectangle 74">
              <a:extLst>
                <a:ext uri="{FF2B5EF4-FFF2-40B4-BE49-F238E27FC236}">
                  <a16:creationId xmlns:a16="http://schemas.microsoft.com/office/drawing/2014/main" id="{5B52B8A2-C236-40A4-B1ED-5890A4F81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2655888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34" name="Picture 75">
              <a:extLst>
                <a:ext uri="{FF2B5EF4-FFF2-40B4-BE49-F238E27FC236}">
                  <a16:creationId xmlns:a16="http://schemas.microsoft.com/office/drawing/2014/main" id="{93D3A7BE-DBEC-4CE7-A03C-E9AED0BD57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0600" y="2706688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35" name="Picture 76">
              <a:extLst>
                <a:ext uri="{FF2B5EF4-FFF2-40B4-BE49-F238E27FC236}">
                  <a16:creationId xmlns:a16="http://schemas.microsoft.com/office/drawing/2014/main" id="{C1CCC7C4-380A-462A-8B6C-A97EBA18AF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200" y="2706688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36" name="Picture 77">
              <a:extLst>
                <a:ext uri="{FF2B5EF4-FFF2-40B4-BE49-F238E27FC236}">
                  <a16:creationId xmlns:a16="http://schemas.microsoft.com/office/drawing/2014/main" id="{C90DC59E-FABA-4E3F-AF58-8072B6AA45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500" y="2706688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37" name="Rectangle 78">
              <a:extLst>
                <a:ext uri="{FF2B5EF4-FFF2-40B4-BE49-F238E27FC236}">
                  <a16:creationId xmlns:a16="http://schemas.microsoft.com/office/drawing/2014/main" id="{B79E92C5-4DEF-4C5E-9A84-B79C975FD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2655888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638" name="Rectangle 79">
              <a:extLst>
                <a:ext uri="{FF2B5EF4-FFF2-40B4-BE49-F238E27FC236}">
                  <a16:creationId xmlns:a16="http://schemas.microsoft.com/office/drawing/2014/main" id="{1CDB76C1-E934-4AB3-9A50-9B124D086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2655888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39" name="Picture 80">
              <a:extLst>
                <a:ext uri="{FF2B5EF4-FFF2-40B4-BE49-F238E27FC236}">
                  <a16:creationId xmlns:a16="http://schemas.microsoft.com/office/drawing/2014/main" id="{BDE69D57-16C6-48BC-A237-A51DBF6A75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2768600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40" name="Picture 81">
              <a:extLst>
                <a:ext uri="{FF2B5EF4-FFF2-40B4-BE49-F238E27FC236}">
                  <a16:creationId xmlns:a16="http://schemas.microsoft.com/office/drawing/2014/main" id="{CBD1CC21-5FC8-4785-BC1F-5AEC0F009A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5938" y="2805113"/>
              <a:ext cx="682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41" name="Picture 82">
              <a:extLst>
                <a:ext uri="{FF2B5EF4-FFF2-40B4-BE49-F238E27FC236}">
                  <a16:creationId xmlns:a16="http://schemas.microsoft.com/office/drawing/2014/main" id="{32D3307A-1D4B-4E81-9697-2CF89B43F2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2786063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42" name="Rectangle 83">
              <a:extLst>
                <a:ext uri="{FF2B5EF4-FFF2-40B4-BE49-F238E27FC236}">
                  <a16:creationId xmlns:a16="http://schemas.microsoft.com/office/drawing/2014/main" id="{8370C1F0-5DDB-439E-9CFC-825926195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2724150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43" name="Picture 84">
              <a:extLst>
                <a:ext uri="{FF2B5EF4-FFF2-40B4-BE49-F238E27FC236}">
                  <a16:creationId xmlns:a16="http://schemas.microsoft.com/office/drawing/2014/main" id="{32E11C01-B1D2-4B08-8212-96FE4780DA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27686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44" name="Picture 85">
              <a:extLst>
                <a:ext uri="{FF2B5EF4-FFF2-40B4-BE49-F238E27FC236}">
                  <a16:creationId xmlns:a16="http://schemas.microsoft.com/office/drawing/2014/main" id="{388D2EA3-0861-42E6-B8B3-EEA1F5091B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2805113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45" name="Rectangle 86">
              <a:extLst>
                <a:ext uri="{FF2B5EF4-FFF2-40B4-BE49-F238E27FC236}">
                  <a16:creationId xmlns:a16="http://schemas.microsoft.com/office/drawing/2014/main" id="{CBDA7AA2-4F66-4E6D-92A5-5AD672036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2724150"/>
              <a:ext cx="161925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46" name="Picture 87">
              <a:extLst>
                <a:ext uri="{FF2B5EF4-FFF2-40B4-BE49-F238E27FC236}">
                  <a16:creationId xmlns:a16="http://schemas.microsoft.com/office/drawing/2014/main" id="{5113696E-68E7-477B-9451-A5486C4E4E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27686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47" name="Picture 88">
              <a:extLst>
                <a:ext uri="{FF2B5EF4-FFF2-40B4-BE49-F238E27FC236}">
                  <a16:creationId xmlns:a16="http://schemas.microsoft.com/office/drawing/2014/main" id="{F092BACF-7FE4-4AAF-BC5B-80D1A7426F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2805113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48" name="Picture 89">
              <a:extLst>
                <a:ext uri="{FF2B5EF4-FFF2-40B4-BE49-F238E27FC236}">
                  <a16:creationId xmlns:a16="http://schemas.microsoft.com/office/drawing/2014/main" id="{6A383DBD-FA48-4557-890C-726C380140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27686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49" name="Picture 90">
              <a:extLst>
                <a:ext uri="{FF2B5EF4-FFF2-40B4-BE49-F238E27FC236}">
                  <a16:creationId xmlns:a16="http://schemas.microsoft.com/office/drawing/2014/main" id="{36A366A6-A38B-4804-A5DF-7127EFA87D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2805113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50" name="Rectangle 91">
              <a:extLst>
                <a:ext uri="{FF2B5EF4-FFF2-40B4-BE49-F238E27FC236}">
                  <a16:creationId xmlns:a16="http://schemas.microsoft.com/office/drawing/2014/main" id="{935A081D-3795-4FF2-9366-54AF3F34A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2655888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51" name="Picture 92">
              <a:extLst>
                <a:ext uri="{FF2B5EF4-FFF2-40B4-BE49-F238E27FC236}">
                  <a16:creationId xmlns:a16="http://schemas.microsoft.com/office/drawing/2014/main" id="{BE74FA09-F7E0-49B9-B870-B57B1CA27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2703513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52" name="Picture 93">
              <a:extLst>
                <a:ext uri="{FF2B5EF4-FFF2-40B4-BE49-F238E27FC236}">
                  <a16:creationId xmlns:a16="http://schemas.microsoft.com/office/drawing/2014/main" id="{6E22427C-0A0D-424B-A47F-4EE1EA5717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3163" y="2805113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53" name="Picture 94">
              <a:extLst>
                <a:ext uri="{FF2B5EF4-FFF2-40B4-BE49-F238E27FC236}">
                  <a16:creationId xmlns:a16="http://schemas.microsoft.com/office/drawing/2014/main" id="{596CFE46-0C98-4AFC-B958-A116572106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2786063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54" name="Picture 95">
              <a:extLst>
                <a:ext uri="{FF2B5EF4-FFF2-40B4-BE49-F238E27FC236}">
                  <a16:creationId xmlns:a16="http://schemas.microsoft.com/office/drawing/2014/main" id="{34F8C149-B8A3-4067-8861-D773AAD1B8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2768600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55" name="Picture 96">
              <a:extLst>
                <a:ext uri="{FF2B5EF4-FFF2-40B4-BE49-F238E27FC236}">
                  <a16:creationId xmlns:a16="http://schemas.microsoft.com/office/drawing/2014/main" id="{6D115618-3170-40BB-BD2D-3C4489DEEF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2805113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56" name="Picture 97">
              <a:extLst>
                <a:ext uri="{FF2B5EF4-FFF2-40B4-BE49-F238E27FC236}">
                  <a16:creationId xmlns:a16="http://schemas.microsoft.com/office/drawing/2014/main" id="{3F8D1574-8199-435B-8E08-AAC19A9098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27320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57" name="Picture 98">
              <a:extLst>
                <a:ext uri="{FF2B5EF4-FFF2-40B4-BE49-F238E27FC236}">
                  <a16:creationId xmlns:a16="http://schemas.microsoft.com/office/drawing/2014/main" id="{5C76F316-0C41-4F74-9B69-5BA16EFA25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27686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58" name="Picture 99">
              <a:extLst>
                <a:ext uri="{FF2B5EF4-FFF2-40B4-BE49-F238E27FC236}">
                  <a16:creationId xmlns:a16="http://schemas.microsoft.com/office/drawing/2014/main" id="{53414889-12BC-45C1-854E-B9F6B27A53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2805113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59" name="Picture 100">
              <a:extLst>
                <a:ext uri="{FF2B5EF4-FFF2-40B4-BE49-F238E27FC236}">
                  <a16:creationId xmlns:a16="http://schemas.microsoft.com/office/drawing/2014/main" id="{F7A86CE0-88CB-4548-B8E1-7D05BBA924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27320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60" name="Rectangle 101">
              <a:extLst>
                <a:ext uri="{FF2B5EF4-FFF2-40B4-BE49-F238E27FC236}">
                  <a16:creationId xmlns:a16="http://schemas.microsoft.com/office/drawing/2014/main" id="{08E98A29-66A5-4975-AC45-ECE42AAC7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663" y="2724150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61" name="Picture 102">
              <a:extLst>
                <a:ext uri="{FF2B5EF4-FFF2-40B4-BE49-F238E27FC236}">
                  <a16:creationId xmlns:a16="http://schemas.microsoft.com/office/drawing/2014/main" id="{8AE27D20-8FAE-4FBA-88FA-C5425D7D23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27686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62" name="Picture 103">
              <a:extLst>
                <a:ext uri="{FF2B5EF4-FFF2-40B4-BE49-F238E27FC236}">
                  <a16:creationId xmlns:a16="http://schemas.microsoft.com/office/drawing/2014/main" id="{DB297B16-7604-4744-893A-6AB10C6752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9588" y="2805113"/>
              <a:ext cx="80962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63" name="Picture 104">
              <a:extLst>
                <a:ext uri="{FF2B5EF4-FFF2-40B4-BE49-F238E27FC236}">
                  <a16:creationId xmlns:a16="http://schemas.microsoft.com/office/drawing/2014/main" id="{DDF5144E-A804-4A87-BEB5-15DBF533DC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8263" y="3033713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64" name="Rectangle 105">
              <a:extLst>
                <a:ext uri="{FF2B5EF4-FFF2-40B4-BE49-F238E27FC236}">
                  <a16:creationId xmlns:a16="http://schemas.microsoft.com/office/drawing/2014/main" id="{6487BDBD-2BED-433D-80C6-EDDAD3A43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2986088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65" name="Picture 106">
              <a:extLst>
                <a:ext uri="{FF2B5EF4-FFF2-40B4-BE49-F238E27FC236}">
                  <a16:creationId xmlns:a16="http://schemas.microsoft.com/office/drawing/2014/main" id="{1155A76B-1734-4AD5-9E05-012EA42895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0600" y="3033713"/>
              <a:ext cx="1143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66" name="Picture 107">
              <a:extLst>
                <a:ext uri="{FF2B5EF4-FFF2-40B4-BE49-F238E27FC236}">
                  <a16:creationId xmlns:a16="http://schemas.microsoft.com/office/drawing/2014/main" id="{6CD663BC-218B-4C09-86C5-ADC7A62668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488" y="3033713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67" name="Picture 108">
              <a:extLst>
                <a:ext uri="{FF2B5EF4-FFF2-40B4-BE49-F238E27FC236}">
                  <a16:creationId xmlns:a16="http://schemas.microsoft.com/office/drawing/2014/main" id="{D586CA85-70E7-4EE6-B96F-6D0566A772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3033713"/>
              <a:ext cx="1143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68" name="Rectangle 109">
              <a:extLst>
                <a:ext uri="{FF2B5EF4-FFF2-40B4-BE49-F238E27FC236}">
                  <a16:creationId xmlns:a16="http://schemas.microsoft.com/office/drawing/2014/main" id="{D68A2A17-DD93-4BFD-8C3E-FFF743D13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2986088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669" name="Rectangle 110">
              <a:extLst>
                <a:ext uri="{FF2B5EF4-FFF2-40B4-BE49-F238E27FC236}">
                  <a16:creationId xmlns:a16="http://schemas.microsoft.com/office/drawing/2014/main" id="{011EF8B4-1D02-42D5-B430-627A1F19D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2986088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70" name="Picture 111">
              <a:extLst>
                <a:ext uri="{FF2B5EF4-FFF2-40B4-BE49-F238E27FC236}">
                  <a16:creationId xmlns:a16="http://schemas.microsoft.com/office/drawing/2014/main" id="{43BC8ACA-9E0E-4644-A7F9-5326CA96BF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097213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71" name="Picture 112">
              <a:extLst>
                <a:ext uri="{FF2B5EF4-FFF2-40B4-BE49-F238E27FC236}">
                  <a16:creationId xmlns:a16="http://schemas.microsoft.com/office/drawing/2014/main" id="{5CB2A18A-58FC-4CC8-8086-FF6F700BAD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3132138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72" name="Picture 113">
              <a:extLst>
                <a:ext uri="{FF2B5EF4-FFF2-40B4-BE49-F238E27FC236}">
                  <a16:creationId xmlns:a16="http://schemas.microsoft.com/office/drawing/2014/main" id="{8E4A9AB9-0316-479C-99C8-F9A9069631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113088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73" name="Rectangle 114">
              <a:extLst>
                <a:ext uri="{FF2B5EF4-FFF2-40B4-BE49-F238E27FC236}">
                  <a16:creationId xmlns:a16="http://schemas.microsoft.com/office/drawing/2014/main" id="{9DC6A37D-2CA7-46A7-8FFE-D9E528BD5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3055938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74" name="Picture 115">
              <a:extLst>
                <a:ext uri="{FF2B5EF4-FFF2-40B4-BE49-F238E27FC236}">
                  <a16:creationId xmlns:a16="http://schemas.microsoft.com/office/drawing/2014/main" id="{C7D0FE25-AEAC-491F-B36C-3085C23100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0972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75" name="Picture 116">
              <a:extLst>
                <a:ext uri="{FF2B5EF4-FFF2-40B4-BE49-F238E27FC236}">
                  <a16:creationId xmlns:a16="http://schemas.microsoft.com/office/drawing/2014/main" id="{FACD3AB8-DC6C-464B-ABDB-E566104589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132138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76" name="Picture 117">
              <a:extLst>
                <a:ext uri="{FF2B5EF4-FFF2-40B4-BE49-F238E27FC236}">
                  <a16:creationId xmlns:a16="http://schemas.microsoft.com/office/drawing/2014/main" id="{092D3568-AE2C-40E9-BAAA-3FF7822F1E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097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77" name="Picture 118">
              <a:extLst>
                <a:ext uri="{FF2B5EF4-FFF2-40B4-BE49-F238E27FC236}">
                  <a16:creationId xmlns:a16="http://schemas.microsoft.com/office/drawing/2014/main" id="{22360CCE-0DA8-4CC9-B0BA-3833C59AF7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3132138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78" name="Rectangle 119">
              <a:extLst>
                <a:ext uri="{FF2B5EF4-FFF2-40B4-BE49-F238E27FC236}">
                  <a16:creationId xmlns:a16="http://schemas.microsoft.com/office/drawing/2014/main" id="{D58E7D22-A2FD-4E05-A4A6-09A0EA2CF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3055938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79" name="Picture 120">
              <a:extLst>
                <a:ext uri="{FF2B5EF4-FFF2-40B4-BE49-F238E27FC236}">
                  <a16:creationId xmlns:a16="http://schemas.microsoft.com/office/drawing/2014/main" id="{47D9128A-18AD-4C97-A4A2-E44D3EA688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30972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80" name="Picture 121">
              <a:extLst>
                <a:ext uri="{FF2B5EF4-FFF2-40B4-BE49-F238E27FC236}">
                  <a16:creationId xmlns:a16="http://schemas.microsoft.com/office/drawing/2014/main" id="{1DE5A3FA-3C1F-4553-9845-E77177AF9C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3133725"/>
              <a:ext cx="809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81" name="Rectangle 122">
              <a:extLst>
                <a:ext uri="{FF2B5EF4-FFF2-40B4-BE49-F238E27FC236}">
                  <a16:creationId xmlns:a16="http://schemas.microsoft.com/office/drawing/2014/main" id="{553B11C7-8651-4C56-8D2B-3F1D102D9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2986088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82" name="Picture 123">
              <a:extLst>
                <a:ext uri="{FF2B5EF4-FFF2-40B4-BE49-F238E27FC236}">
                  <a16:creationId xmlns:a16="http://schemas.microsoft.com/office/drawing/2014/main" id="{5ED8598B-AE0D-4901-AFA3-B4C037E103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030538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83" name="Picture 124">
              <a:extLst>
                <a:ext uri="{FF2B5EF4-FFF2-40B4-BE49-F238E27FC236}">
                  <a16:creationId xmlns:a16="http://schemas.microsoft.com/office/drawing/2014/main" id="{00D456F0-E8F0-456B-995E-74DCEBD8B9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3132138"/>
              <a:ext cx="809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84" name="Picture 125">
              <a:extLst>
                <a:ext uri="{FF2B5EF4-FFF2-40B4-BE49-F238E27FC236}">
                  <a16:creationId xmlns:a16="http://schemas.microsoft.com/office/drawing/2014/main" id="{928F7DDE-B336-450D-AF91-D1D6A5AF8E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113088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85" name="Picture 126">
              <a:extLst>
                <a:ext uri="{FF2B5EF4-FFF2-40B4-BE49-F238E27FC236}">
                  <a16:creationId xmlns:a16="http://schemas.microsoft.com/office/drawing/2014/main" id="{55D25CFD-CD7A-4A38-86B9-780E2495C7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097213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86" name="Picture 127">
              <a:extLst>
                <a:ext uri="{FF2B5EF4-FFF2-40B4-BE49-F238E27FC236}">
                  <a16:creationId xmlns:a16="http://schemas.microsoft.com/office/drawing/2014/main" id="{98BCA77D-7F5C-44E5-AAEE-08A857B5BF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132138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87" name="Picture 128">
              <a:extLst>
                <a:ext uri="{FF2B5EF4-FFF2-40B4-BE49-F238E27FC236}">
                  <a16:creationId xmlns:a16="http://schemas.microsoft.com/office/drawing/2014/main" id="{5C263C80-5634-4C99-B140-2B4C0C07B0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0607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88" name="Rectangle 129">
              <a:extLst>
                <a:ext uri="{FF2B5EF4-FFF2-40B4-BE49-F238E27FC236}">
                  <a16:creationId xmlns:a16="http://schemas.microsoft.com/office/drawing/2014/main" id="{188726BD-D4ED-4B7F-89E0-47537047D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663" y="3055938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89" name="Picture 130">
              <a:extLst>
                <a:ext uri="{FF2B5EF4-FFF2-40B4-BE49-F238E27FC236}">
                  <a16:creationId xmlns:a16="http://schemas.microsoft.com/office/drawing/2014/main" id="{D629B4A3-124E-4F4C-834C-700B4E2FE3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097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90" name="Picture 131">
              <a:extLst>
                <a:ext uri="{FF2B5EF4-FFF2-40B4-BE49-F238E27FC236}">
                  <a16:creationId xmlns:a16="http://schemas.microsoft.com/office/drawing/2014/main" id="{1A5D8110-4844-4622-8338-C8C264DF3F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132138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91" name="Picture 132">
              <a:extLst>
                <a:ext uri="{FF2B5EF4-FFF2-40B4-BE49-F238E27FC236}">
                  <a16:creationId xmlns:a16="http://schemas.microsoft.com/office/drawing/2014/main" id="{1A975190-796E-437F-BD78-2074B95288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30607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92" name="Picture 133">
              <a:extLst>
                <a:ext uri="{FF2B5EF4-FFF2-40B4-BE49-F238E27FC236}">
                  <a16:creationId xmlns:a16="http://schemas.microsoft.com/office/drawing/2014/main" id="{4657ECB5-6FD6-4B32-9887-59C4E30025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3097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93" name="Picture 134">
              <a:extLst>
                <a:ext uri="{FF2B5EF4-FFF2-40B4-BE49-F238E27FC236}">
                  <a16:creationId xmlns:a16="http://schemas.microsoft.com/office/drawing/2014/main" id="{810FFF59-77C8-4C98-87A7-9BF26A507F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6413" y="3133725"/>
              <a:ext cx="82550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94" name="Picture 135">
              <a:extLst>
                <a:ext uri="{FF2B5EF4-FFF2-40B4-BE49-F238E27FC236}">
                  <a16:creationId xmlns:a16="http://schemas.microsoft.com/office/drawing/2014/main" id="{9586771E-8228-4AA7-AC3F-A7D6C63295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913" y="33639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95" name="Rectangle 136">
              <a:extLst>
                <a:ext uri="{FF2B5EF4-FFF2-40B4-BE49-F238E27FC236}">
                  <a16:creationId xmlns:a16="http://schemas.microsoft.com/office/drawing/2014/main" id="{2164C550-4FC7-45D2-A58A-AB5B87365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317875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696" name="Picture 137">
              <a:extLst>
                <a:ext uri="{FF2B5EF4-FFF2-40B4-BE49-F238E27FC236}">
                  <a16:creationId xmlns:a16="http://schemas.microsoft.com/office/drawing/2014/main" id="{AF5A3DB9-B665-40A0-A0B5-2B5FC7DB6A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0600" y="33639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97" name="Picture 138">
              <a:extLst>
                <a:ext uri="{FF2B5EF4-FFF2-40B4-BE49-F238E27FC236}">
                  <a16:creationId xmlns:a16="http://schemas.microsoft.com/office/drawing/2014/main" id="{EF22CCB7-652E-4F69-B927-739684CD7A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488" y="3363913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98" name="Picture 139">
              <a:extLst>
                <a:ext uri="{FF2B5EF4-FFF2-40B4-BE49-F238E27FC236}">
                  <a16:creationId xmlns:a16="http://schemas.microsoft.com/office/drawing/2014/main" id="{AA9B7D31-648E-45B2-846D-3C5B7C5CEB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500" y="3363913"/>
              <a:ext cx="93663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99" name="Rectangle 140">
              <a:extLst>
                <a:ext uri="{FF2B5EF4-FFF2-40B4-BE49-F238E27FC236}">
                  <a16:creationId xmlns:a16="http://schemas.microsoft.com/office/drawing/2014/main" id="{8AF666C0-5C2F-4F73-8F00-282458EED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317875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700" name="Rectangle 141">
              <a:extLst>
                <a:ext uri="{FF2B5EF4-FFF2-40B4-BE49-F238E27FC236}">
                  <a16:creationId xmlns:a16="http://schemas.microsoft.com/office/drawing/2014/main" id="{C5EE27CD-CB92-4670-85C5-EF3651849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317875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01" name="Picture 142">
              <a:extLst>
                <a:ext uri="{FF2B5EF4-FFF2-40B4-BE49-F238E27FC236}">
                  <a16:creationId xmlns:a16="http://schemas.microsoft.com/office/drawing/2014/main" id="{12E9928C-50E7-4D05-832C-D702F35AF1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427413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02" name="Picture 143">
              <a:extLst>
                <a:ext uri="{FF2B5EF4-FFF2-40B4-BE49-F238E27FC236}">
                  <a16:creationId xmlns:a16="http://schemas.microsoft.com/office/drawing/2014/main" id="{B89C3C9E-9DD6-4E42-B016-C601D9732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3465513"/>
              <a:ext cx="80962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03" name="Picture 144">
              <a:extLst>
                <a:ext uri="{FF2B5EF4-FFF2-40B4-BE49-F238E27FC236}">
                  <a16:creationId xmlns:a16="http://schemas.microsoft.com/office/drawing/2014/main" id="{48A6356F-E2F5-4592-AC19-412A7B58C2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444875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04" name="Rectangle 145">
              <a:extLst>
                <a:ext uri="{FF2B5EF4-FFF2-40B4-BE49-F238E27FC236}">
                  <a16:creationId xmlns:a16="http://schemas.microsoft.com/office/drawing/2014/main" id="{CAF57224-5DC4-4254-B710-40E6908E1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3386138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05" name="Picture 146">
              <a:extLst>
                <a:ext uri="{FF2B5EF4-FFF2-40B4-BE49-F238E27FC236}">
                  <a16:creationId xmlns:a16="http://schemas.microsoft.com/office/drawing/2014/main" id="{E0A13524-0079-477B-9AC2-4F23163007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4274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06" name="Picture 147">
              <a:extLst>
                <a:ext uri="{FF2B5EF4-FFF2-40B4-BE49-F238E27FC236}">
                  <a16:creationId xmlns:a16="http://schemas.microsoft.com/office/drawing/2014/main" id="{E3D7784D-A547-468B-8A45-E00E600EE3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463925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07" name="Picture 148">
              <a:extLst>
                <a:ext uri="{FF2B5EF4-FFF2-40B4-BE49-F238E27FC236}">
                  <a16:creationId xmlns:a16="http://schemas.microsoft.com/office/drawing/2014/main" id="{DC187353-07D8-4608-A44C-D27969350A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4274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08" name="Picture 149">
              <a:extLst>
                <a:ext uri="{FF2B5EF4-FFF2-40B4-BE49-F238E27FC236}">
                  <a16:creationId xmlns:a16="http://schemas.microsoft.com/office/drawing/2014/main" id="{80F09FA6-EF10-4D7B-A000-23CDEA5F83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34639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09" name="Picture 150">
              <a:extLst>
                <a:ext uri="{FF2B5EF4-FFF2-40B4-BE49-F238E27FC236}">
                  <a16:creationId xmlns:a16="http://schemas.microsoft.com/office/drawing/2014/main" id="{BC34E997-4615-4F4B-B2E2-5547156813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34274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10" name="Picture 151">
              <a:extLst>
                <a:ext uri="{FF2B5EF4-FFF2-40B4-BE49-F238E27FC236}">
                  <a16:creationId xmlns:a16="http://schemas.microsoft.com/office/drawing/2014/main" id="{5C2099CB-9917-4053-B44A-DE1F4EB815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3465513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11" name="Rectangle 152">
              <a:extLst>
                <a:ext uri="{FF2B5EF4-FFF2-40B4-BE49-F238E27FC236}">
                  <a16:creationId xmlns:a16="http://schemas.microsoft.com/office/drawing/2014/main" id="{5750B5A3-E5DD-4D3F-993C-3AB310EA0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317875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12" name="Picture 153">
              <a:extLst>
                <a:ext uri="{FF2B5EF4-FFF2-40B4-BE49-F238E27FC236}">
                  <a16:creationId xmlns:a16="http://schemas.microsoft.com/office/drawing/2014/main" id="{E7C007E9-635E-4216-AD44-7439609BE9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360738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13" name="Picture 154">
              <a:extLst>
                <a:ext uri="{FF2B5EF4-FFF2-40B4-BE49-F238E27FC236}">
                  <a16:creationId xmlns:a16="http://schemas.microsoft.com/office/drawing/2014/main" id="{B2A9F85B-7CF8-4982-87E6-82D15777F6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3465513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14" name="Picture 155">
              <a:extLst>
                <a:ext uri="{FF2B5EF4-FFF2-40B4-BE49-F238E27FC236}">
                  <a16:creationId xmlns:a16="http://schemas.microsoft.com/office/drawing/2014/main" id="{31DEF1CE-A258-4FBB-A4F2-BD36B05296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444875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15" name="Picture 156">
              <a:extLst>
                <a:ext uri="{FF2B5EF4-FFF2-40B4-BE49-F238E27FC236}">
                  <a16:creationId xmlns:a16="http://schemas.microsoft.com/office/drawing/2014/main" id="{0EDA06FF-1DAE-4CB6-B85D-F12E05C7F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427413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16" name="Picture 157">
              <a:extLst>
                <a:ext uri="{FF2B5EF4-FFF2-40B4-BE49-F238E27FC236}">
                  <a16:creationId xmlns:a16="http://schemas.microsoft.com/office/drawing/2014/main" id="{AD4B3F8F-6366-4108-B43C-8DF9C3C772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4639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17" name="Picture 158">
              <a:extLst>
                <a:ext uri="{FF2B5EF4-FFF2-40B4-BE49-F238E27FC236}">
                  <a16:creationId xmlns:a16="http://schemas.microsoft.com/office/drawing/2014/main" id="{5AB79532-4827-4FD5-878A-22D8193989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3924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18" name="Rectangle 159">
              <a:extLst>
                <a:ext uri="{FF2B5EF4-FFF2-40B4-BE49-F238E27FC236}">
                  <a16:creationId xmlns:a16="http://schemas.microsoft.com/office/drawing/2014/main" id="{B6FAEB04-55D0-44C8-88CE-5374B31E8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663" y="3386138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19" name="Picture 160">
              <a:extLst>
                <a:ext uri="{FF2B5EF4-FFF2-40B4-BE49-F238E27FC236}">
                  <a16:creationId xmlns:a16="http://schemas.microsoft.com/office/drawing/2014/main" id="{4032EED5-43F6-423F-B67B-1A802DAB29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4274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20" name="Picture 161">
              <a:extLst>
                <a:ext uri="{FF2B5EF4-FFF2-40B4-BE49-F238E27FC236}">
                  <a16:creationId xmlns:a16="http://schemas.microsoft.com/office/drawing/2014/main" id="{2CF6AD55-F825-46B6-8EF8-D7CB696011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4639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21" name="Picture 162">
              <a:extLst>
                <a:ext uri="{FF2B5EF4-FFF2-40B4-BE49-F238E27FC236}">
                  <a16:creationId xmlns:a16="http://schemas.microsoft.com/office/drawing/2014/main" id="{7997CB93-5C34-41A7-8D6D-CF2225DA67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33924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22" name="Rectangle 163">
              <a:extLst>
                <a:ext uri="{FF2B5EF4-FFF2-40B4-BE49-F238E27FC236}">
                  <a16:creationId xmlns:a16="http://schemas.microsoft.com/office/drawing/2014/main" id="{3EF8E50A-685A-4D72-9C70-9FC054A9F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663" y="3386138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23" name="Picture 164">
              <a:extLst>
                <a:ext uri="{FF2B5EF4-FFF2-40B4-BE49-F238E27FC236}">
                  <a16:creationId xmlns:a16="http://schemas.microsoft.com/office/drawing/2014/main" id="{C38E06F7-2C61-4728-84A8-AD3FC623BF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34274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24" name="Picture 165">
              <a:extLst>
                <a:ext uri="{FF2B5EF4-FFF2-40B4-BE49-F238E27FC236}">
                  <a16:creationId xmlns:a16="http://schemas.microsoft.com/office/drawing/2014/main" id="{B91D30D4-E67C-4356-B74C-B499CC8075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9588" y="3465513"/>
              <a:ext cx="80962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25" name="Picture 166">
              <a:extLst>
                <a:ext uri="{FF2B5EF4-FFF2-40B4-BE49-F238E27FC236}">
                  <a16:creationId xmlns:a16="http://schemas.microsoft.com/office/drawing/2014/main" id="{9CF8CF5A-71E5-4594-B1D8-97D7E449CB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8738" y="3692525"/>
              <a:ext cx="123825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26" name="Rectangle 167">
              <a:extLst>
                <a:ext uri="{FF2B5EF4-FFF2-40B4-BE49-F238E27FC236}">
                  <a16:creationId xmlns:a16="http://schemas.microsoft.com/office/drawing/2014/main" id="{6B700F53-6D62-4B2A-81B6-D097D3FFC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648075"/>
              <a:ext cx="12700" cy="3317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27" name="Picture 168">
              <a:extLst>
                <a:ext uri="{FF2B5EF4-FFF2-40B4-BE49-F238E27FC236}">
                  <a16:creationId xmlns:a16="http://schemas.microsoft.com/office/drawing/2014/main" id="{2935E2A6-654E-44CE-B806-F992B35253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3300" y="36957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28" name="Picture 169">
              <a:extLst>
                <a:ext uri="{FF2B5EF4-FFF2-40B4-BE49-F238E27FC236}">
                  <a16:creationId xmlns:a16="http://schemas.microsoft.com/office/drawing/2014/main" id="{EF35D72F-FF10-4728-8A24-1F43163691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200" y="36957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29" name="Picture 170">
              <a:extLst>
                <a:ext uri="{FF2B5EF4-FFF2-40B4-BE49-F238E27FC236}">
                  <a16:creationId xmlns:a16="http://schemas.microsoft.com/office/drawing/2014/main" id="{C0F193E3-ADCD-4DDE-8E4C-BE8A20018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36957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30" name="Rectangle 171">
              <a:extLst>
                <a:ext uri="{FF2B5EF4-FFF2-40B4-BE49-F238E27FC236}">
                  <a16:creationId xmlns:a16="http://schemas.microsoft.com/office/drawing/2014/main" id="{834B50DD-852A-4FCD-AE1E-A3637B437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648075"/>
              <a:ext cx="14287" cy="331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731" name="Rectangle 172">
              <a:extLst>
                <a:ext uri="{FF2B5EF4-FFF2-40B4-BE49-F238E27FC236}">
                  <a16:creationId xmlns:a16="http://schemas.microsoft.com/office/drawing/2014/main" id="{2C9FCE0E-857B-421B-B6CA-5F17FD10D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648075"/>
              <a:ext cx="12700" cy="331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32" name="Picture 173">
              <a:extLst>
                <a:ext uri="{FF2B5EF4-FFF2-40B4-BE49-F238E27FC236}">
                  <a16:creationId xmlns:a16="http://schemas.microsoft.com/office/drawing/2014/main" id="{DCB83ADE-2B6D-44E0-B3BB-57ACCABE47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759200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33" name="Picture 174">
              <a:extLst>
                <a:ext uri="{FF2B5EF4-FFF2-40B4-BE49-F238E27FC236}">
                  <a16:creationId xmlns:a16="http://schemas.microsoft.com/office/drawing/2014/main" id="{CF7BC9D1-89C0-45C1-94F3-4F38DD87CF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6413" y="3792538"/>
              <a:ext cx="88900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34" name="Picture 175">
              <a:extLst>
                <a:ext uri="{FF2B5EF4-FFF2-40B4-BE49-F238E27FC236}">
                  <a16:creationId xmlns:a16="http://schemas.microsoft.com/office/drawing/2014/main" id="{C00DEDF9-1F4E-45B7-B499-8ED30415AE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775075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35" name="Picture 176">
              <a:extLst>
                <a:ext uri="{FF2B5EF4-FFF2-40B4-BE49-F238E27FC236}">
                  <a16:creationId xmlns:a16="http://schemas.microsoft.com/office/drawing/2014/main" id="{D3EEEF6E-F9FA-44DF-A2EE-9498B40E3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7592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36" name="Picture 177">
              <a:extLst>
                <a:ext uri="{FF2B5EF4-FFF2-40B4-BE49-F238E27FC236}">
                  <a16:creationId xmlns:a16="http://schemas.microsoft.com/office/drawing/2014/main" id="{0DC6AB67-E926-4A52-B790-954A2D41F8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794125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37" name="Rectangle 178">
              <a:extLst>
                <a:ext uri="{FF2B5EF4-FFF2-40B4-BE49-F238E27FC236}">
                  <a16:creationId xmlns:a16="http://schemas.microsoft.com/office/drawing/2014/main" id="{D04A43CE-F6F8-42B5-BA8C-CD6C4B324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3717925"/>
              <a:ext cx="161925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38" name="Picture 179">
              <a:extLst>
                <a:ext uri="{FF2B5EF4-FFF2-40B4-BE49-F238E27FC236}">
                  <a16:creationId xmlns:a16="http://schemas.microsoft.com/office/drawing/2014/main" id="{99B76244-A05D-422C-9A6B-8BDDA04E19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7592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39" name="Picture 180">
              <a:extLst>
                <a:ext uri="{FF2B5EF4-FFF2-40B4-BE49-F238E27FC236}">
                  <a16:creationId xmlns:a16="http://schemas.microsoft.com/office/drawing/2014/main" id="{7E542E6D-D356-479F-820F-85B997C331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3794125"/>
              <a:ext cx="80962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40" name="Rectangle 181">
              <a:extLst>
                <a:ext uri="{FF2B5EF4-FFF2-40B4-BE49-F238E27FC236}">
                  <a16:creationId xmlns:a16="http://schemas.microsoft.com/office/drawing/2014/main" id="{25C64056-8A37-47FE-AE03-47F36099A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3717925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41" name="Picture 182">
              <a:extLst>
                <a:ext uri="{FF2B5EF4-FFF2-40B4-BE49-F238E27FC236}">
                  <a16:creationId xmlns:a16="http://schemas.microsoft.com/office/drawing/2014/main" id="{BA3EB9F9-9973-4EAE-B77E-A908715AEA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37592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42" name="Picture 183">
              <a:extLst>
                <a:ext uri="{FF2B5EF4-FFF2-40B4-BE49-F238E27FC236}">
                  <a16:creationId xmlns:a16="http://schemas.microsoft.com/office/drawing/2014/main" id="{1011C8A9-7B0A-4BA4-A904-9851B1D66F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3795713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43" name="Rectangle 184">
              <a:extLst>
                <a:ext uri="{FF2B5EF4-FFF2-40B4-BE49-F238E27FC236}">
                  <a16:creationId xmlns:a16="http://schemas.microsoft.com/office/drawing/2014/main" id="{3029EC3E-79D0-423A-A37C-8C423481B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648075"/>
              <a:ext cx="15875" cy="3317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44" name="Picture 185">
              <a:extLst>
                <a:ext uri="{FF2B5EF4-FFF2-40B4-BE49-F238E27FC236}">
                  <a16:creationId xmlns:a16="http://schemas.microsoft.com/office/drawing/2014/main" id="{FAAA9A88-99E1-4CBD-8FEF-80D687F708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692525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45" name="Picture 186">
              <a:extLst>
                <a:ext uri="{FF2B5EF4-FFF2-40B4-BE49-F238E27FC236}">
                  <a16:creationId xmlns:a16="http://schemas.microsoft.com/office/drawing/2014/main" id="{404E939A-6BD0-4A3D-9FDC-351538A582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3638" y="3792538"/>
              <a:ext cx="88900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46" name="Picture 187">
              <a:extLst>
                <a:ext uri="{FF2B5EF4-FFF2-40B4-BE49-F238E27FC236}">
                  <a16:creationId xmlns:a16="http://schemas.microsoft.com/office/drawing/2014/main" id="{65271576-2A73-4784-92A1-D16CD26554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775075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47" name="Rectangle 188">
              <a:extLst>
                <a:ext uri="{FF2B5EF4-FFF2-40B4-BE49-F238E27FC236}">
                  <a16:creationId xmlns:a16="http://schemas.microsoft.com/office/drawing/2014/main" id="{67C11098-3FB7-4D72-841D-1190FD6E1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238" y="3717925"/>
              <a:ext cx="15875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48" name="Picture 189">
              <a:extLst>
                <a:ext uri="{FF2B5EF4-FFF2-40B4-BE49-F238E27FC236}">
                  <a16:creationId xmlns:a16="http://schemas.microsoft.com/office/drawing/2014/main" id="{FBEDCCBF-E33E-4DCE-B4ED-358A234F3D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759200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49" name="Picture 190">
              <a:extLst>
                <a:ext uri="{FF2B5EF4-FFF2-40B4-BE49-F238E27FC236}">
                  <a16:creationId xmlns:a16="http://schemas.microsoft.com/office/drawing/2014/main" id="{508ED4DF-CB30-4EFE-8AFC-56CA3AEC9A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7941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50" name="Picture 191">
              <a:extLst>
                <a:ext uri="{FF2B5EF4-FFF2-40B4-BE49-F238E27FC236}">
                  <a16:creationId xmlns:a16="http://schemas.microsoft.com/office/drawing/2014/main" id="{259775D0-841E-4126-8D8B-76CAAE2E8F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7226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51" name="Picture 192">
              <a:extLst>
                <a:ext uri="{FF2B5EF4-FFF2-40B4-BE49-F238E27FC236}">
                  <a16:creationId xmlns:a16="http://schemas.microsoft.com/office/drawing/2014/main" id="{756F391D-C67F-48EA-8894-BE92EC4F33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7592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52" name="Picture 193">
              <a:extLst>
                <a:ext uri="{FF2B5EF4-FFF2-40B4-BE49-F238E27FC236}">
                  <a16:creationId xmlns:a16="http://schemas.microsoft.com/office/drawing/2014/main" id="{9F64E0D3-33C0-44C3-A5E6-9894D046DA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7941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53" name="Picture 194">
              <a:extLst>
                <a:ext uri="{FF2B5EF4-FFF2-40B4-BE49-F238E27FC236}">
                  <a16:creationId xmlns:a16="http://schemas.microsoft.com/office/drawing/2014/main" id="{A5AC0C84-FC8F-408A-A9D6-0D2AFB546A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37226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54" name="Picture 195">
              <a:extLst>
                <a:ext uri="{FF2B5EF4-FFF2-40B4-BE49-F238E27FC236}">
                  <a16:creationId xmlns:a16="http://schemas.microsoft.com/office/drawing/2014/main" id="{39F62F66-964C-4E50-A9C9-BC0026F1AE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37592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55" name="Picture 196">
              <a:extLst>
                <a:ext uri="{FF2B5EF4-FFF2-40B4-BE49-F238E27FC236}">
                  <a16:creationId xmlns:a16="http://schemas.microsoft.com/office/drawing/2014/main" id="{447B0423-61C9-4028-9802-6021178FC4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6413" y="3795713"/>
              <a:ext cx="825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56" name="Picture 197">
              <a:extLst>
                <a:ext uri="{FF2B5EF4-FFF2-40B4-BE49-F238E27FC236}">
                  <a16:creationId xmlns:a16="http://schemas.microsoft.com/office/drawing/2014/main" id="{1B40D0A3-8D60-4067-A8FC-278C37B41A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8263" y="4024313"/>
              <a:ext cx="10795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57" name="Rectangle 198">
              <a:extLst>
                <a:ext uri="{FF2B5EF4-FFF2-40B4-BE49-F238E27FC236}">
                  <a16:creationId xmlns:a16="http://schemas.microsoft.com/office/drawing/2014/main" id="{630DEA80-31A8-4E2C-8FEE-79AEE75F9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979863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58" name="Picture 199">
              <a:extLst>
                <a:ext uri="{FF2B5EF4-FFF2-40B4-BE49-F238E27FC236}">
                  <a16:creationId xmlns:a16="http://schemas.microsoft.com/office/drawing/2014/main" id="{4BEE05DF-EB4A-4333-B281-3F1A06172B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3300" y="402431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59" name="Picture 200">
              <a:extLst>
                <a:ext uri="{FF2B5EF4-FFF2-40B4-BE49-F238E27FC236}">
                  <a16:creationId xmlns:a16="http://schemas.microsoft.com/office/drawing/2014/main" id="{7EDF926C-5B1B-4E53-868B-C21D7DDA5F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200" y="4024313"/>
              <a:ext cx="1143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60" name="Picture 201">
              <a:extLst>
                <a:ext uri="{FF2B5EF4-FFF2-40B4-BE49-F238E27FC236}">
                  <a16:creationId xmlns:a16="http://schemas.microsoft.com/office/drawing/2014/main" id="{0F255135-3733-4D00-A3B2-40195376DE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500" y="402431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61" name="Rectangle 202">
              <a:extLst>
                <a:ext uri="{FF2B5EF4-FFF2-40B4-BE49-F238E27FC236}">
                  <a16:creationId xmlns:a16="http://schemas.microsoft.com/office/drawing/2014/main" id="{9BDF801B-7024-4406-90B0-7AB83CCF3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979863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762" name="Rectangle 203">
              <a:extLst>
                <a:ext uri="{FF2B5EF4-FFF2-40B4-BE49-F238E27FC236}">
                  <a16:creationId xmlns:a16="http://schemas.microsoft.com/office/drawing/2014/main" id="{1F627368-2C85-422E-9B2D-88AE51A45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979863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63" name="Picture 204">
              <a:extLst>
                <a:ext uri="{FF2B5EF4-FFF2-40B4-BE49-F238E27FC236}">
                  <a16:creationId xmlns:a16="http://schemas.microsoft.com/office/drawing/2014/main" id="{1C50B71C-3341-4271-838E-CACE7BAE7A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4086225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64" name="Picture 205">
              <a:extLst>
                <a:ext uri="{FF2B5EF4-FFF2-40B4-BE49-F238E27FC236}">
                  <a16:creationId xmlns:a16="http://schemas.microsoft.com/office/drawing/2014/main" id="{F1877EA2-5205-430C-BC1B-A603740817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4122738"/>
              <a:ext cx="80962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65" name="Picture 206">
              <a:extLst>
                <a:ext uri="{FF2B5EF4-FFF2-40B4-BE49-F238E27FC236}">
                  <a16:creationId xmlns:a16="http://schemas.microsoft.com/office/drawing/2014/main" id="{4162988F-E5C5-4E38-A144-7150560E24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4103688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66" name="Picture 207">
              <a:extLst>
                <a:ext uri="{FF2B5EF4-FFF2-40B4-BE49-F238E27FC236}">
                  <a16:creationId xmlns:a16="http://schemas.microsoft.com/office/drawing/2014/main" id="{95844205-4830-4588-B540-5CC5B4CE5D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40862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67" name="Picture 208">
              <a:extLst>
                <a:ext uri="{FF2B5EF4-FFF2-40B4-BE49-F238E27FC236}">
                  <a16:creationId xmlns:a16="http://schemas.microsoft.com/office/drawing/2014/main" id="{D3E6A759-D719-4261-B801-E471DB5277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4122738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68" name="Rectangle 209">
              <a:extLst>
                <a:ext uri="{FF2B5EF4-FFF2-40B4-BE49-F238E27FC236}">
                  <a16:creationId xmlns:a16="http://schemas.microsoft.com/office/drawing/2014/main" id="{F1A16446-F1B1-4B1D-AC2B-D43C9299F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4048125"/>
              <a:ext cx="161925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69" name="Picture 210">
              <a:extLst>
                <a:ext uri="{FF2B5EF4-FFF2-40B4-BE49-F238E27FC236}">
                  <a16:creationId xmlns:a16="http://schemas.microsoft.com/office/drawing/2014/main" id="{B24DB94D-28FE-46E8-80B5-339D541ED8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40862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70" name="Picture 211">
              <a:extLst>
                <a:ext uri="{FF2B5EF4-FFF2-40B4-BE49-F238E27FC236}">
                  <a16:creationId xmlns:a16="http://schemas.microsoft.com/office/drawing/2014/main" id="{755D7347-20BF-46E1-9333-3A4661756C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4122738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71" name="Picture 212">
              <a:extLst>
                <a:ext uri="{FF2B5EF4-FFF2-40B4-BE49-F238E27FC236}">
                  <a16:creationId xmlns:a16="http://schemas.microsoft.com/office/drawing/2014/main" id="{E783F9A4-0012-46D9-8E6B-6B1C048DE4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40862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72" name="Picture 213">
              <a:extLst>
                <a:ext uri="{FF2B5EF4-FFF2-40B4-BE49-F238E27FC236}">
                  <a16:creationId xmlns:a16="http://schemas.microsoft.com/office/drawing/2014/main" id="{DF2429E0-1A05-4028-83FE-251DA98F9B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4122738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73" name="Rectangle 214">
              <a:extLst>
                <a:ext uri="{FF2B5EF4-FFF2-40B4-BE49-F238E27FC236}">
                  <a16:creationId xmlns:a16="http://schemas.microsoft.com/office/drawing/2014/main" id="{C83C6D85-188C-4F74-8A09-567662507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979863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74" name="Picture 215">
              <a:extLst>
                <a:ext uri="{FF2B5EF4-FFF2-40B4-BE49-F238E27FC236}">
                  <a16:creationId xmlns:a16="http://schemas.microsoft.com/office/drawing/2014/main" id="{453E317C-D185-41C0-B99C-85BDCBF1A7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4021138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75" name="Picture 216">
              <a:extLst>
                <a:ext uri="{FF2B5EF4-FFF2-40B4-BE49-F238E27FC236}">
                  <a16:creationId xmlns:a16="http://schemas.microsoft.com/office/drawing/2014/main" id="{CA3114DB-8822-4FEB-B8FA-3AEF562C73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4122738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76" name="Picture 217">
              <a:extLst>
                <a:ext uri="{FF2B5EF4-FFF2-40B4-BE49-F238E27FC236}">
                  <a16:creationId xmlns:a16="http://schemas.microsoft.com/office/drawing/2014/main" id="{40ED07E5-C23C-457C-A011-6716AA52D8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4103688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77" name="Rectangle 218">
              <a:extLst>
                <a:ext uri="{FF2B5EF4-FFF2-40B4-BE49-F238E27FC236}">
                  <a16:creationId xmlns:a16="http://schemas.microsoft.com/office/drawing/2014/main" id="{4F56599C-BD16-4182-B752-9E8EC8BBA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238" y="4048125"/>
              <a:ext cx="158750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78" name="Picture 219">
              <a:extLst>
                <a:ext uri="{FF2B5EF4-FFF2-40B4-BE49-F238E27FC236}">
                  <a16:creationId xmlns:a16="http://schemas.microsoft.com/office/drawing/2014/main" id="{29750169-66BC-4C46-A8E4-DF1CD18E11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4086225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79" name="Picture 220">
              <a:extLst>
                <a:ext uri="{FF2B5EF4-FFF2-40B4-BE49-F238E27FC236}">
                  <a16:creationId xmlns:a16="http://schemas.microsoft.com/office/drawing/2014/main" id="{1C6E28AA-046A-4610-93B9-EF9B94F0C6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4122738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80" name="Picture 221">
              <a:extLst>
                <a:ext uri="{FF2B5EF4-FFF2-40B4-BE49-F238E27FC236}">
                  <a16:creationId xmlns:a16="http://schemas.microsoft.com/office/drawing/2014/main" id="{4CD4D727-2920-4859-96D0-97AA7D0CB4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4049713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81" name="Picture 222">
              <a:extLst>
                <a:ext uri="{FF2B5EF4-FFF2-40B4-BE49-F238E27FC236}">
                  <a16:creationId xmlns:a16="http://schemas.microsoft.com/office/drawing/2014/main" id="{D2392587-7D6F-4824-A7A1-C6A6C92E29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40862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82" name="Picture 223">
              <a:extLst>
                <a:ext uri="{FF2B5EF4-FFF2-40B4-BE49-F238E27FC236}">
                  <a16:creationId xmlns:a16="http://schemas.microsoft.com/office/drawing/2014/main" id="{0F3A2EF9-6A43-4BA4-8906-7EBBFE8E3F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4122738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83" name="Picture 224">
              <a:extLst>
                <a:ext uri="{FF2B5EF4-FFF2-40B4-BE49-F238E27FC236}">
                  <a16:creationId xmlns:a16="http://schemas.microsoft.com/office/drawing/2014/main" id="{C7381705-254C-4315-92A5-195A0A1269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4049713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84" name="Rectangle 225">
              <a:extLst>
                <a:ext uri="{FF2B5EF4-FFF2-40B4-BE49-F238E27FC236}">
                  <a16:creationId xmlns:a16="http://schemas.microsoft.com/office/drawing/2014/main" id="{3444BC4D-1DD6-4D8F-A01B-BBAD21A1E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663" y="4048125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85" name="Picture 226">
              <a:extLst>
                <a:ext uri="{FF2B5EF4-FFF2-40B4-BE49-F238E27FC236}">
                  <a16:creationId xmlns:a16="http://schemas.microsoft.com/office/drawing/2014/main" id="{8318E20A-9030-4584-A4B0-859C0966F3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40862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86" name="Picture 227">
              <a:extLst>
                <a:ext uri="{FF2B5EF4-FFF2-40B4-BE49-F238E27FC236}">
                  <a16:creationId xmlns:a16="http://schemas.microsoft.com/office/drawing/2014/main" id="{DA749FBF-9895-4C0C-870B-F85A09557D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9588" y="4122738"/>
              <a:ext cx="80962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87" name="Picture 228">
              <a:extLst>
                <a:ext uri="{FF2B5EF4-FFF2-40B4-BE49-F238E27FC236}">
                  <a16:creationId xmlns:a16="http://schemas.microsoft.com/office/drawing/2014/main" id="{89EFC5C6-9B78-4AA2-82FE-AF5AAFF7AD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913" y="43545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88" name="Rectangle 229">
              <a:extLst>
                <a:ext uri="{FF2B5EF4-FFF2-40B4-BE49-F238E27FC236}">
                  <a16:creationId xmlns:a16="http://schemas.microsoft.com/office/drawing/2014/main" id="{D513E29F-544C-4AB2-A753-E823D69C1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4310063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89" name="Picture 230">
              <a:extLst>
                <a:ext uri="{FF2B5EF4-FFF2-40B4-BE49-F238E27FC236}">
                  <a16:creationId xmlns:a16="http://schemas.microsoft.com/office/drawing/2014/main" id="{F6EF5A1D-3599-4A43-B5D1-3EEC67D4E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3300" y="4354513"/>
              <a:ext cx="93663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90" name="Picture 231">
              <a:extLst>
                <a:ext uri="{FF2B5EF4-FFF2-40B4-BE49-F238E27FC236}">
                  <a16:creationId xmlns:a16="http://schemas.microsoft.com/office/drawing/2014/main" id="{91ABFCE9-A054-4772-A12F-875FE0AE25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488" y="4354513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91" name="Picture 232">
              <a:extLst>
                <a:ext uri="{FF2B5EF4-FFF2-40B4-BE49-F238E27FC236}">
                  <a16:creationId xmlns:a16="http://schemas.microsoft.com/office/drawing/2014/main" id="{B64DB2D7-96EB-4979-9AF2-C3F9C917E6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43545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92" name="Rectangle 233">
              <a:extLst>
                <a:ext uri="{FF2B5EF4-FFF2-40B4-BE49-F238E27FC236}">
                  <a16:creationId xmlns:a16="http://schemas.microsoft.com/office/drawing/2014/main" id="{0BED7CBC-AFC8-49AE-A268-7F0E27810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4310063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793" name="Rectangle 234">
              <a:extLst>
                <a:ext uri="{FF2B5EF4-FFF2-40B4-BE49-F238E27FC236}">
                  <a16:creationId xmlns:a16="http://schemas.microsoft.com/office/drawing/2014/main" id="{06EF776A-1D42-422F-A54A-6525BCB02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4310063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794" name="Picture 235">
              <a:extLst>
                <a:ext uri="{FF2B5EF4-FFF2-40B4-BE49-F238E27FC236}">
                  <a16:creationId xmlns:a16="http://schemas.microsoft.com/office/drawing/2014/main" id="{0349CFE2-119C-4A76-AAD3-83DF780094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4416425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95" name="Picture 236">
              <a:extLst>
                <a:ext uri="{FF2B5EF4-FFF2-40B4-BE49-F238E27FC236}">
                  <a16:creationId xmlns:a16="http://schemas.microsoft.com/office/drawing/2014/main" id="{4B117143-B502-496D-8207-12E67A30F5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4454525"/>
              <a:ext cx="80962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96" name="Picture 237">
              <a:extLst>
                <a:ext uri="{FF2B5EF4-FFF2-40B4-BE49-F238E27FC236}">
                  <a16:creationId xmlns:a16="http://schemas.microsoft.com/office/drawing/2014/main" id="{0FB7CA2A-4AF3-4F41-8A12-04D6051119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4435475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97" name="Picture 238">
              <a:extLst>
                <a:ext uri="{FF2B5EF4-FFF2-40B4-BE49-F238E27FC236}">
                  <a16:creationId xmlns:a16="http://schemas.microsoft.com/office/drawing/2014/main" id="{D82A8B12-105A-4CB3-A161-CF3FA9F2D0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44164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98" name="Picture 239">
              <a:extLst>
                <a:ext uri="{FF2B5EF4-FFF2-40B4-BE49-F238E27FC236}">
                  <a16:creationId xmlns:a16="http://schemas.microsoft.com/office/drawing/2014/main" id="{073C4A50-AF2F-4ADB-9D77-94382CB32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4454525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799" name="Picture 240">
              <a:extLst>
                <a:ext uri="{FF2B5EF4-FFF2-40B4-BE49-F238E27FC236}">
                  <a16:creationId xmlns:a16="http://schemas.microsoft.com/office/drawing/2014/main" id="{9A7F947A-B7E9-4D6E-A0BC-7F75742299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44164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00" name="Picture 241">
              <a:extLst>
                <a:ext uri="{FF2B5EF4-FFF2-40B4-BE49-F238E27FC236}">
                  <a16:creationId xmlns:a16="http://schemas.microsoft.com/office/drawing/2014/main" id="{7EC29A86-1563-4FB4-AEB9-D73A211280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44545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801" name="Rectangle 242">
              <a:extLst>
                <a:ext uri="{FF2B5EF4-FFF2-40B4-BE49-F238E27FC236}">
                  <a16:creationId xmlns:a16="http://schemas.microsoft.com/office/drawing/2014/main" id="{8A903A4D-8372-4999-8164-018E8E683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437991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802" name="Picture 243">
              <a:extLst>
                <a:ext uri="{FF2B5EF4-FFF2-40B4-BE49-F238E27FC236}">
                  <a16:creationId xmlns:a16="http://schemas.microsoft.com/office/drawing/2014/main" id="{B9CBE5FB-4F55-4883-B8B5-2C9FD241CD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44164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03" name="Picture 244">
              <a:extLst>
                <a:ext uri="{FF2B5EF4-FFF2-40B4-BE49-F238E27FC236}">
                  <a16:creationId xmlns:a16="http://schemas.microsoft.com/office/drawing/2014/main" id="{7AB51CB1-324F-4A94-9A03-C55DDE0162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4454525"/>
              <a:ext cx="809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804" name="Rectangle 245">
              <a:extLst>
                <a:ext uri="{FF2B5EF4-FFF2-40B4-BE49-F238E27FC236}">
                  <a16:creationId xmlns:a16="http://schemas.microsoft.com/office/drawing/2014/main" id="{AE4C4971-F16B-4E18-BC35-FA1991A6E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4310063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805" name="Picture 246">
              <a:extLst>
                <a:ext uri="{FF2B5EF4-FFF2-40B4-BE49-F238E27FC236}">
                  <a16:creationId xmlns:a16="http://schemas.microsoft.com/office/drawing/2014/main" id="{C5109BEC-21E1-438F-8F47-9F2DD18368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4351338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06" name="Picture 247">
              <a:extLst>
                <a:ext uri="{FF2B5EF4-FFF2-40B4-BE49-F238E27FC236}">
                  <a16:creationId xmlns:a16="http://schemas.microsoft.com/office/drawing/2014/main" id="{BC5BC698-E1CE-462B-83E5-E4DEF4A44B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4454525"/>
              <a:ext cx="809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07" name="Picture 248">
              <a:extLst>
                <a:ext uri="{FF2B5EF4-FFF2-40B4-BE49-F238E27FC236}">
                  <a16:creationId xmlns:a16="http://schemas.microsoft.com/office/drawing/2014/main" id="{2130E366-C21A-46DC-84DA-1AB2DCB103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4435475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808" name="Rectangle 249">
              <a:extLst>
                <a:ext uri="{FF2B5EF4-FFF2-40B4-BE49-F238E27FC236}">
                  <a16:creationId xmlns:a16="http://schemas.microsoft.com/office/drawing/2014/main" id="{013EAC61-0306-431F-9872-E2A933F4A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238" y="4379913"/>
              <a:ext cx="158750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809" name="Picture 250">
              <a:extLst>
                <a:ext uri="{FF2B5EF4-FFF2-40B4-BE49-F238E27FC236}">
                  <a16:creationId xmlns:a16="http://schemas.microsoft.com/office/drawing/2014/main" id="{2CD8914E-59B6-43BC-8A82-C4F3BB3BF0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4416425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10" name="Picture 251">
              <a:extLst>
                <a:ext uri="{FF2B5EF4-FFF2-40B4-BE49-F238E27FC236}">
                  <a16:creationId xmlns:a16="http://schemas.microsoft.com/office/drawing/2014/main" id="{E6E2B62D-4595-43D8-A29D-F635782A6F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44545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11" name="Picture 252">
              <a:extLst>
                <a:ext uri="{FF2B5EF4-FFF2-40B4-BE49-F238E27FC236}">
                  <a16:creationId xmlns:a16="http://schemas.microsoft.com/office/drawing/2014/main" id="{8FAAD6E6-9D96-45B0-945D-01A860EC47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43815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812" name="Rectangle 253">
              <a:extLst>
                <a:ext uri="{FF2B5EF4-FFF2-40B4-BE49-F238E27FC236}">
                  <a16:creationId xmlns:a16="http://schemas.microsoft.com/office/drawing/2014/main" id="{3864C7D7-F2A9-4F7A-BAF4-3D6F4268F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663" y="437991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813" name="Picture 254">
              <a:extLst>
                <a:ext uri="{FF2B5EF4-FFF2-40B4-BE49-F238E27FC236}">
                  <a16:creationId xmlns:a16="http://schemas.microsoft.com/office/drawing/2014/main" id="{7C151BFE-F94C-4088-B0D7-352E6C2296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44164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14" name="Picture 255">
              <a:extLst>
                <a:ext uri="{FF2B5EF4-FFF2-40B4-BE49-F238E27FC236}">
                  <a16:creationId xmlns:a16="http://schemas.microsoft.com/office/drawing/2014/main" id="{862D4242-5738-42B0-A7A0-68C08791DF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44545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15" name="Picture 256">
              <a:extLst>
                <a:ext uri="{FF2B5EF4-FFF2-40B4-BE49-F238E27FC236}">
                  <a16:creationId xmlns:a16="http://schemas.microsoft.com/office/drawing/2014/main" id="{F44AAE1C-F216-4C34-9872-E7B4285EC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43815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16" name="Picture 257">
              <a:extLst>
                <a:ext uri="{FF2B5EF4-FFF2-40B4-BE49-F238E27FC236}">
                  <a16:creationId xmlns:a16="http://schemas.microsoft.com/office/drawing/2014/main" id="{3FDC34EF-65A8-4A46-B25D-7D2295CD37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44164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17" name="Picture 258">
              <a:extLst>
                <a:ext uri="{FF2B5EF4-FFF2-40B4-BE49-F238E27FC236}">
                  <a16:creationId xmlns:a16="http://schemas.microsoft.com/office/drawing/2014/main" id="{C43E644C-9B28-4C04-9CC8-3FD9CAFC34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6413" y="4454525"/>
              <a:ext cx="82550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18" name="Picture 259">
              <a:extLst>
                <a:ext uri="{FF2B5EF4-FFF2-40B4-BE49-F238E27FC236}">
                  <a16:creationId xmlns:a16="http://schemas.microsoft.com/office/drawing/2014/main" id="{FDFAE8C1-840B-429C-9198-80D219FD2B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850" y="4683125"/>
              <a:ext cx="114300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819" name="Rectangle 260">
              <a:extLst>
                <a:ext uri="{FF2B5EF4-FFF2-40B4-BE49-F238E27FC236}">
                  <a16:creationId xmlns:a16="http://schemas.microsoft.com/office/drawing/2014/main" id="{D8BBF636-7660-409C-AF84-B14C659DE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4624388"/>
              <a:ext cx="12700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820" name="Picture 261">
              <a:extLst>
                <a:ext uri="{FF2B5EF4-FFF2-40B4-BE49-F238E27FC236}">
                  <a16:creationId xmlns:a16="http://schemas.microsoft.com/office/drawing/2014/main" id="{40AC66BC-232A-43B2-88C1-4800C193E5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3300" y="46863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21" name="Picture 262">
              <a:extLst>
                <a:ext uri="{FF2B5EF4-FFF2-40B4-BE49-F238E27FC236}">
                  <a16:creationId xmlns:a16="http://schemas.microsoft.com/office/drawing/2014/main" id="{94D680E1-56A2-4948-A646-78AEF22EC3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488" y="46863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22" name="Picture 263">
              <a:extLst>
                <a:ext uri="{FF2B5EF4-FFF2-40B4-BE49-F238E27FC236}">
                  <a16:creationId xmlns:a16="http://schemas.microsoft.com/office/drawing/2014/main" id="{49ED3F51-524A-4C02-B4CF-F727E0CAD5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500" y="46863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823" name="Rectangle 264">
              <a:extLst>
                <a:ext uri="{FF2B5EF4-FFF2-40B4-BE49-F238E27FC236}">
                  <a16:creationId xmlns:a16="http://schemas.microsoft.com/office/drawing/2014/main" id="{8AF7BFE0-1769-484B-9214-3DFECCB84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4624388"/>
              <a:ext cx="14287" cy="431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824" name="Rectangle 265">
              <a:extLst>
                <a:ext uri="{FF2B5EF4-FFF2-40B4-BE49-F238E27FC236}">
                  <a16:creationId xmlns:a16="http://schemas.microsoft.com/office/drawing/2014/main" id="{BAC98876-A1C5-42B2-A3EC-BCDC965D1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4624388"/>
              <a:ext cx="12700" cy="431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825" name="Picture 266">
              <a:extLst>
                <a:ext uri="{FF2B5EF4-FFF2-40B4-BE49-F238E27FC236}">
                  <a16:creationId xmlns:a16="http://schemas.microsoft.com/office/drawing/2014/main" id="{E91F8B0E-B258-40C0-906F-55D526F1D6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4748213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26" name="Picture 267">
              <a:extLst>
                <a:ext uri="{FF2B5EF4-FFF2-40B4-BE49-F238E27FC236}">
                  <a16:creationId xmlns:a16="http://schemas.microsoft.com/office/drawing/2014/main" id="{DD4E49B2-593C-47D6-9E38-94F4CB37BA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4783138"/>
              <a:ext cx="87312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27" name="Picture 268">
              <a:extLst>
                <a:ext uri="{FF2B5EF4-FFF2-40B4-BE49-F238E27FC236}">
                  <a16:creationId xmlns:a16="http://schemas.microsoft.com/office/drawing/2014/main" id="{370CB568-27B4-45F0-BD8F-8888B09B46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4765675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28" name="Picture 269">
              <a:extLst>
                <a:ext uri="{FF2B5EF4-FFF2-40B4-BE49-F238E27FC236}">
                  <a16:creationId xmlns:a16="http://schemas.microsoft.com/office/drawing/2014/main" id="{A2BB6A14-8856-43F5-8213-8CFB9E9D4B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47482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29" name="Picture 270">
              <a:extLst>
                <a:ext uri="{FF2B5EF4-FFF2-40B4-BE49-F238E27FC236}">
                  <a16:creationId xmlns:a16="http://schemas.microsoft.com/office/drawing/2014/main" id="{13EE66DC-C9FE-4878-B2AA-35DCE08B3B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4784725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30" name="Picture 271">
              <a:extLst>
                <a:ext uri="{FF2B5EF4-FFF2-40B4-BE49-F238E27FC236}">
                  <a16:creationId xmlns:a16="http://schemas.microsoft.com/office/drawing/2014/main" id="{7B3AB3C1-0058-460F-81A9-F4F1441988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4748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31" name="Picture 272">
              <a:extLst>
                <a:ext uri="{FF2B5EF4-FFF2-40B4-BE49-F238E27FC236}">
                  <a16:creationId xmlns:a16="http://schemas.microsoft.com/office/drawing/2014/main" id="{542BC729-0583-446A-88E7-9132D4D635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47847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32" name="Picture 273">
              <a:extLst>
                <a:ext uri="{FF2B5EF4-FFF2-40B4-BE49-F238E27FC236}">
                  <a16:creationId xmlns:a16="http://schemas.microsoft.com/office/drawing/2014/main" id="{BA594BFB-C91D-435E-89AD-8A0F756969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47482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33" name="Picture 274">
              <a:extLst>
                <a:ext uri="{FF2B5EF4-FFF2-40B4-BE49-F238E27FC236}">
                  <a16:creationId xmlns:a16="http://schemas.microsoft.com/office/drawing/2014/main" id="{6A39CAA3-4F80-4B00-BC10-E2BD0AF83D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4784725"/>
              <a:ext cx="809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834" name="Rectangle 275">
              <a:extLst>
                <a:ext uri="{FF2B5EF4-FFF2-40B4-BE49-F238E27FC236}">
                  <a16:creationId xmlns:a16="http://schemas.microsoft.com/office/drawing/2014/main" id="{17D2ED14-E50A-4AF1-BAAA-EF7EB3E1D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4624388"/>
              <a:ext cx="15875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835" name="Picture 276">
              <a:extLst>
                <a:ext uri="{FF2B5EF4-FFF2-40B4-BE49-F238E27FC236}">
                  <a16:creationId xmlns:a16="http://schemas.microsoft.com/office/drawing/2014/main" id="{A6A53CB8-3AEC-4AEA-AC72-0F9935B8C3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4683125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36" name="Picture 277">
              <a:extLst>
                <a:ext uri="{FF2B5EF4-FFF2-40B4-BE49-F238E27FC236}">
                  <a16:creationId xmlns:a16="http://schemas.microsoft.com/office/drawing/2014/main" id="{9233078C-4052-4120-8D93-16FAE1DED1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4783138"/>
              <a:ext cx="87313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37" name="Picture 278">
              <a:extLst>
                <a:ext uri="{FF2B5EF4-FFF2-40B4-BE49-F238E27FC236}">
                  <a16:creationId xmlns:a16="http://schemas.microsoft.com/office/drawing/2014/main" id="{CC5C79F2-D4C1-4DD7-9788-E8D6802B31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4765675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838" name="Rectangle 279">
              <a:extLst>
                <a:ext uri="{FF2B5EF4-FFF2-40B4-BE49-F238E27FC236}">
                  <a16:creationId xmlns:a16="http://schemas.microsoft.com/office/drawing/2014/main" id="{CED47A8A-317F-461A-8D76-69AFD1AD5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238" y="4710113"/>
              <a:ext cx="158750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839" name="Picture 280">
              <a:extLst>
                <a:ext uri="{FF2B5EF4-FFF2-40B4-BE49-F238E27FC236}">
                  <a16:creationId xmlns:a16="http://schemas.microsoft.com/office/drawing/2014/main" id="{5C09A3AC-9D37-4843-8852-7BD10B0A22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4748213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40" name="Picture 281">
              <a:extLst>
                <a:ext uri="{FF2B5EF4-FFF2-40B4-BE49-F238E27FC236}">
                  <a16:creationId xmlns:a16="http://schemas.microsoft.com/office/drawing/2014/main" id="{D5E8763F-FC33-4DDA-9C09-33A348C03A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47847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41" name="Picture 282">
              <a:extLst>
                <a:ext uri="{FF2B5EF4-FFF2-40B4-BE49-F238E27FC236}">
                  <a16:creationId xmlns:a16="http://schemas.microsoft.com/office/drawing/2014/main" id="{4BC835C6-F31A-4258-9CBE-622C796D57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47117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842" name="Rectangle 283">
              <a:extLst>
                <a:ext uri="{FF2B5EF4-FFF2-40B4-BE49-F238E27FC236}">
                  <a16:creationId xmlns:a16="http://schemas.microsoft.com/office/drawing/2014/main" id="{B6C4D321-4985-4CBF-A875-1C4A2B2F4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663" y="471011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843" name="Picture 284">
              <a:extLst>
                <a:ext uri="{FF2B5EF4-FFF2-40B4-BE49-F238E27FC236}">
                  <a16:creationId xmlns:a16="http://schemas.microsoft.com/office/drawing/2014/main" id="{9538482A-7F09-4F88-9D11-C49D74973A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4748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44" name="Picture 285">
              <a:extLst>
                <a:ext uri="{FF2B5EF4-FFF2-40B4-BE49-F238E27FC236}">
                  <a16:creationId xmlns:a16="http://schemas.microsoft.com/office/drawing/2014/main" id="{3516A669-44B7-4417-83EC-4DCA63587D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47847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45" name="Picture 286">
              <a:extLst>
                <a:ext uri="{FF2B5EF4-FFF2-40B4-BE49-F238E27FC236}">
                  <a16:creationId xmlns:a16="http://schemas.microsoft.com/office/drawing/2014/main" id="{99964AB5-8423-4927-8921-D5AD8A70F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47117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846" name="Rectangle 287">
              <a:extLst>
                <a:ext uri="{FF2B5EF4-FFF2-40B4-BE49-F238E27FC236}">
                  <a16:creationId xmlns:a16="http://schemas.microsoft.com/office/drawing/2014/main" id="{9FBC3DDF-DF56-4068-8AEB-4A08DF8AD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663" y="471011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3847" name="Picture 288">
              <a:extLst>
                <a:ext uri="{FF2B5EF4-FFF2-40B4-BE49-F238E27FC236}">
                  <a16:creationId xmlns:a16="http://schemas.microsoft.com/office/drawing/2014/main" id="{94FA5850-154A-44E8-8DBE-BA8ECC2C2E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4748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848" name="Picture 289">
              <a:extLst>
                <a:ext uri="{FF2B5EF4-FFF2-40B4-BE49-F238E27FC236}">
                  <a16:creationId xmlns:a16="http://schemas.microsoft.com/office/drawing/2014/main" id="{4EADD8CE-078B-4033-896F-4A5437AD02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9588" y="4784725"/>
              <a:ext cx="80962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849" name="Rectangle 290">
              <a:extLst>
                <a:ext uri="{FF2B5EF4-FFF2-40B4-BE49-F238E27FC236}">
                  <a16:creationId xmlns:a16="http://schemas.microsoft.com/office/drawing/2014/main" id="{39063C6B-6461-4667-91FD-BE46BEE73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5068888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23555" name="Rectangle 12">
            <a:extLst>
              <a:ext uri="{FF2B5EF4-FFF2-40B4-BE49-F238E27FC236}">
                <a16:creationId xmlns:a16="http://schemas.microsoft.com/office/drawing/2014/main" id="{C1096D8D-5673-4B13-88AC-F9E0EBA66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813" y="1873250"/>
            <a:ext cx="4652962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3556" name="Rectangle 12">
            <a:extLst>
              <a:ext uri="{FF2B5EF4-FFF2-40B4-BE49-F238E27FC236}">
                <a16:creationId xmlns:a16="http://schemas.microsoft.com/office/drawing/2014/main" id="{924FA8B9-D465-4173-BAB4-D0E317CA1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544762"/>
            <a:ext cx="4652963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3557" name="Rectangle 12">
            <a:extLst>
              <a:ext uri="{FF2B5EF4-FFF2-40B4-BE49-F238E27FC236}">
                <a16:creationId xmlns:a16="http://schemas.microsoft.com/office/drawing/2014/main" id="{ADD5A187-A966-4863-BCAA-405A107C0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688" y="3208337"/>
            <a:ext cx="4651375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3558" name="Rectangle 12">
            <a:extLst>
              <a:ext uri="{FF2B5EF4-FFF2-40B4-BE49-F238E27FC236}">
                <a16:creationId xmlns:a16="http://schemas.microsoft.com/office/drawing/2014/main" id="{77969327-52C6-410F-89D1-706397152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100" y="3556000"/>
            <a:ext cx="4652963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3559" name="Rectangle 12">
            <a:extLst>
              <a:ext uri="{FF2B5EF4-FFF2-40B4-BE49-F238E27FC236}">
                <a16:creationId xmlns:a16="http://schemas.microsoft.com/office/drawing/2014/main" id="{E678B7A3-1404-4A0B-BEE7-ABEDDAD67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894137"/>
            <a:ext cx="4652962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3560" name="Rectangle 12">
            <a:extLst>
              <a:ext uri="{FF2B5EF4-FFF2-40B4-BE49-F238E27FC236}">
                <a16:creationId xmlns:a16="http://schemas.microsoft.com/office/drawing/2014/main" id="{308866C3-367E-4150-B42B-94D8849E2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4243387"/>
            <a:ext cx="4652962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3561" name="TextBox 299">
            <a:extLst>
              <a:ext uri="{FF2B5EF4-FFF2-40B4-BE49-F238E27FC236}">
                <a16:creationId xmlns:a16="http://schemas.microsoft.com/office/drawing/2014/main" id="{C308239D-C642-43E2-B514-B0DF3D649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884737"/>
            <a:ext cx="22510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 function 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for these rows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E8D5C2C9-BC6C-4985-82A4-7485AF46D6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sz="3000" dirty="0" err="1"/>
              <a:t>Minterms</a:t>
            </a:r>
            <a:r>
              <a:rPr lang="en-US" altLang="en-US" sz="3000" dirty="0"/>
              <a:t> and Maxterms (with three variables)</a:t>
            </a:r>
          </a:p>
        </p:txBody>
      </p:sp>
      <p:grpSp>
        <p:nvGrpSpPr>
          <p:cNvPr id="24578" name="Group 291">
            <a:extLst>
              <a:ext uri="{FF2B5EF4-FFF2-40B4-BE49-F238E27FC236}">
                <a16:creationId xmlns:a16="http://schemas.microsoft.com/office/drawing/2014/main" id="{413CF60B-2464-423F-B4B3-90CF0C131141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762000"/>
            <a:ext cx="7634288" cy="3875087"/>
            <a:chOff x="762000" y="1208088"/>
            <a:chExt cx="7634288" cy="3875087"/>
          </a:xfrm>
        </p:grpSpPr>
        <p:sp>
          <p:nvSpPr>
            <p:cNvPr id="24591" name="Rectangle 3">
              <a:extLst>
                <a:ext uri="{FF2B5EF4-FFF2-40B4-BE49-F238E27FC236}">
                  <a16:creationId xmlns:a16="http://schemas.microsoft.com/office/drawing/2014/main" id="{FAFF4854-45CC-4B71-9FDE-42B2F1930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1208088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592" name="Picture 4">
              <a:extLst>
                <a:ext uri="{FF2B5EF4-FFF2-40B4-BE49-F238E27FC236}">
                  <a16:creationId xmlns:a16="http://schemas.microsoft.com/office/drawing/2014/main" id="{76E73CBF-5B0C-4AB6-8617-C7116AC407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2688" y="1435100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93" name="Picture 5">
              <a:extLst>
                <a:ext uri="{FF2B5EF4-FFF2-40B4-BE49-F238E27FC236}">
                  <a16:creationId xmlns:a16="http://schemas.microsoft.com/office/drawing/2014/main" id="{2EEB1BF2-72D5-4E24-81A8-4C85621E47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2713" y="1497013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94" name="Picture 6">
              <a:extLst>
                <a:ext uri="{FF2B5EF4-FFF2-40B4-BE49-F238E27FC236}">
                  <a16:creationId xmlns:a16="http://schemas.microsoft.com/office/drawing/2014/main" id="{5F98AA0A-F7A2-4B2E-8E82-72B35DA0C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6063" y="1504950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95" name="Rectangle 7">
              <a:extLst>
                <a:ext uri="{FF2B5EF4-FFF2-40B4-BE49-F238E27FC236}">
                  <a16:creationId xmlns:a16="http://schemas.microsoft.com/office/drawing/2014/main" id="{C87674F6-AA67-488A-B9D9-168D7577D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1220788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596" name="Rectangle 8">
              <a:extLst>
                <a:ext uri="{FF2B5EF4-FFF2-40B4-BE49-F238E27FC236}">
                  <a16:creationId xmlns:a16="http://schemas.microsoft.com/office/drawing/2014/main" id="{FB1CB9F4-8272-4003-9B3A-F8F1DE3FB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1220788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597" name="Rectangle 9">
              <a:extLst>
                <a:ext uri="{FF2B5EF4-FFF2-40B4-BE49-F238E27FC236}">
                  <a16:creationId xmlns:a16="http://schemas.microsoft.com/office/drawing/2014/main" id="{CA474715-C312-4EBB-9C65-FD476444E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1220788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598" name="Rectangle 10">
              <a:extLst>
                <a:ext uri="{FF2B5EF4-FFF2-40B4-BE49-F238E27FC236}">
                  <a16:creationId xmlns:a16="http://schemas.microsoft.com/office/drawing/2014/main" id="{8DC839B0-17A5-43B6-9F2D-944B108DF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1220788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599" name="Picture 11">
              <a:extLst>
                <a:ext uri="{FF2B5EF4-FFF2-40B4-BE49-F238E27FC236}">
                  <a16:creationId xmlns:a16="http://schemas.microsoft.com/office/drawing/2014/main" id="{0B089BFA-6A59-4292-BCC0-51DAE46057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6150" y="1833563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0" name="Picture 12">
              <a:extLst>
                <a:ext uri="{FF2B5EF4-FFF2-40B4-BE49-F238E27FC236}">
                  <a16:creationId xmlns:a16="http://schemas.microsoft.com/office/drawing/2014/main" id="{6B69CC7F-061A-43AB-9328-2174B3C1FC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613" y="183197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1" name="Picture 13">
              <a:extLst>
                <a:ext uri="{FF2B5EF4-FFF2-40B4-BE49-F238E27FC236}">
                  <a16:creationId xmlns:a16="http://schemas.microsoft.com/office/drawing/2014/main" id="{EE5BC331-8B63-46CB-9781-91B73AB0A8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1833563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2" name="Picture 14">
              <a:extLst>
                <a:ext uri="{FF2B5EF4-FFF2-40B4-BE49-F238E27FC236}">
                  <a16:creationId xmlns:a16="http://schemas.microsoft.com/office/drawing/2014/main" id="{A4A70CAD-960F-414A-B0AF-FE7B4DDBAA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5263" y="1762125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3" name="Picture 15">
              <a:extLst>
                <a:ext uri="{FF2B5EF4-FFF2-40B4-BE49-F238E27FC236}">
                  <a16:creationId xmlns:a16="http://schemas.microsoft.com/office/drawing/2014/main" id="{7D4BE158-1E9E-49E9-9602-310148BCE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5600" y="1828800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4" name="Picture 16">
              <a:extLst>
                <a:ext uri="{FF2B5EF4-FFF2-40B4-BE49-F238E27FC236}">
                  <a16:creationId xmlns:a16="http://schemas.microsoft.com/office/drawing/2014/main" id="{AA01A462-5CDD-47A3-AC6E-58EDB8D3CF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6250" y="1833563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05" name="Rectangle 17">
              <a:extLst>
                <a:ext uri="{FF2B5EF4-FFF2-40B4-BE49-F238E27FC236}">
                  <a16:creationId xmlns:a16="http://schemas.microsoft.com/office/drawing/2014/main" id="{100185B4-FFB8-4F6E-9ABF-BDA910D3C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1728788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06" name="Picture 18">
              <a:extLst>
                <a:ext uri="{FF2B5EF4-FFF2-40B4-BE49-F238E27FC236}">
                  <a16:creationId xmlns:a16="http://schemas.microsoft.com/office/drawing/2014/main" id="{4EFB3C51-E1B9-4061-8237-FA6F2FF129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4400" y="183197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7" name="Picture 19">
              <a:extLst>
                <a:ext uri="{FF2B5EF4-FFF2-40B4-BE49-F238E27FC236}">
                  <a16:creationId xmlns:a16="http://schemas.microsoft.com/office/drawing/2014/main" id="{B65624C6-8F66-4234-B8C9-B2E4A45DEF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9500" y="1866900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8" name="Picture 20">
              <a:extLst>
                <a:ext uri="{FF2B5EF4-FFF2-40B4-BE49-F238E27FC236}">
                  <a16:creationId xmlns:a16="http://schemas.microsoft.com/office/drawing/2014/main" id="{F41DC96E-572F-4D45-A151-2209B3E396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8763" y="1831975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9" name="Picture 21">
              <a:extLst>
                <a:ext uri="{FF2B5EF4-FFF2-40B4-BE49-F238E27FC236}">
                  <a16:creationId xmlns:a16="http://schemas.microsoft.com/office/drawing/2014/main" id="{047C0475-6952-44E2-B43C-A88AEE3A20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7513" y="1866900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10" name="Picture 22">
              <a:extLst>
                <a:ext uri="{FF2B5EF4-FFF2-40B4-BE49-F238E27FC236}">
                  <a16:creationId xmlns:a16="http://schemas.microsoft.com/office/drawing/2014/main" id="{35F8E2EF-FF4C-40A6-952F-574548EAFE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363" y="183197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11" name="Picture 23">
              <a:extLst>
                <a:ext uri="{FF2B5EF4-FFF2-40B4-BE49-F238E27FC236}">
                  <a16:creationId xmlns:a16="http://schemas.microsoft.com/office/drawing/2014/main" id="{EEB89215-F8AF-41CE-8D8C-63ACD12163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7113" y="1868488"/>
              <a:ext cx="825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12" name="Rectangle 24">
              <a:extLst>
                <a:ext uri="{FF2B5EF4-FFF2-40B4-BE49-F238E27FC236}">
                  <a16:creationId xmlns:a16="http://schemas.microsoft.com/office/drawing/2014/main" id="{6F0F3472-547A-4A82-8580-83B6D275C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1728788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613" name="Rectangle 25">
              <a:extLst>
                <a:ext uri="{FF2B5EF4-FFF2-40B4-BE49-F238E27FC236}">
                  <a16:creationId xmlns:a16="http://schemas.microsoft.com/office/drawing/2014/main" id="{9DBAAFAF-383A-42A7-840B-E85CFBF70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1728788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14" name="Picture 26">
              <a:extLst>
                <a:ext uri="{FF2B5EF4-FFF2-40B4-BE49-F238E27FC236}">
                  <a16:creationId xmlns:a16="http://schemas.microsoft.com/office/drawing/2014/main" id="{6313B918-C959-4125-AB6A-7807BD0C11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1813" y="1766888"/>
              <a:ext cx="2286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15" name="Picture 27">
              <a:extLst>
                <a:ext uri="{FF2B5EF4-FFF2-40B4-BE49-F238E27FC236}">
                  <a16:creationId xmlns:a16="http://schemas.microsoft.com/office/drawing/2014/main" id="{FF1149EF-844B-4EDB-9D2B-83F8DDF949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1050" y="1770063"/>
              <a:ext cx="58738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16" name="Picture 28">
              <a:extLst>
                <a:ext uri="{FF2B5EF4-FFF2-40B4-BE49-F238E27FC236}">
                  <a16:creationId xmlns:a16="http://schemas.microsoft.com/office/drawing/2014/main" id="{5E050120-8D9B-4946-A22B-5E4128C560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7250" y="1833563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17" name="Picture 29">
              <a:extLst>
                <a:ext uri="{FF2B5EF4-FFF2-40B4-BE49-F238E27FC236}">
                  <a16:creationId xmlns:a16="http://schemas.microsoft.com/office/drawing/2014/main" id="{871E3A98-6CAB-47ED-AD98-0F223DF81B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8538" y="1785938"/>
              <a:ext cx="85725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18" name="Picture 30">
              <a:extLst>
                <a:ext uri="{FF2B5EF4-FFF2-40B4-BE49-F238E27FC236}">
                  <a16:creationId xmlns:a16="http://schemas.microsoft.com/office/drawing/2014/main" id="{58023098-866D-4EE7-9710-DABEA3770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9663" y="1828800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19" name="Picture 31">
              <a:extLst>
                <a:ext uri="{FF2B5EF4-FFF2-40B4-BE49-F238E27FC236}">
                  <a16:creationId xmlns:a16="http://schemas.microsoft.com/office/drawing/2014/main" id="{BC245B2D-F442-4B20-B8F3-9FC91777C6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313" y="1833563"/>
              <a:ext cx="95250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20" name="Picture 32">
              <a:extLst>
                <a:ext uri="{FF2B5EF4-FFF2-40B4-BE49-F238E27FC236}">
                  <a16:creationId xmlns:a16="http://schemas.microsoft.com/office/drawing/2014/main" id="{4ED822B3-063B-4118-8AF3-D3BBA7EF23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9850" y="1833563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21" name="Rectangle 33">
              <a:extLst>
                <a:ext uri="{FF2B5EF4-FFF2-40B4-BE49-F238E27FC236}">
                  <a16:creationId xmlns:a16="http://schemas.microsoft.com/office/drawing/2014/main" id="{587E5FFE-0620-4614-9EDE-8AC333152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1728788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22" name="Picture 34">
              <a:extLst>
                <a:ext uri="{FF2B5EF4-FFF2-40B4-BE49-F238E27FC236}">
                  <a16:creationId xmlns:a16="http://schemas.microsoft.com/office/drawing/2014/main" id="{E31F36BA-FD51-4A15-BF0E-18A920207D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5900" y="1766888"/>
              <a:ext cx="227013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23" name="Picture 35">
              <a:extLst>
                <a:ext uri="{FF2B5EF4-FFF2-40B4-BE49-F238E27FC236}">
                  <a16:creationId xmlns:a16="http://schemas.microsoft.com/office/drawing/2014/main" id="{97071361-978F-4198-9994-6B705EEA65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8313" y="1828800"/>
              <a:ext cx="123825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24" name="Picture 36">
              <a:extLst>
                <a:ext uri="{FF2B5EF4-FFF2-40B4-BE49-F238E27FC236}">
                  <a16:creationId xmlns:a16="http://schemas.microsoft.com/office/drawing/2014/main" id="{6FBD2C76-979B-4E40-A83D-90E84100B2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8488" y="1835150"/>
              <a:ext cx="136525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25" name="Picture 37">
              <a:extLst>
                <a:ext uri="{FF2B5EF4-FFF2-40B4-BE49-F238E27FC236}">
                  <a16:creationId xmlns:a16="http://schemas.microsoft.com/office/drawing/2014/main" id="{28C6392F-D45F-4540-9BA0-D45024B4C2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7713" y="1785938"/>
              <a:ext cx="84137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26" name="Picture 38">
              <a:extLst>
                <a:ext uri="{FF2B5EF4-FFF2-40B4-BE49-F238E27FC236}">
                  <a16:creationId xmlns:a16="http://schemas.microsoft.com/office/drawing/2014/main" id="{382BE3C7-D578-4CEC-A7B2-CBDD828A46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5663" y="1828800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27" name="Picture 39">
              <a:extLst>
                <a:ext uri="{FF2B5EF4-FFF2-40B4-BE49-F238E27FC236}">
                  <a16:creationId xmlns:a16="http://schemas.microsoft.com/office/drawing/2014/main" id="{E81B3E6F-B63A-42C7-AAFB-B5F1628523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7900" y="1833563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28" name="Picture 40">
              <a:extLst>
                <a:ext uri="{FF2B5EF4-FFF2-40B4-BE49-F238E27FC236}">
                  <a16:creationId xmlns:a16="http://schemas.microsoft.com/office/drawing/2014/main" id="{7EA27F9D-1CE3-4E52-B5B4-02E4AFB083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7438" y="1833563"/>
              <a:ext cx="212725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29" name="Rectangle 41">
              <a:extLst>
                <a:ext uri="{FF2B5EF4-FFF2-40B4-BE49-F238E27FC236}">
                  <a16:creationId xmlns:a16="http://schemas.microsoft.com/office/drawing/2014/main" id="{BA49C230-C17F-40BC-A537-2A8C5C493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2144713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30" name="Picture 42">
              <a:extLst>
                <a:ext uri="{FF2B5EF4-FFF2-40B4-BE49-F238E27FC236}">
                  <a16:creationId xmlns:a16="http://schemas.microsoft.com/office/drawing/2014/main" id="{1E571F3F-86AD-44CC-A879-C2D7FA4786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913" y="23749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31" name="Rectangle 43">
              <a:extLst>
                <a:ext uri="{FF2B5EF4-FFF2-40B4-BE49-F238E27FC236}">
                  <a16:creationId xmlns:a16="http://schemas.microsoft.com/office/drawing/2014/main" id="{92D903CE-0BBA-4020-AE62-C4EB989CA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2159000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32" name="Picture 44">
              <a:extLst>
                <a:ext uri="{FF2B5EF4-FFF2-40B4-BE49-F238E27FC236}">
                  <a16:creationId xmlns:a16="http://schemas.microsoft.com/office/drawing/2014/main" id="{4AA2D080-4AD4-4E9F-8CF0-DFFA639B9D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0600" y="23749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33" name="Picture 45">
              <a:extLst>
                <a:ext uri="{FF2B5EF4-FFF2-40B4-BE49-F238E27FC236}">
                  <a16:creationId xmlns:a16="http://schemas.microsoft.com/office/drawing/2014/main" id="{2DEB28EF-18FA-41D6-AF8E-97D0A48D2A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200" y="23749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34" name="Picture 46">
              <a:extLst>
                <a:ext uri="{FF2B5EF4-FFF2-40B4-BE49-F238E27FC236}">
                  <a16:creationId xmlns:a16="http://schemas.microsoft.com/office/drawing/2014/main" id="{66195215-7D5F-4544-91EA-91296B5804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23749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35" name="Rectangle 47">
              <a:extLst>
                <a:ext uri="{FF2B5EF4-FFF2-40B4-BE49-F238E27FC236}">
                  <a16:creationId xmlns:a16="http://schemas.microsoft.com/office/drawing/2014/main" id="{5B494604-D6E3-442B-AF5B-C89B6DA7C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2159000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636" name="Rectangle 48">
              <a:extLst>
                <a:ext uri="{FF2B5EF4-FFF2-40B4-BE49-F238E27FC236}">
                  <a16:creationId xmlns:a16="http://schemas.microsoft.com/office/drawing/2014/main" id="{A2CC766C-A1B6-4B2D-BA61-BDDC7373C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2159000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37" name="Picture 49">
              <a:extLst>
                <a:ext uri="{FF2B5EF4-FFF2-40B4-BE49-F238E27FC236}">
                  <a16:creationId xmlns:a16="http://schemas.microsoft.com/office/drawing/2014/main" id="{EAF654B0-DA94-4821-899D-0E12AC0CE3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2436813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38" name="Picture 50">
              <a:extLst>
                <a:ext uri="{FF2B5EF4-FFF2-40B4-BE49-F238E27FC236}">
                  <a16:creationId xmlns:a16="http://schemas.microsoft.com/office/drawing/2014/main" id="{9B46544B-C3DE-425A-947A-34F2520348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6413" y="2474913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39" name="Picture 51">
              <a:extLst>
                <a:ext uri="{FF2B5EF4-FFF2-40B4-BE49-F238E27FC236}">
                  <a16:creationId xmlns:a16="http://schemas.microsoft.com/office/drawing/2014/main" id="{B430ECDB-E504-4247-99A3-D4FEA7455C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2455863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40" name="Rectangle 52">
              <a:extLst>
                <a:ext uri="{FF2B5EF4-FFF2-40B4-BE49-F238E27FC236}">
                  <a16:creationId xmlns:a16="http://schemas.microsoft.com/office/drawing/2014/main" id="{669D6214-8546-405C-A5B2-B4D578BCB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239236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41" name="Picture 53">
              <a:extLst>
                <a:ext uri="{FF2B5EF4-FFF2-40B4-BE49-F238E27FC236}">
                  <a16:creationId xmlns:a16="http://schemas.microsoft.com/office/drawing/2014/main" id="{AC79263E-2EB9-4BB1-9FD8-1042C44827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24368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42" name="Picture 54">
              <a:extLst>
                <a:ext uri="{FF2B5EF4-FFF2-40B4-BE49-F238E27FC236}">
                  <a16:creationId xmlns:a16="http://schemas.microsoft.com/office/drawing/2014/main" id="{BEE0099A-4A6E-4415-B2EA-253B6B8E1E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2474913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43" name="Rectangle 55">
              <a:extLst>
                <a:ext uri="{FF2B5EF4-FFF2-40B4-BE49-F238E27FC236}">
                  <a16:creationId xmlns:a16="http://schemas.microsoft.com/office/drawing/2014/main" id="{6E4A91B1-EB65-4CE6-AB2A-36E8997F8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2392363"/>
              <a:ext cx="161925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44" name="Picture 56">
              <a:extLst>
                <a:ext uri="{FF2B5EF4-FFF2-40B4-BE49-F238E27FC236}">
                  <a16:creationId xmlns:a16="http://schemas.microsoft.com/office/drawing/2014/main" id="{A2A293B9-29F5-4552-8354-B0D08AFE52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24368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45" name="Picture 57">
              <a:extLst>
                <a:ext uri="{FF2B5EF4-FFF2-40B4-BE49-F238E27FC236}">
                  <a16:creationId xmlns:a16="http://schemas.microsoft.com/office/drawing/2014/main" id="{8CCE96E6-F6D5-466A-A4A0-DFB5AE9028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2474913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46" name="Rectangle 58">
              <a:extLst>
                <a:ext uri="{FF2B5EF4-FFF2-40B4-BE49-F238E27FC236}">
                  <a16:creationId xmlns:a16="http://schemas.microsoft.com/office/drawing/2014/main" id="{EEF3ED92-3DA3-4E4D-B5FD-E4B1EF9AB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239236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47" name="Picture 59">
              <a:extLst>
                <a:ext uri="{FF2B5EF4-FFF2-40B4-BE49-F238E27FC236}">
                  <a16:creationId xmlns:a16="http://schemas.microsoft.com/office/drawing/2014/main" id="{3E05CB79-285C-497F-8DE9-29F7EA5508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24368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48" name="Picture 60">
              <a:extLst>
                <a:ext uri="{FF2B5EF4-FFF2-40B4-BE49-F238E27FC236}">
                  <a16:creationId xmlns:a16="http://schemas.microsoft.com/office/drawing/2014/main" id="{920D51D6-587E-4A2C-AD2F-C1FE4D511E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2474913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49" name="Rectangle 61">
              <a:extLst>
                <a:ext uri="{FF2B5EF4-FFF2-40B4-BE49-F238E27FC236}">
                  <a16:creationId xmlns:a16="http://schemas.microsoft.com/office/drawing/2014/main" id="{AA607F48-D925-4288-B521-D364ACC61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2159000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50" name="Picture 62">
              <a:extLst>
                <a:ext uri="{FF2B5EF4-FFF2-40B4-BE49-F238E27FC236}">
                  <a16:creationId xmlns:a16="http://schemas.microsoft.com/office/drawing/2014/main" id="{DBB53C20-EF8F-46CF-8EF9-B92D67FE11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2371725"/>
              <a:ext cx="266700" cy="188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51" name="Picture 63">
              <a:extLst>
                <a:ext uri="{FF2B5EF4-FFF2-40B4-BE49-F238E27FC236}">
                  <a16:creationId xmlns:a16="http://schemas.microsoft.com/office/drawing/2014/main" id="{76DA926F-78F5-40A3-A466-C21F1E36BD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3638" y="2474913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52" name="Picture 64">
              <a:extLst>
                <a:ext uri="{FF2B5EF4-FFF2-40B4-BE49-F238E27FC236}">
                  <a16:creationId xmlns:a16="http://schemas.microsoft.com/office/drawing/2014/main" id="{2AAFBE6B-152E-418B-939C-ACE56BC1BA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2455863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53" name="Picture 65">
              <a:extLst>
                <a:ext uri="{FF2B5EF4-FFF2-40B4-BE49-F238E27FC236}">
                  <a16:creationId xmlns:a16="http://schemas.microsoft.com/office/drawing/2014/main" id="{7FAC9340-71B6-453A-866B-7B9F15741B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2436813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54" name="Picture 66">
              <a:extLst>
                <a:ext uri="{FF2B5EF4-FFF2-40B4-BE49-F238E27FC236}">
                  <a16:creationId xmlns:a16="http://schemas.microsoft.com/office/drawing/2014/main" id="{D6252134-9CEE-4C8E-B559-22890087DC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2474913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55" name="Picture 67">
              <a:extLst>
                <a:ext uri="{FF2B5EF4-FFF2-40B4-BE49-F238E27FC236}">
                  <a16:creationId xmlns:a16="http://schemas.microsoft.com/office/drawing/2014/main" id="{878EA879-C394-40B0-AAFA-AAC9139F0B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24018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56" name="Picture 68">
              <a:extLst>
                <a:ext uri="{FF2B5EF4-FFF2-40B4-BE49-F238E27FC236}">
                  <a16:creationId xmlns:a16="http://schemas.microsoft.com/office/drawing/2014/main" id="{CB175BBC-444F-4BDF-8133-7A92C4246D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24368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57" name="Picture 69">
              <a:extLst>
                <a:ext uri="{FF2B5EF4-FFF2-40B4-BE49-F238E27FC236}">
                  <a16:creationId xmlns:a16="http://schemas.microsoft.com/office/drawing/2014/main" id="{E32CC096-982F-4E7A-AB46-2100F52FCD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2474913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58" name="Picture 70">
              <a:extLst>
                <a:ext uri="{FF2B5EF4-FFF2-40B4-BE49-F238E27FC236}">
                  <a16:creationId xmlns:a16="http://schemas.microsoft.com/office/drawing/2014/main" id="{B1E39C45-DA9D-43AD-B165-D12DD98838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24018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59" name="Picture 71">
              <a:extLst>
                <a:ext uri="{FF2B5EF4-FFF2-40B4-BE49-F238E27FC236}">
                  <a16:creationId xmlns:a16="http://schemas.microsoft.com/office/drawing/2014/main" id="{9ED794D2-F5F6-48F9-9E12-057445020E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24368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60" name="Picture 72">
              <a:extLst>
                <a:ext uri="{FF2B5EF4-FFF2-40B4-BE49-F238E27FC236}">
                  <a16:creationId xmlns:a16="http://schemas.microsoft.com/office/drawing/2014/main" id="{F7226F6D-AD61-4228-8B2A-25D476A2AD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6413" y="2474913"/>
              <a:ext cx="825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61" name="Picture 73">
              <a:extLst>
                <a:ext uri="{FF2B5EF4-FFF2-40B4-BE49-F238E27FC236}">
                  <a16:creationId xmlns:a16="http://schemas.microsoft.com/office/drawing/2014/main" id="{3D16D3B6-09A3-4889-96B8-6538A57F54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6200" y="2706688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62" name="Rectangle 74">
              <a:extLst>
                <a:ext uri="{FF2B5EF4-FFF2-40B4-BE49-F238E27FC236}">
                  <a16:creationId xmlns:a16="http://schemas.microsoft.com/office/drawing/2014/main" id="{95CDFC61-4A01-4932-A420-38080C39F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2655888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63" name="Picture 75">
              <a:extLst>
                <a:ext uri="{FF2B5EF4-FFF2-40B4-BE49-F238E27FC236}">
                  <a16:creationId xmlns:a16="http://schemas.microsoft.com/office/drawing/2014/main" id="{C4042316-D3E5-47F8-93EE-C2A2193C26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0600" y="2706688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64" name="Picture 76">
              <a:extLst>
                <a:ext uri="{FF2B5EF4-FFF2-40B4-BE49-F238E27FC236}">
                  <a16:creationId xmlns:a16="http://schemas.microsoft.com/office/drawing/2014/main" id="{BB472912-2E40-4F68-A106-3DBBB9AF98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200" y="2706688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65" name="Picture 77">
              <a:extLst>
                <a:ext uri="{FF2B5EF4-FFF2-40B4-BE49-F238E27FC236}">
                  <a16:creationId xmlns:a16="http://schemas.microsoft.com/office/drawing/2014/main" id="{4D135644-3D03-4CDA-A2F2-16F6CD9CA4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500" y="2706688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66" name="Rectangle 78">
              <a:extLst>
                <a:ext uri="{FF2B5EF4-FFF2-40B4-BE49-F238E27FC236}">
                  <a16:creationId xmlns:a16="http://schemas.microsoft.com/office/drawing/2014/main" id="{A42881B5-F413-42CF-9ABC-C4D515791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2655888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667" name="Rectangle 79">
              <a:extLst>
                <a:ext uri="{FF2B5EF4-FFF2-40B4-BE49-F238E27FC236}">
                  <a16:creationId xmlns:a16="http://schemas.microsoft.com/office/drawing/2014/main" id="{81F20D1C-12FF-411C-A80C-896951FAD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2655888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68" name="Picture 80">
              <a:extLst>
                <a:ext uri="{FF2B5EF4-FFF2-40B4-BE49-F238E27FC236}">
                  <a16:creationId xmlns:a16="http://schemas.microsoft.com/office/drawing/2014/main" id="{074390B5-B7A7-4022-AC5B-390B3812BC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2768600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69" name="Picture 81">
              <a:extLst>
                <a:ext uri="{FF2B5EF4-FFF2-40B4-BE49-F238E27FC236}">
                  <a16:creationId xmlns:a16="http://schemas.microsoft.com/office/drawing/2014/main" id="{B4EA7E2E-366D-4E2D-9FCF-C3F2DCD07B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5938" y="2805113"/>
              <a:ext cx="682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70" name="Picture 82">
              <a:extLst>
                <a:ext uri="{FF2B5EF4-FFF2-40B4-BE49-F238E27FC236}">
                  <a16:creationId xmlns:a16="http://schemas.microsoft.com/office/drawing/2014/main" id="{4C170382-94C3-4AD6-B3DF-F9F0ADF8D6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2786063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71" name="Rectangle 83">
              <a:extLst>
                <a:ext uri="{FF2B5EF4-FFF2-40B4-BE49-F238E27FC236}">
                  <a16:creationId xmlns:a16="http://schemas.microsoft.com/office/drawing/2014/main" id="{48E04472-4AC1-4517-A838-11F0088B4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2724150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72" name="Picture 84">
              <a:extLst>
                <a:ext uri="{FF2B5EF4-FFF2-40B4-BE49-F238E27FC236}">
                  <a16:creationId xmlns:a16="http://schemas.microsoft.com/office/drawing/2014/main" id="{C1DB6B0F-9177-43A8-B5B9-0D16C29102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27686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73" name="Picture 85">
              <a:extLst>
                <a:ext uri="{FF2B5EF4-FFF2-40B4-BE49-F238E27FC236}">
                  <a16:creationId xmlns:a16="http://schemas.microsoft.com/office/drawing/2014/main" id="{D495D0DA-A896-4E3C-A5CD-90B4ECBCAB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2805113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74" name="Rectangle 86">
              <a:extLst>
                <a:ext uri="{FF2B5EF4-FFF2-40B4-BE49-F238E27FC236}">
                  <a16:creationId xmlns:a16="http://schemas.microsoft.com/office/drawing/2014/main" id="{8553C7A2-B62C-4E63-AE36-2E91876F05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2724150"/>
              <a:ext cx="161925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75" name="Picture 87">
              <a:extLst>
                <a:ext uri="{FF2B5EF4-FFF2-40B4-BE49-F238E27FC236}">
                  <a16:creationId xmlns:a16="http://schemas.microsoft.com/office/drawing/2014/main" id="{0FC1E578-E977-42BC-80CB-CBACC88008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27686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76" name="Picture 88">
              <a:extLst>
                <a:ext uri="{FF2B5EF4-FFF2-40B4-BE49-F238E27FC236}">
                  <a16:creationId xmlns:a16="http://schemas.microsoft.com/office/drawing/2014/main" id="{0C181DC2-D3E2-4D8B-B9FA-490A0AB604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2805113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77" name="Picture 89">
              <a:extLst>
                <a:ext uri="{FF2B5EF4-FFF2-40B4-BE49-F238E27FC236}">
                  <a16:creationId xmlns:a16="http://schemas.microsoft.com/office/drawing/2014/main" id="{9CB122A7-7D83-489A-A75C-25340FF796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27686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78" name="Picture 90">
              <a:extLst>
                <a:ext uri="{FF2B5EF4-FFF2-40B4-BE49-F238E27FC236}">
                  <a16:creationId xmlns:a16="http://schemas.microsoft.com/office/drawing/2014/main" id="{E2B4BD5E-94C1-4527-96B6-3AD5A8EF93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2805113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79" name="Rectangle 91">
              <a:extLst>
                <a:ext uri="{FF2B5EF4-FFF2-40B4-BE49-F238E27FC236}">
                  <a16:creationId xmlns:a16="http://schemas.microsoft.com/office/drawing/2014/main" id="{91A358AB-4427-4EA2-8094-24A3210DE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2655888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80" name="Picture 92">
              <a:extLst>
                <a:ext uri="{FF2B5EF4-FFF2-40B4-BE49-F238E27FC236}">
                  <a16:creationId xmlns:a16="http://schemas.microsoft.com/office/drawing/2014/main" id="{38AA1068-1441-4D63-9EAA-DB70431084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2703513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81" name="Picture 93">
              <a:extLst>
                <a:ext uri="{FF2B5EF4-FFF2-40B4-BE49-F238E27FC236}">
                  <a16:creationId xmlns:a16="http://schemas.microsoft.com/office/drawing/2014/main" id="{ED9F74DB-3D2E-456C-8F59-CD66AE9308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3163" y="2805113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82" name="Picture 94">
              <a:extLst>
                <a:ext uri="{FF2B5EF4-FFF2-40B4-BE49-F238E27FC236}">
                  <a16:creationId xmlns:a16="http://schemas.microsoft.com/office/drawing/2014/main" id="{DC909F0A-4D88-4A4C-B76A-25D6769E68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2786063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83" name="Picture 95">
              <a:extLst>
                <a:ext uri="{FF2B5EF4-FFF2-40B4-BE49-F238E27FC236}">
                  <a16:creationId xmlns:a16="http://schemas.microsoft.com/office/drawing/2014/main" id="{F0BD1E6A-6B8C-4313-BA1F-B91EB4FD23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2768600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84" name="Picture 96">
              <a:extLst>
                <a:ext uri="{FF2B5EF4-FFF2-40B4-BE49-F238E27FC236}">
                  <a16:creationId xmlns:a16="http://schemas.microsoft.com/office/drawing/2014/main" id="{F2FCFB72-2C88-435A-A65E-5838696611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2805113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85" name="Picture 97">
              <a:extLst>
                <a:ext uri="{FF2B5EF4-FFF2-40B4-BE49-F238E27FC236}">
                  <a16:creationId xmlns:a16="http://schemas.microsoft.com/office/drawing/2014/main" id="{231953BB-F2A2-444A-BA48-331B7EBA86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27320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86" name="Picture 98">
              <a:extLst>
                <a:ext uri="{FF2B5EF4-FFF2-40B4-BE49-F238E27FC236}">
                  <a16:creationId xmlns:a16="http://schemas.microsoft.com/office/drawing/2014/main" id="{CC302AEB-0FAC-4E4E-9B09-074B75DC0C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27686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87" name="Picture 99">
              <a:extLst>
                <a:ext uri="{FF2B5EF4-FFF2-40B4-BE49-F238E27FC236}">
                  <a16:creationId xmlns:a16="http://schemas.microsoft.com/office/drawing/2014/main" id="{C0AA3182-6776-46D1-BF8A-8C9E900D6B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2805113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88" name="Picture 100">
              <a:extLst>
                <a:ext uri="{FF2B5EF4-FFF2-40B4-BE49-F238E27FC236}">
                  <a16:creationId xmlns:a16="http://schemas.microsoft.com/office/drawing/2014/main" id="{7540A588-C394-45AD-A659-F6BE92460C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27320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89" name="Rectangle 101">
              <a:extLst>
                <a:ext uri="{FF2B5EF4-FFF2-40B4-BE49-F238E27FC236}">
                  <a16:creationId xmlns:a16="http://schemas.microsoft.com/office/drawing/2014/main" id="{0599A1C9-2B11-491F-8AB2-908E27461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663" y="2724150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90" name="Picture 102">
              <a:extLst>
                <a:ext uri="{FF2B5EF4-FFF2-40B4-BE49-F238E27FC236}">
                  <a16:creationId xmlns:a16="http://schemas.microsoft.com/office/drawing/2014/main" id="{57D0B5A6-1B84-4DFD-98BE-30F63C93AF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27686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91" name="Picture 103">
              <a:extLst>
                <a:ext uri="{FF2B5EF4-FFF2-40B4-BE49-F238E27FC236}">
                  <a16:creationId xmlns:a16="http://schemas.microsoft.com/office/drawing/2014/main" id="{13304314-F429-4C05-ABD9-FA9E318C83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9588" y="2805113"/>
              <a:ext cx="80962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92" name="Picture 104">
              <a:extLst>
                <a:ext uri="{FF2B5EF4-FFF2-40B4-BE49-F238E27FC236}">
                  <a16:creationId xmlns:a16="http://schemas.microsoft.com/office/drawing/2014/main" id="{F51FE8EC-EF24-4097-838F-B460ED178E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8263" y="3033713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93" name="Rectangle 105">
              <a:extLst>
                <a:ext uri="{FF2B5EF4-FFF2-40B4-BE49-F238E27FC236}">
                  <a16:creationId xmlns:a16="http://schemas.microsoft.com/office/drawing/2014/main" id="{A466E8E9-622A-46EE-B08C-D0EA18941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2986088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94" name="Picture 106">
              <a:extLst>
                <a:ext uri="{FF2B5EF4-FFF2-40B4-BE49-F238E27FC236}">
                  <a16:creationId xmlns:a16="http://schemas.microsoft.com/office/drawing/2014/main" id="{9CDD6D47-F840-44E2-85CA-D38774EED8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0600" y="3033713"/>
              <a:ext cx="1143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95" name="Picture 107">
              <a:extLst>
                <a:ext uri="{FF2B5EF4-FFF2-40B4-BE49-F238E27FC236}">
                  <a16:creationId xmlns:a16="http://schemas.microsoft.com/office/drawing/2014/main" id="{CD03C604-172C-4441-A19C-18A0923210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488" y="3033713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96" name="Picture 108">
              <a:extLst>
                <a:ext uri="{FF2B5EF4-FFF2-40B4-BE49-F238E27FC236}">
                  <a16:creationId xmlns:a16="http://schemas.microsoft.com/office/drawing/2014/main" id="{1CBFF286-4B7D-4D2A-B6BA-1964D412A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3033713"/>
              <a:ext cx="1143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97" name="Rectangle 109">
              <a:extLst>
                <a:ext uri="{FF2B5EF4-FFF2-40B4-BE49-F238E27FC236}">
                  <a16:creationId xmlns:a16="http://schemas.microsoft.com/office/drawing/2014/main" id="{8ED4A11F-B88D-47FE-BBD4-0A3CD5ED6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2986088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698" name="Rectangle 110">
              <a:extLst>
                <a:ext uri="{FF2B5EF4-FFF2-40B4-BE49-F238E27FC236}">
                  <a16:creationId xmlns:a16="http://schemas.microsoft.com/office/drawing/2014/main" id="{5B41836C-2FC1-4712-9E6C-EDF2A246A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2986088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699" name="Picture 111">
              <a:extLst>
                <a:ext uri="{FF2B5EF4-FFF2-40B4-BE49-F238E27FC236}">
                  <a16:creationId xmlns:a16="http://schemas.microsoft.com/office/drawing/2014/main" id="{463B03EC-3D4F-47F3-A788-82E88B956B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097213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00" name="Picture 112">
              <a:extLst>
                <a:ext uri="{FF2B5EF4-FFF2-40B4-BE49-F238E27FC236}">
                  <a16:creationId xmlns:a16="http://schemas.microsoft.com/office/drawing/2014/main" id="{76F78DC0-94A5-4DFF-8D77-33352FF8EC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3132138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01" name="Picture 113">
              <a:extLst>
                <a:ext uri="{FF2B5EF4-FFF2-40B4-BE49-F238E27FC236}">
                  <a16:creationId xmlns:a16="http://schemas.microsoft.com/office/drawing/2014/main" id="{40C6630C-71B0-4D11-B23B-07F1654920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113088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02" name="Rectangle 114">
              <a:extLst>
                <a:ext uri="{FF2B5EF4-FFF2-40B4-BE49-F238E27FC236}">
                  <a16:creationId xmlns:a16="http://schemas.microsoft.com/office/drawing/2014/main" id="{99F59BE4-1977-4A3E-BEF3-F340AC20C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3055938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03" name="Picture 115">
              <a:extLst>
                <a:ext uri="{FF2B5EF4-FFF2-40B4-BE49-F238E27FC236}">
                  <a16:creationId xmlns:a16="http://schemas.microsoft.com/office/drawing/2014/main" id="{8B25358D-6127-4399-89FF-605AD0C088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0972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04" name="Picture 116">
              <a:extLst>
                <a:ext uri="{FF2B5EF4-FFF2-40B4-BE49-F238E27FC236}">
                  <a16:creationId xmlns:a16="http://schemas.microsoft.com/office/drawing/2014/main" id="{D1B5006B-A37C-4664-B3E6-2583D5262F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132138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05" name="Picture 117">
              <a:extLst>
                <a:ext uri="{FF2B5EF4-FFF2-40B4-BE49-F238E27FC236}">
                  <a16:creationId xmlns:a16="http://schemas.microsoft.com/office/drawing/2014/main" id="{E58BF268-5C17-4AC9-BA8B-466C89E19F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097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06" name="Picture 118">
              <a:extLst>
                <a:ext uri="{FF2B5EF4-FFF2-40B4-BE49-F238E27FC236}">
                  <a16:creationId xmlns:a16="http://schemas.microsoft.com/office/drawing/2014/main" id="{BE28D5EC-2BC3-4861-AC3D-F5D0BBF0E6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3132138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07" name="Rectangle 119">
              <a:extLst>
                <a:ext uri="{FF2B5EF4-FFF2-40B4-BE49-F238E27FC236}">
                  <a16:creationId xmlns:a16="http://schemas.microsoft.com/office/drawing/2014/main" id="{0E811D05-B73F-4B03-9DAC-C00016E0A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3055938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08" name="Picture 120">
              <a:extLst>
                <a:ext uri="{FF2B5EF4-FFF2-40B4-BE49-F238E27FC236}">
                  <a16:creationId xmlns:a16="http://schemas.microsoft.com/office/drawing/2014/main" id="{9B99E439-E191-4823-B051-4F272FE4E7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30972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09" name="Picture 121">
              <a:extLst>
                <a:ext uri="{FF2B5EF4-FFF2-40B4-BE49-F238E27FC236}">
                  <a16:creationId xmlns:a16="http://schemas.microsoft.com/office/drawing/2014/main" id="{16CA1562-3F94-49C4-9157-FF4D79AC9A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3133725"/>
              <a:ext cx="809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10" name="Rectangle 122">
              <a:extLst>
                <a:ext uri="{FF2B5EF4-FFF2-40B4-BE49-F238E27FC236}">
                  <a16:creationId xmlns:a16="http://schemas.microsoft.com/office/drawing/2014/main" id="{B3E13347-C952-4BF5-ABF1-30FE4925D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2986088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11" name="Picture 123">
              <a:extLst>
                <a:ext uri="{FF2B5EF4-FFF2-40B4-BE49-F238E27FC236}">
                  <a16:creationId xmlns:a16="http://schemas.microsoft.com/office/drawing/2014/main" id="{A4D4DD55-9F8F-4C25-96D7-68D7DEDD57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030538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12" name="Picture 124">
              <a:extLst>
                <a:ext uri="{FF2B5EF4-FFF2-40B4-BE49-F238E27FC236}">
                  <a16:creationId xmlns:a16="http://schemas.microsoft.com/office/drawing/2014/main" id="{AF6DBFB3-D8A4-4D27-8E9D-A816979E97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3132138"/>
              <a:ext cx="809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13" name="Picture 125">
              <a:extLst>
                <a:ext uri="{FF2B5EF4-FFF2-40B4-BE49-F238E27FC236}">
                  <a16:creationId xmlns:a16="http://schemas.microsoft.com/office/drawing/2014/main" id="{1237091F-C040-4E91-96D7-CE5F775D56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113088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14" name="Picture 126">
              <a:extLst>
                <a:ext uri="{FF2B5EF4-FFF2-40B4-BE49-F238E27FC236}">
                  <a16:creationId xmlns:a16="http://schemas.microsoft.com/office/drawing/2014/main" id="{54B530B9-811E-4D44-A11A-8D9E1AB0D6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097213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15" name="Picture 127">
              <a:extLst>
                <a:ext uri="{FF2B5EF4-FFF2-40B4-BE49-F238E27FC236}">
                  <a16:creationId xmlns:a16="http://schemas.microsoft.com/office/drawing/2014/main" id="{D161045A-757E-4CE2-A4D1-BE7C8CA067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132138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16" name="Picture 128">
              <a:extLst>
                <a:ext uri="{FF2B5EF4-FFF2-40B4-BE49-F238E27FC236}">
                  <a16:creationId xmlns:a16="http://schemas.microsoft.com/office/drawing/2014/main" id="{17264FEB-7485-4DDB-9B15-05666359A6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0607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17" name="Rectangle 129">
              <a:extLst>
                <a:ext uri="{FF2B5EF4-FFF2-40B4-BE49-F238E27FC236}">
                  <a16:creationId xmlns:a16="http://schemas.microsoft.com/office/drawing/2014/main" id="{54E1CE30-2CB2-4E3C-AE62-EEFC74D6E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663" y="3055938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18" name="Picture 130">
              <a:extLst>
                <a:ext uri="{FF2B5EF4-FFF2-40B4-BE49-F238E27FC236}">
                  <a16:creationId xmlns:a16="http://schemas.microsoft.com/office/drawing/2014/main" id="{CEF361E7-FB05-4DC9-AD19-F8B202DD52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097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19" name="Picture 131">
              <a:extLst>
                <a:ext uri="{FF2B5EF4-FFF2-40B4-BE49-F238E27FC236}">
                  <a16:creationId xmlns:a16="http://schemas.microsoft.com/office/drawing/2014/main" id="{A3F358A7-8F01-41B8-BA34-633BC2C15C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132138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20" name="Picture 132">
              <a:extLst>
                <a:ext uri="{FF2B5EF4-FFF2-40B4-BE49-F238E27FC236}">
                  <a16:creationId xmlns:a16="http://schemas.microsoft.com/office/drawing/2014/main" id="{D63C4E9D-1EC6-4DF4-B70E-216129AED3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30607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21" name="Picture 133">
              <a:extLst>
                <a:ext uri="{FF2B5EF4-FFF2-40B4-BE49-F238E27FC236}">
                  <a16:creationId xmlns:a16="http://schemas.microsoft.com/office/drawing/2014/main" id="{69864D80-0B9A-43A1-9C9E-D995AC4C78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3097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22" name="Picture 134">
              <a:extLst>
                <a:ext uri="{FF2B5EF4-FFF2-40B4-BE49-F238E27FC236}">
                  <a16:creationId xmlns:a16="http://schemas.microsoft.com/office/drawing/2014/main" id="{87BF9804-11A8-4CFA-9EF9-64EEAA7594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6413" y="3133725"/>
              <a:ext cx="82550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23" name="Picture 135">
              <a:extLst>
                <a:ext uri="{FF2B5EF4-FFF2-40B4-BE49-F238E27FC236}">
                  <a16:creationId xmlns:a16="http://schemas.microsoft.com/office/drawing/2014/main" id="{C7608FE9-95F2-498E-ABB4-D4C30B2E99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913" y="33639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24" name="Rectangle 136">
              <a:extLst>
                <a:ext uri="{FF2B5EF4-FFF2-40B4-BE49-F238E27FC236}">
                  <a16:creationId xmlns:a16="http://schemas.microsoft.com/office/drawing/2014/main" id="{BCA0ABEB-CEC6-443B-A8CC-3AB85DA69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317875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25" name="Picture 137">
              <a:extLst>
                <a:ext uri="{FF2B5EF4-FFF2-40B4-BE49-F238E27FC236}">
                  <a16:creationId xmlns:a16="http://schemas.microsoft.com/office/drawing/2014/main" id="{EF978CE4-EDA6-4DE3-9AB5-82D984AB3E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0600" y="33639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26" name="Picture 138">
              <a:extLst>
                <a:ext uri="{FF2B5EF4-FFF2-40B4-BE49-F238E27FC236}">
                  <a16:creationId xmlns:a16="http://schemas.microsoft.com/office/drawing/2014/main" id="{1862A2C3-E0F5-4BFB-91B1-48B9F6EC29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488" y="3363913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27" name="Picture 139">
              <a:extLst>
                <a:ext uri="{FF2B5EF4-FFF2-40B4-BE49-F238E27FC236}">
                  <a16:creationId xmlns:a16="http://schemas.microsoft.com/office/drawing/2014/main" id="{24687A82-D02E-4418-BEFD-7957429E9F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500" y="3363913"/>
              <a:ext cx="93663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28" name="Rectangle 140">
              <a:extLst>
                <a:ext uri="{FF2B5EF4-FFF2-40B4-BE49-F238E27FC236}">
                  <a16:creationId xmlns:a16="http://schemas.microsoft.com/office/drawing/2014/main" id="{150F82C6-3F36-4A55-B9D9-A8F47FAB0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317875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729" name="Rectangle 141">
              <a:extLst>
                <a:ext uri="{FF2B5EF4-FFF2-40B4-BE49-F238E27FC236}">
                  <a16:creationId xmlns:a16="http://schemas.microsoft.com/office/drawing/2014/main" id="{0D4F05F5-82EA-454F-837F-7852BD83E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317875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30" name="Picture 142">
              <a:extLst>
                <a:ext uri="{FF2B5EF4-FFF2-40B4-BE49-F238E27FC236}">
                  <a16:creationId xmlns:a16="http://schemas.microsoft.com/office/drawing/2014/main" id="{033091FA-823E-41E9-8816-0D9956E2C2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427413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31" name="Picture 143">
              <a:extLst>
                <a:ext uri="{FF2B5EF4-FFF2-40B4-BE49-F238E27FC236}">
                  <a16:creationId xmlns:a16="http://schemas.microsoft.com/office/drawing/2014/main" id="{671BB983-4FDC-4347-B954-B8635D7424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3465513"/>
              <a:ext cx="80962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32" name="Picture 144">
              <a:extLst>
                <a:ext uri="{FF2B5EF4-FFF2-40B4-BE49-F238E27FC236}">
                  <a16:creationId xmlns:a16="http://schemas.microsoft.com/office/drawing/2014/main" id="{53FA1213-6D2C-4FA0-B192-4370A2A003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444875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33" name="Rectangle 145">
              <a:extLst>
                <a:ext uri="{FF2B5EF4-FFF2-40B4-BE49-F238E27FC236}">
                  <a16:creationId xmlns:a16="http://schemas.microsoft.com/office/drawing/2014/main" id="{8C8A8615-3850-41AE-BBA2-EE7B10DF3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3386138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34" name="Picture 146">
              <a:extLst>
                <a:ext uri="{FF2B5EF4-FFF2-40B4-BE49-F238E27FC236}">
                  <a16:creationId xmlns:a16="http://schemas.microsoft.com/office/drawing/2014/main" id="{1EC7FEAE-85CE-4D9A-8FDE-03D7A0A04D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4274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35" name="Picture 147">
              <a:extLst>
                <a:ext uri="{FF2B5EF4-FFF2-40B4-BE49-F238E27FC236}">
                  <a16:creationId xmlns:a16="http://schemas.microsoft.com/office/drawing/2014/main" id="{119E3884-8195-44B5-A264-E2FB2E41EF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463925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36" name="Picture 148">
              <a:extLst>
                <a:ext uri="{FF2B5EF4-FFF2-40B4-BE49-F238E27FC236}">
                  <a16:creationId xmlns:a16="http://schemas.microsoft.com/office/drawing/2014/main" id="{0AB7BAD1-8378-4EA9-B33D-F53AB8B953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4274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37" name="Picture 149">
              <a:extLst>
                <a:ext uri="{FF2B5EF4-FFF2-40B4-BE49-F238E27FC236}">
                  <a16:creationId xmlns:a16="http://schemas.microsoft.com/office/drawing/2014/main" id="{3F9123F8-72A7-40AB-B19E-19D73C112B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34639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38" name="Picture 150">
              <a:extLst>
                <a:ext uri="{FF2B5EF4-FFF2-40B4-BE49-F238E27FC236}">
                  <a16:creationId xmlns:a16="http://schemas.microsoft.com/office/drawing/2014/main" id="{9D012CF6-FE48-4E87-A1D2-2F20E8B9B7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34274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39" name="Picture 151">
              <a:extLst>
                <a:ext uri="{FF2B5EF4-FFF2-40B4-BE49-F238E27FC236}">
                  <a16:creationId xmlns:a16="http://schemas.microsoft.com/office/drawing/2014/main" id="{33754E12-F72A-48D2-B91C-A0F848367A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3465513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40" name="Rectangle 152">
              <a:extLst>
                <a:ext uri="{FF2B5EF4-FFF2-40B4-BE49-F238E27FC236}">
                  <a16:creationId xmlns:a16="http://schemas.microsoft.com/office/drawing/2014/main" id="{223E95DA-FADD-4E88-B9AC-6A0A5EDFE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317875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41" name="Picture 153">
              <a:extLst>
                <a:ext uri="{FF2B5EF4-FFF2-40B4-BE49-F238E27FC236}">
                  <a16:creationId xmlns:a16="http://schemas.microsoft.com/office/drawing/2014/main" id="{5FD6CBE7-58A9-4611-A4DA-B46060F2C5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360738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42" name="Picture 154">
              <a:extLst>
                <a:ext uri="{FF2B5EF4-FFF2-40B4-BE49-F238E27FC236}">
                  <a16:creationId xmlns:a16="http://schemas.microsoft.com/office/drawing/2014/main" id="{27B6E6B2-AB54-4E2A-AE9F-8A33B4D146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3465513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43" name="Picture 155">
              <a:extLst>
                <a:ext uri="{FF2B5EF4-FFF2-40B4-BE49-F238E27FC236}">
                  <a16:creationId xmlns:a16="http://schemas.microsoft.com/office/drawing/2014/main" id="{A6003F5C-B9F9-478B-AB2D-59C6521AAE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444875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44" name="Picture 156">
              <a:extLst>
                <a:ext uri="{FF2B5EF4-FFF2-40B4-BE49-F238E27FC236}">
                  <a16:creationId xmlns:a16="http://schemas.microsoft.com/office/drawing/2014/main" id="{DDEAEB40-B157-49D3-8E1C-AC7517E26F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427413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45" name="Picture 157">
              <a:extLst>
                <a:ext uri="{FF2B5EF4-FFF2-40B4-BE49-F238E27FC236}">
                  <a16:creationId xmlns:a16="http://schemas.microsoft.com/office/drawing/2014/main" id="{A83BA690-C009-492C-B322-AEEEB227FE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4639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46" name="Picture 158">
              <a:extLst>
                <a:ext uri="{FF2B5EF4-FFF2-40B4-BE49-F238E27FC236}">
                  <a16:creationId xmlns:a16="http://schemas.microsoft.com/office/drawing/2014/main" id="{DC8214A0-CA08-4B34-9AC0-D94BC1E647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3924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47" name="Rectangle 159">
              <a:extLst>
                <a:ext uri="{FF2B5EF4-FFF2-40B4-BE49-F238E27FC236}">
                  <a16:creationId xmlns:a16="http://schemas.microsoft.com/office/drawing/2014/main" id="{771BC801-16CD-49E4-9A8B-217317842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663" y="3386138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48" name="Picture 160">
              <a:extLst>
                <a:ext uri="{FF2B5EF4-FFF2-40B4-BE49-F238E27FC236}">
                  <a16:creationId xmlns:a16="http://schemas.microsoft.com/office/drawing/2014/main" id="{843A5A78-62B7-4A32-B997-7A4A21D31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4274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49" name="Picture 161">
              <a:extLst>
                <a:ext uri="{FF2B5EF4-FFF2-40B4-BE49-F238E27FC236}">
                  <a16:creationId xmlns:a16="http://schemas.microsoft.com/office/drawing/2014/main" id="{633DD27D-D260-4E91-9496-51320F99AA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4639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50" name="Picture 162">
              <a:extLst>
                <a:ext uri="{FF2B5EF4-FFF2-40B4-BE49-F238E27FC236}">
                  <a16:creationId xmlns:a16="http://schemas.microsoft.com/office/drawing/2014/main" id="{5D205848-2A6E-4C2A-AFA7-053EFE8EE5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33924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51" name="Rectangle 163">
              <a:extLst>
                <a:ext uri="{FF2B5EF4-FFF2-40B4-BE49-F238E27FC236}">
                  <a16:creationId xmlns:a16="http://schemas.microsoft.com/office/drawing/2014/main" id="{53ACDEEA-A9C7-4817-AD9C-DE166FD53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663" y="3386138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52" name="Picture 164">
              <a:extLst>
                <a:ext uri="{FF2B5EF4-FFF2-40B4-BE49-F238E27FC236}">
                  <a16:creationId xmlns:a16="http://schemas.microsoft.com/office/drawing/2014/main" id="{64880F5E-DC56-4BDD-ADAA-95336DC8ED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34274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53" name="Picture 165">
              <a:extLst>
                <a:ext uri="{FF2B5EF4-FFF2-40B4-BE49-F238E27FC236}">
                  <a16:creationId xmlns:a16="http://schemas.microsoft.com/office/drawing/2014/main" id="{F7B2CA4E-450E-4872-BFFA-D483C9B4AE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9588" y="3465513"/>
              <a:ext cx="80962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54" name="Picture 166">
              <a:extLst>
                <a:ext uri="{FF2B5EF4-FFF2-40B4-BE49-F238E27FC236}">
                  <a16:creationId xmlns:a16="http://schemas.microsoft.com/office/drawing/2014/main" id="{0CA9C891-097A-4D09-83A2-B932B869ED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8738" y="3692525"/>
              <a:ext cx="123825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55" name="Rectangle 167">
              <a:extLst>
                <a:ext uri="{FF2B5EF4-FFF2-40B4-BE49-F238E27FC236}">
                  <a16:creationId xmlns:a16="http://schemas.microsoft.com/office/drawing/2014/main" id="{72A78E29-DCB0-4F73-A699-928CC832A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648075"/>
              <a:ext cx="12700" cy="3317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56" name="Picture 168">
              <a:extLst>
                <a:ext uri="{FF2B5EF4-FFF2-40B4-BE49-F238E27FC236}">
                  <a16:creationId xmlns:a16="http://schemas.microsoft.com/office/drawing/2014/main" id="{E7E356FD-9AFA-4A6D-B6E3-0BF9E23877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3300" y="36957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57" name="Picture 169">
              <a:extLst>
                <a:ext uri="{FF2B5EF4-FFF2-40B4-BE49-F238E27FC236}">
                  <a16:creationId xmlns:a16="http://schemas.microsoft.com/office/drawing/2014/main" id="{E0611953-16AC-4DF0-AF3F-D742B960A8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200" y="36957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58" name="Picture 170">
              <a:extLst>
                <a:ext uri="{FF2B5EF4-FFF2-40B4-BE49-F238E27FC236}">
                  <a16:creationId xmlns:a16="http://schemas.microsoft.com/office/drawing/2014/main" id="{D75F6867-7A72-4C12-AC7A-5F8C21783F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36957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59" name="Rectangle 171">
              <a:extLst>
                <a:ext uri="{FF2B5EF4-FFF2-40B4-BE49-F238E27FC236}">
                  <a16:creationId xmlns:a16="http://schemas.microsoft.com/office/drawing/2014/main" id="{DF5B1494-D65B-406D-999D-1FF7399E5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648075"/>
              <a:ext cx="14287" cy="331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760" name="Rectangle 172">
              <a:extLst>
                <a:ext uri="{FF2B5EF4-FFF2-40B4-BE49-F238E27FC236}">
                  <a16:creationId xmlns:a16="http://schemas.microsoft.com/office/drawing/2014/main" id="{D9FEEFB5-1056-46DA-A45E-1112FD4FA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648075"/>
              <a:ext cx="12700" cy="331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61" name="Picture 173">
              <a:extLst>
                <a:ext uri="{FF2B5EF4-FFF2-40B4-BE49-F238E27FC236}">
                  <a16:creationId xmlns:a16="http://schemas.microsoft.com/office/drawing/2014/main" id="{9D88EE98-8A1F-4930-AC32-3D3314FB7A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759200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62" name="Picture 174">
              <a:extLst>
                <a:ext uri="{FF2B5EF4-FFF2-40B4-BE49-F238E27FC236}">
                  <a16:creationId xmlns:a16="http://schemas.microsoft.com/office/drawing/2014/main" id="{3B026901-056E-4F78-AAC8-09AA7B3145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6413" y="3792538"/>
              <a:ext cx="88900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63" name="Picture 175">
              <a:extLst>
                <a:ext uri="{FF2B5EF4-FFF2-40B4-BE49-F238E27FC236}">
                  <a16:creationId xmlns:a16="http://schemas.microsoft.com/office/drawing/2014/main" id="{4CD5619F-F194-4E72-80E5-D4F7543048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775075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64" name="Picture 176">
              <a:extLst>
                <a:ext uri="{FF2B5EF4-FFF2-40B4-BE49-F238E27FC236}">
                  <a16:creationId xmlns:a16="http://schemas.microsoft.com/office/drawing/2014/main" id="{D7323B3F-4916-476E-9FA6-49EEE9071B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7592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65" name="Picture 177">
              <a:extLst>
                <a:ext uri="{FF2B5EF4-FFF2-40B4-BE49-F238E27FC236}">
                  <a16:creationId xmlns:a16="http://schemas.microsoft.com/office/drawing/2014/main" id="{9860DC6E-B040-4F77-B90B-8BA839AA85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794125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66" name="Rectangle 178">
              <a:extLst>
                <a:ext uri="{FF2B5EF4-FFF2-40B4-BE49-F238E27FC236}">
                  <a16:creationId xmlns:a16="http://schemas.microsoft.com/office/drawing/2014/main" id="{80C4DE8C-FCD1-45F6-BD5D-851749988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3717925"/>
              <a:ext cx="161925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67" name="Picture 179">
              <a:extLst>
                <a:ext uri="{FF2B5EF4-FFF2-40B4-BE49-F238E27FC236}">
                  <a16:creationId xmlns:a16="http://schemas.microsoft.com/office/drawing/2014/main" id="{56BB7A3F-D93A-40B6-B1FA-7C9B4430A4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7592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68" name="Picture 180">
              <a:extLst>
                <a:ext uri="{FF2B5EF4-FFF2-40B4-BE49-F238E27FC236}">
                  <a16:creationId xmlns:a16="http://schemas.microsoft.com/office/drawing/2014/main" id="{67BDC4BD-C34A-41B7-9303-D1C1F183FB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3794125"/>
              <a:ext cx="80962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69" name="Rectangle 181">
              <a:extLst>
                <a:ext uri="{FF2B5EF4-FFF2-40B4-BE49-F238E27FC236}">
                  <a16:creationId xmlns:a16="http://schemas.microsoft.com/office/drawing/2014/main" id="{221629D1-DBBC-4987-A4D4-D417673EA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3717925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70" name="Picture 182">
              <a:extLst>
                <a:ext uri="{FF2B5EF4-FFF2-40B4-BE49-F238E27FC236}">
                  <a16:creationId xmlns:a16="http://schemas.microsoft.com/office/drawing/2014/main" id="{312751D2-E4ED-4F04-B51B-15F105598A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37592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71" name="Picture 183">
              <a:extLst>
                <a:ext uri="{FF2B5EF4-FFF2-40B4-BE49-F238E27FC236}">
                  <a16:creationId xmlns:a16="http://schemas.microsoft.com/office/drawing/2014/main" id="{99177F86-1850-4DBC-B32C-2735DB83D0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3795713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72" name="Rectangle 184">
              <a:extLst>
                <a:ext uri="{FF2B5EF4-FFF2-40B4-BE49-F238E27FC236}">
                  <a16:creationId xmlns:a16="http://schemas.microsoft.com/office/drawing/2014/main" id="{3889C838-F62F-46D9-9750-B27D502CD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648075"/>
              <a:ext cx="15875" cy="3317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73" name="Picture 185">
              <a:extLst>
                <a:ext uri="{FF2B5EF4-FFF2-40B4-BE49-F238E27FC236}">
                  <a16:creationId xmlns:a16="http://schemas.microsoft.com/office/drawing/2014/main" id="{A07A6C73-F20D-4004-AF2E-C79D022671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692525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74" name="Picture 186">
              <a:extLst>
                <a:ext uri="{FF2B5EF4-FFF2-40B4-BE49-F238E27FC236}">
                  <a16:creationId xmlns:a16="http://schemas.microsoft.com/office/drawing/2014/main" id="{F4A21CD9-24E8-4A16-876D-021FEC361D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3638" y="3792538"/>
              <a:ext cx="88900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75" name="Picture 187">
              <a:extLst>
                <a:ext uri="{FF2B5EF4-FFF2-40B4-BE49-F238E27FC236}">
                  <a16:creationId xmlns:a16="http://schemas.microsoft.com/office/drawing/2014/main" id="{BF89E770-2AF6-4D98-97C7-2ACA044CE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775075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76" name="Rectangle 188">
              <a:extLst>
                <a:ext uri="{FF2B5EF4-FFF2-40B4-BE49-F238E27FC236}">
                  <a16:creationId xmlns:a16="http://schemas.microsoft.com/office/drawing/2014/main" id="{F87A71EC-9B69-4BDA-878A-57C1825F2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238" y="3717925"/>
              <a:ext cx="15875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77" name="Picture 189">
              <a:extLst>
                <a:ext uri="{FF2B5EF4-FFF2-40B4-BE49-F238E27FC236}">
                  <a16:creationId xmlns:a16="http://schemas.microsoft.com/office/drawing/2014/main" id="{54DD9FF3-F40F-4CFE-AF3D-D47C0D2966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759200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78" name="Picture 190">
              <a:extLst>
                <a:ext uri="{FF2B5EF4-FFF2-40B4-BE49-F238E27FC236}">
                  <a16:creationId xmlns:a16="http://schemas.microsoft.com/office/drawing/2014/main" id="{B2CD6590-A29F-482B-B6A8-DD75A89199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7941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79" name="Picture 191">
              <a:extLst>
                <a:ext uri="{FF2B5EF4-FFF2-40B4-BE49-F238E27FC236}">
                  <a16:creationId xmlns:a16="http://schemas.microsoft.com/office/drawing/2014/main" id="{6118FB58-7F74-461A-8DDD-FBDB589767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7226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80" name="Picture 192">
              <a:extLst>
                <a:ext uri="{FF2B5EF4-FFF2-40B4-BE49-F238E27FC236}">
                  <a16:creationId xmlns:a16="http://schemas.microsoft.com/office/drawing/2014/main" id="{181D1339-DBEF-4733-80A0-4ABD89089A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7592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81" name="Picture 193">
              <a:extLst>
                <a:ext uri="{FF2B5EF4-FFF2-40B4-BE49-F238E27FC236}">
                  <a16:creationId xmlns:a16="http://schemas.microsoft.com/office/drawing/2014/main" id="{ECD0341E-A128-46B3-BE97-88C345EC69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7941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82" name="Picture 194">
              <a:extLst>
                <a:ext uri="{FF2B5EF4-FFF2-40B4-BE49-F238E27FC236}">
                  <a16:creationId xmlns:a16="http://schemas.microsoft.com/office/drawing/2014/main" id="{06C35C36-A37F-4AB6-8F74-607740644A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37226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83" name="Picture 195">
              <a:extLst>
                <a:ext uri="{FF2B5EF4-FFF2-40B4-BE49-F238E27FC236}">
                  <a16:creationId xmlns:a16="http://schemas.microsoft.com/office/drawing/2014/main" id="{DB627C7B-9AAB-47AD-9868-FB4A7F184C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37592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84" name="Picture 196">
              <a:extLst>
                <a:ext uri="{FF2B5EF4-FFF2-40B4-BE49-F238E27FC236}">
                  <a16:creationId xmlns:a16="http://schemas.microsoft.com/office/drawing/2014/main" id="{18E6D856-4A09-4495-B02A-CA41BE154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6413" y="3795713"/>
              <a:ext cx="825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85" name="Picture 197">
              <a:extLst>
                <a:ext uri="{FF2B5EF4-FFF2-40B4-BE49-F238E27FC236}">
                  <a16:creationId xmlns:a16="http://schemas.microsoft.com/office/drawing/2014/main" id="{B774345D-CD47-432B-8EBB-1C3115FA05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8263" y="4024313"/>
              <a:ext cx="10795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86" name="Rectangle 198">
              <a:extLst>
                <a:ext uri="{FF2B5EF4-FFF2-40B4-BE49-F238E27FC236}">
                  <a16:creationId xmlns:a16="http://schemas.microsoft.com/office/drawing/2014/main" id="{DD40D9C0-AC39-4D23-941C-0968DC780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979863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87" name="Picture 199">
              <a:extLst>
                <a:ext uri="{FF2B5EF4-FFF2-40B4-BE49-F238E27FC236}">
                  <a16:creationId xmlns:a16="http://schemas.microsoft.com/office/drawing/2014/main" id="{FB13837C-673E-4E94-907D-94BBAD0CFB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3300" y="402431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88" name="Picture 200">
              <a:extLst>
                <a:ext uri="{FF2B5EF4-FFF2-40B4-BE49-F238E27FC236}">
                  <a16:creationId xmlns:a16="http://schemas.microsoft.com/office/drawing/2014/main" id="{7CB49E8D-8C3F-4463-AF06-FB9093FC5D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200" y="4024313"/>
              <a:ext cx="1143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89" name="Picture 201">
              <a:extLst>
                <a:ext uri="{FF2B5EF4-FFF2-40B4-BE49-F238E27FC236}">
                  <a16:creationId xmlns:a16="http://schemas.microsoft.com/office/drawing/2014/main" id="{5DF3DE3C-52F1-43CF-95BA-F0116D7D03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500" y="402431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90" name="Rectangle 202">
              <a:extLst>
                <a:ext uri="{FF2B5EF4-FFF2-40B4-BE49-F238E27FC236}">
                  <a16:creationId xmlns:a16="http://schemas.microsoft.com/office/drawing/2014/main" id="{2FFE47A9-083B-460A-A2B3-C225FBD51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979863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791" name="Rectangle 203">
              <a:extLst>
                <a:ext uri="{FF2B5EF4-FFF2-40B4-BE49-F238E27FC236}">
                  <a16:creationId xmlns:a16="http://schemas.microsoft.com/office/drawing/2014/main" id="{262829E3-FC0E-45E4-B096-060CA6961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979863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92" name="Picture 204">
              <a:extLst>
                <a:ext uri="{FF2B5EF4-FFF2-40B4-BE49-F238E27FC236}">
                  <a16:creationId xmlns:a16="http://schemas.microsoft.com/office/drawing/2014/main" id="{7CA8BB24-CB71-4E57-82CF-91445E3FE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4086225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93" name="Picture 205">
              <a:extLst>
                <a:ext uri="{FF2B5EF4-FFF2-40B4-BE49-F238E27FC236}">
                  <a16:creationId xmlns:a16="http://schemas.microsoft.com/office/drawing/2014/main" id="{47C00E9B-F558-4965-891D-8C7D6EBDFF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4122738"/>
              <a:ext cx="80962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94" name="Picture 206">
              <a:extLst>
                <a:ext uri="{FF2B5EF4-FFF2-40B4-BE49-F238E27FC236}">
                  <a16:creationId xmlns:a16="http://schemas.microsoft.com/office/drawing/2014/main" id="{9627E10C-72AF-44A0-97DE-5565605AEC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4103688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95" name="Picture 207">
              <a:extLst>
                <a:ext uri="{FF2B5EF4-FFF2-40B4-BE49-F238E27FC236}">
                  <a16:creationId xmlns:a16="http://schemas.microsoft.com/office/drawing/2014/main" id="{56733B16-3DB6-4B70-892A-5F7BCED22E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40862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96" name="Picture 208">
              <a:extLst>
                <a:ext uri="{FF2B5EF4-FFF2-40B4-BE49-F238E27FC236}">
                  <a16:creationId xmlns:a16="http://schemas.microsoft.com/office/drawing/2014/main" id="{DF6B7153-341C-4A97-8A65-402CAAE8A4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4122738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97" name="Rectangle 209">
              <a:extLst>
                <a:ext uri="{FF2B5EF4-FFF2-40B4-BE49-F238E27FC236}">
                  <a16:creationId xmlns:a16="http://schemas.microsoft.com/office/drawing/2014/main" id="{BB4D055D-A90C-4E2F-959A-845554AA0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4048125"/>
              <a:ext cx="161925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798" name="Picture 210">
              <a:extLst>
                <a:ext uri="{FF2B5EF4-FFF2-40B4-BE49-F238E27FC236}">
                  <a16:creationId xmlns:a16="http://schemas.microsoft.com/office/drawing/2014/main" id="{BA8550DC-9037-4072-A5AD-FFB441FC08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40862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99" name="Picture 211">
              <a:extLst>
                <a:ext uri="{FF2B5EF4-FFF2-40B4-BE49-F238E27FC236}">
                  <a16:creationId xmlns:a16="http://schemas.microsoft.com/office/drawing/2014/main" id="{BB387499-EEAF-41C2-9379-8A07635EBE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4122738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00" name="Picture 212">
              <a:extLst>
                <a:ext uri="{FF2B5EF4-FFF2-40B4-BE49-F238E27FC236}">
                  <a16:creationId xmlns:a16="http://schemas.microsoft.com/office/drawing/2014/main" id="{3D34D144-BFEF-4B6F-BD8F-570C834A52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40862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01" name="Picture 213">
              <a:extLst>
                <a:ext uri="{FF2B5EF4-FFF2-40B4-BE49-F238E27FC236}">
                  <a16:creationId xmlns:a16="http://schemas.microsoft.com/office/drawing/2014/main" id="{49443E63-1B56-4C0E-9F40-E4E11B401B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4122738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02" name="Rectangle 214">
              <a:extLst>
                <a:ext uri="{FF2B5EF4-FFF2-40B4-BE49-F238E27FC236}">
                  <a16:creationId xmlns:a16="http://schemas.microsoft.com/office/drawing/2014/main" id="{8903669A-A69F-46AF-9C75-5BD582F53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979863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803" name="Picture 215">
              <a:extLst>
                <a:ext uri="{FF2B5EF4-FFF2-40B4-BE49-F238E27FC236}">
                  <a16:creationId xmlns:a16="http://schemas.microsoft.com/office/drawing/2014/main" id="{5B7F2215-B9FD-4299-90D4-1AB9BCBD6D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4021138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04" name="Picture 216">
              <a:extLst>
                <a:ext uri="{FF2B5EF4-FFF2-40B4-BE49-F238E27FC236}">
                  <a16:creationId xmlns:a16="http://schemas.microsoft.com/office/drawing/2014/main" id="{8BF9A507-F578-4AAE-9A69-65247D6C05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4122738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05" name="Picture 217">
              <a:extLst>
                <a:ext uri="{FF2B5EF4-FFF2-40B4-BE49-F238E27FC236}">
                  <a16:creationId xmlns:a16="http://schemas.microsoft.com/office/drawing/2014/main" id="{0A549FC0-CA1C-42C9-B869-2DCD526D72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4103688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06" name="Rectangle 218">
              <a:extLst>
                <a:ext uri="{FF2B5EF4-FFF2-40B4-BE49-F238E27FC236}">
                  <a16:creationId xmlns:a16="http://schemas.microsoft.com/office/drawing/2014/main" id="{5B01E620-3A11-4C1B-8C20-D6E4743F5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238" y="4048125"/>
              <a:ext cx="158750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807" name="Picture 219">
              <a:extLst>
                <a:ext uri="{FF2B5EF4-FFF2-40B4-BE49-F238E27FC236}">
                  <a16:creationId xmlns:a16="http://schemas.microsoft.com/office/drawing/2014/main" id="{10D1C1FE-EEAB-4985-A8E0-8BE7AD1E4A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4086225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08" name="Picture 220">
              <a:extLst>
                <a:ext uri="{FF2B5EF4-FFF2-40B4-BE49-F238E27FC236}">
                  <a16:creationId xmlns:a16="http://schemas.microsoft.com/office/drawing/2014/main" id="{106C5760-19DE-4F60-91DA-51132C17F9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4122738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09" name="Picture 221">
              <a:extLst>
                <a:ext uri="{FF2B5EF4-FFF2-40B4-BE49-F238E27FC236}">
                  <a16:creationId xmlns:a16="http://schemas.microsoft.com/office/drawing/2014/main" id="{3DB3BCC9-16DB-4CEE-A12C-7FD754F81D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4049713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10" name="Picture 222">
              <a:extLst>
                <a:ext uri="{FF2B5EF4-FFF2-40B4-BE49-F238E27FC236}">
                  <a16:creationId xmlns:a16="http://schemas.microsoft.com/office/drawing/2014/main" id="{2DBE4F5B-F85C-4A67-A37D-E83593FE9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40862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11" name="Picture 223">
              <a:extLst>
                <a:ext uri="{FF2B5EF4-FFF2-40B4-BE49-F238E27FC236}">
                  <a16:creationId xmlns:a16="http://schemas.microsoft.com/office/drawing/2014/main" id="{BBBCF5BF-B4B7-4E2F-B776-AFC554391C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4122738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12" name="Picture 224">
              <a:extLst>
                <a:ext uri="{FF2B5EF4-FFF2-40B4-BE49-F238E27FC236}">
                  <a16:creationId xmlns:a16="http://schemas.microsoft.com/office/drawing/2014/main" id="{5D90DDA2-01AE-49C0-B8BD-509D20299D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4049713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13" name="Rectangle 225">
              <a:extLst>
                <a:ext uri="{FF2B5EF4-FFF2-40B4-BE49-F238E27FC236}">
                  <a16:creationId xmlns:a16="http://schemas.microsoft.com/office/drawing/2014/main" id="{1A6E5322-3B79-4B24-A115-25DD01724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663" y="4048125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814" name="Picture 226">
              <a:extLst>
                <a:ext uri="{FF2B5EF4-FFF2-40B4-BE49-F238E27FC236}">
                  <a16:creationId xmlns:a16="http://schemas.microsoft.com/office/drawing/2014/main" id="{5675A30B-21DF-4DB3-9596-C5B8F76855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40862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15" name="Picture 227">
              <a:extLst>
                <a:ext uri="{FF2B5EF4-FFF2-40B4-BE49-F238E27FC236}">
                  <a16:creationId xmlns:a16="http://schemas.microsoft.com/office/drawing/2014/main" id="{7981FD40-8DF4-45B5-877A-A2DB871C8D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9588" y="4122738"/>
              <a:ext cx="80962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16" name="Picture 228">
              <a:extLst>
                <a:ext uri="{FF2B5EF4-FFF2-40B4-BE49-F238E27FC236}">
                  <a16:creationId xmlns:a16="http://schemas.microsoft.com/office/drawing/2014/main" id="{57E8B8C7-830A-4F8D-81CC-4662C7B272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913" y="43545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17" name="Rectangle 229">
              <a:extLst>
                <a:ext uri="{FF2B5EF4-FFF2-40B4-BE49-F238E27FC236}">
                  <a16:creationId xmlns:a16="http://schemas.microsoft.com/office/drawing/2014/main" id="{0E507336-D2F6-43AC-9616-7F645B1F6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4310063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818" name="Picture 230">
              <a:extLst>
                <a:ext uri="{FF2B5EF4-FFF2-40B4-BE49-F238E27FC236}">
                  <a16:creationId xmlns:a16="http://schemas.microsoft.com/office/drawing/2014/main" id="{48347D28-12C1-43AA-A391-23FC46E71C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3300" y="4354513"/>
              <a:ext cx="93663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19" name="Picture 231">
              <a:extLst>
                <a:ext uri="{FF2B5EF4-FFF2-40B4-BE49-F238E27FC236}">
                  <a16:creationId xmlns:a16="http://schemas.microsoft.com/office/drawing/2014/main" id="{D887B29D-FD96-47EB-9671-717563F9A0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488" y="4354513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20" name="Picture 232">
              <a:extLst>
                <a:ext uri="{FF2B5EF4-FFF2-40B4-BE49-F238E27FC236}">
                  <a16:creationId xmlns:a16="http://schemas.microsoft.com/office/drawing/2014/main" id="{44F4A95F-0EE1-4810-995F-E6344B98EA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43545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21" name="Rectangle 233">
              <a:extLst>
                <a:ext uri="{FF2B5EF4-FFF2-40B4-BE49-F238E27FC236}">
                  <a16:creationId xmlns:a16="http://schemas.microsoft.com/office/drawing/2014/main" id="{3404BB0D-D0AF-4F2E-9D5A-0144DFBF6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4310063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822" name="Rectangle 234">
              <a:extLst>
                <a:ext uri="{FF2B5EF4-FFF2-40B4-BE49-F238E27FC236}">
                  <a16:creationId xmlns:a16="http://schemas.microsoft.com/office/drawing/2014/main" id="{DA17349A-285F-464B-B721-43FFD0D3B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4310063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823" name="Picture 235">
              <a:extLst>
                <a:ext uri="{FF2B5EF4-FFF2-40B4-BE49-F238E27FC236}">
                  <a16:creationId xmlns:a16="http://schemas.microsoft.com/office/drawing/2014/main" id="{C27567D8-4D68-42D3-8A37-FF12417927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4416425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24" name="Picture 236">
              <a:extLst>
                <a:ext uri="{FF2B5EF4-FFF2-40B4-BE49-F238E27FC236}">
                  <a16:creationId xmlns:a16="http://schemas.microsoft.com/office/drawing/2014/main" id="{7144C260-186B-41CE-AB92-DC2C9EB465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4454525"/>
              <a:ext cx="80962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25" name="Picture 237">
              <a:extLst>
                <a:ext uri="{FF2B5EF4-FFF2-40B4-BE49-F238E27FC236}">
                  <a16:creationId xmlns:a16="http://schemas.microsoft.com/office/drawing/2014/main" id="{41D00545-6FFD-4C6D-B5E5-2554104341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4435475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26" name="Picture 238">
              <a:extLst>
                <a:ext uri="{FF2B5EF4-FFF2-40B4-BE49-F238E27FC236}">
                  <a16:creationId xmlns:a16="http://schemas.microsoft.com/office/drawing/2014/main" id="{2333DF84-245B-4157-92C4-3B9D98E5F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44164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27" name="Picture 239">
              <a:extLst>
                <a:ext uri="{FF2B5EF4-FFF2-40B4-BE49-F238E27FC236}">
                  <a16:creationId xmlns:a16="http://schemas.microsoft.com/office/drawing/2014/main" id="{12B7C5CA-F48D-4E2D-A596-D160E0385C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4454525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28" name="Picture 240">
              <a:extLst>
                <a:ext uri="{FF2B5EF4-FFF2-40B4-BE49-F238E27FC236}">
                  <a16:creationId xmlns:a16="http://schemas.microsoft.com/office/drawing/2014/main" id="{9B759E1A-6279-42FA-823A-1B99928290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44164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29" name="Picture 241">
              <a:extLst>
                <a:ext uri="{FF2B5EF4-FFF2-40B4-BE49-F238E27FC236}">
                  <a16:creationId xmlns:a16="http://schemas.microsoft.com/office/drawing/2014/main" id="{1048798A-6B2E-4E46-AF9A-A55BF90B77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44545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30" name="Rectangle 242">
              <a:extLst>
                <a:ext uri="{FF2B5EF4-FFF2-40B4-BE49-F238E27FC236}">
                  <a16:creationId xmlns:a16="http://schemas.microsoft.com/office/drawing/2014/main" id="{1191DCFE-44EF-4508-B256-60DCA2306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437991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831" name="Picture 243">
              <a:extLst>
                <a:ext uri="{FF2B5EF4-FFF2-40B4-BE49-F238E27FC236}">
                  <a16:creationId xmlns:a16="http://schemas.microsoft.com/office/drawing/2014/main" id="{3E62F70D-C783-4421-9B7C-9C18363263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44164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32" name="Picture 244">
              <a:extLst>
                <a:ext uri="{FF2B5EF4-FFF2-40B4-BE49-F238E27FC236}">
                  <a16:creationId xmlns:a16="http://schemas.microsoft.com/office/drawing/2014/main" id="{3FD91D6A-DDE5-407F-A943-D9756CCFBF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4454525"/>
              <a:ext cx="809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33" name="Rectangle 245">
              <a:extLst>
                <a:ext uri="{FF2B5EF4-FFF2-40B4-BE49-F238E27FC236}">
                  <a16:creationId xmlns:a16="http://schemas.microsoft.com/office/drawing/2014/main" id="{C0464713-A85A-48E1-A9CE-2D4F7F2AF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4310063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834" name="Picture 246">
              <a:extLst>
                <a:ext uri="{FF2B5EF4-FFF2-40B4-BE49-F238E27FC236}">
                  <a16:creationId xmlns:a16="http://schemas.microsoft.com/office/drawing/2014/main" id="{0764D911-3655-4F68-920C-0B4C90359E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4351338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35" name="Picture 247">
              <a:extLst>
                <a:ext uri="{FF2B5EF4-FFF2-40B4-BE49-F238E27FC236}">
                  <a16:creationId xmlns:a16="http://schemas.microsoft.com/office/drawing/2014/main" id="{478ACADF-BB66-49CF-9C1C-56AD7917B7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4454525"/>
              <a:ext cx="809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36" name="Picture 248">
              <a:extLst>
                <a:ext uri="{FF2B5EF4-FFF2-40B4-BE49-F238E27FC236}">
                  <a16:creationId xmlns:a16="http://schemas.microsoft.com/office/drawing/2014/main" id="{750638B3-F458-4F4D-A0FE-8146413372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4435475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37" name="Rectangle 249">
              <a:extLst>
                <a:ext uri="{FF2B5EF4-FFF2-40B4-BE49-F238E27FC236}">
                  <a16:creationId xmlns:a16="http://schemas.microsoft.com/office/drawing/2014/main" id="{52382547-BFD7-4C91-98F1-7C529D016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238" y="4379913"/>
              <a:ext cx="158750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838" name="Picture 250">
              <a:extLst>
                <a:ext uri="{FF2B5EF4-FFF2-40B4-BE49-F238E27FC236}">
                  <a16:creationId xmlns:a16="http://schemas.microsoft.com/office/drawing/2014/main" id="{894042FB-7427-4930-84B8-0259DE0B76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4416425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39" name="Picture 251">
              <a:extLst>
                <a:ext uri="{FF2B5EF4-FFF2-40B4-BE49-F238E27FC236}">
                  <a16:creationId xmlns:a16="http://schemas.microsoft.com/office/drawing/2014/main" id="{90FB1F7F-4DAF-43E7-8C6D-65068EEE33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44545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40" name="Picture 252">
              <a:extLst>
                <a:ext uri="{FF2B5EF4-FFF2-40B4-BE49-F238E27FC236}">
                  <a16:creationId xmlns:a16="http://schemas.microsoft.com/office/drawing/2014/main" id="{962DF14E-F5B2-41A8-8D4D-D77B2880EC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43815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41" name="Rectangle 253">
              <a:extLst>
                <a:ext uri="{FF2B5EF4-FFF2-40B4-BE49-F238E27FC236}">
                  <a16:creationId xmlns:a16="http://schemas.microsoft.com/office/drawing/2014/main" id="{F469DFEF-8EDD-4F0F-A585-EF282965B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663" y="437991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842" name="Picture 254">
              <a:extLst>
                <a:ext uri="{FF2B5EF4-FFF2-40B4-BE49-F238E27FC236}">
                  <a16:creationId xmlns:a16="http://schemas.microsoft.com/office/drawing/2014/main" id="{8C838031-B10D-44BF-A436-824E70F854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44164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43" name="Picture 255">
              <a:extLst>
                <a:ext uri="{FF2B5EF4-FFF2-40B4-BE49-F238E27FC236}">
                  <a16:creationId xmlns:a16="http://schemas.microsoft.com/office/drawing/2014/main" id="{8D49A050-CCA8-483D-87C8-E3E015D17E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44545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44" name="Picture 256">
              <a:extLst>
                <a:ext uri="{FF2B5EF4-FFF2-40B4-BE49-F238E27FC236}">
                  <a16:creationId xmlns:a16="http://schemas.microsoft.com/office/drawing/2014/main" id="{A1A76919-0F52-4245-83CD-54588D848E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43815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45" name="Picture 257">
              <a:extLst>
                <a:ext uri="{FF2B5EF4-FFF2-40B4-BE49-F238E27FC236}">
                  <a16:creationId xmlns:a16="http://schemas.microsoft.com/office/drawing/2014/main" id="{A3E110F3-6E03-4794-A2CB-031760273F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44164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46" name="Picture 258">
              <a:extLst>
                <a:ext uri="{FF2B5EF4-FFF2-40B4-BE49-F238E27FC236}">
                  <a16:creationId xmlns:a16="http://schemas.microsoft.com/office/drawing/2014/main" id="{11937A6A-0A6C-4B16-9D1C-D8E810E923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6413" y="4454525"/>
              <a:ext cx="82550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47" name="Picture 259">
              <a:extLst>
                <a:ext uri="{FF2B5EF4-FFF2-40B4-BE49-F238E27FC236}">
                  <a16:creationId xmlns:a16="http://schemas.microsoft.com/office/drawing/2014/main" id="{312A39EC-429D-4171-BF71-01FA33ED6C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850" y="4683125"/>
              <a:ext cx="114300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48" name="Rectangle 260">
              <a:extLst>
                <a:ext uri="{FF2B5EF4-FFF2-40B4-BE49-F238E27FC236}">
                  <a16:creationId xmlns:a16="http://schemas.microsoft.com/office/drawing/2014/main" id="{8347D6E5-FEEA-4A1A-ABDA-21D7DD1BA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4624388"/>
              <a:ext cx="12700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849" name="Picture 261">
              <a:extLst>
                <a:ext uri="{FF2B5EF4-FFF2-40B4-BE49-F238E27FC236}">
                  <a16:creationId xmlns:a16="http://schemas.microsoft.com/office/drawing/2014/main" id="{B12CE1C3-B1BE-4790-A8A6-E25CA93DE6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3300" y="46863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50" name="Picture 262">
              <a:extLst>
                <a:ext uri="{FF2B5EF4-FFF2-40B4-BE49-F238E27FC236}">
                  <a16:creationId xmlns:a16="http://schemas.microsoft.com/office/drawing/2014/main" id="{54141739-E8BD-4784-8C9C-5614823078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488" y="46863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51" name="Picture 263">
              <a:extLst>
                <a:ext uri="{FF2B5EF4-FFF2-40B4-BE49-F238E27FC236}">
                  <a16:creationId xmlns:a16="http://schemas.microsoft.com/office/drawing/2014/main" id="{77D7988E-FA4B-4DED-8B7F-58DA0DF076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500" y="46863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52" name="Rectangle 264">
              <a:extLst>
                <a:ext uri="{FF2B5EF4-FFF2-40B4-BE49-F238E27FC236}">
                  <a16:creationId xmlns:a16="http://schemas.microsoft.com/office/drawing/2014/main" id="{D9D6F896-D119-400D-B184-611B25C95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4624388"/>
              <a:ext cx="14287" cy="431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853" name="Rectangle 265">
              <a:extLst>
                <a:ext uri="{FF2B5EF4-FFF2-40B4-BE49-F238E27FC236}">
                  <a16:creationId xmlns:a16="http://schemas.microsoft.com/office/drawing/2014/main" id="{19458FB1-7FD9-4C36-90F9-2530BD7EA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4624388"/>
              <a:ext cx="12700" cy="431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854" name="Picture 266">
              <a:extLst>
                <a:ext uri="{FF2B5EF4-FFF2-40B4-BE49-F238E27FC236}">
                  <a16:creationId xmlns:a16="http://schemas.microsoft.com/office/drawing/2014/main" id="{3AB26272-5C8F-47CB-9654-F3BB09E272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4748213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55" name="Picture 267">
              <a:extLst>
                <a:ext uri="{FF2B5EF4-FFF2-40B4-BE49-F238E27FC236}">
                  <a16:creationId xmlns:a16="http://schemas.microsoft.com/office/drawing/2014/main" id="{82F420E7-357B-42A2-A880-A8F6770398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4783138"/>
              <a:ext cx="87312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56" name="Picture 268">
              <a:extLst>
                <a:ext uri="{FF2B5EF4-FFF2-40B4-BE49-F238E27FC236}">
                  <a16:creationId xmlns:a16="http://schemas.microsoft.com/office/drawing/2014/main" id="{539E54DD-3959-49DF-9084-FFFF996B7C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4765675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57" name="Picture 269">
              <a:extLst>
                <a:ext uri="{FF2B5EF4-FFF2-40B4-BE49-F238E27FC236}">
                  <a16:creationId xmlns:a16="http://schemas.microsoft.com/office/drawing/2014/main" id="{DCAE7AB8-B94E-4305-AB73-E4F985392E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47482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58" name="Picture 270">
              <a:extLst>
                <a:ext uri="{FF2B5EF4-FFF2-40B4-BE49-F238E27FC236}">
                  <a16:creationId xmlns:a16="http://schemas.microsoft.com/office/drawing/2014/main" id="{92F4C630-8C6C-403F-9D84-25D2615FAF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4784725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59" name="Picture 271">
              <a:extLst>
                <a:ext uri="{FF2B5EF4-FFF2-40B4-BE49-F238E27FC236}">
                  <a16:creationId xmlns:a16="http://schemas.microsoft.com/office/drawing/2014/main" id="{C7628006-CCE1-4B3F-B575-8CCDB855FA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4748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60" name="Picture 272">
              <a:extLst>
                <a:ext uri="{FF2B5EF4-FFF2-40B4-BE49-F238E27FC236}">
                  <a16:creationId xmlns:a16="http://schemas.microsoft.com/office/drawing/2014/main" id="{BA6FE1B8-148A-4E39-99C8-57EDF73C21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47847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61" name="Picture 273">
              <a:extLst>
                <a:ext uri="{FF2B5EF4-FFF2-40B4-BE49-F238E27FC236}">
                  <a16:creationId xmlns:a16="http://schemas.microsoft.com/office/drawing/2014/main" id="{59FF0527-ED6A-457B-911C-18512C6996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47482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62" name="Picture 274">
              <a:extLst>
                <a:ext uri="{FF2B5EF4-FFF2-40B4-BE49-F238E27FC236}">
                  <a16:creationId xmlns:a16="http://schemas.microsoft.com/office/drawing/2014/main" id="{E846749D-4178-4C23-A711-79FBF93C8E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4784725"/>
              <a:ext cx="809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63" name="Rectangle 275">
              <a:extLst>
                <a:ext uri="{FF2B5EF4-FFF2-40B4-BE49-F238E27FC236}">
                  <a16:creationId xmlns:a16="http://schemas.microsoft.com/office/drawing/2014/main" id="{CDD24A37-F5D4-4107-8359-A5EFDDDA8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4624388"/>
              <a:ext cx="15875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864" name="Picture 276">
              <a:extLst>
                <a:ext uri="{FF2B5EF4-FFF2-40B4-BE49-F238E27FC236}">
                  <a16:creationId xmlns:a16="http://schemas.microsoft.com/office/drawing/2014/main" id="{8CB18A1F-E344-49BF-92CA-E62D4A866A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4683125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65" name="Picture 277">
              <a:extLst>
                <a:ext uri="{FF2B5EF4-FFF2-40B4-BE49-F238E27FC236}">
                  <a16:creationId xmlns:a16="http://schemas.microsoft.com/office/drawing/2014/main" id="{610B5EFF-3154-41B2-94ED-96832EB32E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4783138"/>
              <a:ext cx="87313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66" name="Picture 278">
              <a:extLst>
                <a:ext uri="{FF2B5EF4-FFF2-40B4-BE49-F238E27FC236}">
                  <a16:creationId xmlns:a16="http://schemas.microsoft.com/office/drawing/2014/main" id="{500C997A-35FF-4E51-B8E2-7DEC1EEB54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4765675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67" name="Rectangle 279">
              <a:extLst>
                <a:ext uri="{FF2B5EF4-FFF2-40B4-BE49-F238E27FC236}">
                  <a16:creationId xmlns:a16="http://schemas.microsoft.com/office/drawing/2014/main" id="{8211F873-AB26-4813-AD38-1B9787E03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238" y="4710113"/>
              <a:ext cx="158750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868" name="Picture 280">
              <a:extLst>
                <a:ext uri="{FF2B5EF4-FFF2-40B4-BE49-F238E27FC236}">
                  <a16:creationId xmlns:a16="http://schemas.microsoft.com/office/drawing/2014/main" id="{06488BF0-21F8-45B5-B113-5E66A96260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4748213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69" name="Picture 281">
              <a:extLst>
                <a:ext uri="{FF2B5EF4-FFF2-40B4-BE49-F238E27FC236}">
                  <a16:creationId xmlns:a16="http://schemas.microsoft.com/office/drawing/2014/main" id="{76C93D6E-A661-42A9-8B0A-9CCEF9FDB4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47847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70" name="Picture 282">
              <a:extLst>
                <a:ext uri="{FF2B5EF4-FFF2-40B4-BE49-F238E27FC236}">
                  <a16:creationId xmlns:a16="http://schemas.microsoft.com/office/drawing/2014/main" id="{D491F460-F988-458A-8E61-57CE9F5114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47117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71" name="Rectangle 283">
              <a:extLst>
                <a:ext uri="{FF2B5EF4-FFF2-40B4-BE49-F238E27FC236}">
                  <a16:creationId xmlns:a16="http://schemas.microsoft.com/office/drawing/2014/main" id="{540B37EE-A9AE-4C58-B50D-4A23E93D3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663" y="471011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872" name="Picture 284">
              <a:extLst>
                <a:ext uri="{FF2B5EF4-FFF2-40B4-BE49-F238E27FC236}">
                  <a16:creationId xmlns:a16="http://schemas.microsoft.com/office/drawing/2014/main" id="{9594E2A8-CA07-46BC-8D85-1507E9A747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4748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73" name="Picture 285">
              <a:extLst>
                <a:ext uri="{FF2B5EF4-FFF2-40B4-BE49-F238E27FC236}">
                  <a16:creationId xmlns:a16="http://schemas.microsoft.com/office/drawing/2014/main" id="{661FE28F-C5F0-45B0-8BDB-47C146A13D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47847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74" name="Picture 286">
              <a:extLst>
                <a:ext uri="{FF2B5EF4-FFF2-40B4-BE49-F238E27FC236}">
                  <a16:creationId xmlns:a16="http://schemas.microsoft.com/office/drawing/2014/main" id="{8081A9F7-36B2-4A63-A0BA-8CB2657EDA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47117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75" name="Rectangle 287">
              <a:extLst>
                <a:ext uri="{FF2B5EF4-FFF2-40B4-BE49-F238E27FC236}">
                  <a16:creationId xmlns:a16="http://schemas.microsoft.com/office/drawing/2014/main" id="{8B717F26-6521-476E-9425-CC5D08028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663" y="471011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4876" name="Picture 288">
              <a:extLst>
                <a:ext uri="{FF2B5EF4-FFF2-40B4-BE49-F238E27FC236}">
                  <a16:creationId xmlns:a16="http://schemas.microsoft.com/office/drawing/2014/main" id="{FFA0CE54-8B23-4E41-984E-18742357DA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4748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877" name="Picture 289">
              <a:extLst>
                <a:ext uri="{FF2B5EF4-FFF2-40B4-BE49-F238E27FC236}">
                  <a16:creationId xmlns:a16="http://schemas.microsoft.com/office/drawing/2014/main" id="{EB78AA35-7BB0-4CE1-932E-791067E0BE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9588" y="4784725"/>
              <a:ext cx="80962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78" name="Rectangle 290">
              <a:extLst>
                <a:ext uri="{FF2B5EF4-FFF2-40B4-BE49-F238E27FC236}">
                  <a16:creationId xmlns:a16="http://schemas.microsoft.com/office/drawing/2014/main" id="{C8471338-ACF9-4B14-B9E3-85AE8AF11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5068888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24579" name="Rectangle 12">
            <a:extLst>
              <a:ext uri="{FF2B5EF4-FFF2-40B4-BE49-F238E27FC236}">
                <a16:creationId xmlns:a16="http://schemas.microsoft.com/office/drawing/2014/main" id="{D7F47A5F-60AD-4E47-A567-2ACB36870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813" y="1854200"/>
            <a:ext cx="4652962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4580" name="Rectangle 12">
            <a:extLst>
              <a:ext uri="{FF2B5EF4-FFF2-40B4-BE49-F238E27FC236}">
                <a16:creationId xmlns:a16="http://schemas.microsoft.com/office/drawing/2014/main" id="{AE884F20-2185-4E80-AA26-3BD684E56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525712"/>
            <a:ext cx="4652963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4581" name="Rectangle 12">
            <a:extLst>
              <a:ext uri="{FF2B5EF4-FFF2-40B4-BE49-F238E27FC236}">
                <a16:creationId xmlns:a16="http://schemas.microsoft.com/office/drawing/2014/main" id="{83793061-C31A-4E97-A011-EAE2E12C4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688" y="3189287"/>
            <a:ext cx="4651375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4582" name="Rectangle 12">
            <a:extLst>
              <a:ext uri="{FF2B5EF4-FFF2-40B4-BE49-F238E27FC236}">
                <a16:creationId xmlns:a16="http://schemas.microsoft.com/office/drawing/2014/main" id="{2B978B60-B252-46A7-AFCE-A631D8228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100" y="3536950"/>
            <a:ext cx="4652963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4583" name="Rectangle 12">
            <a:extLst>
              <a:ext uri="{FF2B5EF4-FFF2-40B4-BE49-F238E27FC236}">
                <a16:creationId xmlns:a16="http://schemas.microsoft.com/office/drawing/2014/main" id="{519F277F-FAA3-431C-A395-D4E842788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875087"/>
            <a:ext cx="4652962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4584" name="Rectangle 12">
            <a:extLst>
              <a:ext uri="{FF2B5EF4-FFF2-40B4-BE49-F238E27FC236}">
                <a16:creationId xmlns:a16="http://schemas.microsoft.com/office/drawing/2014/main" id="{3191BD99-D27B-401C-BAF4-F251A6805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4224337"/>
            <a:ext cx="4652962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4585" name="TextBox 2">
            <a:extLst>
              <a:ext uri="{FF2B5EF4-FFF2-40B4-BE49-F238E27FC236}">
                <a16:creationId xmlns:a16="http://schemas.microsoft.com/office/drawing/2014/main" id="{CC5CCDBE-8C4F-40C3-B267-2AC099FFF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865687"/>
            <a:ext cx="22510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 function 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for these rows</a:t>
            </a:r>
          </a:p>
        </p:txBody>
      </p:sp>
      <p:sp>
        <p:nvSpPr>
          <p:cNvPr id="24586" name="Rectangle 5">
            <a:extLst>
              <a:ext uri="{FF2B5EF4-FFF2-40B4-BE49-F238E27FC236}">
                <a16:creationId xmlns:a16="http://schemas.microsoft.com/office/drawing/2014/main" id="{0D5814F2-9436-4666-B777-DBA7E8FE5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3750" y="2195512"/>
            <a:ext cx="2457450" cy="317500"/>
          </a:xfrm>
          <a:prstGeom prst="rect">
            <a:avLst/>
          </a:prstGeom>
          <a:solidFill>
            <a:srgbClr val="DE2C28">
              <a:alpha val="21960"/>
            </a:srgbClr>
          </a:solidFill>
          <a:ln w="9525">
            <a:solidFill>
              <a:srgbClr val="DE2C28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4587" name="Rectangle 5">
            <a:extLst>
              <a:ext uri="{FF2B5EF4-FFF2-40B4-BE49-F238E27FC236}">
                <a16:creationId xmlns:a16="http://schemas.microsoft.com/office/drawing/2014/main" id="{AC5E2F1D-0777-49F2-A247-AA7FF3817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884487"/>
            <a:ext cx="2457450" cy="317500"/>
          </a:xfrm>
          <a:prstGeom prst="rect">
            <a:avLst/>
          </a:prstGeom>
          <a:solidFill>
            <a:srgbClr val="DE2C28">
              <a:alpha val="21960"/>
            </a:srgbClr>
          </a:solidFill>
          <a:ln w="9525">
            <a:solidFill>
              <a:srgbClr val="DE2C28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4588" name="Rectangle 5">
            <a:extLst>
              <a:ext uri="{FF2B5EF4-FFF2-40B4-BE49-F238E27FC236}">
                <a16:creationId xmlns:a16="http://schemas.microsoft.com/office/drawing/2014/main" id="{86368BA6-A123-4D22-BD38-7E123B887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450" y="2851150"/>
            <a:ext cx="2738438" cy="315912"/>
          </a:xfrm>
          <a:prstGeom prst="rect">
            <a:avLst/>
          </a:prstGeom>
          <a:solidFill>
            <a:srgbClr val="DE2C28">
              <a:alpha val="21960"/>
            </a:srgbClr>
          </a:solidFill>
          <a:ln w="9525">
            <a:solidFill>
              <a:srgbClr val="DE2C28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4589" name="Rectangle 5">
            <a:extLst>
              <a:ext uri="{FF2B5EF4-FFF2-40B4-BE49-F238E27FC236}">
                <a16:creationId xmlns:a16="http://schemas.microsoft.com/office/drawing/2014/main" id="{67BCCB80-52F9-4703-A872-BAEFF8C58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688" y="2187575"/>
            <a:ext cx="2738437" cy="317500"/>
          </a:xfrm>
          <a:prstGeom prst="rect">
            <a:avLst/>
          </a:prstGeom>
          <a:solidFill>
            <a:srgbClr val="DE2C28">
              <a:alpha val="21960"/>
            </a:srgbClr>
          </a:solidFill>
          <a:ln w="9525">
            <a:solidFill>
              <a:srgbClr val="DE2C28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4590" name="TextBox 303">
            <a:extLst>
              <a:ext uri="{FF2B5EF4-FFF2-40B4-BE49-F238E27FC236}">
                <a16:creationId xmlns:a16="http://schemas.microsoft.com/office/drawing/2014/main" id="{A1BA9679-F9B6-4A5C-A4EB-AF3A34139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865687"/>
            <a:ext cx="22510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DE2C28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 function 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DE2C28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for these rows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05C2D1FC-5844-41EC-B34A-3B8D2E7083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altLang="en-US" sz="3000"/>
              <a:t>Two different ways to specify the same function f of three variables</a:t>
            </a:r>
          </a:p>
        </p:txBody>
      </p:sp>
      <p:sp>
        <p:nvSpPr>
          <p:cNvPr id="25602" name="TextBox 3">
            <a:extLst>
              <a:ext uri="{FF2B5EF4-FFF2-40B4-BE49-F238E27FC236}">
                <a16:creationId xmlns:a16="http://schemas.microsoft.com/office/drawing/2014/main" id="{4A63E5AF-2F00-4293-A4EC-C1B9B02E1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371600"/>
            <a:ext cx="4375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f(x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 = Σ m(0, 2, 4, 5, 6, 7)</a:t>
            </a:r>
          </a:p>
        </p:txBody>
      </p:sp>
      <p:sp>
        <p:nvSpPr>
          <p:cNvPr id="25603" name="TextBox 4">
            <a:extLst>
              <a:ext uri="{FF2B5EF4-FFF2-40B4-BE49-F238E27FC236}">
                <a16:creationId xmlns:a16="http://schemas.microsoft.com/office/drawing/2014/main" id="{3489D0F4-36F8-4A95-B597-4345176B2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3043238"/>
            <a:ext cx="31702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f(x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 = Π M(1, 3)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B1AB6D99-40AC-4C44-8D9D-571B5E756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/>
          <a:lstStyle/>
          <a:p>
            <a:r>
              <a:rPr lang="en-US" altLang="en-US" sz="3000" dirty="0"/>
              <a:t>The POS Expression</a:t>
            </a:r>
          </a:p>
        </p:txBody>
      </p:sp>
      <p:sp>
        <p:nvSpPr>
          <p:cNvPr id="26626" name="TextBox 4">
            <a:extLst>
              <a:ext uri="{FF2B5EF4-FFF2-40B4-BE49-F238E27FC236}">
                <a16:creationId xmlns:a16="http://schemas.microsoft.com/office/drawing/2014/main" id="{9576B06F-727F-4788-9D88-5AF7FB747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1752600"/>
            <a:ext cx="31702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f(x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 = Π M(1, 3)</a:t>
            </a:r>
          </a:p>
        </p:txBody>
      </p:sp>
      <p:pic>
        <p:nvPicPr>
          <p:cNvPr id="26627" name="Picture 2" descr="Screen shot 2013-09-25 at 1.57.40 PM.png">
            <a:extLst>
              <a:ext uri="{FF2B5EF4-FFF2-40B4-BE49-F238E27FC236}">
                <a16:creationId xmlns:a16="http://schemas.microsoft.com/office/drawing/2014/main" id="{905A1730-3A57-4C68-8FF9-B79326867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838200"/>
            <a:ext cx="30226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5" descr="Screen shot 2013-09-25 at 1.57.50 PM.png">
            <a:extLst>
              <a:ext uri="{FF2B5EF4-FFF2-40B4-BE49-F238E27FC236}">
                <a16:creationId xmlns:a16="http://schemas.microsoft.com/office/drawing/2014/main" id="{A5EF41C8-85A1-43C8-9336-6F566A924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838200"/>
            <a:ext cx="3048000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TextBox 6">
            <a:extLst>
              <a:ext uri="{FF2B5EF4-FFF2-40B4-BE49-F238E27FC236}">
                <a16:creationId xmlns:a16="http://schemas.microsoft.com/office/drawing/2014/main" id="{FE2B6A4E-F052-4ABE-92EA-D38117E21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2362200"/>
            <a:ext cx="14049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= M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" panose="05000000000000000000" pitchFamily="2" charset="2"/>
                <a:ea typeface="MS PGothic" panose="020B0600070205080204" pitchFamily="34" charset="-128"/>
                <a:cs typeface="+mn-cs"/>
                <a:sym typeface="Wingdings" panose="05000000000000000000" pitchFamily="2" charset="2"/>
              </a:rPr>
              <a:t>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M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26630" name="TextBox 7">
            <a:extLst>
              <a:ext uri="{FF2B5EF4-FFF2-40B4-BE49-F238E27FC236}">
                <a16:creationId xmlns:a16="http://schemas.microsoft.com/office/drawing/2014/main" id="{5110A38B-7D8F-4754-B941-9BD6D4EAA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2959100"/>
            <a:ext cx="39893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= ( 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+ 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+ 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" panose="05000000000000000000" pitchFamily="2" charset="2"/>
                <a:ea typeface="MS PGothic" panose="020B0600070205080204" pitchFamily="34" charset="-128"/>
                <a:cs typeface="+mn-cs"/>
                <a:sym typeface="Wingdings" panose="05000000000000000000" pitchFamily="2" charset="2"/>
              </a:rPr>
              <a:t>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( 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+ 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+ 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 </a:t>
            </a:r>
          </a:p>
        </p:txBody>
      </p:sp>
      <p:cxnSp>
        <p:nvCxnSpPr>
          <p:cNvPr id="26631" name="Straight Connector 8">
            <a:extLst>
              <a:ext uri="{FF2B5EF4-FFF2-40B4-BE49-F238E27FC236}">
                <a16:creationId xmlns:a16="http://schemas.microsoft.com/office/drawing/2014/main" id="{1528B385-418B-41F9-AD32-338A17961AA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10200" y="3040062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2" name="Straight Connector 9">
            <a:extLst>
              <a:ext uri="{FF2B5EF4-FFF2-40B4-BE49-F238E27FC236}">
                <a16:creationId xmlns:a16="http://schemas.microsoft.com/office/drawing/2014/main" id="{559C6E4B-FB76-4D18-94E5-F8DA6B43A16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15125" y="3040062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3" name="Straight Connector 10">
            <a:extLst>
              <a:ext uri="{FF2B5EF4-FFF2-40B4-BE49-F238E27FC236}">
                <a16:creationId xmlns:a16="http://schemas.microsoft.com/office/drawing/2014/main" id="{C8E180B7-DC77-4BF6-94D2-01EB257DF54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239000" y="3040062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83D3D84-C47B-4009-91A1-EFFB56F7574E}"/>
                  </a:ext>
                </a:extLst>
              </p14:cNvPr>
              <p14:cNvContentPartPr/>
              <p14:nvPr/>
            </p14:nvContentPartPr>
            <p14:xfrm>
              <a:off x="3994560" y="3612240"/>
              <a:ext cx="4595400" cy="1339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83D3D84-C47B-4009-91A1-EFFB56F757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85200" y="3602880"/>
                <a:ext cx="4614120" cy="135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816E6437-603F-4F42-8C9C-08D880B94F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33400"/>
          </a:xfrm>
        </p:spPr>
        <p:txBody>
          <a:bodyPr/>
          <a:lstStyle/>
          <a:p>
            <a:r>
              <a:rPr lang="en-US" altLang="en-US" sz="3000" dirty="0"/>
              <a:t>The Minimum POS Expression</a:t>
            </a:r>
          </a:p>
        </p:txBody>
      </p:sp>
      <p:sp>
        <p:nvSpPr>
          <p:cNvPr id="27650" name="TextBox 4">
            <a:extLst>
              <a:ext uri="{FF2B5EF4-FFF2-40B4-BE49-F238E27FC236}">
                <a16:creationId xmlns:a16="http://schemas.microsoft.com/office/drawing/2014/main" id="{7C634832-E00D-40E9-8CC0-5FE28BDB8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762000"/>
            <a:ext cx="15700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f(x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 </a:t>
            </a:r>
          </a:p>
        </p:txBody>
      </p:sp>
      <p:grpSp>
        <p:nvGrpSpPr>
          <p:cNvPr id="27651" name="Group 3">
            <a:extLst>
              <a:ext uri="{FF2B5EF4-FFF2-40B4-BE49-F238E27FC236}">
                <a16:creationId xmlns:a16="http://schemas.microsoft.com/office/drawing/2014/main" id="{DB00C3C4-B00E-4AD9-B530-20E01603CF93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762000"/>
            <a:ext cx="3987800" cy="461962"/>
            <a:chOff x="3780087" y="5253335"/>
            <a:chExt cx="3988592" cy="461665"/>
          </a:xfrm>
        </p:grpSpPr>
        <p:sp>
          <p:nvSpPr>
            <p:cNvPr id="27662" name="TextBox 7">
              <a:extLst>
                <a:ext uri="{FF2B5EF4-FFF2-40B4-BE49-F238E27FC236}">
                  <a16:creationId xmlns:a16="http://schemas.microsoft.com/office/drawing/2014/main" id="{2B2AD5A1-7719-4E6E-A667-A4A9E030B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0087" y="5253335"/>
              <a:ext cx="39885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= ( x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+ x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+ x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3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" panose="05000000000000000000" pitchFamily="2" charset="2"/>
                  <a:ea typeface="MS PGothic" panose="020B0600070205080204" pitchFamily="34" charset="-128"/>
                  <a:cs typeface="+mn-cs"/>
                  <a:sym typeface="Wingdings" panose="05000000000000000000" pitchFamily="2" charset="2"/>
                </a:rPr>
                <a:t>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( x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+ x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+ x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3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 </a:t>
              </a:r>
            </a:p>
          </p:txBody>
        </p:sp>
        <p:cxnSp>
          <p:nvCxnSpPr>
            <p:cNvPr id="27663" name="Straight Connector 8">
              <a:extLst>
                <a:ext uri="{FF2B5EF4-FFF2-40B4-BE49-F238E27FC236}">
                  <a16:creationId xmlns:a16="http://schemas.microsoft.com/office/drawing/2014/main" id="{97CB7A56-A27A-4A6B-93B7-BF86B4F74C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10774" y="5334245"/>
              <a:ext cx="21911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4" name="Straight Connector 9">
              <a:extLst>
                <a:ext uri="{FF2B5EF4-FFF2-40B4-BE49-F238E27FC236}">
                  <a16:creationId xmlns:a16="http://schemas.microsoft.com/office/drawing/2014/main" id="{B1F95704-F8EB-491B-8297-A414E6A2DE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714370" y="5334245"/>
              <a:ext cx="21911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5" name="Straight Connector 10">
              <a:extLst>
                <a:ext uri="{FF2B5EF4-FFF2-40B4-BE49-F238E27FC236}">
                  <a16:creationId xmlns:a16="http://schemas.microsoft.com/office/drawing/2014/main" id="{8E5AD739-B815-48B0-835B-F36FF2AC94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38349" y="5334245"/>
              <a:ext cx="2207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652" name="Group 11">
            <a:extLst>
              <a:ext uri="{FF2B5EF4-FFF2-40B4-BE49-F238E27FC236}">
                <a16:creationId xmlns:a16="http://schemas.microsoft.com/office/drawing/2014/main" id="{E824A690-BDB5-4876-8614-0D2BA5F2D803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447800"/>
            <a:ext cx="4090988" cy="461962"/>
            <a:chOff x="3780087" y="5253335"/>
            <a:chExt cx="4091184" cy="461665"/>
          </a:xfrm>
        </p:grpSpPr>
        <p:sp>
          <p:nvSpPr>
            <p:cNvPr id="27658" name="TextBox 12">
              <a:extLst>
                <a:ext uri="{FF2B5EF4-FFF2-40B4-BE49-F238E27FC236}">
                  <a16:creationId xmlns:a16="http://schemas.microsoft.com/office/drawing/2014/main" id="{71616D0E-3EEA-4A33-8C48-8DD77CD43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0087" y="5253335"/>
              <a:ext cx="40911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= ( x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+ x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3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+ x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" panose="05000000000000000000" pitchFamily="2" charset="2"/>
                  <a:ea typeface="MS PGothic" panose="020B0600070205080204" pitchFamily="34" charset="-128"/>
                  <a:cs typeface="+mn-cs"/>
                  <a:sym typeface="Wingdings" panose="05000000000000000000" pitchFamily="2" charset="2"/>
                </a:rPr>
                <a:t>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( x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+ x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3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+ x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 </a:t>
              </a:r>
            </a:p>
          </p:txBody>
        </p:sp>
        <p:cxnSp>
          <p:nvCxnSpPr>
            <p:cNvPr id="27659" name="Straight Connector 13">
              <a:extLst>
                <a:ext uri="{FF2B5EF4-FFF2-40B4-BE49-F238E27FC236}">
                  <a16:creationId xmlns:a16="http://schemas.microsoft.com/office/drawing/2014/main" id="{EF8B5FF8-DE52-4AEA-8798-9474A10E55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46938" y="5334245"/>
              <a:ext cx="2190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0" name="Straight Connector 14">
              <a:extLst>
                <a:ext uri="{FF2B5EF4-FFF2-40B4-BE49-F238E27FC236}">
                  <a16:creationId xmlns:a16="http://schemas.microsoft.com/office/drawing/2014/main" id="{0FE9F75F-D1CF-4E3E-9F4E-D1AD64B462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715516" y="5334245"/>
              <a:ext cx="2190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1" name="Straight Connector 15">
              <a:extLst>
                <a:ext uri="{FF2B5EF4-FFF2-40B4-BE49-F238E27FC236}">
                  <a16:creationId xmlns:a16="http://schemas.microsoft.com/office/drawing/2014/main" id="{14DAEF79-860C-459B-A9EB-83271D0B38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39416" y="5334245"/>
              <a:ext cx="2190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653" name="Group 16">
            <a:extLst>
              <a:ext uri="{FF2B5EF4-FFF2-40B4-BE49-F238E27FC236}">
                <a16:creationId xmlns:a16="http://schemas.microsoft.com/office/drawing/2014/main" id="{6DF31302-22BC-42A0-BF5F-301D99662C81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2133600"/>
            <a:ext cx="1608138" cy="461962"/>
            <a:chOff x="3780087" y="5253335"/>
            <a:chExt cx="1608834" cy="461665"/>
          </a:xfrm>
        </p:grpSpPr>
        <p:sp>
          <p:nvSpPr>
            <p:cNvPr id="27656" name="TextBox 17">
              <a:extLst>
                <a:ext uri="{FF2B5EF4-FFF2-40B4-BE49-F238E27FC236}">
                  <a16:creationId xmlns:a16="http://schemas.microsoft.com/office/drawing/2014/main" id="{736434AD-E3E7-4DF7-96BA-DA2C1FFDA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0087" y="5253335"/>
              <a:ext cx="160883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= ( x</a:t>
              </a:r>
              <a:r>
                <a: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+ x</a:t>
              </a:r>
              <a:r>
                <a: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3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 </a:t>
              </a:r>
            </a:p>
          </p:txBody>
        </p:sp>
        <p:cxnSp>
          <p:nvCxnSpPr>
            <p:cNvPr id="27657" name="Straight Connector 18">
              <a:extLst>
                <a:ext uri="{FF2B5EF4-FFF2-40B4-BE49-F238E27FC236}">
                  <a16:creationId xmlns:a16="http://schemas.microsoft.com/office/drawing/2014/main" id="{A656DF28-0041-4E0C-AB27-CC68E6A63E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47349" y="5334245"/>
              <a:ext cx="2191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7654" name="TextBox 21">
            <a:extLst>
              <a:ext uri="{FF2B5EF4-FFF2-40B4-BE49-F238E27FC236}">
                <a16:creationId xmlns:a16="http://schemas.microsoft.com/office/drawing/2014/main" id="{913C24D7-6F3C-4F73-963E-E8068607E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048000"/>
            <a:ext cx="6642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Hint: Use the following Boolean Algebra theorem</a:t>
            </a:r>
          </a:p>
        </p:txBody>
      </p:sp>
      <p:pic>
        <p:nvPicPr>
          <p:cNvPr id="27655" name="Picture 22" descr="Screen shot 2013-09-25 at 2.20.00 PM.png">
            <a:extLst>
              <a:ext uri="{FF2B5EF4-FFF2-40B4-BE49-F238E27FC236}">
                <a16:creationId xmlns:a16="http://schemas.microsoft.com/office/drawing/2014/main" id="{4F86E434-3F71-4FCB-AF2D-4DC6E685E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657600"/>
            <a:ext cx="62484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2719138-6130-41D8-9F6B-7962FE44B724}"/>
                  </a:ext>
                </a:extLst>
              </p14:cNvPr>
              <p14:cNvContentPartPr/>
              <p14:nvPr/>
            </p14:nvContentPartPr>
            <p14:xfrm>
              <a:off x="3925080" y="3776040"/>
              <a:ext cx="112680" cy="25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2719138-6130-41D8-9F6B-7962FE44B7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5720" y="3766680"/>
                <a:ext cx="131400" cy="44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A35BF29E-84AF-4200-90F3-00197BBDD9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r>
              <a:rPr lang="en-US" altLang="en-US" sz="3000" dirty="0"/>
              <a:t>Alternative Solution Using K-Maps</a:t>
            </a:r>
          </a:p>
        </p:txBody>
      </p:sp>
      <p:pic>
        <p:nvPicPr>
          <p:cNvPr id="28674" name="Picture 4" descr="F:\LogicBook\PowerPoint\chapter4\figure4.4.wmf">
            <a:extLst>
              <a:ext uri="{FF2B5EF4-FFF2-40B4-BE49-F238E27FC236}">
                <a16:creationId xmlns:a16="http://schemas.microsoft.com/office/drawing/2014/main" id="{2C37FF43-8A9F-4201-90F9-0124261E8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588" y="609600"/>
            <a:ext cx="6297612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8675" name="Straight Connector 5">
            <a:extLst>
              <a:ext uri="{FF2B5EF4-FFF2-40B4-BE49-F238E27FC236}">
                <a16:creationId xmlns:a16="http://schemas.microsoft.com/office/drawing/2014/main" id="{0FF6F418-D093-4EB3-B014-2E167308797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069263" y="1676400"/>
            <a:ext cx="7937" cy="128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69786F4C-AFA4-4A92-9539-1398851F59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0850"/>
          </a:xfrm>
        </p:spPr>
        <p:txBody>
          <a:bodyPr/>
          <a:lstStyle/>
          <a:p>
            <a:r>
              <a:rPr lang="en-US" altLang="en-US" sz="3000" dirty="0"/>
              <a:t>Alternative Solution Using K-Maps</a:t>
            </a:r>
          </a:p>
        </p:txBody>
      </p:sp>
      <p:pic>
        <p:nvPicPr>
          <p:cNvPr id="30722" name="Picture 4" descr="F:\LogicBook\PowerPoint\chapter4\figure4.4.wmf">
            <a:extLst>
              <a:ext uri="{FF2B5EF4-FFF2-40B4-BE49-F238E27FC236}">
                <a16:creationId xmlns:a16="http://schemas.microsoft.com/office/drawing/2014/main" id="{8BEA1DB7-2501-4926-9C1D-949F14F60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588" y="685800"/>
            <a:ext cx="6297612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723" name="Straight Connector 5">
            <a:extLst>
              <a:ext uri="{FF2B5EF4-FFF2-40B4-BE49-F238E27FC236}">
                <a16:creationId xmlns:a16="http://schemas.microsoft.com/office/drawing/2014/main" id="{DD8DC4CD-C3C9-4556-96FB-F6DD4A79DC9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069263" y="1752600"/>
            <a:ext cx="7937" cy="128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24" name="Rectangle 5">
            <a:extLst>
              <a:ext uri="{FF2B5EF4-FFF2-40B4-BE49-F238E27FC236}">
                <a16:creationId xmlns:a16="http://schemas.microsoft.com/office/drawing/2014/main" id="{4429E8CC-7415-4849-B4C4-FC0E9AA5E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925" y="2459038"/>
            <a:ext cx="1163638" cy="474662"/>
          </a:xfrm>
          <a:prstGeom prst="rect">
            <a:avLst/>
          </a:prstGeom>
          <a:solidFill>
            <a:srgbClr val="DE2C28">
              <a:alpha val="21960"/>
            </a:srgbClr>
          </a:solidFill>
          <a:ln w="9525">
            <a:solidFill>
              <a:srgbClr val="DE2C28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21A1616B-CDB0-4D84-A644-8E8E3306D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1611313"/>
            <a:ext cx="534988" cy="473075"/>
          </a:xfrm>
          <a:prstGeom prst="rect">
            <a:avLst/>
          </a:prstGeom>
          <a:solidFill>
            <a:srgbClr val="DE2C28">
              <a:alpha val="21960"/>
            </a:srgbClr>
          </a:solidFill>
          <a:ln w="9525">
            <a:solidFill>
              <a:srgbClr val="DE2C28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0726" name="Rectangle 5">
            <a:extLst>
              <a:ext uri="{FF2B5EF4-FFF2-40B4-BE49-F238E27FC236}">
                <a16:creationId xmlns:a16="http://schemas.microsoft.com/office/drawing/2014/main" id="{D1D64D60-E1C6-4199-8B10-DB88B3E37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438400"/>
            <a:ext cx="536575" cy="474663"/>
          </a:xfrm>
          <a:prstGeom prst="rect">
            <a:avLst/>
          </a:prstGeom>
          <a:solidFill>
            <a:srgbClr val="DE2C28">
              <a:alpha val="21960"/>
            </a:srgbClr>
          </a:solidFill>
          <a:ln w="9525">
            <a:solidFill>
              <a:srgbClr val="DE2C28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25E39077-A8EA-457E-A252-CCCC1B374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703763"/>
            <a:ext cx="31702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f(x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 = Π M(1, 3)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1917B6EA-5B52-4805-837E-658FED969D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2438"/>
          </a:xfrm>
        </p:spPr>
        <p:txBody>
          <a:bodyPr/>
          <a:lstStyle/>
          <a:p>
            <a:r>
              <a:rPr lang="en-US" altLang="en-US" sz="3000" dirty="0"/>
              <a:t>Alternative Solution Using K-Maps</a:t>
            </a:r>
          </a:p>
        </p:txBody>
      </p:sp>
      <p:grpSp>
        <p:nvGrpSpPr>
          <p:cNvPr id="32770" name="Group 11">
            <a:extLst>
              <a:ext uri="{FF2B5EF4-FFF2-40B4-BE49-F238E27FC236}">
                <a16:creationId xmlns:a16="http://schemas.microsoft.com/office/drawing/2014/main" id="{B80B1EB4-82A1-40B9-BF42-87228E863ACF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757238"/>
            <a:ext cx="4572000" cy="2813570"/>
            <a:chOff x="1981200" y="1905000"/>
            <a:chExt cx="4648200" cy="2959100"/>
          </a:xfrm>
        </p:grpSpPr>
        <p:pic>
          <p:nvPicPr>
            <p:cNvPr id="32771" name="Picture 2" descr="Screen shot 2013-09-25 at 2.26.14 PM.png">
              <a:extLst>
                <a:ext uri="{FF2B5EF4-FFF2-40B4-BE49-F238E27FC236}">
                  <a16:creationId xmlns:a16="http://schemas.microsoft.com/office/drawing/2014/main" id="{FB2CADCA-9591-4710-B944-BA465B5E7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1200" y="1905000"/>
              <a:ext cx="4648200" cy="29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2" name="TextBox 3">
              <a:extLst>
                <a:ext uri="{FF2B5EF4-FFF2-40B4-BE49-F238E27FC236}">
                  <a16:creationId xmlns:a16="http://schemas.microsoft.com/office/drawing/2014/main" id="{99F73367-2BC8-41C6-8CFC-7FAD20A70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1770" y="3122248"/>
              <a:ext cx="507999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32773" name="TextBox 4">
              <a:extLst>
                <a:ext uri="{FF2B5EF4-FFF2-40B4-BE49-F238E27FC236}">
                  <a16:creationId xmlns:a16="http://schemas.microsoft.com/office/drawing/2014/main" id="{02C7F253-8B20-462C-BB9C-35B7A1C29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7635" y="3962400"/>
              <a:ext cx="507999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32774" name="TextBox 5">
              <a:extLst>
                <a:ext uri="{FF2B5EF4-FFF2-40B4-BE49-F238E27FC236}">
                  <a16:creationId xmlns:a16="http://schemas.microsoft.com/office/drawing/2014/main" id="{1EB56701-673C-4CCD-A955-9203AC47CB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020" y="3969638"/>
              <a:ext cx="507999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32775" name="TextBox 6">
              <a:extLst>
                <a:ext uri="{FF2B5EF4-FFF2-40B4-BE49-F238E27FC236}">
                  <a16:creationId xmlns:a16="http://schemas.microsoft.com/office/drawing/2014/main" id="{72988711-47B3-4CAD-8D9F-FF42824FA8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0894" y="3119717"/>
              <a:ext cx="507999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32776" name="TextBox 7">
              <a:extLst>
                <a:ext uri="{FF2B5EF4-FFF2-40B4-BE49-F238E27FC236}">
                  <a16:creationId xmlns:a16="http://schemas.microsoft.com/office/drawing/2014/main" id="{FBF7C76C-2522-4DF3-A2B1-1773FDCA0C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6107" y="3126731"/>
              <a:ext cx="507999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32777" name="TextBox 8">
              <a:extLst>
                <a:ext uri="{FF2B5EF4-FFF2-40B4-BE49-F238E27FC236}">
                  <a16:creationId xmlns:a16="http://schemas.microsoft.com/office/drawing/2014/main" id="{6789DE7A-28EA-4768-B0CA-A64CDCEAC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5231" y="3124200"/>
              <a:ext cx="507999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32778" name="TextBox 9">
              <a:extLst>
                <a:ext uri="{FF2B5EF4-FFF2-40B4-BE49-F238E27FC236}">
                  <a16:creationId xmlns:a16="http://schemas.microsoft.com/office/drawing/2014/main" id="{383C54BB-5530-4BC4-9F05-7822F0848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1510" y="3962961"/>
              <a:ext cx="507999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32779" name="TextBox 10">
              <a:extLst>
                <a:ext uri="{FF2B5EF4-FFF2-40B4-BE49-F238E27FC236}">
                  <a16:creationId xmlns:a16="http://schemas.microsoft.com/office/drawing/2014/main" id="{38333118-562E-4EB5-BD54-EAF42226E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0634" y="3960430"/>
              <a:ext cx="507999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</p:grpSp>
      <p:sp>
        <p:nvSpPr>
          <p:cNvPr id="13" name="TextBox 4">
            <a:extLst>
              <a:ext uri="{FF2B5EF4-FFF2-40B4-BE49-F238E27FC236}">
                <a16:creationId xmlns:a16="http://schemas.microsoft.com/office/drawing/2014/main" id="{0A128935-0F4A-4615-A33B-39D08E3CB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563" y="3810000"/>
            <a:ext cx="31702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f(x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 = Π M(1, 3)</a:t>
            </a:r>
          </a:p>
        </p:txBody>
      </p:sp>
      <p:pic>
        <p:nvPicPr>
          <p:cNvPr id="14" name="Picture 2" descr="Screen shot 2013-09-25 at 2.26.14 PM.png">
            <a:extLst>
              <a:ext uri="{FF2B5EF4-FFF2-40B4-BE49-F238E27FC236}">
                <a16:creationId xmlns:a16="http://schemas.microsoft.com/office/drawing/2014/main" id="{AE203C65-BDDF-473A-90F6-DEC762F4C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9395"/>
            <a:ext cx="4419600" cy="281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1917B6EA-5B52-4805-837E-658FED969D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381000"/>
          </a:xfrm>
        </p:spPr>
        <p:txBody>
          <a:bodyPr/>
          <a:lstStyle/>
          <a:p>
            <a:r>
              <a:rPr lang="en-US" altLang="en-US" sz="3000" dirty="0"/>
              <a:t>Alternative Solution Using K-Maps</a:t>
            </a:r>
          </a:p>
        </p:txBody>
      </p:sp>
      <p:grpSp>
        <p:nvGrpSpPr>
          <p:cNvPr id="32770" name="Group 11">
            <a:extLst>
              <a:ext uri="{FF2B5EF4-FFF2-40B4-BE49-F238E27FC236}">
                <a16:creationId xmlns:a16="http://schemas.microsoft.com/office/drawing/2014/main" id="{B80B1EB4-82A1-40B9-BF42-87228E863ACF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609600"/>
            <a:ext cx="4572000" cy="2813570"/>
            <a:chOff x="1981200" y="1905000"/>
            <a:chExt cx="4648200" cy="2959100"/>
          </a:xfrm>
        </p:grpSpPr>
        <p:pic>
          <p:nvPicPr>
            <p:cNvPr id="32771" name="Picture 2" descr="Screen shot 2013-09-25 at 2.26.14 PM.png">
              <a:extLst>
                <a:ext uri="{FF2B5EF4-FFF2-40B4-BE49-F238E27FC236}">
                  <a16:creationId xmlns:a16="http://schemas.microsoft.com/office/drawing/2014/main" id="{FB2CADCA-9591-4710-B944-BA465B5E7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1200" y="1905000"/>
              <a:ext cx="4648200" cy="29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2" name="TextBox 3">
              <a:extLst>
                <a:ext uri="{FF2B5EF4-FFF2-40B4-BE49-F238E27FC236}">
                  <a16:creationId xmlns:a16="http://schemas.microsoft.com/office/drawing/2014/main" id="{99F73367-2BC8-41C6-8CFC-7FAD20A70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1770" y="3122248"/>
              <a:ext cx="507999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32773" name="TextBox 4">
              <a:extLst>
                <a:ext uri="{FF2B5EF4-FFF2-40B4-BE49-F238E27FC236}">
                  <a16:creationId xmlns:a16="http://schemas.microsoft.com/office/drawing/2014/main" id="{02C7F253-8B20-462C-BB9C-35B7A1C29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7635" y="3962400"/>
              <a:ext cx="507999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32774" name="TextBox 5">
              <a:extLst>
                <a:ext uri="{FF2B5EF4-FFF2-40B4-BE49-F238E27FC236}">
                  <a16:creationId xmlns:a16="http://schemas.microsoft.com/office/drawing/2014/main" id="{1EB56701-673C-4CCD-A955-9203AC47CB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020" y="3969638"/>
              <a:ext cx="507999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32775" name="TextBox 6">
              <a:extLst>
                <a:ext uri="{FF2B5EF4-FFF2-40B4-BE49-F238E27FC236}">
                  <a16:creationId xmlns:a16="http://schemas.microsoft.com/office/drawing/2014/main" id="{72988711-47B3-4CAD-8D9F-FF42824FA8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0894" y="3119717"/>
              <a:ext cx="507999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32776" name="TextBox 7">
              <a:extLst>
                <a:ext uri="{FF2B5EF4-FFF2-40B4-BE49-F238E27FC236}">
                  <a16:creationId xmlns:a16="http://schemas.microsoft.com/office/drawing/2014/main" id="{FBF7C76C-2522-4DF3-A2B1-1773FDCA0C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6107" y="3126731"/>
              <a:ext cx="507999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32777" name="TextBox 8">
              <a:extLst>
                <a:ext uri="{FF2B5EF4-FFF2-40B4-BE49-F238E27FC236}">
                  <a16:creationId xmlns:a16="http://schemas.microsoft.com/office/drawing/2014/main" id="{6789DE7A-28EA-4768-B0CA-A64CDCEAC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5231" y="3124200"/>
              <a:ext cx="507999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32778" name="TextBox 9">
              <a:extLst>
                <a:ext uri="{FF2B5EF4-FFF2-40B4-BE49-F238E27FC236}">
                  <a16:creationId xmlns:a16="http://schemas.microsoft.com/office/drawing/2014/main" id="{383C54BB-5530-4BC4-9F05-7822F0848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1510" y="3962961"/>
              <a:ext cx="507999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32779" name="TextBox 10">
              <a:extLst>
                <a:ext uri="{FF2B5EF4-FFF2-40B4-BE49-F238E27FC236}">
                  <a16:creationId xmlns:a16="http://schemas.microsoft.com/office/drawing/2014/main" id="{38333118-562E-4EB5-BD54-EAF42226E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0634" y="3960430"/>
              <a:ext cx="507999" cy="584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</p:grpSp>
      <p:sp>
        <p:nvSpPr>
          <p:cNvPr id="13" name="TextBox 4">
            <a:extLst>
              <a:ext uri="{FF2B5EF4-FFF2-40B4-BE49-F238E27FC236}">
                <a16:creationId xmlns:a16="http://schemas.microsoft.com/office/drawing/2014/main" id="{0A128935-0F4A-4615-A33B-39D08E3CB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114800"/>
            <a:ext cx="31702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f(x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 = Π M(1, 3)</a:t>
            </a:r>
          </a:p>
        </p:txBody>
      </p:sp>
      <p:pic>
        <p:nvPicPr>
          <p:cNvPr id="14" name="Picture 2" descr="Screen shot 2013-09-25 at 2.26.14 PM.png">
            <a:extLst>
              <a:ext uri="{FF2B5EF4-FFF2-40B4-BE49-F238E27FC236}">
                <a16:creationId xmlns:a16="http://schemas.microsoft.com/office/drawing/2014/main" id="{AE203C65-BDDF-473A-90F6-DEC762F4C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757"/>
            <a:ext cx="4419600" cy="281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Freeform 50">
            <a:extLst>
              <a:ext uri="{FF2B5EF4-FFF2-40B4-BE49-F238E27FC236}">
                <a16:creationId xmlns:a16="http://schemas.microsoft.com/office/drawing/2014/main" id="{A251A74F-1963-4ED2-8341-192AB7FED23F}"/>
              </a:ext>
            </a:extLst>
          </p:cNvPr>
          <p:cNvSpPr>
            <a:spLocks/>
          </p:cNvSpPr>
          <p:nvPr/>
        </p:nvSpPr>
        <p:spPr bwMode="auto">
          <a:xfrm>
            <a:off x="5742253" y="2586635"/>
            <a:ext cx="1401763" cy="65405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30226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16" name="Straight Connector 14">
            <a:extLst>
              <a:ext uri="{FF2B5EF4-FFF2-40B4-BE49-F238E27FC236}">
                <a16:creationId xmlns:a16="http://schemas.microsoft.com/office/drawing/2014/main" id="{873CB5F7-59A1-4573-B903-A3E5E9B9498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04228" y="3231160"/>
            <a:ext cx="0" cy="1066800"/>
          </a:xfrm>
          <a:prstGeom prst="line">
            <a:avLst/>
          </a:prstGeom>
          <a:noFill/>
          <a:ln w="31750">
            <a:solidFill>
              <a:srgbClr val="DE2C2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7" name="Group 15">
            <a:extLst>
              <a:ext uri="{FF2B5EF4-FFF2-40B4-BE49-F238E27FC236}">
                <a16:creationId xmlns:a16="http://schemas.microsoft.com/office/drawing/2014/main" id="{633262CB-6EFC-4B49-AA42-B3C90F05C814}"/>
              </a:ext>
            </a:extLst>
          </p:cNvPr>
          <p:cNvGrpSpPr>
            <a:grpSpLocks/>
          </p:cNvGrpSpPr>
          <p:nvPr/>
        </p:nvGrpSpPr>
        <p:grpSpPr bwMode="auto">
          <a:xfrm>
            <a:off x="5551753" y="4445598"/>
            <a:ext cx="1435100" cy="461962"/>
            <a:chOff x="3780087" y="5253335"/>
            <a:chExt cx="1435259" cy="461665"/>
          </a:xfrm>
        </p:grpSpPr>
        <p:sp>
          <p:nvSpPr>
            <p:cNvPr id="18" name="TextBox 16">
              <a:extLst>
                <a:ext uri="{FF2B5EF4-FFF2-40B4-BE49-F238E27FC236}">
                  <a16:creationId xmlns:a16="http://schemas.microsoft.com/office/drawing/2014/main" id="{059667D5-A147-4C52-954F-073A7570B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0087" y="5253335"/>
              <a:ext cx="143525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( x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+ x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3 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 </a:t>
              </a:r>
            </a:p>
          </p:txBody>
        </p:sp>
        <p:cxnSp>
          <p:nvCxnSpPr>
            <p:cNvPr id="19" name="Straight Connector 17">
              <a:extLst>
                <a:ext uri="{FF2B5EF4-FFF2-40B4-BE49-F238E27FC236}">
                  <a16:creationId xmlns:a16="http://schemas.microsoft.com/office/drawing/2014/main" id="{C2BFE436-7505-4E88-B7C6-159B1E9996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53309" y="5334245"/>
              <a:ext cx="2190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12141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457E9DD9-DC85-4C3B-949C-97824113F5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/>
          <a:lstStyle/>
          <a:p>
            <a:r>
              <a:rPr lang="en-US" altLang="en-US"/>
              <a:t>Example 3</a:t>
            </a:r>
          </a:p>
        </p:txBody>
      </p:sp>
      <p:pic>
        <p:nvPicPr>
          <p:cNvPr id="34818" name="Picture 4" descr="Screen shot 2013-09-25 at 2.37.04 PM.png">
            <a:extLst>
              <a:ext uri="{FF2B5EF4-FFF2-40B4-BE49-F238E27FC236}">
                <a16:creationId xmlns:a16="http://schemas.microsoft.com/office/drawing/2014/main" id="{4CABA146-0F32-459C-9F56-F98C6A733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610600" cy="249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173054E-A522-4539-815B-C5388D9C542B}"/>
                  </a:ext>
                </a:extLst>
              </p14:cNvPr>
              <p14:cNvContentPartPr/>
              <p14:nvPr/>
            </p14:nvContentPartPr>
            <p14:xfrm>
              <a:off x="5687640" y="843840"/>
              <a:ext cx="3076920" cy="410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173054E-A522-4539-815B-C5388D9C54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78280" y="834480"/>
                <a:ext cx="3095640" cy="428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E3975E81-3A28-4626-86F9-2AD1A3D733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609600"/>
          </a:xfrm>
        </p:spPr>
        <p:txBody>
          <a:bodyPr/>
          <a:lstStyle/>
          <a:p>
            <a:r>
              <a:rPr lang="en-US" altLang="en-US" dirty="0"/>
              <a:t>Condition A</a:t>
            </a:r>
          </a:p>
        </p:txBody>
      </p:sp>
      <p:pic>
        <p:nvPicPr>
          <p:cNvPr id="36866" name="Picture 3" descr="Screen shot 2013-09-25 at 2.38.41 PM.png">
            <a:extLst>
              <a:ext uri="{FF2B5EF4-FFF2-40B4-BE49-F238E27FC236}">
                <a16:creationId xmlns:a16="http://schemas.microsoft.com/office/drawing/2014/main" id="{8A741D47-3C56-4B3F-93E1-9DC9F2207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14400"/>
            <a:ext cx="83820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6C9EB20-030C-41F0-805C-AB85C616EBB2}"/>
                  </a:ext>
                </a:extLst>
              </p14:cNvPr>
              <p14:cNvContentPartPr/>
              <p14:nvPr/>
            </p14:nvContentPartPr>
            <p14:xfrm>
              <a:off x="3759840" y="911520"/>
              <a:ext cx="4817160" cy="1902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6C9EB20-030C-41F0-805C-AB85C616EB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0480" y="902160"/>
                <a:ext cx="4835880" cy="1921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E3975E81-3A28-4626-86F9-2AD1A3D733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609600"/>
          </a:xfrm>
        </p:spPr>
        <p:txBody>
          <a:bodyPr/>
          <a:lstStyle/>
          <a:p>
            <a:r>
              <a:rPr lang="en-US" altLang="en-US" dirty="0"/>
              <a:t>Condition A</a:t>
            </a:r>
          </a:p>
        </p:txBody>
      </p:sp>
      <p:pic>
        <p:nvPicPr>
          <p:cNvPr id="36866" name="Picture 3" descr="Screen shot 2013-09-25 at 2.38.41 PM.png">
            <a:extLst>
              <a:ext uri="{FF2B5EF4-FFF2-40B4-BE49-F238E27FC236}">
                <a16:creationId xmlns:a16="http://schemas.microsoft.com/office/drawing/2014/main" id="{8A741D47-3C56-4B3F-93E1-9DC9F2207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14400"/>
            <a:ext cx="83820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4" descr="Screen shot 2013-09-25 at 2.39.03 PM.png">
            <a:extLst>
              <a:ext uri="{FF2B5EF4-FFF2-40B4-BE49-F238E27FC236}">
                <a16:creationId xmlns:a16="http://schemas.microsoft.com/office/drawing/2014/main" id="{8A6A720A-75E3-4DE0-B1F8-AA2B73254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11300"/>
            <a:ext cx="717550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1784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Picture 2" descr="Screen shot 2013-09-25 at 2.41.01 PM.png">
            <a:extLst>
              <a:ext uri="{FF2B5EF4-FFF2-40B4-BE49-F238E27FC236}">
                <a16:creationId xmlns:a16="http://schemas.microsoft.com/office/drawing/2014/main" id="{2319E310-B77C-4427-B8D7-12EEBF48D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80" y="914400"/>
            <a:ext cx="86868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4" name="Title 1">
            <a:extLst>
              <a:ext uri="{FF2B5EF4-FFF2-40B4-BE49-F238E27FC236}">
                <a16:creationId xmlns:a16="http://schemas.microsoft.com/office/drawing/2014/main" id="{6EEF5B1A-E0A1-413E-91BB-7A0CD857E2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dirty="0"/>
              <a:t>Condition B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B46C09-EB1F-4F97-992E-D6ECF866F099}"/>
                  </a:ext>
                </a:extLst>
              </p14:cNvPr>
              <p14:cNvContentPartPr/>
              <p14:nvPr/>
            </p14:nvContentPartPr>
            <p14:xfrm>
              <a:off x="3999960" y="1000080"/>
              <a:ext cx="3063960" cy="1604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B46C09-EB1F-4F97-992E-D6ECF866F0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90600" y="990720"/>
                <a:ext cx="3082680" cy="1623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Picture 2" descr="Screen shot 2013-09-25 at 2.41.01 PM.png">
            <a:extLst>
              <a:ext uri="{FF2B5EF4-FFF2-40B4-BE49-F238E27FC236}">
                <a16:creationId xmlns:a16="http://schemas.microsoft.com/office/drawing/2014/main" id="{2319E310-B77C-4427-B8D7-12EEBF48D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80" y="914400"/>
            <a:ext cx="86868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4" name="Title 1">
            <a:extLst>
              <a:ext uri="{FF2B5EF4-FFF2-40B4-BE49-F238E27FC236}">
                <a16:creationId xmlns:a16="http://schemas.microsoft.com/office/drawing/2014/main" id="{6EEF5B1A-E0A1-413E-91BB-7A0CD857E2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dirty="0"/>
              <a:t>Condition B</a:t>
            </a:r>
          </a:p>
        </p:txBody>
      </p:sp>
      <p:pic>
        <p:nvPicPr>
          <p:cNvPr id="38915" name="Picture 3" descr="Screen shot 2013-09-25 at 2.42.34 PM.png">
            <a:extLst>
              <a:ext uri="{FF2B5EF4-FFF2-40B4-BE49-F238E27FC236}">
                <a16:creationId xmlns:a16="http://schemas.microsoft.com/office/drawing/2014/main" id="{CBDC37F7-C963-4B58-80F2-52B331D5B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" y="1600200"/>
            <a:ext cx="702310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77124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3" descr="Screen shot 2013-09-25 at 2.41.07 PM.png">
            <a:extLst>
              <a:ext uri="{FF2B5EF4-FFF2-40B4-BE49-F238E27FC236}">
                <a16:creationId xmlns:a16="http://schemas.microsoft.com/office/drawing/2014/main" id="{B63F5AB9-507C-4E3D-A99D-5FC8078B6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990600"/>
            <a:ext cx="86868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2" name="Title 1">
            <a:extLst>
              <a:ext uri="{FF2B5EF4-FFF2-40B4-BE49-F238E27FC236}">
                <a16:creationId xmlns:a16="http://schemas.microsoft.com/office/drawing/2014/main" id="{6B4B85C3-6AE5-4F6A-B753-1F7024CCF1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Condition C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4240665-B0C8-4AA2-ACCA-46DA5D1DF079}"/>
                  </a:ext>
                </a:extLst>
              </p14:cNvPr>
              <p14:cNvContentPartPr/>
              <p14:nvPr/>
            </p14:nvContentPartPr>
            <p14:xfrm>
              <a:off x="3949560" y="1045080"/>
              <a:ext cx="3578400" cy="1840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4240665-B0C8-4AA2-ACCA-46DA5D1DF0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40200" y="1035720"/>
                <a:ext cx="3597120" cy="1859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3" descr="Screen shot 2013-09-25 at 2.41.07 PM.png">
            <a:extLst>
              <a:ext uri="{FF2B5EF4-FFF2-40B4-BE49-F238E27FC236}">
                <a16:creationId xmlns:a16="http://schemas.microsoft.com/office/drawing/2014/main" id="{B63F5AB9-507C-4E3D-A99D-5FC8078B6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990600"/>
            <a:ext cx="86868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2" name="Title 1">
            <a:extLst>
              <a:ext uri="{FF2B5EF4-FFF2-40B4-BE49-F238E27FC236}">
                <a16:creationId xmlns:a16="http://schemas.microsoft.com/office/drawing/2014/main" id="{6B4B85C3-6AE5-4F6A-B753-1F7024CCF1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Condition C</a:t>
            </a:r>
          </a:p>
        </p:txBody>
      </p:sp>
      <p:pic>
        <p:nvPicPr>
          <p:cNvPr id="40963" name="Picture 2" descr="Screen shot 2013-09-25 at 2.42.40 PM.png">
            <a:extLst>
              <a:ext uri="{FF2B5EF4-FFF2-40B4-BE49-F238E27FC236}">
                <a16:creationId xmlns:a16="http://schemas.microsoft.com/office/drawing/2014/main" id="{7C6557C7-5242-4974-839C-3705B7F9D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752600"/>
            <a:ext cx="69342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3513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B36B3FF5-E9C5-430E-B55A-F2A64765C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88" y="-39688"/>
            <a:ext cx="9144000" cy="1143001"/>
          </a:xfrm>
        </p:spPr>
        <p:txBody>
          <a:bodyPr/>
          <a:lstStyle/>
          <a:p>
            <a:r>
              <a:rPr lang="en-US" altLang="en-US" sz="3200"/>
              <a:t>The output of the circuit can be expressed as </a:t>
            </a:r>
            <a:br>
              <a:rPr lang="en-US" altLang="en-US" sz="3200"/>
            </a:br>
            <a:r>
              <a:rPr lang="en-US" altLang="en-US"/>
              <a:t>f = AB + AC + BC</a:t>
            </a:r>
          </a:p>
        </p:txBody>
      </p:sp>
      <p:sp>
        <p:nvSpPr>
          <p:cNvPr id="41987" name="Rectangle 12">
            <a:extLst>
              <a:ext uri="{FF2B5EF4-FFF2-40B4-BE49-F238E27FC236}">
                <a16:creationId xmlns:a16="http://schemas.microsoft.com/office/drawing/2014/main" id="{1737CDAB-E5F2-4E45-BD0E-210DFDE15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6288" y="533400"/>
            <a:ext cx="865187" cy="496888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326647-1D24-48A5-B784-7F57EF7C2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2" y="1319214"/>
            <a:ext cx="8929675" cy="71437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B36B3FF5-E9C5-430E-B55A-F2A64765C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88" y="-39688"/>
            <a:ext cx="9144000" cy="1143001"/>
          </a:xfrm>
        </p:spPr>
        <p:txBody>
          <a:bodyPr/>
          <a:lstStyle/>
          <a:p>
            <a:r>
              <a:rPr lang="en-US" altLang="en-US" sz="3200"/>
              <a:t>The output of the circuit can be expressed as </a:t>
            </a:r>
            <a:br>
              <a:rPr lang="en-US" altLang="en-US" sz="3200"/>
            </a:br>
            <a:r>
              <a:rPr lang="en-US" altLang="en-US"/>
              <a:t>f = AB + AC + BC</a:t>
            </a:r>
          </a:p>
        </p:txBody>
      </p:sp>
      <p:pic>
        <p:nvPicPr>
          <p:cNvPr id="41986" name="Picture 3" descr="Screen shot 2013-09-25 at 2.45.27 PM.png">
            <a:extLst>
              <a:ext uri="{FF2B5EF4-FFF2-40B4-BE49-F238E27FC236}">
                <a16:creationId xmlns:a16="http://schemas.microsoft.com/office/drawing/2014/main" id="{E002DF4F-31A0-4C54-BCE3-C70B7F05B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085" y="2043379"/>
            <a:ext cx="9144000" cy="266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12">
            <a:extLst>
              <a:ext uri="{FF2B5EF4-FFF2-40B4-BE49-F238E27FC236}">
                <a16:creationId xmlns:a16="http://schemas.microsoft.com/office/drawing/2014/main" id="{1737CDAB-E5F2-4E45-BD0E-210DFDE15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6288" y="533400"/>
            <a:ext cx="865187" cy="496888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326647-1D24-48A5-B784-7F57EF7C2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2" y="1319214"/>
            <a:ext cx="8929675" cy="71437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A2A04DB-BC89-4F2C-AFBA-C09AE2CEB4DD}"/>
                  </a:ext>
                </a:extLst>
              </p14:cNvPr>
              <p14:cNvContentPartPr/>
              <p14:nvPr/>
            </p14:nvContentPartPr>
            <p14:xfrm>
              <a:off x="1437840" y="655200"/>
              <a:ext cx="7520760" cy="5483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A2A04DB-BC89-4F2C-AFBA-C09AE2CEB4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28480" y="645840"/>
                <a:ext cx="7539480" cy="550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54807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09" name="Picture 2" descr="Screen shot 2013-09-25 at 2.45.34 PM.png">
            <a:extLst>
              <a:ext uri="{FF2B5EF4-FFF2-40B4-BE49-F238E27FC236}">
                <a16:creationId xmlns:a16="http://schemas.microsoft.com/office/drawing/2014/main" id="{F343750D-016D-4A51-9476-C0F1EDDEC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1219200"/>
            <a:ext cx="9144000" cy="275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0" name="Title 1">
            <a:extLst>
              <a:ext uri="{FF2B5EF4-FFF2-40B4-BE49-F238E27FC236}">
                <a16:creationId xmlns:a16="http://schemas.microsoft.com/office/drawing/2014/main" id="{A9F26DAE-FC19-47CF-9221-194C712484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88" y="-39688"/>
            <a:ext cx="9144000" cy="1143001"/>
          </a:xfrm>
        </p:spPr>
        <p:txBody>
          <a:bodyPr/>
          <a:lstStyle/>
          <a:p>
            <a:r>
              <a:rPr lang="en-US" altLang="en-US" sz="3200"/>
              <a:t>The output of the circuit can be expressed as </a:t>
            </a:r>
            <a:br>
              <a:rPr lang="en-US" altLang="en-US" sz="3200"/>
            </a:br>
            <a:r>
              <a:rPr lang="en-US" altLang="en-US"/>
              <a:t>f = AB + AC + BC</a:t>
            </a:r>
          </a:p>
        </p:txBody>
      </p:sp>
      <p:sp>
        <p:nvSpPr>
          <p:cNvPr id="43011" name="Rectangle 12">
            <a:extLst>
              <a:ext uri="{FF2B5EF4-FFF2-40B4-BE49-F238E27FC236}">
                <a16:creationId xmlns:a16="http://schemas.microsoft.com/office/drawing/2014/main" id="{84A08D8D-91F6-4151-825D-0E425CE98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013" y="533400"/>
            <a:ext cx="865187" cy="496888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Picture 3" descr="Screen shot 2013-09-25 at 2.45.41 PM.png">
            <a:extLst>
              <a:ext uri="{FF2B5EF4-FFF2-40B4-BE49-F238E27FC236}">
                <a16:creationId xmlns:a16="http://schemas.microsoft.com/office/drawing/2014/main" id="{BC315F36-9AC2-4935-9488-C2D864B84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1295400"/>
            <a:ext cx="9144000" cy="265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4" name="Title 1">
            <a:extLst>
              <a:ext uri="{FF2B5EF4-FFF2-40B4-BE49-F238E27FC236}">
                <a16:creationId xmlns:a16="http://schemas.microsoft.com/office/drawing/2014/main" id="{8C972FBC-4491-4107-8D40-CA6FCAB610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88" y="-39688"/>
            <a:ext cx="9144000" cy="1143001"/>
          </a:xfrm>
        </p:spPr>
        <p:txBody>
          <a:bodyPr/>
          <a:lstStyle/>
          <a:p>
            <a:r>
              <a:rPr lang="en-US" altLang="en-US" sz="3200" dirty="0"/>
              <a:t>The output of the circuit can be expressed as </a:t>
            </a:r>
            <a:br>
              <a:rPr lang="en-US" altLang="en-US" sz="3200" dirty="0"/>
            </a:br>
            <a:r>
              <a:rPr lang="en-US" altLang="en-US" dirty="0"/>
              <a:t>f = AB + AC + BC</a:t>
            </a:r>
          </a:p>
        </p:txBody>
      </p:sp>
      <p:sp>
        <p:nvSpPr>
          <p:cNvPr id="44035" name="Rectangle 12">
            <a:extLst>
              <a:ext uri="{FF2B5EF4-FFF2-40B4-BE49-F238E27FC236}">
                <a16:creationId xmlns:a16="http://schemas.microsoft.com/office/drawing/2014/main" id="{0048229B-0A5E-4B11-A65A-0AAD72C6F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533400"/>
            <a:ext cx="865187" cy="496888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C8888B7A-ECAF-4BDF-B686-06F94FDF5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dirty="0"/>
              <a:t>Finally, we get </a:t>
            </a:r>
          </a:p>
        </p:txBody>
      </p:sp>
      <p:pic>
        <p:nvPicPr>
          <p:cNvPr id="45058" name="Picture 4" descr="Screen shot 2013-09-25 at 2.47.54 PM.png">
            <a:extLst>
              <a:ext uri="{FF2B5EF4-FFF2-40B4-BE49-F238E27FC236}">
                <a16:creationId xmlns:a16="http://schemas.microsoft.com/office/drawing/2014/main" id="{AE637EBE-E76D-43EB-9711-73F975C92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13" y="1761183"/>
            <a:ext cx="7632700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8E049F6-2DF2-4BA9-8413-DE77F6714F9D}"/>
              </a:ext>
            </a:extLst>
          </p:cNvPr>
          <p:cNvSpPr/>
          <p:nvPr/>
        </p:nvSpPr>
        <p:spPr>
          <a:xfrm>
            <a:off x="1143000" y="914400"/>
            <a:ext cx="29358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f = AB + AC + BC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F465719-8D9A-4F4A-990E-960B5080CAF7}"/>
                  </a:ext>
                </a:extLst>
              </p14:cNvPr>
              <p14:cNvContentPartPr/>
              <p14:nvPr/>
            </p14:nvContentPartPr>
            <p14:xfrm>
              <a:off x="4043880" y="321840"/>
              <a:ext cx="4723920" cy="3032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F465719-8D9A-4F4A-990E-960B5080CA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34520" y="312480"/>
                <a:ext cx="4742640" cy="3051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DA0D78AF-7943-440F-9349-C08B4419B2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r>
              <a:rPr lang="en-US" altLang="en-US"/>
              <a:t>Example 4</a:t>
            </a:r>
          </a:p>
        </p:txBody>
      </p:sp>
      <p:sp>
        <p:nvSpPr>
          <p:cNvPr id="46082" name="Content Placeholder 2">
            <a:extLst>
              <a:ext uri="{FF2B5EF4-FFF2-40B4-BE49-F238E27FC236}">
                <a16:creationId xmlns:a16="http://schemas.microsoft.com/office/drawing/2014/main" id="{87BCFE12-97AB-4830-A8C8-B4A128BC3C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905000"/>
            <a:ext cx="7924800" cy="8382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en-US" altLang="en-US"/>
              <a:t>Solve the previous problem using Venn diagrams.</a:t>
            </a:r>
          </a:p>
          <a:p>
            <a:pPr marL="0" indent="0" algn="ctr">
              <a:buFontTx/>
              <a:buNone/>
            </a:pPr>
            <a:endParaRPr lang="en-US" altLang="en-US"/>
          </a:p>
          <a:p>
            <a:pPr marL="0" indent="0" algn="ctr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0C147070-19D7-481C-BDB2-A63B1747DF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r>
              <a:rPr lang="en-US" altLang="en-US" sz="2800"/>
              <a:t>Venn Diagrams</a:t>
            </a:r>
            <a:br>
              <a:rPr lang="en-US" altLang="en-US" sz="2800"/>
            </a:br>
            <a:r>
              <a:rPr lang="en-US" altLang="en-US" sz="2800"/>
              <a:t>(find the areas that are shaded at least two times)</a:t>
            </a:r>
          </a:p>
        </p:txBody>
      </p:sp>
      <p:sp>
        <p:nvSpPr>
          <p:cNvPr id="47106" name="Rectangle 11">
            <a:extLst>
              <a:ext uri="{FF2B5EF4-FFF2-40B4-BE49-F238E27FC236}">
                <a16:creationId xmlns:a16="http://schemas.microsoft.com/office/drawing/2014/main" id="{8EBAF6CC-908F-450B-9A48-31376BFF8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963" y="2862263"/>
            <a:ext cx="1395412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(a) Function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07" name="Rectangle 12">
            <a:extLst>
              <a:ext uri="{FF2B5EF4-FFF2-40B4-BE49-F238E27FC236}">
                <a16:creationId xmlns:a16="http://schemas.microsoft.com/office/drawing/2014/main" id="{844A8BDB-5CF9-4DF1-9EB8-6FC97ED5E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3563" y="2862263"/>
            <a:ext cx="2921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A: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08" name="Rectangle 13">
            <a:extLst>
              <a:ext uri="{FF2B5EF4-FFF2-40B4-BE49-F238E27FC236}">
                <a16:creationId xmlns:a16="http://schemas.microsoft.com/office/drawing/2014/main" id="{7332DD51-3011-47CB-898D-62CFD9D03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2849563"/>
            <a:ext cx="1395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(b) Function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09" name="Rectangle 14">
            <a:extLst>
              <a:ext uri="{FF2B5EF4-FFF2-40B4-BE49-F238E27FC236}">
                <a16:creationId xmlns:a16="http://schemas.microsoft.com/office/drawing/2014/main" id="{2BB233AF-FB00-4579-89BA-29458C412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6275" y="2849563"/>
            <a:ext cx="23336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B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10" name="Rectangle 15">
            <a:extLst>
              <a:ext uri="{FF2B5EF4-FFF2-40B4-BE49-F238E27FC236}">
                <a16:creationId xmlns:a16="http://schemas.microsoft.com/office/drawing/2014/main" id="{7914B208-EF4C-4E15-8962-9E8267074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5843588"/>
            <a:ext cx="13827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(c) Function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11" name="Rectangle 16">
            <a:extLst>
              <a:ext uri="{FF2B5EF4-FFF2-40B4-BE49-F238E27FC236}">
                <a16:creationId xmlns:a16="http://schemas.microsoft.com/office/drawing/2014/main" id="{284E968F-C387-49DA-8D28-5C72E3613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1475" y="5843588"/>
            <a:ext cx="2984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C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12" name="Rectangle 17">
            <a:extLst>
              <a:ext uri="{FF2B5EF4-FFF2-40B4-BE49-F238E27FC236}">
                <a16:creationId xmlns:a16="http://schemas.microsoft.com/office/drawing/2014/main" id="{C086FCC4-297B-47ED-8D64-B34A0F497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563" y="5849938"/>
            <a:ext cx="1395412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(d) Function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13" name="Rectangle 43">
            <a:extLst>
              <a:ext uri="{FF2B5EF4-FFF2-40B4-BE49-F238E27FC236}">
                <a16:creationId xmlns:a16="http://schemas.microsoft.com/office/drawing/2014/main" id="{C2A31EDC-6FBE-4590-9BB1-EDD348AD0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5849938"/>
            <a:ext cx="241300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f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47114" name="Group 4">
            <a:extLst>
              <a:ext uri="{FF2B5EF4-FFF2-40B4-BE49-F238E27FC236}">
                <a16:creationId xmlns:a16="http://schemas.microsoft.com/office/drawing/2014/main" id="{D4DA2F7D-1355-4FAC-9916-03A1C7E46480}"/>
              </a:ext>
            </a:extLst>
          </p:cNvPr>
          <p:cNvGrpSpPr>
            <a:grpSpLocks/>
          </p:cNvGrpSpPr>
          <p:nvPr/>
        </p:nvGrpSpPr>
        <p:grpSpPr bwMode="auto">
          <a:xfrm>
            <a:off x="5487988" y="3886200"/>
            <a:ext cx="2193925" cy="1835150"/>
            <a:chOff x="5487988" y="3811588"/>
            <a:chExt cx="2193925" cy="1835150"/>
          </a:xfrm>
        </p:grpSpPr>
        <p:sp>
          <p:nvSpPr>
            <p:cNvPr id="47163" name="Freeform 7">
              <a:extLst>
                <a:ext uri="{FF2B5EF4-FFF2-40B4-BE49-F238E27FC236}">
                  <a16:creationId xmlns:a16="http://schemas.microsoft.com/office/drawing/2014/main" id="{8E1A6FBB-BBA7-4DAE-9CFE-037B7CC70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3663" y="4114800"/>
              <a:ext cx="153987" cy="690563"/>
            </a:xfrm>
            <a:custGeom>
              <a:avLst/>
              <a:gdLst>
                <a:gd name="T0" fmla="*/ 2147483646 w 194"/>
                <a:gd name="T1" fmla="*/ 0 h 869"/>
                <a:gd name="T2" fmla="*/ 2147483646 w 194"/>
                <a:gd name="T3" fmla="*/ 2147483646 h 869"/>
                <a:gd name="T4" fmla="*/ 2147483646 w 194"/>
                <a:gd name="T5" fmla="*/ 2147483646 h 869"/>
                <a:gd name="T6" fmla="*/ 2147483646 w 194"/>
                <a:gd name="T7" fmla="*/ 2147483646 h 869"/>
                <a:gd name="T8" fmla="*/ 2147483646 w 194"/>
                <a:gd name="T9" fmla="*/ 2147483646 h 869"/>
                <a:gd name="T10" fmla="*/ 2147483646 w 194"/>
                <a:gd name="T11" fmla="*/ 2147483646 h 869"/>
                <a:gd name="T12" fmla="*/ 2147483646 w 194"/>
                <a:gd name="T13" fmla="*/ 2147483646 h 869"/>
                <a:gd name="T14" fmla="*/ 2147483646 w 194"/>
                <a:gd name="T15" fmla="*/ 2147483646 h 869"/>
                <a:gd name="T16" fmla="*/ 2147483646 w 194"/>
                <a:gd name="T17" fmla="*/ 2147483646 h 869"/>
                <a:gd name="T18" fmla="*/ 2147483646 w 194"/>
                <a:gd name="T19" fmla="*/ 2147483646 h 869"/>
                <a:gd name="T20" fmla="*/ 2147483646 w 194"/>
                <a:gd name="T21" fmla="*/ 2147483646 h 869"/>
                <a:gd name="T22" fmla="*/ 2147483646 w 194"/>
                <a:gd name="T23" fmla="*/ 2147483646 h 869"/>
                <a:gd name="T24" fmla="*/ 2147483646 w 194"/>
                <a:gd name="T25" fmla="*/ 2147483646 h 869"/>
                <a:gd name="T26" fmla="*/ 2147483646 w 194"/>
                <a:gd name="T27" fmla="*/ 2147483646 h 869"/>
                <a:gd name="T28" fmla="*/ 0 w 194"/>
                <a:gd name="T29" fmla="*/ 2147483646 h 869"/>
                <a:gd name="T30" fmla="*/ 0 w 194"/>
                <a:gd name="T31" fmla="*/ 2147483646 h 869"/>
                <a:gd name="T32" fmla="*/ 2147483646 w 194"/>
                <a:gd name="T33" fmla="*/ 2147483646 h 869"/>
                <a:gd name="T34" fmla="*/ 2147483646 w 194"/>
                <a:gd name="T35" fmla="*/ 2147483646 h 869"/>
                <a:gd name="T36" fmla="*/ 2147483646 w 194"/>
                <a:gd name="T37" fmla="*/ 2147483646 h 869"/>
                <a:gd name="T38" fmla="*/ 2147483646 w 194"/>
                <a:gd name="T39" fmla="*/ 2147483646 h 869"/>
                <a:gd name="T40" fmla="*/ 2147483646 w 194"/>
                <a:gd name="T41" fmla="*/ 2147483646 h 869"/>
                <a:gd name="T42" fmla="*/ 2147483646 w 194"/>
                <a:gd name="T43" fmla="*/ 2147483646 h 869"/>
                <a:gd name="T44" fmla="*/ 2147483646 w 194"/>
                <a:gd name="T45" fmla="*/ 2147483646 h 869"/>
                <a:gd name="T46" fmla="*/ 2147483646 w 194"/>
                <a:gd name="T47" fmla="*/ 2147483646 h 869"/>
                <a:gd name="T48" fmla="*/ 2147483646 w 194"/>
                <a:gd name="T49" fmla="*/ 2147483646 h 869"/>
                <a:gd name="T50" fmla="*/ 2147483646 w 194"/>
                <a:gd name="T51" fmla="*/ 2147483646 h 869"/>
                <a:gd name="T52" fmla="*/ 2147483646 w 194"/>
                <a:gd name="T53" fmla="*/ 2147483646 h 869"/>
                <a:gd name="T54" fmla="*/ 2147483646 w 194"/>
                <a:gd name="T55" fmla="*/ 2147483646 h 869"/>
                <a:gd name="T56" fmla="*/ 2147483646 w 194"/>
                <a:gd name="T57" fmla="*/ 2147483646 h 869"/>
                <a:gd name="T58" fmla="*/ 2147483646 w 194"/>
                <a:gd name="T59" fmla="*/ 2147483646 h 869"/>
                <a:gd name="T60" fmla="*/ 2147483646 w 194"/>
                <a:gd name="T61" fmla="*/ 2147483646 h 869"/>
                <a:gd name="T62" fmla="*/ 2147483646 w 194"/>
                <a:gd name="T63" fmla="*/ 2147483646 h 869"/>
                <a:gd name="T64" fmla="*/ 2147483646 w 194"/>
                <a:gd name="T65" fmla="*/ 2147483646 h 869"/>
                <a:gd name="T66" fmla="*/ 2147483646 w 194"/>
                <a:gd name="T67" fmla="*/ 0 h 8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94" h="869">
                  <a:moveTo>
                    <a:pt x="194" y="0"/>
                  </a:moveTo>
                  <a:lnTo>
                    <a:pt x="166" y="21"/>
                  </a:lnTo>
                  <a:lnTo>
                    <a:pt x="142" y="44"/>
                  </a:lnTo>
                  <a:lnTo>
                    <a:pt x="119" y="68"/>
                  </a:lnTo>
                  <a:lnTo>
                    <a:pt x="100" y="94"/>
                  </a:lnTo>
                  <a:lnTo>
                    <a:pt x="80" y="120"/>
                  </a:lnTo>
                  <a:lnTo>
                    <a:pt x="64" y="148"/>
                  </a:lnTo>
                  <a:lnTo>
                    <a:pt x="51" y="177"/>
                  </a:lnTo>
                  <a:lnTo>
                    <a:pt x="38" y="207"/>
                  </a:lnTo>
                  <a:lnTo>
                    <a:pt x="26" y="238"/>
                  </a:lnTo>
                  <a:lnTo>
                    <a:pt x="18" y="268"/>
                  </a:lnTo>
                  <a:lnTo>
                    <a:pt x="12" y="299"/>
                  </a:lnTo>
                  <a:lnTo>
                    <a:pt x="7" y="332"/>
                  </a:lnTo>
                  <a:lnTo>
                    <a:pt x="2" y="363"/>
                  </a:lnTo>
                  <a:lnTo>
                    <a:pt x="0" y="395"/>
                  </a:lnTo>
                  <a:lnTo>
                    <a:pt x="0" y="428"/>
                  </a:lnTo>
                  <a:lnTo>
                    <a:pt x="2" y="460"/>
                  </a:lnTo>
                  <a:lnTo>
                    <a:pt x="5" y="491"/>
                  </a:lnTo>
                  <a:lnTo>
                    <a:pt x="9" y="524"/>
                  </a:lnTo>
                  <a:lnTo>
                    <a:pt x="15" y="555"/>
                  </a:lnTo>
                  <a:lnTo>
                    <a:pt x="22" y="586"/>
                  </a:lnTo>
                  <a:lnTo>
                    <a:pt x="30" y="615"/>
                  </a:lnTo>
                  <a:lnTo>
                    <a:pt x="39" y="644"/>
                  </a:lnTo>
                  <a:lnTo>
                    <a:pt x="49" y="674"/>
                  </a:lnTo>
                  <a:lnTo>
                    <a:pt x="62" y="700"/>
                  </a:lnTo>
                  <a:lnTo>
                    <a:pt x="75" y="726"/>
                  </a:lnTo>
                  <a:lnTo>
                    <a:pt x="88" y="752"/>
                  </a:lnTo>
                  <a:lnTo>
                    <a:pt x="105" y="775"/>
                  </a:lnTo>
                  <a:lnTo>
                    <a:pt x="121" y="797"/>
                  </a:lnTo>
                  <a:lnTo>
                    <a:pt x="137" y="818"/>
                  </a:lnTo>
                  <a:lnTo>
                    <a:pt x="155" y="836"/>
                  </a:lnTo>
                  <a:lnTo>
                    <a:pt x="174" y="854"/>
                  </a:lnTo>
                  <a:lnTo>
                    <a:pt x="194" y="869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28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64" name="Freeform 8">
              <a:extLst>
                <a:ext uri="{FF2B5EF4-FFF2-40B4-BE49-F238E27FC236}">
                  <a16:creationId xmlns:a16="http://schemas.microsoft.com/office/drawing/2014/main" id="{2DA766CA-EDB9-4CB9-B68B-92E378D3F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6063" y="4114800"/>
              <a:ext cx="153987" cy="690563"/>
            </a:xfrm>
            <a:custGeom>
              <a:avLst/>
              <a:gdLst>
                <a:gd name="T0" fmla="*/ 0 w 194"/>
                <a:gd name="T1" fmla="*/ 0 h 869"/>
                <a:gd name="T2" fmla="*/ 2147483646 w 194"/>
                <a:gd name="T3" fmla="*/ 2147483646 h 869"/>
                <a:gd name="T4" fmla="*/ 2147483646 w 194"/>
                <a:gd name="T5" fmla="*/ 2147483646 h 869"/>
                <a:gd name="T6" fmla="*/ 2147483646 w 194"/>
                <a:gd name="T7" fmla="*/ 2147483646 h 869"/>
                <a:gd name="T8" fmla="*/ 2147483646 w 194"/>
                <a:gd name="T9" fmla="*/ 2147483646 h 869"/>
                <a:gd name="T10" fmla="*/ 2147483646 w 194"/>
                <a:gd name="T11" fmla="*/ 2147483646 h 869"/>
                <a:gd name="T12" fmla="*/ 2147483646 w 194"/>
                <a:gd name="T13" fmla="*/ 2147483646 h 869"/>
                <a:gd name="T14" fmla="*/ 2147483646 w 194"/>
                <a:gd name="T15" fmla="*/ 2147483646 h 869"/>
                <a:gd name="T16" fmla="*/ 2147483646 w 194"/>
                <a:gd name="T17" fmla="*/ 2147483646 h 869"/>
                <a:gd name="T18" fmla="*/ 2147483646 w 194"/>
                <a:gd name="T19" fmla="*/ 2147483646 h 869"/>
                <a:gd name="T20" fmla="*/ 2147483646 w 194"/>
                <a:gd name="T21" fmla="*/ 2147483646 h 869"/>
                <a:gd name="T22" fmla="*/ 2147483646 w 194"/>
                <a:gd name="T23" fmla="*/ 2147483646 h 869"/>
                <a:gd name="T24" fmla="*/ 2147483646 w 194"/>
                <a:gd name="T25" fmla="*/ 2147483646 h 869"/>
                <a:gd name="T26" fmla="*/ 2147483646 w 194"/>
                <a:gd name="T27" fmla="*/ 2147483646 h 869"/>
                <a:gd name="T28" fmla="*/ 2147483646 w 194"/>
                <a:gd name="T29" fmla="*/ 2147483646 h 869"/>
                <a:gd name="T30" fmla="*/ 2147483646 w 194"/>
                <a:gd name="T31" fmla="*/ 2147483646 h 869"/>
                <a:gd name="T32" fmla="*/ 2147483646 w 194"/>
                <a:gd name="T33" fmla="*/ 2147483646 h 869"/>
                <a:gd name="T34" fmla="*/ 2147483646 w 194"/>
                <a:gd name="T35" fmla="*/ 2147483646 h 869"/>
                <a:gd name="T36" fmla="*/ 2147483646 w 194"/>
                <a:gd name="T37" fmla="*/ 2147483646 h 869"/>
                <a:gd name="T38" fmla="*/ 2147483646 w 194"/>
                <a:gd name="T39" fmla="*/ 2147483646 h 869"/>
                <a:gd name="T40" fmla="*/ 2147483646 w 194"/>
                <a:gd name="T41" fmla="*/ 2147483646 h 869"/>
                <a:gd name="T42" fmla="*/ 2147483646 w 194"/>
                <a:gd name="T43" fmla="*/ 2147483646 h 869"/>
                <a:gd name="T44" fmla="*/ 2147483646 w 194"/>
                <a:gd name="T45" fmla="*/ 2147483646 h 869"/>
                <a:gd name="T46" fmla="*/ 2147483646 w 194"/>
                <a:gd name="T47" fmla="*/ 2147483646 h 869"/>
                <a:gd name="T48" fmla="*/ 2147483646 w 194"/>
                <a:gd name="T49" fmla="*/ 2147483646 h 869"/>
                <a:gd name="T50" fmla="*/ 2147483646 w 194"/>
                <a:gd name="T51" fmla="*/ 2147483646 h 869"/>
                <a:gd name="T52" fmla="*/ 2147483646 w 194"/>
                <a:gd name="T53" fmla="*/ 2147483646 h 869"/>
                <a:gd name="T54" fmla="*/ 2147483646 w 194"/>
                <a:gd name="T55" fmla="*/ 2147483646 h 869"/>
                <a:gd name="T56" fmla="*/ 2147483646 w 194"/>
                <a:gd name="T57" fmla="*/ 2147483646 h 869"/>
                <a:gd name="T58" fmla="*/ 2147483646 w 194"/>
                <a:gd name="T59" fmla="*/ 2147483646 h 869"/>
                <a:gd name="T60" fmla="*/ 2147483646 w 194"/>
                <a:gd name="T61" fmla="*/ 2147483646 h 869"/>
                <a:gd name="T62" fmla="*/ 2147483646 w 194"/>
                <a:gd name="T63" fmla="*/ 2147483646 h 869"/>
                <a:gd name="T64" fmla="*/ 0 w 194"/>
                <a:gd name="T65" fmla="*/ 2147483646 h 869"/>
                <a:gd name="T66" fmla="*/ 0 w 194"/>
                <a:gd name="T67" fmla="*/ 0 h 8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94" h="869">
                  <a:moveTo>
                    <a:pt x="0" y="0"/>
                  </a:moveTo>
                  <a:lnTo>
                    <a:pt x="28" y="21"/>
                  </a:lnTo>
                  <a:lnTo>
                    <a:pt x="52" y="44"/>
                  </a:lnTo>
                  <a:lnTo>
                    <a:pt x="75" y="68"/>
                  </a:lnTo>
                  <a:lnTo>
                    <a:pt x="95" y="94"/>
                  </a:lnTo>
                  <a:lnTo>
                    <a:pt x="114" y="120"/>
                  </a:lnTo>
                  <a:lnTo>
                    <a:pt x="130" y="148"/>
                  </a:lnTo>
                  <a:lnTo>
                    <a:pt x="145" y="177"/>
                  </a:lnTo>
                  <a:lnTo>
                    <a:pt x="156" y="207"/>
                  </a:lnTo>
                  <a:lnTo>
                    <a:pt x="168" y="238"/>
                  </a:lnTo>
                  <a:lnTo>
                    <a:pt x="176" y="268"/>
                  </a:lnTo>
                  <a:lnTo>
                    <a:pt x="182" y="299"/>
                  </a:lnTo>
                  <a:lnTo>
                    <a:pt x="187" y="332"/>
                  </a:lnTo>
                  <a:lnTo>
                    <a:pt x="192" y="363"/>
                  </a:lnTo>
                  <a:lnTo>
                    <a:pt x="194" y="395"/>
                  </a:lnTo>
                  <a:lnTo>
                    <a:pt x="194" y="428"/>
                  </a:lnTo>
                  <a:lnTo>
                    <a:pt x="192" y="460"/>
                  </a:lnTo>
                  <a:lnTo>
                    <a:pt x="191" y="491"/>
                  </a:lnTo>
                  <a:lnTo>
                    <a:pt x="186" y="524"/>
                  </a:lnTo>
                  <a:lnTo>
                    <a:pt x="179" y="555"/>
                  </a:lnTo>
                  <a:lnTo>
                    <a:pt x="173" y="586"/>
                  </a:lnTo>
                  <a:lnTo>
                    <a:pt x="165" y="615"/>
                  </a:lnTo>
                  <a:lnTo>
                    <a:pt x="155" y="644"/>
                  </a:lnTo>
                  <a:lnTo>
                    <a:pt x="145" y="674"/>
                  </a:lnTo>
                  <a:lnTo>
                    <a:pt x="132" y="700"/>
                  </a:lnTo>
                  <a:lnTo>
                    <a:pt x="119" y="726"/>
                  </a:lnTo>
                  <a:lnTo>
                    <a:pt x="106" y="752"/>
                  </a:lnTo>
                  <a:lnTo>
                    <a:pt x="90" y="775"/>
                  </a:lnTo>
                  <a:lnTo>
                    <a:pt x="73" y="797"/>
                  </a:lnTo>
                  <a:lnTo>
                    <a:pt x="57" y="818"/>
                  </a:lnTo>
                  <a:lnTo>
                    <a:pt x="39" y="836"/>
                  </a:lnTo>
                  <a:lnTo>
                    <a:pt x="20" y="854"/>
                  </a:lnTo>
                  <a:lnTo>
                    <a:pt x="0" y="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F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65" name="Freeform 9">
              <a:extLst>
                <a:ext uri="{FF2B5EF4-FFF2-40B4-BE49-F238E27FC236}">
                  <a16:creationId xmlns:a16="http://schemas.microsoft.com/office/drawing/2014/main" id="{B166C0FD-957E-45E5-A9AC-DCC5B7E4A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3625" y="4529138"/>
              <a:ext cx="596900" cy="373062"/>
            </a:xfrm>
            <a:custGeom>
              <a:avLst/>
              <a:gdLst>
                <a:gd name="T0" fmla="*/ 2147483646 w 752"/>
                <a:gd name="T1" fmla="*/ 2147483646 h 470"/>
                <a:gd name="T2" fmla="*/ 2147483646 w 752"/>
                <a:gd name="T3" fmla="*/ 2147483646 h 470"/>
                <a:gd name="T4" fmla="*/ 2147483646 w 752"/>
                <a:gd name="T5" fmla="*/ 2147483646 h 470"/>
                <a:gd name="T6" fmla="*/ 2147483646 w 752"/>
                <a:gd name="T7" fmla="*/ 2147483646 h 470"/>
                <a:gd name="T8" fmla="*/ 2147483646 w 752"/>
                <a:gd name="T9" fmla="*/ 2147483646 h 470"/>
                <a:gd name="T10" fmla="*/ 2147483646 w 752"/>
                <a:gd name="T11" fmla="*/ 2147483646 h 470"/>
                <a:gd name="T12" fmla="*/ 2147483646 w 752"/>
                <a:gd name="T13" fmla="*/ 0 h 470"/>
                <a:gd name="T14" fmla="*/ 2147483646 w 752"/>
                <a:gd name="T15" fmla="*/ 2147483646 h 470"/>
                <a:gd name="T16" fmla="*/ 2147483646 w 752"/>
                <a:gd name="T17" fmla="*/ 2147483646 h 470"/>
                <a:gd name="T18" fmla="*/ 2147483646 w 752"/>
                <a:gd name="T19" fmla="*/ 2147483646 h 470"/>
                <a:gd name="T20" fmla="*/ 2147483646 w 752"/>
                <a:gd name="T21" fmla="*/ 2147483646 h 470"/>
                <a:gd name="T22" fmla="*/ 2147483646 w 752"/>
                <a:gd name="T23" fmla="*/ 2147483646 h 470"/>
                <a:gd name="T24" fmla="*/ 2147483646 w 752"/>
                <a:gd name="T25" fmla="*/ 2147483646 h 470"/>
                <a:gd name="T26" fmla="*/ 2147483646 w 752"/>
                <a:gd name="T27" fmla="*/ 2147483646 h 470"/>
                <a:gd name="T28" fmla="*/ 2147483646 w 752"/>
                <a:gd name="T29" fmla="*/ 2147483646 h 470"/>
                <a:gd name="T30" fmla="*/ 2147483646 w 752"/>
                <a:gd name="T31" fmla="*/ 2147483646 h 470"/>
                <a:gd name="T32" fmla="*/ 2147483646 w 752"/>
                <a:gd name="T33" fmla="*/ 2147483646 h 470"/>
                <a:gd name="T34" fmla="*/ 2147483646 w 752"/>
                <a:gd name="T35" fmla="*/ 2147483646 h 470"/>
                <a:gd name="T36" fmla="*/ 2147483646 w 752"/>
                <a:gd name="T37" fmla="*/ 2147483646 h 470"/>
                <a:gd name="T38" fmla="*/ 2147483646 w 752"/>
                <a:gd name="T39" fmla="*/ 2147483646 h 470"/>
                <a:gd name="T40" fmla="*/ 2147483646 w 752"/>
                <a:gd name="T41" fmla="*/ 2147483646 h 470"/>
                <a:gd name="T42" fmla="*/ 2147483646 w 752"/>
                <a:gd name="T43" fmla="*/ 2147483646 h 470"/>
                <a:gd name="T44" fmla="*/ 2147483646 w 752"/>
                <a:gd name="T45" fmla="*/ 2147483646 h 470"/>
                <a:gd name="T46" fmla="*/ 2147483646 w 752"/>
                <a:gd name="T47" fmla="*/ 2147483646 h 470"/>
                <a:gd name="T48" fmla="*/ 2147483646 w 752"/>
                <a:gd name="T49" fmla="*/ 2147483646 h 470"/>
                <a:gd name="T50" fmla="*/ 2147483646 w 752"/>
                <a:gd name="T51" fmla="*/ 2147483646 h 470"/>
                <a:gd name="T52" fmla="*/ 2147483646 w 752"/>
                <a:gd name="T53" fmla="*/ 2147483646 h 470"/>
                <a:gd name="T54" fmla="*/ 2147483646 w 752"/>
                <a:gd name="T55" fmla="*/ 2147483646 h 470"/>
                <a:gd name="T56" fmla="*/ 2147483646 w 752"/>
                <a:gd name="T57" fmla="*/ 2147483646 h 470"/>
                <a:gd name="T58" fmla="*/ 2147483646 w 752"/>
                <a:gd name="T59" fmla="*/ 2147483646 h 470"/>
                <a:gd name="T60" fmla="*/ 2147483646 w 752"/>
                <a:gd name="T61" fmla="*/ 2147483646 h 470"/>
                <a:gd name="T62" fmla="*/ 2147483646 w 752"/>
                <a:gd name="T63" fmla="*/ 2147483646 h 470"/>
                <a:gd name="T64" fmla="*/ 0 w 752"/>
                <a:gd name="T65" fmla="*/ 2147483646 h 470"/>
                <a:gd name="T66" fmla="*/ 2147483646 w 752"/>
                <a:gd name="T67" fmla="*/ 2147483646 h 47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52" h="470">
                  <a:moveTo>
                    <a:pt x="752" y="39"/>
                  </a:moveTo>
                  <a:lnTo>
                    <a:pt x="722" y="26"/>
                  </a:lnTo>
                  <a:lnTo>
                    <a:pt x="689" y="16"/>
                  </a:lnTo>
                  <a:lnTo>
                    <a:pt x="656" y="8"/>
                  </a:lnTo>
                  <a:lnTo>
                    <a:pt x="624" y="3"/>
                  </a:lnTo>
                  <a:lnTo>
                    <a:pt x="591" y="1"/>
                  </a:lnTo>
                  <a:lnTo>
                    <a:pt x="561" y="0"/>
                  </a:lnTo>
                  <a:lnTo>
                    <a:pt x="528" y="3"/>
                  </a:lnTo>
                  <a:lnTo>
                    <a:pt x="496" y="6"/>
                  </a:lnTo>
                  <a:lnTo>
                    <a:pt x="465" y="13"/>
                  </a:lnTo>
                  <a:lnTo>
                    <a:pt x="434" y="19"/>
                  </a:lnTo>
                  <a:lnTo>
                    <a:pt x="403" y="29"/>
                  </a:lnTo>
                  <a:lnTo>
                    <a:pt x="372" y="40"/>
                  </a:lnTo>
                  <a:lnTo>
                    <a:pt x="343" y="53"/>
                  </a:lnTo>
                  <a:lnTo>
                    <a:pt x="313" y="68"/>
                  </a:lnTo>
                  <a:lnTo>
                    <a:pt x="286" y="84"/>
                  </a:lnTo>
                  <a:lnTo>
                    <a:pt x="258" y="101"/>
                  </a:lnTo>
                  <a:lnTo>
                    <a:pt x="232" y="118"/>
                  </a:lnTo>
                  <a:lnTo>
                    <a:pt x="208" y="138"/>
                  </a:lnTo>
                  <a:lnTo>
                    <a:pt x="183" y="159"/>
                  </a:lnTo>
                  <a:lnTo>
                    <a:pt x="159" y="180"/>
                  </a:lnTo>
                  <a:lnTo>
                    <a:pt x="138" y="201"/>
                  </a:lnTo>
                  <a:lnTo>
                    <a:pt x="117" y="226"/>
                  </a:lnTo>
                  <a:lnTo>
                    <a:pt x="99" y="249"/>
                  </a:lnTo>
                  <a:lnTo>
                    <a:pt x="81" y="273"/>
                  </a:lnTo>
                  <a:lnTo>
                    <a:pt x="65" y="297"/>
                  </a:lnTo>
                  <a:lnTo>
                    <a:pt x="50" y="322"/>
                  </a:lnTo>
                  <a:lnTo>
                    <a:pt x="37" y="346"/>
                  </a:lnTo>
                  <a:lnTo>
                    <a:pt x="26" y="371"/>
                  </a:lnTo>
                  <a:lnTo>
                    <a:pt x="16" y="397"/>
                  </a:lnTo>
                  <a:lnTo>
                    <a:pt x="8" y="421"/>
                  </a:lnTo>
                  <a:lnTo>
                    <a:pt x="3" y="446"/>
                  </a:lnTo>
                  <a:lnTo>
                    <a:pt x="0" y="470"/>
                  </a:lnTo>
                  <a:lnTo>
                    <a:pt x="752" y="39"/>
                  </a:lnTo>
                  <a:close/>
                </a:path>
              </a:pathLst>
            </a:custGeom>
            <a:solidFill>
              <a:srgbClr val="28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66" name="Freeform 10">
              <a:extLst>
                <a:ext uri="{FF2B5EF4-FFF2-40B4-BE49-F238E27FC236}">
                  <a16:creationId xmlns:a16="http://schemas.microsoft.com/office/drawing/2014/main" id="{463F09F1-C581-44F3-8E77-11A21A378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2038" y="4559300"/>
              <a:ext cx="598487" cy="368300"/>
            </a:xfrm>
            <a:custGeom>
              <a:avLst/>
              <a:gdLst>
                <a:gd name="T0" fmla="*/ 2147483646 w 754"/>
                <a:gd name="T1" fmla="*/ 0 h 465"/>
                <a:gd name="T2" fmla="*/ 2147483646 w 754"/>
                <a:gd name="T3" fmla="*/ 2147483646 h 465"/>
                <a:gd name="T4" fmla="*/ 2147483646 w 754"/>
                <a:gd name="T5" fmla="*/ 2147483646 h 465"/>
                <a:gd name="T6" fmla="*/ 2147483646 w 754"/>
                <a:gd name="T7" fmla="*/ 2147483646 h 465"/>
                <a:gd name="T8" fmla="*/ 2147483646 w 754"/>
                <a:gd name="T9" fmla="*/ 2147483646 h 465"/>
                <a:gd name="T10" fmla="*/ 2147483646 w 754"/>
                <a:gd name="T11" fmla="*/ 2147483646 h 465"/>
                <a:gd name="T12" fmla="*/ 2147483646 w 754"/>
                <a:gd name="T13" fmla="*/ 2147483646 h 465"/>
                <a:gd name="T14" fmla="*/ 2147483646 w 754"/>
                <a:gd name="T15" fmla="*/ 2147483646 h 465"/>
                <a:gd name="T16" fmla="*/ 2147483646 w 754"/>
                <a:gd name="T17" fmla="*/ 2147483646 h 465"/>
                <a:gd name="T18" fmla="*/ 2147483646 w 754"/>
                <a:gd name="T19" fmla="*/ 2147483646 h 465"/>
                <a:gd name="T20" fmla="*/ 2147483646 w 754"/>
                <a:gd name="T21" fmla="*/ 2147483646 h 465"/>
                <a:gd name="T22" fmla="*/ 2147483646 w 754"/>
                <a:gd name="T23" fmla="*/ 2147483646 h 465"/>
                <a:gd name="T24" fmla="*/ 2147483646 w 754"/>
                <a:gd name="T25" fmla="*/ 2147483646 h 465"/>
                <a:gd name="T26" fmla="*/ 2147483646 w 754"/>
                <a:gd name="T27" fmla="*/ 2147483646 h 465"/>
                <a:gd name="T28" fmla="*/ 2147483646 w 754"/>
                <a:gd name="T29" fmla="*/ 2147483646 h 465"/>
                <a:gd name="T30" fmla="*/ 2147483646 w 754"/>
                <a:gd name="T31" fmla="*/ 2147483646 h 465"/>
                <a:gd name="T32" fmla="*/ 2147483646 w 754"/>
                <a:gd name="T33" fmla="*/ 2147483646 h 465"/>
                <a:gd name="T34" fmla="*/ 2147483646 w 754"/>
                <a:gd name="T35" fmla="*/ 2147483646 h 465"/>
                <a:gd name="T36" fmla="*/ 2147483646 w 754"/>
                <a:gd name="T37" fmla="*/ 2147483646 h 465"/>
                <a:gd name="T38" fmla="*/ 2147483646 w 754"/>
                <a:gd name="T39" fmla="*/ 2147483646 h 465"/>
                <a:gd name="T40" fmla="*/ 2147483646 w 754"/>
                <a:gd name="T41" fmla="*/ 2147483646 h 465"/>
                <a:gd name="T42" fmla="*/ 2147483646 w 754"/>
                <a:gd name="T43" fmla="*/ 2147483646 h 465"/>
                <a:gd name="T44" fmla="*/ 2147483646 w 754"/>
                <a:gd name="T45" fmla="*/ 2147483646 h 465"/>
                <a:gd name="T46" fmla="*/ 2147483646 w 754"/>
                <a:gd name="T47" fmla="*/ 2147483646 h 465"/>
                <a:gd name="T48" fmla="*/ 2147483646 w 754"/>
                <a:gd name="T49" fmla="*/ 2147483646 h 465"/>
                <a:gd name="T50" fmla="*/ 2147483646 w 754"/>
                <a:gd name="T51" fmla="*/ 2147483646 h 465"/>
                <a:gd name="T52" fmla="*/ 2147483646 w 754"/>
                <a:gd name="T53" fmla="*/ 2147483646 h 465"/>
                <a:gd name="T54" fmla="*/ 2147483646 w 754"/>
                <a:gd name="T55" fmla="*/ 2147483646 h 465"/>
                <a:gd name="T56" fmla="*/ 2147483646 w 754"/>
                <a:gd name="T57" fmla="*/ 2147483646 h 465"/>
                <a:gd name="T58" fmla="*/ 2147483646 w 754"/>
                <a:gd name="T59" fmla="*/ 2147483646 h 465"/>
                <a:gd name="T60" fmla="*/ 2147483646 w 754"/>
                <a:gd name="T61" fmla="*/ 2147483646 h 465"/>
                <a:gd name="T62" fmla="*/ 2147483646 w 754"/>
                <a:gd name="T63" fmla="*/ 2147483646 h 465"/>
                <a:gd name="T64" fmla="*/ 0 w 754"/>
                <a:gd name="T65" fmla="*/ 2147483646 h 465"/>
                <a:gd name="T66" fmla="*/ 2147483646 w 754"/>
                <a:gd name="T67" fmla="*/ 0 h 46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54" h="465">
                  <a:moveTo>
                    <a:pt x="754" y="0"/>
                  </a:moveTo>
                  <a:lnTo>
                    <a:pt x="750" y="34"/>
                  </a:lnTo>
                  <a:lnTo>
                    <a:pt x="741" y="68"/>
                  </a:lnTo>
                  <a:lnTo>
                    <a:pt x="732" y="99"/>
                  </a:lnTo>
                  <a:lnTo>
                    <a:pt x="720" y="130"/>
                  </a:lnTo>
                  <a:lnTo>
                    <a:pt x="706" y="160"/>
                  </a:lnTo>
                  <a:lnTo>
                    <a:pt x="689" y="187"/>
                  </a:lnTo>
                  <a:lnTo>
                    <a:pt x="671" y="213"/>
                  </a:lnTo>
                  <a:lnTo>
                    <a:pt x="652" y="239"/>
                  </a:lnTo>
                  <a:lnTo>
                    <a:pt x="631" y="264"/>
                  </a:lnTo>
                  <a:lnTo>
                    <a:pt x="610" y="286"/>
                  </a:lnTo>
                  <a:lnTo>
                    <a:pt x="585" y="308"/>
                  </a:lnTo>
                  <a:lnTo>
                    <a:pt x="561" y="329"/>
                  </a:lnTo>
                  <a:lnTo>
                    <a:pt x="535" y="347"/>
                  </a:lnTo>
                  <a:lnTo>
                    <a:pt x="507" y="365"/>
                  </a:lnTo>
                  <a:lnTo>
                    <a:pt x="480" y="381"/>
                  </a:lnTo>
                  <a:lnTo>
                    <a:pt x="450" y="396"/>
                  </a:lnTo>
                  <a:lnTo>
                    <a:pt x="421" y="410"/>
                  </a:lnTo>
                  <a:lnTo>
                    <a:pt x="392" y="422"/>
                  </a:lnTo>
                  <a:lnTo>
                    <a:pt x="363" y="433"/>
                  </a:lnTo>
                  <a:lnTo>
                    <a:pt x="332" y="441"/>
                  </a:lnTo>
                  <a:lnTo>
                    <a:pt x="302" y="449"/>
                  </a:lnTo>
                  <a:lnTo>
                    <a:pt x="272" y="456"/>
                  </a:lnTo>
                  <a:lnTo>
                    <a:pt x="242" y="461"/>
                  </a:lnTo>
                  <a:lnTo>
                    <a:pt x="213" y="464"/>
                  </a:lnTo>
                  <a:lnTo>
                    <a:pt x="184" y="465"/>
                  </a:lnTo>
                  <a:lnTo>
                    <a:pt x="154" y="465"/>
                  </a:lnTo>
                  <a:lnTo>
                    <a:pt x="127" y="464"/>
                  </a:lnTo>
                  <a:lnTo>
                    <a:pt x="99" y="461"/>
                  </a:lnTo>
                  <a:lnTo>
                    <a:pt x="73" y="456"/>
                  </a:lnTo>
                  <a:lnTo>
                    <a:pt x="47" y="451"/>
                  </a:lnTo>
                  <a:lnTo>
                    <a:pt x="24" y="443"/>
                  </a:lnTo>
                  <a:lnTo>
                    <a:pt x="0" y="43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28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67" name="Freeform 20">
              <a:extLst>
                <a:ext uri="{FF2B5EF4-FFF2-40B4-BE49-F238E27FC236}">
                  <a16:creationId xmlns:a16="http://schemas.microsoft.com/office/drawing/2014/main" id="{3511C535-A472-43DB-9A59-4E6B8C633C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4538" y="3994150"/>
              <a:ext cx="927100" cy="927100"/>
            </a:xfrm>
            <a:custGeom>
              <a:avLst/>
              <a:gdLst>
                <a:gd name="T0" fmla="*/ 2147483646 w 1167"/>
                <a:gd name="T1" fmla="*/ 2147483646 h 1168"/>
                <a:gd name="T2" fmla="*/ 2147483646 w 1167"/>
                <a:gd name="T3" fmla="*/ 2147483646 h 1168"/>
                <a:gd name="T4" fmla="*/ 2147483646 w 1167"/>
                <a:gd name="T5" fmla="*/ 2147483646 h 1168"/>
                <a:gd name="T6" fmla="*/ 2147483646 w 1167"/>
                <a:gd name="T7" fmla="*/ 2147483646 h 1168"/>
                <a:gd name="T8" fmla="*/ 2147483646 w 1167"/>
                <a:gd name="T9" fmla="*/ 2147483646 h 1168"/>
                <a:gd name="T10" fmla="*/ 2147483646 w 1167"/>
                <a:gd name="T11" fmla="*/ 2147483646 h 1168"/>
                <a:gd name="T12" fmla="*/ 2147483646 w 1167"/>
                <a:gd name="T13" fmla="*/ 2147483646 h 1168"/>
                <a:gd name="T14" fmla="*/ 2147483646 w 1167"/>
                <a:gd name="T15" fmla="*/ 2147483646 h 1168"/>
                <a:gd name="T16" fmla="*/ 2147483646 w 1167"/>
                <a:gd name="T17" fmla="*/ 2147483646 h 1168"/>
                <a:gd name="T18" fmla="*/ 2147483646 w 1167"/>
                <a:gd name="T19" fmla="*/ 2147483646 h 1168"/>
                <a:gd name="T20" fmla="*/ 0 w 1167"/>
                <a:gd name="T21" fmla="*/ 2147483646 h 1168"/>
                <a:gd name="T22" fmla="*/ 2147483646 w 1167"/>
                <a:gd name="T23" fmla="*/ 2147483646 h 1168"/>
                <a:gd name="T24" fmla="*/ 2147483646 w 1167"/>
                <a:gd name="T25" fmla="*/ 2147483646 h 1168"/>
                <a:gd name="T26" fmla="*/ 2147483646 w 1167"/>
                <a:gd name="T27" fmla="*/ 2147483646 h 1168"/>
                <a:gd name="T28" fmla="*/ 2147483646 w 1167"/>
                <a:gd name="T29" fmla="*/ 2147483646 h 1168"/>
                <a:gd name="T30" fmla="*/ 2147483646 w 1167"/>
                <a:gd name="T31" fmla="*/ 2147483646 h 1168"/>
                <a:gd name="T32" fmla="*/ 2147483646 w 1167"/>
                <a:gd name="T33" fmla="*/ 2147483646 h 1168"/>
                <a:gd name="T34" fmla="*/ 2147483646 w 1167"/>
                <a:gd name="T35" fmla="*/ 2147483646 h 1168"/>
                <a:gd name="T36" fmla="*/ 2147483646 w 1167"/>
                <a:gd name="T37" fmla="*/ 2147483646 h 1168"/>
                <a:gd name="T38" fmla="*/ 2147483646 w 1167"/>
                <a:gd name="T39" fmla="*/ 2147483646 h 1168"/>
                <a:gd name="T40" fmla="*/ 2147483646 w 1167"/>
                <a:gd name="T41" fmla="*/ 2147483646 h 1168"/>
                <a:gd name="T42" fmla="*/ 2147483646 w 1167"/>
                <a:gd name="T43" fmla="*/ 2147483646 h 1168"/>
                <a:gd name="T44" fmla="*/ 2147483646 w 1167"/>
                <a:gd name="T45" fmla="*/ 2147483646 h 1168"/>
                <a:gd name="T46" fmla="*/ 2147483646 w 1167"/>
                <a:gd name="T47" fmla="*/ 2147483646 h 1168"/>
                <a:gd name="T48" fmla="*/ 2147483646 w 1167"/>
                <a:gd name="T49" fmla="*/ 2147483646 h 1168"/>
                <a:gd name="T50" fmla="*/ 2147483646 w 1167"/>
                <a:gd name="T51" fmla="*/ 2147483646 h 1168"/>
                <a:gd name="T52" fmla="*/ 2147483646 w 1167"/>
                <a:gd name="T53" fmla="*/ 2147483646 h 1168"/>
                <a:gd name="T54" fmla="*/ 2147483646 w 1167"/>
                <a:gd name="T55" fmla="*/ 2147483646 h 1168"/>
                <a:gd name="T56" fmla="*/ 2147483646 w 1167"/>
                <a:gd name="T57" fmla="*/ 2147483646 h 1168"/>
                <a:gd name="T58" fmla="*/ 2147483646 w 1167"/>
                <a:gd name="T59" fmla="*/ 2147483646 h 1168"/>
                <a:gd name="T60" fmla="*/ 2147483646 w 1167"/>
                <a:gd name="T61" fmla="*/ 2147483646 h 1168"/>
                <a:gd name="T62" fmla="*/ 2147483646 w 1167"/>
                <a:gd name="T63" fmla="*/ 2147483646 h 1168"/>
                <a:gd name="T64" fmla="*/ 2147483646 w 1167"/>
                <a:gd name="T65" fmla="*/ 2147483646 h 1168"/>
                <a:gd name="T66" fmla="*/ 2147483646 w 1167"/>
                <a:gd name="T67" fmla="*/ 2147483646 h 1168"/>
                <a:gd name="T68" fmla="*/ 2147483646 w 1167"/>
                <a:gd name="T69" fmla="*/ 2147483646 h 1168"/>
                <a:gd name="T70" fmla="*/ 2147483646 w 1167"/>
                <a:gd name="T71" fmla="*/ 2147483646 h 1168"/>
                <a:gd name="T72" fmla="*/ 2147483646 w 1167"/>
                <a:gd name="T73" fmla="*/ 2147483646 h 1168"/>
                <a:gd name="T74" fmla="*/ 2147483646 w 1167"/>
                <a:gd name="T75" fmla="*/ 2147483646 h 1168"/>
                <a:gd name="T76" fmla="*/ 2147483646 w 1167"/>
                <a:gd name="T77" fmla="*/ 2147483646 h 1168"/>
                <a:gd name="T78" fmla="*/ 2147483646 w 1167"/>
                <a:gd name="T79" fmla="*/ 2147483646 h 1168"/>
                <a:gd name="T80" fmla="*/ 2147483646 w 1167"/>
                <a:gd name="T81" fmla="*/ 2147483646 h 1168"/>
                <a:gd name="T82" fmla="*/ 2147483646 w 1167"/>
                <a:gd name="T83" fmla="*/ 2147483646 h 1168"/>
                <a:gd name="T84" fmla="*/ 2147483646 w 1167"/>
                <a:gd name="T85" fmla="*/ 2147483646 h 1168"/>
                <a:gd name="T86" fmla="*/ 2147483646 w 1167"/>
                <a:gd name="T87" fmla="*/ 0 h 116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67" h="1168">
                  <a:moveTo>
                    <a:pt x="584" y="0"/>
                  </a:moveTo>
                  <a:lnTo>
                    <a:pt x="554" y="0"/>
                  </a:lnTo>
                  <a:lnTo>
                    <a:pt x="524" y="3"/>
                  </a:lnTo>
                  <a:lnTo>
                    <a:pt x="494" y="7"/>
                  </a:lnTo>
                  <a:lnTo>
                    <a:pt x="467" y="11"/>
                  </a:lnTo>
                  <a:lnTo>
                    <a:pt x="437" y="18"/>
                  </a:lnTo>
                  <a:lnTo>
                    <a:pt x="410" y="26"/>
                  </a:lnTo>
                  <a:lnTo>
                    <a:pt x="384" y="36"/>
                  </a:lnTo>
                  <a:lnTo>
                    <a:pt x="356" y="46"/>
                  </a:lnTo>
                  <a:lnTo>
                    <a:pt x="330" y="57"/>
                  </a:lnTo>
                  <a:lnTo>
                    <a:pt x="306" y="70"/>
                  </a:lnTo>
                  <a:lnTo>
                    <a:pt x="281" y="85"/>
                  </a:lnTo>
                  <a:lnTo>
                    <a:pt x="257" y="99"/>
                  </a:lnTo>
                  <a:lnTo>
                    <a:pt x="234" y="116"/>
                  </a:lnTo>
                  <a:lnTo>
                    <a:pt x="213" y="133"/>
                  </a:lnTo>
                  <a:lnTo>
                    <a:pt x="192" y="151"/>
                  </a:lnTo>
                  <a:lnTo>
                    <a:pt x="171" y="171"/>
                  </a:lnTo>
                  <a:lnTo>
                    <a:pt x="151" y="192"/>
                  </a:lnTo>
                  <a:lnTo>
                    <a:pt x="133" y="213"/>
                  </a:lnTo>
                  <a:lnTo>
                    <a:pt x="115" y="234"/>
                  </a:lnTo>
                  <a:lnTo>
                    <a:pt x="99" y="257"/>
                  </a:lnTo>
                  <a:lnTo>
                    <a:pt x="85" y="282"/>
                  </a:lnTo>
                  <a:lnTo>
                    <a:pt x="70" y="306"/>
                  </a:lnTo>
                  <a:lnTo>
                    <a:pt x="57" y="330"/>
                  </a:lnTo>
                  <a:lnTo>
                    <a:pt x="46" y="356"/>
                  </a:lnTo>
                  <a:lnTo>
                    <a:pt x="36" y="384"/>
                  </a:lnTo>
                  <a:lnTo>
                    <a:pt x="26" y="410"/>
                  </a:lnTo>
                  <a:lnTo>
                    <a:pt x="18" y="438"/>
                  </a:lnTo>
                  <a:lnTo>
                    <a:pt x="11" y="467"/>
                  </a:lnTo>
                  <a:lnTo>
                    <a:pt x="6" y="495"/>
                  </a:lnTo>
                  <a:lnTo>
                    <a:pt x="3" y="524"/>
                  </a:lnTo>
                  <a:lnTo>
                    <a:pt x="0" y="555"/>
                  </a:lnTo>
                  <a:lnTo>
                    <a:pt x="0" y="584"/>
                  </a:lnTo>
                  <a:lnTo>
                    <a:pt x="0" y="615"/>
                  </a:lnTo>
                  <a:lnTo>
                    <a:pt x="3" y="644"/>
                  </a:lnTo>
                  <a:lnTo>
                    <a:pt x="6" y="674"/>
                  </a:lnTo>
                  <a:lnTo>
                    <a:pt x="11" y="701"/>
                  </a:lnTo>
                  <a:lnTo>
                    <a:pt x="18" y="731"/>
                  </a:lnTo>
                  <a:lnTo>
                    <a:pt x="26" y="758"/>
                  </a:lnTo>
                  <a:lnTo>
                    <a:pt x="36" y="786"/>
                  </a:lnTo>
                  <a:lnTo>
                    <a:pt x="46" y="812"/>
                  </a:lnTo>
                  <a:lnTo>
                    <a:pt x="57" y="838"/>
                  </a:lnTo>
                  <a:lnTo>
                    <a:pt x="70" y="862"/>
                  </a:lnTo>
                  <a:lnTo>
                    <a:pt x="85" y="887"/>
                  </a:lnTo>
                  <a:lnTo>
                    <a:pt x="99" y="911"/>
                  </a:lnTo>
                  <a:lnTo>
                    <a:pt x="115" y="934"/>
                  </a:lnTo>
                  <a:lnTo>
                    <a:pt x="133" y="957"/>
                  </a:lnTo>
                  <a:lnTo>
                    <a:pt x="151" y="978"/>
                  </a:lnTo>
                  <a:lnTo>
                    <a:pt x="171" y="997"/>
                  </a:lnTo>
                  <a:lnTo>
                    <a:pt x="192" y="1017"/>
                  </a:lnTo>
                  <a:lnTo>
                    <a:pt x="213" y="1035"/>
                  </a:lnTo>
                  <a:lnTo>
                    <a:pt x="234" y="1053"/>
                  </a:lnTo>
                  <a:lnTo>
                    <a:pt x="257" y="1069"/>
                  </a:lnTo>
                  <a:lnTo>
                    <a:pt x="281" y="1084"/>
                  </a:lnTo>
                  <a:lnTo>
                    <a:pt x="306" y="1098"/>
                  </a:lnTo>
                  <a:lnTo>
                    <a:pt x="330" y="1111"/>
                  </a:lnTo>
                  <a:lnTo>
                    <a:pt x="356" y="1123"/>
                  </a:lnTo>
                  <a:lnTo>
                    <a:pt x="384" y="1133"/>
                  </a:lnTo>
                  <a:lnTo>
                    <a:pt x="410" y="1142"/>
                  </a:lnTo>
                  <a:lnTo>
                    <a:pt x="437" y="1150"/>
                  </a:lnTo>
                  <a:lnTo>
                    <a:pt x="467" y="1157"/>
                  </a:lnTo>
                  <a:lnTo>
                    <a:pt x="494" y="1162"/>
                  </a:lnTo>
                  <a:lnTo>
                    <a:pt x="524" y="1165"/>
                  </a:lnTo>
                  <a:lnTo>
                    <a:pt x="554" y="1168"/>
                  </a:lnTo>
                  <a:lnTo>
                    <a:pt x="584" y="1168"/>
                  </a:lnTo>
                  <a:lnTo>
                    <a:pt x="615" y="1168"/>
                  </a:lnTo>
                  <a:lnTo>
                    <a:pt x="644" y="1165"/>
                  </a:lnTo>
                  <a:lnTo>
                    <a:pt x="673" y="1162"/>
                  </a:lnTo>
                  <a:lnTo>
                    <a:pt x="701" y="1157"/>
                  </a:lnTo>
                  <a:lnTo>
                    <a:pt x="730" y="1150"/>
                  </a:lnTo>
                  <a:lnTo>
                    <a:pt x="758" y="1142"/>
                  </a:lnTo>
                  <a:lnTo>
                    <a:pt x="785" y="1133"/>
                  </a:lnTo>
                  <a:lnTo>
                    <a:pt x="811" y="1123"/>
                  </a:lnTo>
                  <a:lnTo>
                    <a:pt x="837" y="1111"/>
                  </a:lnTo>
                  <a:lnTo>
                    <a:pt x="862" y="1098"/>
                  </a:lnTo>
                  <a:lnTo>
                    <a:pt x="886" y="1084"/>
                  </a:lnTo>
                  <a:lnTo>
                    <a:pt x="911" y="1069"/>
                  </a:lnTo>
                  <a:lnTo>
                    <a:pt x="933" y="1053"/>
                  </a:lnTo>
                  <a:lnTo>
                    <a:pt x="956" y="1035"/>
                  </a:lnTo>
                  <a:lnTo>
                    <a:pt x="977" y="1017"/>
                  </a:lnTo>
                  <a:lnTo>
                    <a:pt x="997" y="997"/>
                  </a:lnTo>
                  <a:lnTo>
                    <a:pt x="1016" y="978"/>
                  </a:lnTo>
                  <a:lnTo>
                    <a:pt x="1034" y="957"/>
                  </a:lnTo>
                  <a:lnTo>
                    <a:pt x="1052" y="934"/>
                  </a:lnTo>
                  <a:lnTo>
                    <a:pt x="1068" y="911"/>
                  </a:lnTo>
                  <a:lnTo>
                    <a:pt x="1083" y="887"/>
                  </a:lnTo>
                  <a:lnTo>
                    <a:pt x="1098" y="862"/>
                  </a:lnTo>
                  <a:lnTo>
                    <a:pt x="1111" y="838"/>
                  </a:lnTo>
                  <a:lnTo>
                    <a:pt x="1122" y="812"/>
                  </a:lnTo>
                  <a:lnTo>
                    <a:pt x="1132" y="786"/>
                  </a:lnTo>
                  <a:lnTo>
                    <a:pt x="1141" y="758"/>
                  </a:lnTo>
                  <a:lnTo>
                    <a:pt x="1150" y="731"/>
                  </a:lnTo>
                  <a:lnTo>
                    <a:pt x="1156" y="701"/>
                  </a:lnTo>
                  <a:lnTo>
                    <a:pt x="1161" y="674"/>
                  </a:lnTo>
                  <a:lnTo>
                    <a:pt x="1164" y="644"/>
                  </a:lnTo>
                  <a:lnTo>
                    <a:pt x="1167" y="615"/>
                  </a:lnTo>
                  <a:lnTo>
                    <a:pt x="1167" y="584"/>
                  </a:lnTo>
                  <a:lnTo>
                    <a:pt x="1167" y="555"/>
                  </a:lnTo>
                  <a:lnTo>
                    <a:pt x="1164" y="524"/>
                  </a:lnTo>
                  <a:lnTo>
                    <a:pt x="1161" y="495"/>
                  </a:lnTo>
                  <a:lnTo>
                    <a:pt x="1156" y="467"/>
                  </a:lnTo>
                  <a:lnTo>
                    <a:pt x="1150" y="438"/>
                  </a:lnTo>
                  <a:lnTo>
                    <a:pt x="1141" y="410"/>
                  </a:lnTo>
                  <a:lnTo>
                    <a:pt x="1132" y="384"/>
                  </a:lnTo>
                  <a:lnTo>
                    <a:pt x="1122" y="356"/>
                  </a:lnTo>
                  <a:lnTo>
                    <a:pt x="1111" y="330"/>
                  </a:lnTo>
                  <a:lnTo>
                    <a:pt x="1098" y="306"/>
                  </a:lnTo>
                  <a:lnTo>
                    <a:pt x="1083" y="282"/>
                  </a:lnTo>
                  <a:lnTo>
                    <a:pt x="1068" y="257"/>
                  </a:lnTo>
                  <a:lnTo>
                    <a:pt x="1052" y="234"/>
                  </a:lnTo>
                  <a:lnTo>
                    <a:pt x="1034" y="213"/>
                  </a:lnTo>
                  <a:lnTo>
                    <a:pt x="1016" y="192"/>
                  </a:lnTo>
                  <a:lnTo>
                    <a:pt x="997" y="171"/>
                  </a:lnTo>
                  <a:lnTo>
                    <a:pt x="977" y="151"/>
                  </a:lnTo>
                  <a:lnTo>
                    <a:pt x="956" y="133"/>
                  </a:lnTo>
                  <a:lnTo>
                    <a:pt x="933" y="116"/>
                  </a:lnTo>
                  <a:lnTo>
                    <a:pt x="911" y="99"/>
                  </a:lnTo>
                  <a:lnTo>
                    <a:pt x="886" y="85"/>
                  </a:lnTo>
                  <a:lnTo>
                    <a:pt x="862" y="70"/>
                  </a:lnTo>
                  <a:lnTo>
                    <a:pt x="837" y="57"/>
                  </a:lnTo>
                  <a:lnTo>
                    <a:pt x="811" y="46"/>
                  </a:lnTo>
                  <a:lnTo>
                    <a:pt x="785" y="36"/>
                  </a:lnTo>
                  <a:lnTo>
                    <a:pt x="758" y="26"/>
                  </a:lnTo>
                  <a:lnTo>
                    <a:pt x="730" y="18"/>
                  </a:lnTo>
                  <a:lnTo>
                    <a:pt x="701" y="11"/>
                  </a:lnTo>
                  <a:lnTo>
                    <a:pt x="673" y="7"/>
                  </a:lnTo>
                  <a:lnTo>
                    <a:pt x="644" y="3"/>
                  </a:lnTo>
                  <a:lnTo>
                    <a:pt x="615" y="0"/>
                  </a:lnTo>
                  <a:lnTo>
                    <a:pt x="584" y="0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68" name="Freeform 21">
              <a:extLst>
                <a:ext uri="{FF2B5EF4-FFF2-40B4-BE49-F238E27FC236}">
                  <a16:creationId xmlns:a16="http://schemas.microsoft.com/office/drawing/2014/main" id="{EAF159C7-C195-425F-B7A1-253332840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4100" y="4537075"/>
              <a:ext cx="927100" cy="927100"/>
            </a:xfrm>
            <a:custGeom>
              <a:avLst/>
              <a:gdLst>
                <a:gd name="T0" fmla="*/ 2147483646 w 1168"/>
                <a:gd name="T1" fmla="*/ 2147483646 h 1169"/>
                <a:gd name="T2" fmla="*/ 2147483646 w 1168"/>
                <a:gd name="T3" fmla="*/ 2147483646 h 1169"/>
                <a:gd name="T4" fmla="*/ 2147483646 w 1168"/>
                <a:gd name="T5" fmla="*/ 2147483646 h 1169"/>
                <a:gd name="T6" fmla="*/ 2147483646 w 1168"/>
                <a:gd name="T7" fmla="*/ 2147483646 h 1169"/>
                <a:gd name="T8" fmla="*/ 2147483646 w 1168"/>
                <a:gd name="T9" fmla="*/ 2147483646 h 1169"/>
                <a:gd name="T10" fmla="*/ 2147483646 w 1168"/>
                <a:gd name="T11" fmla="*/ 2147483646 h 1169"/>
                <a:gd name="T12" fmla="*/ 2147483646 w 1168"/>
                <a:gd name="T13" fmla="*/ 2147483646 h 1169"/>
                <a:gd name="T14" fmla="*/ 2147483646 w 1168"/>
                <a:gd name="T15" fmla="*/ 2147483646 h 1169"/>
                <a:gd name="T16" fmla="*/ 2147483646 w 1168"/>
                <a:gd name="T17" fmla="*/ 2147483646 h 1169"/>
                <a:gd name="T18" fmla="*/ 2147483646 w 1168"/>
                <a:gd name="T19" fmla="*/ 2147483646 h 1169"/>
                <a:gd name="T20" fmla="*/ 2147483646 w 1168"/>
                <a:gd name="T21" fmla="*/ 2147483646 h 1169"/>
                <a:gd name="T22" fmla="*/ 2147483646 w 1168"/>
                <a:gd name="T23" fmla="*/ 2147483646 h 1169"/>
                <a:gd name="T24" fmla="*/ 2147483646 w 1168"/>
                <a:gd name="T25" fmla="*/ 2147483646 h 1169"/>
                <a:gd name="T26" fmla="*/ 2147483646 w 1168"/>
                <a:gd name="T27" fmla="*/ 2147483646 h 1169"/>
                <a:gd name="T28" fmla="*/ 2147483646 w 1168"/>
                <a:gd name="T29" fmla="*/ 2147483646 h 1169"/>
                <a:gd name="T30" fmla="*/ 2147483646 w 1168"/>
                <a:gd name="T31" fmla="*/ 2147483646 h 1169"/>
                <a:gd name="T32" fmla="*/ 2147483646 w 1168"/>
                <a:gd name="T33" fmla="*/ 2147483646 h 1169"/>
                <a:gd name="T34" fmla="*/ 2147483646 w 1168"/>
                <a:gd name="T35" fmla="*/ 2147483646 h 1169"/>
                <a:gd name="T36" fmla="*/ 2147483646 w 1168"/>
                <a:gd name="T37" fmla="*/ 2147483646 h 1169"/>
                <a:gd name="T38" fmla="*/ 2147483646 w 1168"/>
                <a:gd name="T39" fmla="*/ 2147483646 h 1169"/>
                <a:gd name="T40" fmla="*/ 2147483646 w 1168"/>
                <a:gd name="T41" fmla="*/ 2147483646 h 1169"/>
                <a:gd name="T42" fmla="*/ 2147483646 w 1168"/>
                <a:gd name="T43" fmla="*/ 2147483646 h 1169"/>
                <a:gd name="T44" fmla="*/ 2147483646 w 1168"/>
                <a:gd name="T45" fmla="*/ 2147483646 h 1169"/>
                <a:gd name="T46" fmla="*/ 2147483646 w 1168"/>
                <a:gd name="T47" fmla="*/ 2147483646 h 1169"/>
                <a:gd name="T48" fmla="*/ 2147483646 w 1168"/>
                <a:gd name="T49" fmla="*/ 2147483646 h 1169"/>
                <a:gd name="T50" fmla="*/ 2147483646 w 1168"/>
                <a:gd name="T51" fmla="*/ 2147483646 h 1169"/>
                <a:gd name="T52" fmla="*/ 2147483646 w 1168"/>
                <a:gd name="T53" fmla="*/ 2147483646 h 1169"/>
                <a:gd name="T54" fmla="*/ 2147483646 w 1168"/>
                <a:gd name="T55" fmla="*/ 2147483646 h 1169"/>
                <a:gd name="T56" fmla="*/ 2147483646 w 1168"/>
                <a:gd name="T57" fmla="*/ 2147483646 h 1169"/>
                <a:gd name="T58" fmla="*/ 2147483646 w 1168"/>
                <a:gd name="T59" fmla="*/ 2147483646 h 1169"/>
                <a:gd name="T60" fmla="*/ 2147483646 w 1168"/>
                <a:gd name="T61" fmla="*/ 2147483646 h 1169"/>
                <a:gd name="T62" fmla="*/ 2147483646 w 1168"/>
                <a:gd name="T63" fmla="*/ 2147483646 h 1169"/>
                <a:gd name="T64" fmla="*/ 2147483646 w 1168"/>
                <a:gd name="T65" fmla="*/ 2147483646 h 1169"/>
                <a:gd name="T66" fmla="*/ 2147483646 w 1168"/>
                <a:gd name="T67" fmla="*/ 2147483646 h 1169"/>
                <a:gd name="T68" fmla="*/ 2147483646 w 1168"/>
                <a:gd name="T69" fmla="*/ 2147483646 h 1169"/>
                <a:gd name="T70" fmla="*/ 2147483646 w 1168"/>
                <a:gd name="T71" fmla="*/ 2147483646 h 1169"/>
                <a:gd name="T72" fmla="*/ 2147483646 w 1168"/>
                <a:gd name="T73" fmla="*/ 2147483646 h 1169"/>
                <a:gd name="T74" fmla="*/ 2147483646 w 1168"/>
                <a:gd name="T75" fmla="*/ 2147483646 h 1169"/>
                <a:gd name="T76" fmla="*/ 2147483646 w 1168"/>
                <a:gd name="T77" fmla="*/ 2147483646 h 1169"/>
                <a:gd name="T78" fmla="*/ 2147483646 w 1168"/>
                <a:gd name="T79" fmla="*/ 2147483646 h 1169"/>
                <a:gd name="T80" fmla="*/ 2147483646 w 1168"/>
                <a:gd name="T81" fmla="*/ 2147483646 h 1169"/>
                <a:gd name="T82" fmla="*/ 2147483646 w 1168"/>
                <a:gd name="T83" fmla="*/ 2147483646 h 1169"/>
                <a:gd name="T84" fmla="*/ 2147483646 w 1168"/>
                <a:gd name="T85" fmla="*/ 2147483646 h 1169"/>
                <a:gd name="T86" fmla="*/ 2147483646 w 1168"/>
                <a:gd name="T87" fmla="*/ 2147483646 h 116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68" h="1169">
                  <a:moveTo>
                    <a:pt x="1091" y="295"/>
                  </a:moveTo>
                  <a:lnTo>
                    <a:pt x="1075" y="269"/>
                  </a:lnTo>
                  <a:lnTo>
                    <a:pt x="1059" y="245"/>
                  </a:lnTo>
                  <a:lnTo>
                    <a:pt x="1041" y="220"/>
                  </a:lnTo>
                  <a:lnTo>
                    <a:pt x="1021" y="197"/>
                  </a:lnTo>
                  <a:lnTo>
                    <a:pt x="1002" y="176"/>
                  </a:lnTo>
                  <a:lnTo>
                    <a:pt x="982" y="157"/>
                  </a:lnTo>
                  <a:lnTo>
                    <a:pt x="961" y="137"/>
                  </a:lnTo>
                  <a:lnTo>
                    <a:pt x="938" y="119"/>
                  </a:lnTo>
                  <a:lnTo>
                    <a:pt x="916" y="103"/>
                  </a:lnTo>
                  <a:lnTo>
                    <a:pt x="891" y="88"/>
                  </a:lnTo>
                  <a:lnTo>
                    <a:pt x="867" y="74"/>
                  </a:lnTo>
                  <a:lnTo>
                    <a:pt x="842" y="61"/>
                  </a:lnTo>
                  <a:lnTo>
                    <a:pt x="816" y="49"/>
                  </a:lnTo>
                  <a:lnTo>
                    <a:pt x="790" y="38"/>
                  </a:lnTo>
                  <a:lnTo>
                    <a:pt x="764" y="28"/>
                  </a:lnTo>
                  <a:lnTo>
                    <a:pt x="737" y="20"/>
                  </a:lnTo>
                  <a:lnTo>
                    <a:pt x="711" y="13"/>
                  </a:lnTo>
                  <a:lnTo>
                    <a:pt x="683" y="9"/>
                  </a:lnTo>
                  <a:lnTo>
                    <a:pt x="655" y="5"/>
                  </a:lnTo>
                  <a:lnTo>
                    <a:pt x="626" y="2"/>
                  </a:lnTo>
                  <a:lnTo>
                    <a:pt x="599" y="0"/>
                  </a:lnTo>
                  <a:lnTo>
                    <a:pt x="571" y="0"/>
                  </a:lnTo>
                  <a:lnTo>
                    <a:pt x="542" y="2"/>
                  </a:lnTo>
                  <a:lnTo>
                    <a:pt x="514" y="4"/>
                  </a:lnTo>
                  <a:lnTo>
                    <a:pt x="486" y="9"/>
                  </a:lnTo>
                  <a:lnTo>
                    <a:pt x="457" y="13"/>
                  </a:lnTo>
                  <a:lnTo>
                    <a:pt x="429" y="22"/>
                  </a:lnTo>
                  <a:lnTo>
                    <a:pt x="402" y="30"/>
                  </a:lnTo>
                  <a:lnTo>
                    <a:pt x="374" y="39"/>
                  </a:lnTo>
                  <a:lnTo>
                    <a:pt x="347" y="51"/>
                  </a:lnTo>
                  <a:lnTo>
                    <a:pt x="321" y="64"/>
                  </a:lnTo>
                  <a:lnTo>
                    <a:pt x="295" y="77"/>
                  </a:lnTo>
                  <a:lnTo>
                    <a:pt x="269" y="93"/>
                  </a:lnTo>
                  <a:lnTo>
                    <a:pt x="244" y="109"/>
                  </a:lnTo>
                  <a:lnTo>
                    <a:pt x="220" y="127"/>
                  </a:lnTo>
                  <a:lnTo>
                    <a:pt x="197" y="147"/>
                  </a:lnTo>
                  <a:lnTo>
                    <a:pt x="176" y="166"/>
                  </a:lnTo>
                  <a:lnTo>
                    <a:pt x="156" y="186"/>
                  </a:lnTo>
                  <a:lnTo>
                    <a:pt x="137" y="209"/>
                  </a:lnTo>
                  <a:lnTo>
                    <a:pt x="119" y="230"/>
                  </a:lnTo>
                  <a:lnTo>
                    <a:pt x="103" y="254"/>
                  </a:lnTo>
                  <a:lnTo>
                    <a:pt x="88" y="277"/>
                  </a:lnTo>
                  <a:lnTo>
                    <a:pt x="73" y="301"/>
                  </a:lnTo>
                  <a:lnTo>
                    <a:pt x="60" y="326"/>
                  </a:lnTo>
                  <a:lnTo>
                    <a:pt x="49" y="352"/>
                  </a:lnTo>
                  <a:lnTo>
                    <a:pt x="38" y="378"/>
                  </a:lnTo>
                  <a:lnTo>
                    <a:pt x="28" y="404"/>
                  </a:lnTo>
                  <a:lnTo>
                    <a:pt x="20" y="432"/>
                  </a:lnTo>
                  <a:lnTo>
                    <a:pt x="13" y="459"/>
                  </a:lnTo>
                  <a:lnTo>
                    <a:pt x="8" y="487"/>
                  </a:lnTo>
                  <a:lnTo>
                    <a:pt x="5" y="515"/>
                  </a:lnTo>
                  <a:lnTo>
                    <a:pt x="2" y="542"/>
                  </a:lnTo>
                  <a:lnTo>
                    <a:pt x="0" y="570"/>
                  </a:lnTo>
                  <a:lnTo>
                    <a:pt x="0" y="598"/>
                  </a:lnTo>
                  <a:lnTo>
                    <a:pt x="2" y="627"/>
                  </a:lnTo>
                  <a:lnTo>
                    <a:pt x="3" y="655"/>
                  </a:lnTo>
                  <a:lnTo>
                    <a:pt x="8" y="684"/>
                  </a:lnTo>
                  <a:lnTo>
                    <a:pt x="13" y="712"/>
                  </a:lnTo>
                  <a:lnTo>
                    <a:pt x="21" y="739"/>
                  </a:lnTo>
                  <a:lnTo>
                    <a:pt x="29" y="767"/>
                  </a:lnTo>
                  <a:lnTo>
                    <a:pt x="39" y="795"/>
                  </a:lnTo>
                  <a:lnTo>
                    <a:pt x="51" y="822"/>
                  </a:lnTo>
                  <a:lnTo>
                    <a:pt x="64" y="848"/>
                  </a:lnTo>
                  <a:lnTo>
                    <a:pt x="77" y="876"/>
                  </a:lnTo>
                  <a:lnTo>
                    <a:pt x="93" y="900"/>
                  </a:lnTo>
                  <a:lnTo>
                    <a:pt x="109" y="926"/>
                  </a:lnTo>
                  <a:lnTo>
                    <a:pt x="127" y="949"/>
                  </a:lnTo>
                  <a:lnTo>
                    <a:pt x="147" y="972"/>
                  </a:lnTo>
                  <a:lnTo>
                    <a:pt x="166" y="993"/>
                  </a:lnTo>
                  <a:lnTo>
                    <a:pt x="186" y="1013"/>
                  </a:lnTo>
                  <a:lnTo>
                    <a:pt x="208" y="1032"/>
                  </a:lnTo>
                  <a:lnTo>
                    <a:pt x="229" y="1050"/>
                  </a:lnTo>
                  <a:lnTo>
                    <a:pt x="254" y="1066"/>
                  </a:lnTo>
                  <a:lnTo>
                    <a:pt x="277" y="1083"/>
                  </a:lnTo>
                  <a:lnTo>
                    <a:pt x="301" y="1096"/>
                  </a:lnTo>
                  <a:lnTo>
                    <a:pt x="325" y="1109"/>
                  </a:lnTo>
                  <a:lnTo>
                    <a:pt x="351" y="1122"/>
                  </a:lnTo>
                  <a:lnTo>
                    <a:pt x="377" y="1131"/>
                  </a:lnTo>
                  <a:lnTo>
                    <a:pt x="403" y="1141"/>
                  </a:lnTo>
                  <a:lnTo>
                    <a:pt x="431" y="1149"/>
                  </a:lnTo>
                  <a:lnTo>
                    <a:pt x="459" y="1156"/>
                  </a:lnTo>
                  <a:lnTo>
                    <a:pt x="486" y="1161"/>
                  </a:lnTo>
                  <a:lnTo>
                    <a:pt x="514" y="1166"/>
                  </a:lnTo>
                  <a:lnTo>
                    <a:pt x="542" y="1167"/>
                  </a:lnTo>
                  <a:lnTo>
                    <a:pt x="569" y="1169"/>
                  </a:lnTo>
                  <a:lnTo>
                    <a:pt x="597" y="1169"/>
                  </a:lnTo>
                  <a:lnTo>
                    <a:pt x="626" y="1167"/>
                  </a:lnTo>
                  <a:lnTo>
                    <a:pt x="654" y="1166"/>
                  </a:lnTo>
                  <a:lnTo>
                    <a:pt x="683" y="1161"/>
                  </a:lnTo>
                  <a:lnTo>
                    <a:pt x="711" y="1156"/>
                  </a:lnTo>
                  <a:lnTo>
                    <a:pt x="738" y="1149"/>
                  </a:lnTo>
                  <a:lnTo>
                    <a:pt x="766" y="1139"/>
                  </a:lnTo>
                  <a:lnTo>
                    <a:pt x="794" y="1130"/>
                  </a:lnTo>
                  <a:lnTo>
                    <a:pt x="821" y="1118"/>
                  </a:lnTo>
                  <a:lnTo>
                    <a:pt x="847" y="1107"/>
                  </a:lnTo>
                  <a:lnTo>
                    <a:pt x="875" y="1092"/>
                  </a:lnTo>
                  <a:lnTo>
                    <a:pt x="899" y="1076"/>
                  </a:lnTo>
                  <a:lnTo>
                    <a:pt x="925" y="1060"/>
                  </a:lnTo>
                  <a:lnTo>
                    <a:pt x="948" y="1042"/>
                  </a:lnTo>
                  <a:lnTo>
                    <a:pt x="971" y="1022"/>
                  </a:lnTo>
                  <a:lnTo>
                    <a:pt x="992" y="1003"/>
                  </a:lnTo>
                  <a:lnTo>
                    <a:pt x="1012" y="983"/>
                  </a:lnTo>
                  <a:lnTo>
                    <a:pt x="1031" y="962"/>
                  </a:lnTo>
                  <a:lnTo>
                    <a:pt x="1049" y="939"/>
                  </a:lnTo>
                  <a:lnTo>
                    <a:pt x="1065" y="917"/>
                  </a:lnTo>
                  <a:lnTo>
                    <a:pt x="1081" y="892"/>
                  </a:lnTo>
                  <a:lnTo>
                    <a:pt x="1094" y="868"/>
                  </a:lnTo>
                  <a:lnTo>
                    <a:pt x="1107" y="843"/>
                  </a:lnTo>
                  <a:lnTo>
                    <a:pt x="1121" y="817"/>
                  </a:lnTo>
                  <a:lnTo>
                    <a:pt x="1130" y="791"/>
                  </a:lnTo>
                  <a:lnTo>
                    <a:pt x="1140" y="765"/>
                  </a:lnTo>
                  <a:lnTo>
                    <a:pt x="1148" y="738"/>
                  </a:lnTo>
                  <a:lnTo>
                    <a:pt x="1155" y="712"/>
                  </a:lnTo>
                  <a:lnTo>
                    <a:pt x="1160" y="684"/>
                  </a:lnTo>
                  <a:lnTo>
                    <a:pt x="1164" y="656"/>
                  </a:lnTo>
                  <a:lnTo>
                    <a:pt x="1166" y="627"/>
                  </a:lnTo>
                  <a:lnTo>
                    <a:pt x="1168" y="599"/>
                  </a:lnTo>
                  <a:lnTo>
                    <a:pt x="1168" y="572"/>
                  </a:lnTo>
                  <a:lnTo>
                    <a:pt x="1166" y="542"/>
                  </a:lnTo>
                  <a:lnTo>
                    <a:pt x="1164" y="515"/>
                  </a:lnTo>
                  <a:lnTo>
                    <a:pt x="1160" y="487"/>
                  </a:lnTo>
                  <a:lnTo>
                    <a:pt x="1155" y="458"/>
                  </a:lnTo>
                  <a:lnTo>
                    <a:pt x="1148" y="430"/>
                  </a:lnTo>
                  <a:lnTo>
                    <a:pt x="1138" y="402"/>
                  </a:lnTo>
                  <a:lnTo>
                    <a:pt x="1129" y="375"/>
                  </a:lnTo>
                  <a:lnTo>
                    <a:pt x="1117" y="347"/>
                  </a:lnTo>
                  <a:lnTo>
                    <a:pt x="1106" y="321"/>
                  </a:lnTo>
                  <a:lnTo>
                    <a:pt x="1091" y="295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69" name="Freeform 22">
              <a:extLst>
                <a:ext uri="{FF2B5EF4-FFF2-40B4-BE49-F238E27FC236}">
                  <a16:creationId xmlns:a16="http://schemas.microsoft.com/office/drawing/2014/main" id="{94240E3E-565B-4CED-9CAD-3FEC2E571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3663" y="3994150"/>
              <a:ext cx="927100" cy="927100"/>
            </a:xfrm>
            <a:custGeom>
              <a:avLst/>
              <a:gdLst>
                <a:gd name="T0" fmla="*/ 2147483646 w 1168"/>
                <a:gd name="T1" fmla="*/ 2147483646 h 1168"/>
                <a:gd name="T2" fmla="*/ 2147483646 w 1168"/>
                <a:gd name="T3" fmla="*/ 2147483646 h 1168"/>
                <a:gd name="T4" fmla="*/ 2147483646 w 1168"/>
                <a:gd name="T5" fmla="*/ 2147483646 h 1168"/>
                <a:gd name="T6" fmla="*/ 2147483646 w 1168"/>
                <a:gd name="T7" fmla="*/ 2147483646 h 1168"/>
                <a:gd name="T8" fmla="*/ 2147483646 w 1168"/>
                <a:gd name="T9" fmla="*/ 2147483646 h 1168"/>
                <a:gd name="T10" fmla="*/ 2147483646 w 1168"/>
                <a:gd name="T11" fmla="*/ 2147483646 h 1168"/>
                <a:gd name="T12" fmla="*/ 2147483646 w 1168"/>
                <a:gd name="T13" fmla="*/ 2147483646 h 1168"/>
                <a:gd name="T14" fmla="*/ 2147483646 w 1168"/>
                <a:gd name="T15" fmla="*/ 2147483646 h 1168"/>
                <a:gd name="T16" fmla="*/ 2147483646 w 1168"/>
                <a:gd name="T17" fmla="*/ 2147483646 h 1168"/>
                <a:gd name="T18" fmla="*/ 2147483646 w 1168"/>
                <a:gd name="T19" fmla="*/ 2147483646 h 1168"/>
                <a:gd name="T20" fmla="*/ 0 w 1168"/>
                <a:gd name="T21" fmla="*/ 2147483646 h 1168"/>
                <a:gd name="T22" fmla="*/ 2147483646 w 1168"/>
                <a:gd name="T23" fmla="*/ 2147483646 h 1168"/>
                <a:gd name="T24" fmla="*/ 2147483646 w 1168"/>
                <a:gd name="T25" fmla="*/ 2147483646 h 1168"/>
                <a:gd name="T26" fmla="*/ 2147483646 w 1168"/>
                <a:gd name="T27" fmla="*/ 2147483646 h 1168"/>
                <a:gd name="T28" fmla="*/ 2147483646 w 1168"/>
                <a:gd name="T29" fmla="*/ 2147483646 h 1168"/>
                <a:gd name="T30" fmla="*/ 2147483646 w 1168"/>
                <a:gd name="T31" fmla="*/ 2147483646 h 1168"/>
                <a:gd name="T32" fmla="*/ 2147483646 w 1168"/>
                <a:gd name="T33" fmla="*/ 2147483646 h 1168"/>
                <a:gd name="T34" fmla="*/ 2147483646 w 1168"/>
                <a:gd name="T35" fmla="*/ 2147483646 h 1168"/>
                <a:gd name="T36" fmla="*/ 2147483646 w 1168"/>
                <a:gd name="T37" fmla="*/ 2147483646 h 1168"/>
                <a:gd name="T38" fmla="*/ 2147483646 w 1168"/>
                <a:gd name="T39" fmla="*/ 2147483646 h 1168"/>
                <a:gd name="T40" fmla="*/ 2147483646 w 1168"/>
                <a:gd name="T41" fmla="*/ 2147483646 h 1168"/>
                <a:gd name="T42" fmla="*/ 2147483646 w 1168"/>
                <a:gd name="T43" fmla="*/ 2147483646 h 1168"/>
                <a:gd name="T44" fmla="*/ 2147483646 w 1168"/>
                <a:gd name="T45" fmla="*/ 2147483646 h 1168"/>
                <a:gd name="T46" fmla="*/ 2147483646 w 1168"/>
                <a:gd name="T47" fmla="*/ 2147483646 h 1168"/>
                <a:gd name="T48" fmla="*/ 2147483646 w 1168"/>
                <a:gd name="T49" fmla="*/ 2147483646 h 1168"/>
                <a:gd name="T50" fmla="*/ 2147483646 w 1168"/>
                <a:gd name="T51" fmla="*/ 2147483646 h 1168"/>
                <a:gd name="T52" fmla="*/ 2147483646 w 1168"/>
                <a:gd name="T53" fmla="*/ 2147483646 h 1168"/>
                <a:gd name="T54" fmla="*/ 2147483646 w 1168"/>
                <a:gd name="T55" fmla="*/ 2147483646 h 1168"/>
                <a:gd name="T56" fmla="*/ 2147483646 w 1168"/>
                <a:gd name="T57" fmla="*/ 2147483646 h 1168"/>
                <a:gd name="T58" fmla="*/ 2147483646 w 1168"/>
                <a:gd name="T59" fmla="*/ 2147483646 h 1168"/>
                <a:gd name="T60" fmla="*/ 2147483646 w 1168"/>
                <a:gd name="T61" fmla="*/ 2147483646 h 1168"/>
                <a:gd name="T62" fmla="*/ 2147483646 w 1168"/>
                <a:gd name="T63" fmla="*/ 2147483646 h 1168"/>
                <a:gd name="T64" fmla="*/ 2147483646 w 1168"/>
                <a:gd name="T65" fmla="*/ 2147483646 h 1168"/>
                <a:gd name="T66" fmla="*/ 2147483646 w 1168"/>
                <a:gd name="T67" fmla="*/ 2147483646 h 1168"/>
                <a:gd name="T68" fmla="*/ 2147483646 w 1168"/>
                <a:gd name="T69" fmla="*/ 2147483646 h 1168"/>
                <a:gd name="T70" fmla="*/ 2147483646 w 1168"/>
                <a:gd name="T71" fmla="*/ 2147483646 h 1168"/>
                <a:gd name="T72" fmla="*/ 2147483646 w 1168"/>
                <a:gd name="T73" fmla="*/ 2147483646 h 1168"/>
                <a:gd name="T74" fmla="*/ 2147483646 w 1168"/>
                <a:gd name="T75" fmla="*/ 2147483646 h 1168"/>
                <a:gd name="T76" fmla="*/ 2147483646 w 1168"/>
                <a:gd name="T77" fmla="*/ 2147483646 h 1168"/>
                <a:gd name="T78" fmla="*/ 2147483646 w 1168"/>
                <a:gd name="T79" fmla="*/ 2147483646 h 1168"/>
                <a:gd name="T80" fmla="*/ 2147483646 w 1168"/>
                <a:gd name="T81" fmla="*/ 2147483646 h 1168"/>
                <a:gd name="T82" fmla="*/ 2147483646 w 1168"/>
                <a:gd name="T83" fmla="*/ 2147483646 h 1168"/>
                <a:gd name="T84" fmla="*/ 2147483646 w 1168"/>
                <a:gd name="T85" fmla="*/ 2147483646 h 1168"/>
                <a:gd name="T86" fmla="*/ 2147483646 w 1168"/>
                <a:gd name="T87" fmla="*/ 0 h 116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68" h="1168">
                  <a:moveTo>
                    <a:pt x="584" y="0"/>
                  </a:moveTo>
                  <a:lnTo>
                    <a:pt x="555" y="0"/>
                  </a:lnTo>
                  <a:lnTo>
                    <a:pt x="524" y="3"/>
                  </a:lnTo>
                  <a:lnTo>
                    <a:pt x="495" y="7"/>
                  </a:lnTo>
                  <a:lnTo>
                    <a:pt x="467" y="11"/>
                  </a:lnTo>
                  <a:lnTo>
                    <a:pt x="438" y="18"/>
                  </a:lnTo>
                  <a:lnTo>
                    <a:pt x="410" y="26"/>
                  </a:lnTo>
                  <a:lnTo>
                    <a:pt x="384" y="36"/>
                  </a:lnTo>
                  <a:lnTo>
                    <a:pt x="357" y="46"/>
                  </a:lnTo>
                  <a:lnTo>
                    <a:pt x="331" y="57"/>
                  </a:lnTo>
                  <a:lnTo>
                    <a:pt x="306" y="70"/>
                  </a:lnTo>
                  <a:lnTo>
                    <a:pt x="282" y="85"/>
                  </a:lnTo>
                  <a:lnTo>
                    <a:pt x="257" y="99"/>
                  </a:lnTo>
                  <a:lnTo>
                    <a:pt x="235" y="116"/>
                  </a:lnTo>
                  <a:lnTo>
                    <a:pt x="213" y="133"/>
                  </a:lnTo>
                  <a:lnTo>
                    <a:pt x="192" y="151"/>
                  </a:lnTo>
                  <a:lnTo>
                    <a:pt x="171" y="171"/>
                  </a:lnTo>
                  <a:lnTo>
                    <a:pt x="152" y="192"/>
                  </a:lnTo>
                  <a:lnTo>
                    <a:pt x="134" y="213"/>
                  </a:lnTo>
                  <a:lnTo>
                    <a:pt x="116" y="234"/>
                  </a:lnTo>
                  <a:lnTo>
                    <a:pt x="100" y="257"/>
                  </a:lnTo>
                  <a:lnTo>
                    <a:pt x="85" y="282"/>
                  </a:lnTo>
                  <a:lnTo>
                    <a:pt x="70" y="306"/>
                  </a:lnTo>
                  <a:lnTo>
                    <a:pt x="57" y="330"/>
                  </a:lnTo>
                  <a:lnTo>
                    <a:pt x="46" y="356"/>
                  </a:lnTo>
                  <a:lnTo>
                    <a:pt x="36" y="384"/>
                  </a:lnTo>
                  <a:lnTo>
                    <a:pt x="26" y="410"/>
                  </a:lnTo>
                  <a:lnTo>
                    <a:pt x="18" y="438"/>
                  </a:lnTo>
                  <a:lnTo>
                    <a:pt x="12" y="467"/>
                  </a:lnTo>
                  <a:lnTo>
                    <a:pt x="7" y="495"/>
                  </a:lnTo>
                  <a:lnTo>
                    <a:pt x="4" y="524"/>
                  </a:lnTo>
                  <a:lnTo>
                    <a:pt x="0" y="555"/>
                  </a:lnTo>
                  <a:lnTo>
                    <a:pt x="0" y="584"/>
                  </a:lnTo>
                  <a:lnTo>
                    <a:pt x="0" y="615"/>
                  </a:lnTo>
                  <a:lnTo>
                    <a:pt x="4" y="644"/>
                  </a:lnTo>
                  <a:lnTo>
                    <a:pt x="7" y="674"/>
                  </a:lnTo>
                  <a:lnTo>
                    <a:pt x="12" y="701"/>
                  </a:lnTo>
                  <a:lnTo>
                    <a:pt x="18" y="731"/>
                  </a:lnTo>
                  <a:lnTo>
                    <a:pt x="26" y="758"/>
                  </a:lnTo>
                  <a:lnTo>
                    <a:pt x="36" y="786"/>
                  </a:lnTo>
                  <a:lnTo>
                    <a:pt x="46" y="812"/>
                  </a:lnTo>
                  <a:lnTo>
                    <a:pt x="57" y="838"/>
                  </a:lnTo>
                  <a:lnTo>
                    <a:pt x="70" y="862"/>
                  </a:lnTo>
                  <a:lnTo>
                    <a:pt x="85" y="887"/>
                  </a:lnTo>
                  <a:lnTo>
                    <a:pt x="100" y="911"/>
                  </a:lnTo>
                  <a:lnTo>
                    <a:pt x="116" y="934"/>
                  </a:lnTo>
                  <a:lnTo>
                    <a:pt x="134" y="957"/>
                  </a:lnTo>
                  <a:lnTo>
                    <a:pt x="152" y="978"/>
                  </a:lnTo>
                  <a:lnTo>
                    <a:pt x="171" y="997"/>
                  </a:lnTo>
                  <a:lnTo>
                    <a:pt x="192" y="1017"/>
                  </a:lnTo>
                  <a:lnTo>
                    <a:pt x="213" y="1035"/>
                  </a:lnTo>
                  <a:lnTo>
                    <a:pt x="235" y="1053"/>
                  </a:lnTo>
                  <a:lnTo>
                    <a:pt x="257" y="1069"/>
                  </a:lnTo>
                  <a:lnTo>
                    <a:pt x="282" y="1084"/>
                  </a:lnTo>
                  <a:lnTo>
                    <a:pt x="306" y="1098"/>
                  </a:lnTo>
                  <a:lnTo>
                    <a:pt x="331" y="1111"/>
                  </a:lnTo>
                  <a:lnTo>
                    <a:pt x="357" y="1123"/>
                  </a:lnTo>
                  <a:lnTo>
                    <a:pt x="384" y="1133"/>
                  </a:lnTo>
                  <a:lnTo>
                    <a:pt x="410" y="1142"/>
                  </a:lnTo>
                  <a:lnTo>
                    <a:pt x="438" y="1150"/>
                  </a:lnTo>
                  <a:lnTo>
                    <a:pt x="467" y="1157"/>
                  </a:lnTo>
                  <a:lnTo>
                    <a:pt x="495" y="1162"/>
                  </a:lnTo>
                  <a:lnTo>
                    <a:pt x="524" y="1165"/>
                  </a:lnTo>
                  <a:lnTo>
                    <a:pt x="555" y="1168"/>
                  </a:lnTo>
                  <a:lnTo>
                    <a:pt x="584" y="1168"/>
                  </a:lnTo>
                  <a:lnTo>
                    <a:pt x="615" y="1168"/>
                  </a:lnTo>
                  <a:lnTo>
                    <a:pt x="644" y="1165"/>
                  </a:lnTo>
                  <a:lnTo>
                    <a:pt x="674" y="1162"/>
                  </a:lnTo>
                  <a:lnTo>
                    <a:pt x="701" y="1157"/>
                  </a:lnTo>
                  <a:lnTo>
                    <a:pt x="731" y="1150"/>
                  </a:lnTo>
                  <a:lnTo>
                    <a:pt x="758" y="1142"/>
                  </a:lnTo>
                  <a:lnTo>
                    <a:pt x="786" y="1133"/>
                  </a:lnTo>
                  <a:lnTo>
                    <a:pt x="812" y="1123"/>
                  </a:lnTo>
                  <a:lnTo>
                    <a:pt x="838" y="1111"/>
                  </a:lnTo>
                  <a:lnTo>
                    <a:pt x="862" y="1098"/>
                  </a:lnTo>
                  <a:lnTo>
                    <a:pt x="887" y="1084"/>
                  </a:lnTo>
                  <a:lnTo>
                    <a:pt x="911" y="1069"/>
                  </a:lnTo>
                  <a:lnTo>
                    <a:pt x="934" y="1053"/>
                  </a:lnTo>
                  <a:lnTo>
                    <a:pt x="957" y="1035"/>
                  </a:lnTo>
                  <a:lnTo>
                    <a:pt x="978" y="1017"/>
                  </a:lnTo>
                  <a:lnTo>
                    <a:pt x="997" y="997"/>
                  </a:lnTo>
                  <a:lnTo>
                    <a:pt x="1017" y="978"/>
                  </a:lnTo>
                  <a:lnTo>
                    <a:pt x="1035" y="957"/>
                  </a:lnTo>
                  <a:lnTo>
                    <a:pt x="1052" y="934"/>
                  </a:lnTo>
                  <a:lnTo>
                    <a:pt x="1069" y="911"/>
                  </a:lnTo>
                  <a:lnTo>
                    <a:pt x="1083" y="887"/>
                  </a:lnTo>
                  <a:lnTo>
                    <a:pt x="1098" y="862"/>
                  </a:lnTo>
                  <a:lnTo>
                    <a:pt x="1111" y="838"/>
                  </a:lnTo>
                  <a:lnTo>
                    <a:pt x="1122" y="812"/>
                  </a:lnTo>
                  <a:lnTo>
                    <a:pt x="1132" y="786"/>
                  </a:lnTo>
                  <a:lnTo>
                    <a:pt x="1142" y="758"/>
                  </a:lnTo>
                  <a:lnTo>
                    <a:pt x="1150" y="731"/>
                  </a:lnTo>
                  <a:lnTo>
                    <a:pt x="1157" y="701"/>
                  </a:lnTo>
                  <a:lnTo>
                    <a:pt x="1161" y="674"/>
                  </a:lnTo>
                  <a:lnTo>
                    <a:pt x="1165" y="644"/>
                  </a:lnTo>
                  <a:lnTo>
                    <a:pt x="1168" y="615"/>
                  </a:lnTo>
                  <a:lnTo>
                    <a:pt x="1168" y="584"/>
                  </a:lnTo>
                  <a:lnTo>
                    <a:pt x="1168" y="555"/>
                  </a:lnTo>
                  <a:lnTo>
                    <a:pt x="1165" y="524"/>
                  </a:lnTo>
                  <a:lnTo>
                    <a:pt x="1161" y="495"/>
                  </a:lnTo>
                  <a:lnTo>
                    <a:pt x="1157" y="467"/>
                  </a:lnTo>
                  <a:lnTo>
                    <a:pt x="1150" y="438"/>
                  </a:lnTo>
                  <a:lnTo>
                    <a:pt x="1142" y="410"/>
                  </a:lnTo>
                  <a:lnTo>
                    <a:pt x="1132" y="384"/>
                  </a:lnTo>
                  <a:lnTo>
                    <a:pt x="1122" y="356"/>
                  </a:lnTo>
                  <a:lnTo>
                    <a:pt x="1111" y="330"/>
                  </a:lnTo>
                  <a:lnTo>
                    <a:pt x="1098" y="306"/>
                  </a:lnTo>
                  <a:lnTo>
                    <a:pt x="1083" y="282"/>
                  </a:lnTo>
                  <a:lnTo>
                    <a:pt x="1069" y="257"/>
                  </a:lnTo>
                  <a:lnTo>
                    <a:pt x="1052" y="234"/>
                  </a:lnTo>
                  <a:lnTo>
                    <a:pt x="1035" y="213"/>
                  </a:lnTo>
                  <a:lnTo>
                    <a:pt x="1017" y="192"/>
                  </a:lnTo>
                  <a:lnTo>
                    <a:pt x="997" y="171"/>
                  </a:lnTo>
                  <a:lnTo>
                    <a:pt x="978" y="151"/>
                  </a:lnTo>
                  <a:lnTo>
                    <a:pt x="957" y="133"/>
                  </a:lnTo>
                  <a:lnTo>
                    <a:pt x="934" y="116"/>
                  </a:lnTo>
                  <a:lnTo>
                    <a:pt x="911" y="99"/>
                  </a:lnTo>
                  <a:lnTo>
                    <a:pt x="887" y="85"/>
                  </a:lnTo>
                  <a:lnTo>
                    <a:pt x="862" y="70"/>
                  </a:lnTo>
                  <a:lnTo>
                    <a:pt x="838" y="57"/>
                  </a:lnTo>
                  <a:lnTo>
                    <a:pt x="812" y="46"/>
                  </a:lnTo>
                  <a:lnTo>
                    <a:pt x="786" y="36"/>
                  </a:lnTo>
                  <a:lnTo>
                    <a:pt x="758" y="26"/>
                  </a:lnTo>
                  <a:lnTo>
                    <a:pt x="731" y="18"/>
                  </a:lnTo>
                  <a:lnTo>
                    <a:pt x="701" y="11"/>
                  </a:lnTo>
                  <a:lnTo>
                    <a:pt x="674" y="7"/>
                  </a:lnTo>
                  <a:lnTo>
                    <a:pt x="644" y="3"/>
                  </a:lnTo>
                  <a:lnTo>
                    <a:pt x="615" y="0"/>
                  </a:lnTo>
                  <a:lnTo>
                    <a:pt x="584" y="0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70" name="Rectangle 26">
              <a:extLst>
                <a:ext uri="{FF2B5EF4-FFF2-40B4-BE49-F238E27FC236}">
                  <a16:creationId xmlns:a16="http://schemas.microsoft.com/office/drawing/2014/main" id="{81CBB231-259A-42CF-9DA5-7252FB646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7988" y="3811588"/>
              <a:ext cx="2193925" cy="1835150"/>
            </a:xfrm>
            <a:prstGeom prst="rect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71" name="Rectangle 66">
              <a:extLst>
                <a:ext uri="{FF2B5EF4-FFF2-40B4-BE49-F238E27FC236}">
                  <a16:creationId xmlns:a16="http://schemas.microsoft.com/office/drawing/2014/main" id="{769849AD-D11B-4F01-8F25-E1F58050A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0338" y="4986338"/>
              <a:ext cx="2413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72" name="Rectangle 67">
              <a:extLst>
                <a:ext uri="{FF2B5EF4-FFF2-40B4-BE49-F238E27FC236}">
                  <a16:creationId xmlns:a16="http://schemas.microsoft.com/office/drawing/2014/main" id="{F05D4890-CC75-4587-BA32-3A9FEF15B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3050" y="5105400"/>
              <a:ext cx="190500" cy="255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73" name="Rectangle 82">
              <a:extLst>
                <a:ext uri="{FF2B5EF4-FFF2-40B4-BE49-F238E27FC236}">
                  <a16:creationId xmlns:a16="http://schemas.microsoft.com/office/drawing/2014/main" id="{0AE649C5-9252-446F-8D75-D61702831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5213" y="4268788"/>
              <a:ext cx="223837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15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74" name="Rectangle 83">
              <a:extLst>
                <a:ext uri="{FF2B5EF4-FFF2-40B4-BE49-F238E27FC236}">
                  <a16:creationId xmlns:a16="http://schemas.microsoft.com/office/drawing/2014/main" id="{8B9174B2-63A0-41A5-99D1-782B72636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8800" y="4279900"/>
              <a:ext cx="2238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15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75" name="Rectangle 86">
              <a:extLst>
                <a:ext uri="{FF2B5EF4-FFF2-40B4-BE49-F238E27FC236}">
                  <a16:creationId xmlns:a16="http://schemas.microsoft.com/office/drawing/2014/main" id="{402000F8-24B2-44D8-9207-0E706935E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2088" y="4968875"/>
              <a:ext cx="223837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3</a:t>
              </a:r>
              <a:r>
                <a:rPr kumimoji="0" lang="en-US" altLang="en-US" sz="15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47115" name="Group 5">
            <a:extLst>
              <a:ext uri="{FF2B5EF4-FFF2-40B4-BE49-F238E27FC236}">
                <a16:creationId xmlns:a16="http://schemas.microsoft.com/office/drawing/2014/main" id="{81F43304-B75D-4F7E-80CD-09EDDCDFDE75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3886200"/>
            <a:ext cx="2193925" cy="1835150"/>
            <a:chOff x="1460500" y="3811588"/>
            <a:chExt cx="2193925" cy="1835150"/>
          </a:xfrm>
        </p:grpSpPr>
        <p:sp>
          <p:nvSpPr>
            <p:cNvPr id="47149" name="Freeform 4">
              <a:extLst>
                <a:ext uri="{FF2B5EF4-FFF2-40B4-BE49-F238E27FC236}">
                  <a16:creationId xmlns:a16="http://schemas.microsoft.com/office/drawing/2014/main" id="{49D19121-F95A-41C7-B290-318C745D8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175" y="3967163"/>
              <a:ext cx="928688" cy="930275"/>
            </a:xfrm>
            <a:custGeom>
              <a:avLst/>
              <a:gdLst>
                <a:gd name="T0" fmla="*/ 2147483646 w 1171"/>
                <a:gd name="T1" fmla="*/ 2147483646 h 1171"/>
                <a:gd name="T2" fmla="*/ 2147483646 w 1171"/>
                <a:gd name="T3" fmla="*/ 2147483646 h 1171"/>
                <a:gd name="T4" fmla="*/ 2147483646 w 1171"/>
                <a:gd name="T5" fmla="*/ 2147483646 h 1171"/>
                <a:gd name="T6" fmla="*/ 2147483646 w 1171"/>
                <a:gd name="T7" fmla="*/ 2147483646 h 1171"/>
                <a:gd name="T8" fmla="*/ 2147483646 w 1171"/>
                <a:gd name="T9" fmla="*/ 2147483646 h 1171"/>
                <a:gd name="T10" fmla="*/ 2147483646 w 1171"/>
                <a:gd name="T11" fmla="*/ 2147483646 h 1171"/>
                <a:gd name="T12" fmla="*/ 2147483646 w 1171"/>
                <a:gd name="T13" fmla="*/ 2147483646 h 1171"/>
                <a:gd name="T14" fmla="*/ 2147483646 w 1171"/>
                <a:gd name="T15" fmla="*/ 2147483646 h 1171"/>
                <a:gd name="T16" fmla="*/ 2147483646 w 1171"/>
                <a:gd name="T17" fmla="*/ 2147483646 h 1171"/>
                <a:gd name="T18" fmla="*/ 2147483646 w 1171"/>
                <a:gd name="T19" fmla="*/ 2147483646 h 1171"/>
                <a:gd name="T20" fmla="*/ 2147483646 w 1171"/>
                <a:gd name="T21" fmla="*/ 2147483646 h 1171"/>
                <a:gd name="T22" fmla="*/ 2147483646 w 1171"/>
                <a:gd name="T23" fmla="*/ 2147483646 h 1171"/>
                <a:gd name="T24" fmla="*/ 2147483646 w 1171"/>
                <a:gd name="T25" fmla="*/ 2147483646 h 1171"/>
                <a:gd name="T26" fmla="*/ 2147483646 w 1171"/>
                <a:gd name="T27" fmla="*/ 2147483646 h 1171"/>
                <a:gd name="T28" fmla="*/ 2147483646 w 1171"/>
                <a:gd name="T29" fmla="*/ 2147483646 h 1171"/>
                <a:gd name="T30" fmla="*/ 2147483646 w 1171"/>
                <a:gd name="T31" fmla="*/ 2147483646 h 1171"/>
                <a:gd name="T32" fmla="*/ 2147483646 w 1171"/>
                <a:gd name="T33" fmla="*/ 2147483646 h 1171"/>
                <a:gd name="T34" fmla="*/ 2147483646 w 1171"/>
                <a:gd name="T35" fmla="*/ 2147483646 h 1171"/>
                <a:gd name="T36" fmla="*/ 2147483646 w 1171"/>
                <a:gd name="T37" fmla="*/ 2147483646 h 1171"/>
                <a:gd name="T38" fmla="*/ 2147483646 w 1171"/>
                <a:gd name="T39" fmla="*/ 2147483646 h 1171"/>
                <a:gd name="T40" fmla="*/ 2147483646 w 1171"/>
                <a:gd name="T41" fmla="*/ 2147483646 h 1171"/>
                <a:gd name="T42" fmla="*/ 2147483646 w 1171"/>
                <a:gd name="T43" fmla="*/ 2147483646 h 1171"/>
                <a:gd name="T44" fmla="*/ 2147483646 w 1171"/>
                <a:gd name="T45" fmla="*/ 2147483646 h 1171"/>
                <a:gd name="T46" fmla="*/ 2147483646 w 1171"/>
                <a:gd name="T47" fmla="*/ 2147483646 h 1171"/>
                <a:gd name="T48" fmla="*/ 2147483646 w 1171"/>
                <a:gd name="T49" fmla="*/ 2147483646 h 1171"/>
                <a:gd name="T50" fmla="*/ 2147483646 w 1171"/>
                <a:gd name="T51" fmla="*/ 2147483646 h 1171"/>
                <a:gd name="T52" fmla="*/ 2147483646 w 1171"/>
                <a:gd name="T53" fmla="*/ 2147483646 h 1171"/>
                <a:gd name="T54" fmla="*/ 2147483646 w 1171"/>
                <a:gd name="T55" fmla="*/ 2147483646 h 1171"/>
                <a:gd name="T56" fmla="*/ 2147483646 w 1171"/>
                <a:gd name="T57" fmla="*/ 2147483646 h 1171"/>
                <a:gd name="T58" fmla="*/ 2147483646 w 1171"/>
                <a:gd name="T59" fmla="*/ 2147483646 h 1171"/>
                <a:gd name="T60" fmla="*/ 2147483646 w 1171"/>
                <a:gd name="T61" fmla="*/ 2147483646 h 1171"/>
                <a:gd name="T62" fmla="*/ 2147483646 w 1171"/>
                <a:gd name="T63" fmla="*/ 2147483646 h 1171"/>
                <a:gd name="T64" fmla="*/ 2147483646 w 1171"/>
                <a:gd name="T65" fmla="*/ 2147483646 h 1171"/>
                <a:gd name="T66" fmla="*/ 2147483646 w 1171"/>
                <a:gd name="T67" fmla="*/ 2147483646 h 1171"/>
                <a:gd name="T68" fmla="*/ 2147483646 w 1171"/>
                <a:gd name="T69" fmla="*/ 2147483646 h 1171"/>
                <a:gd name="T70" fmla="*/ 2147483646 w 1171"/>
                <a:gd name="T71" fmla="*/ 2147483646 h 1171"/>
                <a:gd name="T72" fmla="*/ 2147483646 w 1171"/>
                <a:gd name="T73" fmla="*/ 2147483646 h 1171"/>
                <a:gd name="T74" fmla="*/ 2147483646 w 1171"/>
                <a:gd name="T75" fmla="*/ 2147483646 h 1171"/>
                <a:gd name="T76" fmla="*/ 2147483646 w 1171"/>
                <a:gd name="T77" fmla="*/ 2147483646 h 1171"/>
                <a:gd name="T78" fmla="*/ 2147483646 w 1171"/>
                <a:gd name="T79" fmla="*/ 2147483646 h 1171"/>
                <a:gd name="T80" fmla="*/ 2147483646 w 1171"/>
                <a:gd name="T81" fmla="*/ 2147483646 h 1171"/>
                <a:gd name="T82" fmla="*/ 2147483646 w 1171"/>
                <a:gd name="T83" fmla="*/ 2147483646 h 1171"/>
                <a:gd name="T84" fmla="*/ 2147483646 w 1171"/>
                <a:gd name="T85" fmla="*/ 2147483646 h 1171"/>
                <a:gd name="T86" fmla="*/ 2147483646 w 1171"/>
                <a:gd name="T87" fmla="*/ 2147483646 h 1171"/>
                <a:gd name="T88" fmla="*/ 2147483646 w 1171"/>
                <a:gd name="T89" fmla="*/ 2147483646 h 117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171" h="1171">
                  <a:moveTo>
                    <a:pt x="585" y="586"/>
                  </a:moveTo>
                  <a:lnTo>
                    <a:pt x="585" y="0"/>
                  </a:lnTo>
                  <a:lnTo>
                    <a:pt x="556" y="1"/>
                  </a:lnTo>
                  <a:lnTo>
                    <a:pt x="527" y="3"/>
                  </a:lnTo>
                  <a:lnTo>
                    <a:pt x="497" y="8"/>
                  </a:lnTo>
                  <a:lnTo>
                    <a:pt x="468" y="13"/>
                  </a:lnTo>
                  <a:lnTo>
                    <a:pt x="440" y="19"/>
                  </a:lnTo>
                  <a:lnTo>
                    <a:pt x="411" y="27"/>
                  </a:lnTo>
                  <a:lnTo>
                    <a:pt x="385" y="36"/>
                  </a:lnTo>
                  <a:lnTo>
                    <a:pt x="358" y="47"/>
                  </a:lnTo>
                  <a:lnTo>
                    <a:pt x="332" y="58"/>
                  </a:lnTo>
                  <a:lnTo>
                    <a:pt x="307" y="71"/>
                  </a:lnTo>
                  <a:lnTo>
                    <a:pt x="283" y="86"/>
                  </a:lnTo>
                  <a:lnTo>
                    <a:pt x="258" y="101"/>
                  </a:lnTo>
                  <a:lnTo>
                    <a:pt x="236" y="117"/>
                  </a:lnTo>
                  <a:lnTo>
                    <a:pt x="214" y="135"/>
                  </a:lnTo>
                  <a:lnTo>
                    <a:pt x="192" y="153"/>
                  </a:lnTo>
                  <a:lnTo>
                    <a:pt x="172" y="172"/>
                  </a:lnTo>
                  <a:lnTo>
                    <a:pt x="153" y="192"/>
                  </a:lnTo>
                  <a:lnTo>
                    <a:pt x="135" y="215"/>
                  </a:lnTo>
                  <a:lnTo>
                    <a:pt x="117" y="236"/>
                  </a:lnTo>
                  <a:lnTo>
                    <a:pt x="101" y="259"/>
                  </a:lnTo>
                  <a:lnTo>
                    <a:pt x="86" y="283"/>
                  </a:lnTo>
                  <a:lnTo>
                    <a:pt x="71" y="307"/>
                  </a:lnTo>
                  <a:lnTo>
                    <a:pt x="58" y="332"/>
                  </a:lnTo>
                  <a:lnTo>
                    <a:pt x="47" y="358"/>
                  </a:lnTo>
                  <a:lnTo>
                    <a:pt x="36" y="385"/>
                  </a:lnTo>
                  <a:lnTo>
                    <a:pt x="27" y="412"/>
                  </a:lnTo>
                  <a:lnTo>
                    <a:pt x="19" y="441"/>
                  </a:lnTo>
                  <a:lnTo>
                    <a:pt x="13" y="468"/>
                  </a:lnTo>
                  <a:lnTo>
                    <a:pt x="8" y="498"/>
                  </a:lnTo>
                  <a:lnTo>
                    <a:pt x="3" y="527"/>
                  </a:lnTo>
                  <a:lnTo>
                    <a:pt x="1" y="556"/>
                  </a:lnTo>
                  <a:lnTo>
                    <a:pt x="0" y="586"/>
                  </a:lnTo>
                  <a:lnTo>
                    <a:pt x="1" y="617"/>
                  </a:lnTo>
                  <a:lnTo>
                    <a:pt x="3" y="646"/>
                  </a:lnTo>
                  <a:lnTo>
                    <a:pt x="8" y="675"/>
                  </a:lnTo>
                  <a:lnTo>
                    <a:pt x="13" y="704"/>
                  </a:lnTo>
                  <a:lnTo>
                    <a:pt x="19" y="732"/>
                  </a:lnTo>
                  <a:lnTo>
                    <a:pt x="27" y="761"/>
                  </a:lnTo>
                  <a:lnTo>
                    <a:pt x="36" y="787"/>
                  </a:lnTo>
                  <a:lnTo>
                    <a:pt x="47" y="815"/>
                  </a:lnTo>
                  <a:lnTo>
                    <a:pt x="58" y="841"/>
                  </a:lnTo>
                  <a:lnTo>
                    <a:pt x="71" y="866"/>
                  </a:lnTo>
                  <a:lnTo>
                    <a:pt x="86" y="890"/>
                  </a:lnTo>
                  <a:lnTo>
                    <a:pt x="101" y="914"/>
                  </a:lnTo>
                  <a:lnTo>
                    <a:pt x="117" y="937"/>
                  </a:lnTo>
                  <a:lnTo>
                    <a:pt x="135" y="958"/>
                  </a:lnTo>
                  <a:lnTo>
                    <a:pt x="153" y="981"/>
                  </a:lnTo>
                  <a:lnTo>
                    <a:pt x="172" y="1001"/>
                  </a:lnTo>
                  <a:lnTo>
                    <a:pt x="192" y="1020"/>
                  </a:lnTo>
                  <a:lnTo>
                    <a:pt x="214" y="1038"/>
                  </a:lnTo>
                  <a:lnTo>
                    <a:pt x="236" y="1056"/>
                  </a:lnTo>
                  <a:lnTo>
                    <a:pt x="258" y="1072"/>
                  </a:lnTo>
                  <a:lnTo>
                    <a:pt x="283" y="1087"/>
                  </a:lnTo>
                  <a:lnTo>
                    <a:pt x="307" y="1101"/>
                  </a:lnTo>
                  <a:lnTo>
                    <a:pt x="332" y="1114"/>
                  </a:lnTo>
                  <a:lnTo>
                    <a:pt x="358" y="1126"/>
                  </a:lnTo>
                  <a:lnTo>
                    <a:pt x="385" y="1137"/>
                  </a:lnTo>
                  <a:lnTo>
                    <a:pt x="411" y="1145"/>
                  </a:lnTo>
                  <a:lnTo>
                    <a:pt x="440" y="1154"/>
                  </a:lnTo>
                  <a:lnTo>
                    <a:pt x="468" y="1160"/>
                  </a:lnTo>
                  <a:lnTo>
                    <a:pt x="497" y="1165"/>
                  </a:lnTo>
                  <a:lnTo>
                    <a:pt x="527" y="1170"/>
                  </a:lnTo>
                  <a:lnTo>
                    <a:pt x="556" y="1171"/>
                  </a:lnTo>
                  <a:lnTo>
                    <a:pt x="585" y="1171"/>
                  </a:lnTo>
                  <a:lnTo>
                    <a:pt x="616" y="1171"/>
                  </a:lnTo>
                  <a:lnTo>
                    <a:pt x="645" y="1170"/>
                  </a:lnTo>
                  <a:lnTo>
                    <a:pt x="675" y="1165"/>
                  </a:lnTo>
                  <a:lnTo>
                    <a:pt x="704" y="1160"/>
                  </a:lnTo>
                  <a:lnTo>
                    <a:pt x="732" y="1154"/>
                  </a:lnTo>
                  <a:lnTo>
                    <a:pt x="761" y="1145"/>
                  </a:lnTo>
                  <a:lnTo>
                    <a:pt x="787" y="1137"/>
                  </a:lnTo>
                  <a:lnTo>
                    <a:pt x="814" y="1126"/>
                  </a:lnTo>
                  <a:lnTo>
                    <a:pt x="840" y="1114"/>
                  </a:lnTo>
                  <a:lnTo>
                    <a:pt x="865" y="1101"/>
                  </a:lnTo>
                  <a:lnTo>
                    <a:pt x="889" y="1087"/>
                  </a:lnTo>
                  <a:lnTo>
                    <a:pt x="914" y="1072"/>
                  </a:lnTo>
                  <a:lnTo>
                    <a:pt x="936" y="1056"/>
                  </a:lnTo>
                  <a:lnTo>
                    <a:pt x="958" y="1038"/>
                  </a:lnTo>
                  <a:lnTo>
                    <a:pt x="980" y="1020"/>
                  </a:lnTo>
                  <a:lnTo>
                    <a:pt x="1000" y="1001"/>
                  </a:lnTo>
                  <a:lnTo>
                    <a:pt x="1019" y="981"/>
                  </a:lnTo>
                  <a:lnTo>
                    <a:pt x="1037" y="958"/>
                  </a:lnTo>
                  <a:lnTo>
                    <a:pt x="1055" y="937"/>
                  </a:lnTo>
                  <a:lnTo>
                    <a:pt x="1071" y="914"/>
                  </a:lnTo>
                  <a:lnTo>
                    <a:pt x="1086" y="890"/>
                  </a:lnTo>
                  <a:lnTo>
                    <a:pt x="1101" y="866"/>
                  </a:lnTo>
                  <a:lnTo>
                    <a:pt x="1114" y="841"/>
                  </a:lnTo>
                  <a:lnTo>
                    <a:pt x="1125" y="815"/>
                  </a:lnTo>
                  <a:lnTo>
                    <a:pt x="1136" y="787"/>
                  </a:lnTo>
                  <a:lnTo>
                    <a:pt x="1145" y="761"/>
                  </a:lnTo>
                  <a:lnTo>
                    <a:pt x="1153" y="732"/>
                  </a:lnTo>
                  <a:lnTo>
                    <a:pt x="1159" y="704"/>
                  </a:lnTo>
                  <a:lnTo>
                    <a:pt x="1164" y="675"/>
                  </a:lnTo>
                  <a:lnTo>
                    <a:pt x="1169" y="646"/>
                  </a:lnTo>
                  <a:lnTo>
                    <a:pt x="1171" y="617"/>
                  </a:lnTo>
                  <a:lnTo>
                    <a:pt x="1171" y="586"/>
                  </a:lnTo>
                  <a:lnTo>
                    <a:pt x="1171" y="556"/>
                  </a:lnTo>
                  <a:lnTo>
                    <a:pt x="1169" y="527"/>
                  </a:lnTo>
                  <a:lnTo>
                    <a:pt x="1164" y="498"/>
                  </a:lnTo>
                  <a:lnTo>
                    <a:pt x="1159" y="468"/>
                  </a:lnTo>
                  <a:lnTo>
                    <a:pt x="1153" y="441"/>
                  </a:lnTo>
                  <a:lnTo>
                    <a:pt x="1145" y="412"/>
                  </a:lnTo>
                  <a:lnTo>
                    <a:pt x="1136" y="385"/>
                  </a:lnTo>
                  <a:lnTo>
                    <a:pt x="1125" y="358"/>
                  </a:lnTo>
                  <a:lnTo>
                    <a:pt x="1114" y="332"/>
                  </a:lnTo>
                  <a:lnTo>
                    <a:pt x="1101" y="307"/>
                  </a:lnTo>
                  <a:lnTo>
                    <a:pt x="1086" y="283"/>
                  </a:lnTo>
                  <a:lnTo>
                    <a:pt x="1071" y="259"/>
                  </a:lnTo>
                  <a:lnTo>
                    <a:pt x="1055" y="236"/>
                  </a:lnTo>
                  <a:lnTo>
                    <a:pt x="1037" y="215"/>
                  </a:lnTo>
                  <a:lnTo>
                    <a:pt x="1019" y="192"/>
                  </a:lnTo>
                  <a:lnTo>
                    <a:pt x="1000" y="172"/>
                  </a:lnTo>
                  <a:lnTo>
                    <a:pt x="980" y="153"/>
                  </a:lnTo>
                  <a:lnTo>
                    <a:pt x="958" y="135"/>
                  </a:lnTo>
                  <a:lnTo>
                    <a:pt x="936" y="117"/>
                  </a:lnTo>
                  <a:lnTo>
                    <a:pt x="914" y="101"/>
                  </a:lnTo>
                  <a:lnTo>
                    <a:pt x="889" y="86"/>
                  </a:lnTo>
                  <a:lnTo>
                    <a:pt x="865" y="71"/>
                  </a:lnTo>
                  <a:lnTo>
                    <a:pt x="840" y="58"/>
                  </a:lnTo>
                  <a:lnTo>
                    <a:pt x="814" y="47"/>
                  </a:lnTo>
                  <a:lnTo>
                    <a:pt x="787" y="36"/>
                  </a:lnTo>
                  <a:lnTo>
                    <a:pt x="761" y="27"/>
                  </a:lnTo>
                  <a:lnTo>
                    <a:pt x="732" y="19"/>
                  </a:lnTo>
                  <a:lnTo>
                    <a:pt x="704" y="13"/>
                  </a:lnTo>
                  <a:lnTo>
                    <a:pt x="675" y="8"/>
                  </a:lnTo>
                  <a:lnTo>
                    <a:pt x="645" y="3"/>
                  </a:lnTo>
                  <a:lnTo>
                    <a:pt x="616" y="1"/>
                  </a:lnTo>
                  <a:lnTo>
                    <a:pt x="585" y="0"/>
                  </a:lnTo>
                  <a:lnTo>
                    <a:pt x="585" y="586"/>
                  </a:lnTo>
                  <a:close/>
                </a:path>
              </a:pathLst>
            </a:custGeom>
            <a:solidFill>
              <a:srgbClr val="28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50" name="Freeform 5">
              <a:extLst>
                <a:ext uri="{FF2B5EF4-FFF2-40B4-BE49-F238E27FC236}">
                  <a16:creationId xmlns:a16="http://schemas.microsoft.com/office/drawing/2014/main" id="{169C2B25-4075-4779-ABD0-A5B10A4CB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050" y="3967163"/>
              <a:ext cx="928688" cy="930275"/>
            </a:xfrm>
            <a:custGeom>
              <a:avLst/>
              <a:gdLst>
                <a:gd name="T0" fmla="*/ 2147483646 w 1171"/>
                <a:gd name="T1" fmla="*/ 2147483646 h 1171"/>
                <a:gd name="T2" fmla="*/ 2147483646 w 1171"/>
                <a:gd name="T3" fmla="*/ 2147483646 h 1171"/>
                <a:gd name="T4" fmla="*/ 2147483646 w 1171"/>
                <a:gd name="T5" fmla="*/ 2147483646 h 1171"/>
                <a:gd name="T6" fmla="*/ 2147483646 w 1171"/>
                <a:gd name="T7" fmla="*/ 2147483646 h 1171"/>
                <a:gd name="T8" fmla="*/ 2147483646 w 1171"/>
                <a:gd name="T9" fmla="*/ 2147483646 h 1171"/>
                <a:gd name="T10" fmla="*/ 2147483646 w 1171"/>
                <a:gd name="T11" fmla="*/ 2147483646 h 1171"/>
                <a:gd name="T12" fmla="*/ 2147483646 w 1171"/>
                <a:gd name="T13" fmla="*/ 2147483646 h 1171"/>
                <a:gd name="T14" fmla="*/ 2147483646 w 1171"/>
                <a:gd name="T15" fmla="*/ 2147483646 h 1171"/>
                <a:gd name="T16" fmla="*/ 2147483646 w 1171"/>
                <a:gd name="T17" fmla="*/ 2147483646 h 1171"/>
                <a:gd name="T18" fmla="*/ 2147483646 w 1171"/>
                <a:gd name="T19" fmla="*/ 2147483646 h 1171"/>
                <a:gd name="T20" fmla="*/ 2147483646 w 1171"/>
                <a:gd name="T21" fmla="*/ 2147483646 h 1171"/>
                <a:gd name="T22" fmla="*/ 2147483646 w 1171"/>
                <a:gd name="T23" fmla="*/ 2147483646 h 1171"/>
                <a:gd name="T24" fmla="*/ 2147483646 w 1171"/>
                <a:gd name="T25" fmla="*/ 2147483646 h 1171"/>
                <a:gd name="T26" fmla="*/ 2147483646 w 1171"/>
                <a:gd name="T27" fmla="*/ 2147483646 h 1171"/>
                <a:gd name="T28" fmla="*/ 2147483646 w 1171"/>
                <a:gd name="T29" fmla="*/ 2147483646 h 1171"/>
                <a:gd name="T30" fmla="*/ 2147483646 w 1171"/>
                <a:gd name="T31" fmla="*/ 2147483646 h 1171"/>
                <a:gd name="T32" fmla="*/ 2147483646 w 1171"/>
                <a:gd name="T33" fmla="*/ 2147483646 h 1171"/>
                <a:gd name="T34" fmla="*/ 2147483646 w 1171"/>
                <a:gd name="T35" fmla="*/ 2147483646 h 1171"/>
                <a:gd name="T36" fmla="*/ 2147483646 w 1171"/>
                <a:gd name="T37" fmla="*/ 2147483646 h 1171"/>
                <a:gd name="T38" fmla="*/ 2147483646 w 1171"/>
                <a:gd name="T39" fmla="*/ 2147483646 h 1171"/>
                <a:gd name="T40" fmla="*/ 2147483646 w 1171"/>
                <a:gd name="T41" fmla="*/ 2147483646 h 1171"/>
                <a:gd name="T42" fmla="*/ 2147483646 w 1171"/>
                <a:gd name="T43" fmla="*/ 2147483646 h 1171"/>
                <a:gd name="T44" fmla="*/ 2147483646 w 1171"/>
                <a:gd name="T45" fmla="*/ 2147483646 h 1171"/>
                <a:gd name="T46" fmla="*/ 2147483646 w 1171"/>
                <a:gd name="T47" fmla="*/ 2147483646 h 1171"/>
                <a:gd name="T48" fmla="*/ 2147483646 w 1171"/>
                <a:gd name="T49" fmla="*/ 2147483646 h 1171"/>
                <a:gd name="T50" fmla="*/ 2147483646 w 1171"/>
                <a:gd name="T51" fmla="*/ 2147483646 h 1171"/>
                <a:gd name="T52" fmla="*/ 2147483646 w 1171"/>
                <a:gd name="T53" fmla="*/ 2147483646 h 1171"/>
                <a:gd name="T54" fmla="*/ 2147483646 w 1171"/>
                <a:gd name="T55" fmla="*/ 2147483646 h 1171"/>
                <a:gd name="T56" fmla="*/ 2147483646 w 1171"/>
                <a:gd name="T57" fmla="*/ 2147483646 h 1171"/>
                <a:gd name="T58" fmla="*/ 2147483646 w 1171"/>
                <a:gd name="T59" fmla="*/ 2147483646 h 1171"/>
                <a:gd name="T60" fmla="*/ 2147483646 w 1171"/>
                <a:gd name="T61" fmla="*/ 2147483646 h 1171"/>
                <a:gd name="T62" fmla="*/ 2147483646 w 1171"/>
                <a:gd name="T63" fmla="*/ 2147483646 h 1171"/>
                <a:gd name="T64" fmla="*/ 2147483646 w 1171"/>
                <a:gd name="T65" fmla="*/ 2147483646 h 1171"/>
                <a:gd name="T66" fmla="*/ 2147483646 w 1171"/>
                <a:gd name="T67" fmla="*/ 2147483646 h 1171"/>
                <a:gd name="T68" fmla="*/ 2147483646 w 1171"/>
                <a:gd name="T69" fmla="*/ 2147483646 h 1171"/>
                <a:gd name="T70" fmla="*/ 2147483646 w 1171"/>
                <a:gd name="T71" fmla="*/ 2147483646 h 1171"/>
                <a:gd name="T72" fmla="*/ 2147483646 w 1171"/>
                <a:gd name="T73" fmla="*/ 2147483646 h 1171"/>
                <a:gd name="T74" fmla="*/ 2147483646 w 1171"/>
                <a:gd name="T75" fmla="*/ 2147483646 h 1171"/>
                <a:gd name="T76" fmla="*/ 2147483646 w 1171"/>
                <a:gd name="T77" fmla="*/ 2147483646 h 1171"/>
                <a:gd name="T78" fmla="*/ 2147483646 w 1171"/>
                <a:gd name="T79" fmla="*/ 2147483646 h 1171"/>
                <a:gd name="T80" fmla="*/ 2147483646 w 1171"/>
                <a:gd name="T81" fmla="*/ 2147483646 h 1171"/>
                <a:gd name="T82" fmla="*/ 2147483646 w 1171"/>
                <a:gd name="T83" fmla="*/ 2147483646 h 1171"/>
                <a:gd name="T84" fmla="*/ 2147483646 w 1171"/>
                <a:gd name="T85" fmla="*/ 2147483646 h 1171"/>
                <a:gd name="T86" fmla="*/ 2147483646 w 1171"/>
                <a:gd name="T87" fmla="*/ 2147483646 h 1171"/>
                <a:gd name="T88" fmla="*/ 2147483646 w 1171"/>
                <a:gd name="T89" fmla="*/ 2147483646 h 117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171" h="1171">
                  <a:moveTo>
                    <a:pt x="586" y="586"/>
                  </a:moveTo>
                  <a:lnTo>
                    <a:pt x="586" y="0"/>
                  </a:lnTo>
                  <a:lnTo>
                    <a:pt x="556" y="1"/>
                  </a:lnTo>
                  <a:lnTo>
                    <a:pt x="527" y="3"/>
                  </a:lnTo>
                  <a:lnTo>
                    <a:pt x="498" y="8"/>
                  </a:lnTo>
                  <a:lnTo>
                    <a:pt x="469" y="13"/>
                  </a:lnTo>
                  <a:lnTo>
                    <a:pt x="441" y="19"/>
                  </a:lnTo>
                  <a:lnTo>
                    <a:pt x="412" y="27"/>
                  </a:lnTo>
                  <a:lnTo>
                    <a:pt x="386" y="36"/>
                  </a:lnTo>
                  <a:lnTo>
                    <a:pt x="358" y="47"/>
                  </a:lnTo>
                  <a:lnTo>
                    <a:pt x="332" y="58"/>
                  </a:lnTo>
                  <a:lnTo>
                    <a:pt x="308" y="71"/>
                  </a:lnTo>
                  <a:lnTo>
                    <a:pt x="283" y="86"/>
                  </a:lnTo>
                  <a:lnTo>
                    <a:pt x="259" y="101"/>
                  </a:lnTo>
                  <a:lnTo>
                    <a:pt x="236" y="117"/>
                  </a:lnTo>
                  <a:lnTo>
                    <a:pt x="215" y="135"/>
                  </a:lnTo>
                  <a:lnTo>
                    <a:pt x="192" y="153"/>
                  </a:lnTo>
                  <a:lnTo>
                    <a:pt x="173" y="172"/>
                  </a:lnTo>
                  <a:lnTo>
                    <a:pt x="153" y="192"/>
                  </a:lnTo>
                  <a:lnTo>
                    <a:pt x="135" y="215"/>
                  </a:lnTo>
                  <a:lnTo>
                    <a:pt x="117" y="236"/>
                  </a:lnTo>
                  <a:lnTo>
                    <a:pt x="101" y="259"/>
                  </a:lnTo>
                  <a:lnTo>
                    <a:pt x="87" y="283"/>
                  </a:lnTo>
                  <a:lnTo>
                    <a:pt x="72" y="307"/>
                  </a:lnTo>
                  <a:lnTo>
                    <a:pt x="59" y="332"/>
                  </a:lnTo>
                  <a:lnTo>
                    <a:pt x="48" y="358"/>
                  </a:lnTo>
                  <a:lnTo>
                    <a:pt x="36" y="385"/>
                  </a:lnTo>
                  <a:lnTo>
                    <a:pt x="28" y="412"/>
                  </a:lnTo>
                  <a:lnTo>
                    <a:pt x="20" y="441"/>
                  </a:lnTo>
                  <a:lnTo>
                    <a:pt x="13" y="468"/>
                  </a:lnTo>
                  <a:lnTo>
                    <a:pt x="9" y="498"/>
                  </a:lnTo>
                  <a:lnTo>
                    <a:pt x="4" y="527"/>
                  </a:lnTo>
                  <a:lnTo>
                    <a:pt x="2" y="556"/>
                  </a:lnTo>
                  <a:lnTo>
                    <a:pt x="0" y="586"/>
                  </a:lnTo>
                  <a:lnTo>
                    <a:pt x="2" y="617"/>
                  </a:lnTo>
                  <a:lnTo>
                    <a:pt x="4" y="646"/>
                  </a:lnTo>
                  <a:lnTo>
                    <a:pt x="9" y="675"/>
                  </a:lnTo>
                  <a:lnTo>
                    <a:pt x="13" y="704"/>
                  </a:lnTo>
                  <a:lnTo>
                    <a:pt x="20" y="732"/>
                  </a:lnTo>
                  <a:lnTo>
                    <a:pt x="28" y="761"/>
                  </a:lnTo>
                  <a:lnTo>
                    <a:pt x="36" y="787"/>
                  </a:lnTo>
                  <a:lnTo>
                    <a:pt x="48" y="815"/>
                  </a:lnTo>
                  <a:lnTo>
                    <a:pt x="59" y="841"/>
                  </a:lnTo>
                  <a:lnTo>
                    <a:pt x="72" y="866"/>
                  </a:lnTo>
                  <a:lnTo>
                    <a:pt x="87" y="890"/>
                  </a:lnTo>
                  <a:lnTo>
                    <a:pt x="101" y="914"/>
                  </a:lnTo>
                  <a:lnTo>
                    <a:pt x="117" y="937"/>
                  </a:lnTo>
                  <a:lnTo>
                    <a:pt x="135" y="958"/>
                  </a:lnTo>
                  <a:lnTo>
                    <a:pt x="153" y="981"/>
                  </a:lnTo>
                  <a:lnTo>
                    <a:pt x="173" y="1001"/>
                  </a:lnTo>
                  <a:lnTo>
                    <a:pt x="192" y="1020"/>
                  </a:lnTo>
                  <a:lnTo>
                    <a:pt x="215" y="1038"/>
                  </a:lnTo>
                  <a:lnTo>
                    <a:pt x="236" y="1056"/>
                  </a:lnTo>
                  <a:lnTo>
                    <a:pt x="259" y="1072"/>
                  </a:lnTo>
                  <a:lnTo>
                    <a:pt x="283" y="1087"/>
                  </a:lnTo>
                  <a:lnTo>
                    <a:pt x="308" y="1101"/>
                  </a:lnTo>
                  <a:lnTo>
                    <a:pt x="332" y="1114"/>
                  </a:lnTo>
                  <a:lnTo>
                    <a:pt x="358" y="1126"/>
                  </a:lnTo>
                  <a:lnTo>
                    <a:pt x="386" y="1137"/>
                  </a:lnTo>
                  <a:lnTo>
                    <a:pt x="412" y="1145"/>
                  </a:lnTo>
                  <a:lnTo>
                    <a:pt x="441" y="1154"/>
                  </a:lnTo>
                  <a:lnTo>
                    <a:pt x="469" y="1160"/>
                  </a:lnTo>
                  <a:lnTo>
                    <a:pt x="498" y="1165"/>
                  </a:lnTo>
                  <a:lnTo>
                    <a:pt x="527" y="1170"/>
                  </a:lnTo>
                  <a:lnTo>
                    <a:pt x="556" y="1171"/>
                  </a:lnTo>
                  <a:lnTo>
                    <a:pt x="586" y="1171"/>
                  </a:lnTo>
                  <a:lnTo>
                    <a:pt x="617" y="1171"/>
                  </a:lnTo>
                  <a:lnTo>
                    <a:pt x="646" y="1170"/>
                  </a:lnTo>
                  <a:lnTo>
                    <a:pt x="675" y="1165"/>
                  </a:lnTo>
                  <a:lnTo>
                    <a:pt x="704" y="1160"/>
                  </a:lnTo>
                  <a:lnTo>
                    <a:pt x="732" y="1154"/>
                  </a:lnTo>
                  <a:lnTo>
                    <a:pt x="761" y="1145"/>
                  </a:lnTo>
                  <a:lnTo>
                    <a:pt x="787" y="1137"/>
                  </a:lnTo>
                  <a:lnTo>
                    <a:pt x="815" y="1126"/>
                  </a:lnTo>
                  <a:lnTo>
                    <a:pt x="841" y="1114"/>
                  </a:lnTo>
                  <a:lnTo>
                    <a:pt x="865" y="1101"/>
                  </a:lnTo>
                  <a:lnTo>
                    <a:pt x="890" y="1087"/>
                  </a:lnTo>
                  <a:lnTo>
                    <a:pt x="914" y="1072"/>
                  </a:lnTo>
                  <a:lnTo>
                    <a:pt x="937" y="1056"/>
                  </a:lnTo>
                  <a:lnTo>
                    <a:pt x="958" y="1038"/>
                  </a:lnTo>
                  <a:lnTo>
                    <a:pt x="981" y="1020"/>
                  </a:lnTo>
                  <a:lnTo>
                    <a:pt x="1000" y="1001"/>
                  </a:lnTo>
                  <a:lnTo>
                    <a:pt x="1020" y="981"/>
                  </a:lnTo>
                  <a:lnTo>
                    <a:pt x="1038" y="958"/>
                  </a:lnTo>
                  <a:lnTo>
                    <a:pt x="1056" y="937"/>
                  </a:lnTo>
                  <a:lnTo>
                    <a:pt x="1072" y="914"/>
                  </a:lnTo>
                  <a:lnTo>
                    <a:pt x="1087" y="890"/>
                  </a:lnTo>
                  <a:lnTo>
                    <a:pt x="1101" y="866"/>
                  </a:lnTo>
                  <a:lnTo>
                    <a:pt x="1114" y="841"/>
                  </a:lnTo>
                  <a:lnTo>
                    <a:pt x="1126" y="815"/>
                  </a:lnTo>
                  <a:lnTo>
                    <a:pt x="1137" y="787"/>
                  </a:lnTo>
                  <a:lnTo>
                    <a:pt x="1145" y="761"/>
                  </a:lnTo>
                  <a:lnTo>
                    <a:pt x="1153" y="732"/>
                  </a:lnTo>
                  <a:lnTo>
                    <a:pt x="1160" y="704"/>
                  </a:lnTo>
                  <a:lnTo>
                    <a:pt x="1165" y="675"/>
                  </a:lnTo>
                  <a:lnTo>
                    <a:pt x="1169" y="646"/>
                  </a:lnTo>
                  <a:lnTo>
                    <a:pt x="1171" y="617"/>
                  </a:lnTo>
                  <a:lnTo>
                    <a:pt x="1171" y="586"/>
                  </a:lnTo>
                  <a:lnTo>
                    <a:pt x="1171" y="556"/>
                  </a:lnTo>
                  <a:lnTo>
                    <a:pt x="1169" y="527"/>
                  </a:lnTo>
                  <a:lnTo>
                    <a:pt x="1165" y="498"/>
                  </a:lnTo>
                  <a:lnTo>
                    <a:pt x="1160" y="468"/>
                  </a:lnTo>
                  <a:lnTo>
                    <a:pt x="1153" y="441"/>
                  </a:lnTo>
                  <a:lnTo>
                    <a:pt x="1145" y="412"/>
                  </a:lnTo>
                  <a:lnTo>
                    <a:pt x="1137" y="385"/>
                  </a:lnTo>
                  <a:lnTo>
                    <a:pt x="1126" y="358"/>
                  </a:lnTo>
                  <a:lnTo>
                    <a:pt x="1114" y="332"/>
                  </a:lnTo>
                  <a:lnTo>
                    <a:pt x="1101" y="307"/>
                  </a:lnTo>
                  <a:lnTo>
                    <a:pt x="1087" y="283"/>
                  </a:lnTo>
                  <a:lnTo>
                    <a:pt x="1072" y="259"/>
                  </a:lnTo>
                  <a:lnTo>
                    <a:pt x="1056" y="236"/>
                  </a:lnTo>
                  <a:lnTo>
                    <a:pt x="1038" y="215"/>
                  </a:lnTo>
                  <a:lnTo>
                    <a:pt x="1020" y="192"/>
                  </a:lnTo>
                  <a:lnTo>
                    <a:pt x="1000" y="172"/>
                  </a:lnTo>
                  <a:lnTo>
                    <a:pt x="981" y="153"/>
                  </a:lnTo>
                  <a:lnTo>
                    <a:pt x="958" y="135"/>
                  </a:lnTo>
                  <a:lnTo>
                    <a:pt x="937" y="117"/>
                  </a:lnTo>
                  <a:lnTo>
                    <a:pt x="914" y="101"/>
                  </a:lnTo>
                  <a:lnTo>
                    <a:pt x="890" y="86"/>
                  </a:lnTo>
                  <a:lnTo>
                    <a:pt x="865" y="71"/>
                  </a:lnTo>
                  <a:lnTo>
                    <a:pt x="841" y="58"/>
                  </a:lnTo>
                  <a:lnTo>
                    <a:pt x="815" y="47"/>
                  </a:lnTo>
                  <a:lnTo>
                    <a:pt x="787" y="36"/>
                  </a:lnTo>
                  <a:lnTo>
                    <a:pt x="761" y="27"/>
                  </a:lnTo>
                  <a:lnTo>
                    <a:pt x="732" y="19"/>
                  </a:lnTo>
                  <a:lnTo>
                    <a:pt x="704" y="13"/>
                  </a:lnTo>
                  <a:lnTo>
                    <a:pt x="675" y="8"/>
                  </a:lnTo>
                  <a:lnTo>
                    <a:pt x="646" y="3"/>
                  </a:lnTo>
                  <a:lnTo>
                    <a:pt x="617" y="1"/>
                  </a:lnTo>
                  <a:lnTo>
                    <a:pt x="586" y="0"/>
                  </a:lnTo>
                  <a:lnTo>
                    <a:pt x="586" y="5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51" name="Freeform 6">
              <a:extLst>
                <a:ext uri="{FF2B5EF4-FFF2-40B4-BE49-F238E27FC236}">
                  <a16:creationId xmlns:a16="http://schemas.microsoft.com/office/drawing/2014/main" id="{7BEF1DEB-585D-4C8B-B99E-3BDB026D7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6613" y="4586288"/>
              <a:ext cx="928687" cy="930275"/>
            </a:xfrm>
            <a:custGeom>
              <a:avLst/>
              <a:gdLst>
                <a:gd name="T0" fmla="*/ 2147483646 w 1170"/>
                <a:gd name="T1" fmla="*/ 2147483646 h 1171"/>
                <a:gd name="T2" fmla="*/ 2147483646 w 1170"/>
                <a:gd name="T3" fmla="*/ 2147483646 h 1171"/>
                <a:gd name="T4" fmla="*/ 2147483646 w 1170"/>
                <a:gd name="T5" fmla="*/ 2147483646 h 1171"/>
                <a:gd name="T6" fmla="*/ 2147483646 w 1170"/>
                <a:gd name="T7" fmla="*/ 2147483646 h 1171"/>
                <a:gd name="T8" fmla="*/ 2147483646 w 1170"/>
                <a:gd name="T9" fmla="*/ 2147483646 h 1171"/>
                <a:gd name="T10" fmla="*/ 2147483646 w 1170"/>
                <a:gd name="T11" fmla="*/ 2147483646 h 1171"/>
                <a:gd name="T12" fmla="*/ 2147483646 w 1170"/>
                <a:gd name="T13" fmla="*/ 2147483646 h 1171"/>
                <a:gd name="T14" fmla="*/ 2147483646 w 1170"/>
                <a:gd name="T15" fmla="*/ 2147483646 h 1171"/>
                <a:gd name="T16" fmla="*/ 2147483646 w 1170"/>
                <a:gd name="T17" fmla="*/ 2147483646 h 1171"/>
                <a:gd name="T18" fmla="*/ 2147483646 w 1170"/>
                <a:gd name="T19" fmla="*/ 2147483646 h 1171"/>
                <a:gd name="T20" fmla="*/ 2147483646 w 1170"/>
                <a:gd name="T21" fmla="*/ 2147483646 h 1171"/>
                <a:gd name="T22" fmla="*/ 2147483646 w 1170"/>
                <a:gd name="T23" fmla="*/ 2147483646 h 1171"/>
                <a:gd name="T24" fmla="*/ 2147483646 w 1170"/>
                <a:gd name="T25" fmla="*/ 2147483646 h 1171"/>
                <a:gd name="T26" fmla="*/ 2147483646 w 1170"/>
                <a:gd name="T27" fmla="*/ 2147483646 h 1171"/>
                <a:gd name="T28" fmla="*/ 2147483646 w 1170"/>
                <a:gd name="T29" fmla="*/ 2147483646 h 1171"/>
                <a:gd name="T30" fmla="*/ 2147483646 w 1170"/>
                <a:gd name="T31" fmla="*/ 2147483646 h 1171"/>
                <a:gd name="T32" fmla="*/ 2147483646 w 1170"/>
                <a:gd name="T33" fmla="*/ 2147483646 h 1171"/>
                <a:gd name="T34" fmla="*/ 2147483646 w 1170"/>
                <a:gd name="T35" fmla="*/ 2147483646 h 1171"/>
                <a:gd name="T36" fmla="*/ 2147483646 w 1170"/>
                <a:gd name="T37" fmla="*/ 2147483646 h 1171"/>
                <a:gd name="T38" fmla="*/ 2147483646 w 1170"/>
                <a:gd name="T39" fmla="*/ 2147483646 h 1171"/>
                <a:gd name="T40" fmla="*/ 2147483646 w 1170"/>
                <a:gd name="T41" fmla="*/ 2147483646 h 1171"/>
                <a:gd name="T42" fmla="*/ 2147483646 w 1170"/>
                <a:gd name="T43" fmla="*/ 2147483646 h 1171"/>
                <a:gd name="T44" fmla="*/ 2147483646 w 1170"/>
                <a:gd name="T45" fmla="*/ 2147483646 h 1171"/>
                <a:gd name="T46" fmla="*/ 2147483646 w 1170"/>
                <a:gd name="T47" fmla="*/ 2147483646 h 1171"/>
                <a:gd name="T48" fmla="*/ 2147483646 w 1170"/>
                <a:gd name="T49" fmla="*/ 2147483646 h 1171"/>
                <a:gd name="T50" fmla="*/ 2147483646 w 1170"/>
                <a:gd name="T51" fmla="*/ 2147483646 h 1171"/>
                <a:gd name="T52" fmla="*/ 2147483646 w 1170"/>
                <a:gd name="T53" fmla="*/ 2147483646 h 1171"/>
                <a:gd name="T54" fmla="*/ 2147483646 w 1170"/>
                <a:gd name="T55" fmla="*/ 2147483646 h 1171"/>
                <a:gd name="T56" fmla="*/ 2147483646 w 1170"/>
                <a:gd name="T57" fmla="*/ 2147483646 h 1171"/>
                <a:gd name="T58" fmla="*/ 2147483646 w 1170"/>
                <a:gd name="T59" fmla="*/ 2147483646 h 1171"/>
                <a:gd name="T60" fmla="*/ 2147483646 w 1170"/>
                <a:gd name="T61" fmla="*/ 2147483646 h 1171"/>
                <a:gd name="T62" fmla="*/ 2147483646 w 1170"/>
                <a:gd name="T63" fmla="*/ 2147483646 h 1171"/>
                <a:gd name="T64" fmla="*/ 2147483646 w 1170"/>
                <a:gd name="T65" fmla="*/ 2147483646 h 1171"/>
                <a:gd name="T66" fmla="*/ 2147483646 w 1170"/>
                <a:gd name="T67" fmla="*/ 2147483646 h 1171"/>
                <a:gd name="T68" fmla="*/ 2147483646 w 1170"/>
                <a:gd name="T69" fmla="*/ 2147483646 h 1171"/>
                <a:gd name="T70" fmla="*/ 2147483646 w 1170"/>
                <a:gd name="T71" fmla="*/ 2147483646 h 1171"/>
                <a:gd name="T72" fmla="*/ 2147483646 w 1170"/>
                <a:gd name="T73" fmla="*/ 2147483646 h 1171"/>
                <a:gd name="T74" fmla="*/ 2147483646 w 1170"/>
                <a:gd name="T75" fmla="*/ 2147483646 h 1171"/>
                <a:gd name="T76" fmla="*/ 2147483646 w 1170"/>
                <a:gd name="T77" fmla="*/ 2147483646 h 1171"/>
                <a:gd name="T78" fmla="*/ 2147483646 w 1170"/>
                <a:gd name="T79" fmla="*/ 2147483646 h 1171"/>
                <a:gd name="T80" fmla="*/ 2147483646 w 1170"/>
                <a:gd name="T81" fmla="*/ 2147483646 h 1171"/>
                <a:gd name="T82" fmla="*/ 2147483646 w 1170"/>
                <a:gd name="T83" fmla="*/ 2147483646 h 1171"/>
                <a:gd name="T84" fmla="*/ 2147483646 w 1170"/>
                <a:gd name="T85" fmla="*/ 2147483646 h 1171"/>
                <a:gd name="T86" fmla="*/ 2147483646 w 1170"/>
                <a:gd name="T87" fmla="*/ 2147483646 h 1171"/>
                <a:gd name="T88" fmla="*/ 2147483646 w 1170"/>
                <a:gd name="T89" fmla="*/ 2147483646 h 117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170" h="1171">
                  <a:moveTo>
                    <a:pt x="585" y="586"/>
                  </a:moveTo>
                  <a:lnTo>
                    <a:pt x="585" y="0"/>
                  </a:lnTo>
                  <a:lnTo>
                    <a:pt x="556" y="2"/>
                  </a:lnTo>
                  <a:lnTo>
                    <a:pt x="526" y="3"/>
                  </a:lnTo>
                  <a:lnTo>
                    <a:pt x="497" y="8"/>
                  </a:lnTo>
                  <a:lnTo>
                    <a:pt x="468" y="13"/>
                  </a:lnTo>
                  <a:lnTo>
                    <a:pt x="440" y="19"/>
                  </a:lnTo>
                  <a:lnTo>
                    <a:pt x="411" y="28"/>
                  </a:lnTo>
                  <a:lnTo>
                    <a:pt x="385" y="36"/>
                  </a:lnTo>
                  <a:lnTo>
                    <a:pt x="357" y="47"/>
                  </a:lnTo>
                  <a:lnTo>
                    <a:pt x="331" y="58"/>
                  </a:lnTo>
                  <a:lnTo>
                    <a:pt x="307" y="71"/>
                  </a:lnTo>
                  <a:lnTo>
                    <a:pt x="283" y="86"/>
                  </a:lnTo>
                  <a:lnTo>
                    <a:pt x="258" y="101"/>
                  </a:lnTo>
                  <a:lnTo>
                    <a:pt x="235" y="117"/>
                  </a:lnTo>
                  <a:lnTo>
                    <a:pt x="214" y="135"/>
                  </a:lnTo>
                  <a:lnTo>
                    <a:pt x="191" y="153"/>
                  </a:lnTo>
                  <a:lnTo>
                    <a:pt x="172" y="172"/>
                  </a:lnTo>
                  <a:lnTo>
                    <a:pt x="152" y="192"/>
                  </a:lnTo>
                  <a:lnTo>
                    <a:pt x="135" y="215"/>
                  </a:lnTo>
                  <a:lnTo>
                    <a:pt x="117" y="236"/>
                  </a:lnTo>
                  <a:lnTo>
                    <a:pt x="100" y="259"/>
                  </a:lnTo>
                  <a:lnTo>
                    <a:pt x="86" y="283"/>
                  </a:lnTo>
                  <a:lnTo>
                    <a:pt x="71" y="307"/>
                  </a:lnTo>
                  <a:lnTo>
                    <a:pt x="58" y="332"/>
                  </a:lnTo>
                  <a:lnTo>
                    <a:pt x="47" y="358"/>
                  </a:lnTo>
                  <a:lnTo>
                    <a:pt x="35" y="386"/>
                  </a:lnTo>
                  <a:lnTo>
                    <a:pt x="27" y="412"/>
                  </a:lnTo>
                  <a:lnTo>
                    <a:pt x="19" y="441"/>
                  </a:lnTo>
                  <a:lnTo>
                    <a:pt x="13" y="469"/>
                  </a:lnTo>
                  <a:lnTo>
                    <a:pt x="8" y="498"/>
                  </a:lnTo>
                  <a:lnTo>
                    <a:pt x="3" y="527"/>
                  </a:lnTo>
                  <a:lnTo>
                    <a:pt x="1" y="556"/>
                  </a:lnTo>
                  <a:lnTo>
                    <a:pt x="0" y="586"/>
                  </a:lnTo>
                  <a:lnTo>
                    <a:pt x="1" y="617"/>
                  </a:lnTo>
                  <a:lnTo>
                    <a:pt x="3" y="646"/>
                  </a:lnTo>
                  <a:lnTo>
                    <a:pt x="8" y="675"/>
                  </a:lnTo>
                  <a:lnTo>
                    <a:pt x="13" y="704"/>
                  </a:lnTo>
                  <a:lnTo>
                    <a:pt x="19" y="732"/>
                  </a:lnTo>
                  <a:lnTo>
                    <a:pt x="27" y="761"/>
                  </a:lnTo>
                  <a:lnTo>
                    <a:pt x="35" y="787"/>
                  </a:lnTo>
                  <a:lnTo>
                    <a:pt x="47" y="815"/>
                  </a:lnTo>
                  <a:lnTo>
                    <a:pt x="58" y="841"/>
                  </a:lnTo>
                  <a:lnTo>
                    <a:pt x="71" y="866"/>
                  </a:lnTo>
                  <a:lnTo>
                    <a:pt x="86" y="890"/>
                  </a:lnTo>
                  <a:lnTo>
                    <a:pt x="100" y="914"/>
                  </a:lnTo>
                  <a:lnTo>
                    <a:pt x="117" y="937"/>
                  </a:lnTo>
                  <a:lnTo>
                    <a:pt x="135" y="958"/>
                  </a:lnTo>
                  <a:lnTo>
                    <a:pt x="152" y="981"/>
                  </a:lnTo>
                  <a:lnTo>
                    <a:pt x="172" y="1001"/>
                  </a:lnTo>
                  <a:lnTo>
                    <a:pt x="191" y="1020"/>
                  </a:lnTo>
                  <a:lnTo>
                    <a:pt x="214" y="1038"/>
                  </a:lnTo>
                  <a:lnTo>
                    <a:pt x="235" y="1056"/>
                  </a:lnTo>
                  <a:lnTo>
                    <a:pt x="258" y="1072"/>
                  </a:lnTo>
                  <a:lnTo>
                    <a:pt x="283" y="1087"/>
                  </a:lnTo>
                  <a:lnTo>
                    <a:pt x="307" y="1102"/>
                  </a:lnTo>
                  <a:lnTo>
                    <a:pt x="331" y="1115"/>
                  </a:lnTo>
                  <a:lnTo>
                    <a:pt x="357" y="1126"/>
                  </a:lnTo>
                  <a:lnTo>
                    <a:pt x="385" y="1137"/>
                  </a:lnTo>
                  <a:lnTo>
                    <a:pt x="411" y="1145"/>
                  </a:lnTo>
                  <a:lnTo>
                    <a:pt x="440" y="1154"/>
                  </a:lnTo>
                  <a:lnTo>
                    <a:pt x="468" y="1160"/>
                  </a:lnTo>
                  <a:lnTo>
                    <a:pt x="497" y="1165"/>
                  </a:lnTo>
                  <a:lnTo>
                    <a:pt x="526" y="1170"/>
                  </a:lnTo>
                  <a:lnTo>
                    <a:pt x="556" y="1171"/>
                  </a:lnTo>
                  <a:lnTo>
                    <a:pt x="585" y="1171"/>
                  </a:lnTo>
                  <a:lnTo>
                    <a:pt x="616" y="1171"/>
                  </a:lnTo>
                  <a:lnTo>
                    <a:pt x="645" y="1170"/>
                  </a:lnTo>
                  <a:lnTo>
                    <a:pt x="674" y="1165"/>
                  </a:lnTo>
                  <a:lnTo>
                    <a:pt x="704" y="1160"/>
                  </a:lnTo>
                  <a:lnTo>
                    <a:pt x="731" y="1154"/>
                  </a:lnTo>
                  <a:lnTo>
                    <a:pt x="761" y="1145"/>
                  </a:lnTo>
                  <a:lnTo>
                    <a:pt x="787" y="1137"/>
                  </a:lnTo>
                  <a:lnTo>
                    <a:pt x="814" y="1126"/>
                  </a:lnTo>
                  <a:lnTo>
                    <a:pt x="840" y="1115"/>
                  </a:lnTo>
                  <a:lnTo>
                    <a:pt x="865" y="1102"/>
                  </a:lnTo>
                  <a:lnTo>
                    <a:pt x="889" y="1087"/>
                  </a:lnTo>
                  <a:lnTo>
                    <a:pt x="913" y="1072"/>
                  </a:lnTo>
                  <a:lnTo>
                    <a:pt x="936" y="1056"/>
                  </a:lnTo>
                  <a:lnTo>
                    <a:pt x="957" y="1038"/>
                  </a:lnTo>
                  <a:lnTo>
                    <a:pt x="980" y="1020"/>
                  </a:lnTo>
                  <a:lnTo>
                    <a:pt x="1000" y="1001"/>
                  </a:lnTo>
                  <a:lnTo>
                    <a:pt x="1019" y="981"/>
                  </a:lnTo>
                  <a:lnTo>
                    <a:pt x="1037" y="958"/>
                  </a:lnTo>
                  <a:lnTo>
                    <a:pt x="1055" y="937"/>
                  </a:lnTo>
                  <a:lnTo>
                    <a:pt x="1071" y="914"/>
                  </a:lnTo>
                  <a:lnTo>
                    <a:pt x="1086" y="890"/>
                  </a:lnTo>
                  <a:lnTo>
                    <a:pt x="1100" y="866"/>
                  </a:lnTo>
                  <a:lnTo>
                    <a:pt x="1113" y="841"/>
                  </a:lnTo>
                  <a:lnTo>
                    <a:pt x="1125" y="815"/>
                  </a:lnTo>
                  <a:lnTo>
                    <a:pt x="1136" y="787"/>
                  </a:lnTo>
                  <a:lnTo>
                    <a:pt x="1144" y="761"/>
                  </a:lnTo>
                  <a:lnTo>
                    <a:pt x="1152" y="732"/>
                  </a:lnTo>
                  <a:lnTo>
                    <a:pt x="1159" y="704"/>
                  </a:lnTo>
                  <a:lnTo>
                    <a:pt x="1164" y="675"/>
                  </a:lnTo>
                  <a:lnTo>
                    <a:pt x="1169" y="646"/>
                  </a:lnTo>
                  <a:lnTo>
                    <a:pt x="1170" y="617"/>
                  </a:lnTo>
                  <a:lnTo>
                    <a:pt x="1170" y="586"/>
                  </a:lnTo>
                  <a:lnTo>
                    <a:pt x="1170" y="556"/>
                  </a:lnTo>
                  <a:lnTo>
                    <a:pt x="1169" y="527"/>
                  </a:lnTo>
                  <a:lnTo>
                    <a:pt x="1164" y="498"/>
                  </a:lnTo>
                  <a:lnTo>
                    <a:pt x="1159" y="469"/>
                  </a:lnTo>
                  <a:lnTo>
                    <a:pt x="1152" y="441"/>
                  </a:lnTo>
                  <a:lnTo>
                    <a:pt x="1144" y="412"/>
                  </a:lnTo>
                  <a:lnTo>
                    <a:pt x="1136" y="386"/>
                  </a:lnTo>
                  <a:lnTo>
                    <a:pt x="1125" y="358"/>
                  </a:lnTo>
                  <a:lnTo>
                    <a:pt x="1113" y="332"/>
                  </a:lnTo>
                  <a:lnTo>
                    <a:pt x="1100" y="307"/>
                  </a:lnTo>
                  <a:lnTo>
                    <a:pt x="1086" y="283"/>
                  </a:lnTo>
                  <a:lnTo>
                    <a:pt x="1071" y="259"/>
                  </a:lnTo>
                  <a:lnTo>
                    <a:pt x="1055" y="236"/>
                  </a:lnTo>
                  <a:lnTo>
                    <a:pt x="1037" y="215"/>
                  </a:lnTo>
                  <a:lnTo>
                    <a:pt x="1019" y="192"/>
                  </a:lnTo>
                  <a:lnTo>
                    <a:pt x="1000" y="172"/>
                  </a:lnTo>
                  <a:lnTo>
                    <a:pt x="980" y="153"/>
                  </a:lnTo>
                  <a:lnTo>
                    <a:pt x="957" y="135"/>
                  </a:lnTo>
                  <a:lnTo>
                    <a:pt x="936" y="117"/>
                  </a:lnTo>
                  <a:lnTo>
                    <a:pt x="913" y="101"/>
                  </a:lnTo>
                  <a:lnTo>
                    <a:pt x="889" y="86"/>
                  </a:lnTo>
                  <a:lnTo>
                    <a:pt x="865" y="71"/>
                  </a:lnTo>
                  <a:lnTo>
                    <a:pt x="840" y="58"/>
                  </a:lnTo>
                  <a:lnTo>
                    <a:pt x="814" y="47"/>
                  </a:lnTo>
                  <a:lnTo>
                    <a:pt x="787" y="36"/>
                  </a:lnTo>
                  <a:lnTo>
                    <a:pt x="761" y="28"/>
                  </a:lnTo>
                  <a:lnTo>
                    <a:pt x="731" y="19"/>
                  </a:lnTo>
                  <a:lnTo>
                    <a:pt x="704" y="13"/>
                  </a:lnTo>
                  <a:lnTo>
                    <a:pt x="674" y="8"/>
                  </a:lnTo>
                  <a:lnTo>
                    <a:pt x="645" y="3"/>
                  </a:lnTo>
                  <a:lnTo>
                    <a:pt x="616" y="2"/>
                  </a:lnTo>
                  <a:lnTo>
                    <a:pt x="585" y="0"/>
                  </a:lnTo>
                  <a:lnTo>
                    <a:pt x="585" y="5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52" name="Rectangle 24">
              <a:extLst>
                <a:ext uri="{FF2B5EF4-FFF2-40B4-BE49-F238E27FC236}">
                  <a16:creationId xmlns:a16="http://schemas.microsoft.com/office/drawing/2014/main" id="{B4884270-40AC-4002-B5CC-60298F189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500" y="3811588"/>
              <a:ext cx="2193925" cy="1835150"/>
            </a:xfrm>
            <a:prstGeom prst="rect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53" name="Freeform 27">
              <a:extLst>
                <a:ext uri="{FF2B5EF4-FFF2-40B4-BE49-F238E27FC236}">
                  <a16:creationId xmlns:a16="http://schemas.microsoft.com/office/drawing/2014/main" id="{14C62D0A-F2C8-4F9F-BB90-4E9FFB8D2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6650" y="4089400"/>
              <a:ext cx="153988" cy="690563"/>
            </a:xfrm>
            <a:custGeom>
              <a:avLst/>
              <a:gdLst>
                <a:gd name="T0" fmla="*/ 2147483646 w 194"/>
                <a:gd name="T1" fmla="*/ 0 h 869"/>
                <a:gd name="T2" fmla="*/ 2147483646 w 194"/>
                <a:gd name="T3" fmla="*/ 2147483646 h 869"/>
                <a:gd name="T4" fmla="*/ 2147483646 w 194"/>
                <a:gd name="T5" fmla="*/ 2147483646 h 869"/>
                <a:gd name="T6" fmla="*/ 2147483646 w 194"/>
                <a:gd name="T7" fmla="*/ 2147483646 h 869"/>
                <a:gd name="T8" fmla="*/ 2147483646 w 194"/>
                <a:gd name="T9" fmla="*/ 2147483646 h 869"/>
                <a:gd name="T10" fmla="*/ 2147483646 w 194"/>
                <a:gd name="T11" fmla="*/ 2147483646 h 869"/>
                <a:gd name="T12" fmla="*/ 2147483646 w 194"/>
                <a:gd name="T13" fmla="*/ 2147483646 h 869"/>
                <a:gd name="T14" fmla="*/ 2147483646 w 194"/>
                <a:gd name="T15" fmla="*/ 2147483646 h 869"/>
                <a:gd name="T16" fmla="*/ 2147483646 w 194"/>
                <a:gd name="T17" fmla="*/ 2147483646 h 869"/>
                <a:gd name="T18" fmla="*/ 2147483646 w 194"/>
                <a:gd name="T19" fmla="*/ 2147483646 h 869"/>
                <a:gd name="T20" fmla="*/ 2147483646 w 194"/>
                <a:gd name="T21" fmla="*/ 2147483646 h 869"/>
                <a:gd name="T22" fmla="*/ 2147483646 w 194"/>
                <a:gd name="T23" fmla="*/ 2147483646 h 869"/>
                <a:gd name="T24" fmla="*/ 2147483646 w 194"/>
                <a:gd name="T25" fmla="*/ 2147483646 h 869"/>
                <a:gd name="T26" fmla="*/ 2147483646 w 194"/>
                <a:gd name="T27" fmla="*/ 2147483646 h 869"/>
                <a:gd name="T28" fmla="*/ 0 w 194"/>
                <a:gd name="T29" fmla="*/ 2147483646 h 869"/>
                <a:gd name="T30" fmla="*/ 0 w 194"/>
                <a:gd name="T31" fmla="*/ 2147483646 h 869"/>
                <a:gd name="T32" fmla="*/ 2147483646 w 194"/>
                <a:gd name="T33" fmla="*/ 2147483646 h 869"/>
                <a:gd name="T34" fmla="*/ 2147483646 w 194"/>
                <a:gd name="T35" fmla="*/ 2147483646 h 869"/>
                <a:gd name="T36" fmla="*/ 2147483646 w 194"/>
                <a:gd name="T37" fmla="*/ 2147483646 h 869"/>
                <a:gd name="T38" fmla="*/ 2147483646 w 194"/>
                <a:gd name="T39" fmla="*/ 2147483646 h 869"/>
                <a:gd name="T40" fmla="*/ 2147483646 w 194"/>
                <a:gd name="T41" fmla="*/ 2147483646 h 869"/>
                <a:gd name="T42" fmla="*/ 2147483646 w 194"/>
                <a:gd name="T43" fmla="*/ 2147483646 h 869"/>
                <a:gd name="T44" fmla="*/ 2147483646 w 194"/>
                <a:gd name="T45" fmla="*/ 2147483646 h 869"/>
                <a:gd name="T46" fmla="*/ 2147483646 w 194"/>
                <a:gd name="T47" fmla="*/ 2147483646 h 869"/>
                <a:gd name="T48" fmla="*/ 2147483646 w 194"/>
                <a:gd name="T49" fmla="*/ 2147483646 h 869"/>
                <a:gd name="T50" fmla="*/ 2147483646 w 194"/>
                <a:gd name="T51" fmla="*/ 2147483646 h 869"/>
                <a:gd name="T52" fmla="*/ 2147483646 w 194"/>
                <a:gd name="T53" fmla="*/ 2147483646 h 869"/>
                <a:gd name="T54" fmla="*/ 2147483646 w 194"/>
                <a:gd name="T55" fmla="*/ 2147483646 h 869"/>
                <a:gd name="T56" fmla="*/ 2147483646 w 194"/>
                <a:gd name="T57" fmla="*/ 2147483646 h 869"/>
                <a:gd name="T58" fmla="*/ 2147483646 w 194"/>
                <a:gd name="T59" fmla="*/ 2147483646 h 869"/>
                <a:gd name="T60" fmla="*/ 2147483646 w 194"/>
                <a:gd name="T61" fmla="*/ 2147483646 h 869"/>
                <a:gd name="T62" fmla="*/ 2147483646 w 194"/>
                <a:gd name="T63" fmla="*/ 2147483646 h 869"/>
                <a:gd name="T64" fmla="*/ 2147483646 w 194"/>
                <a:gd name="T65" fmla="*/ 2147483646 h 869"/>
                <a:gd name="T66" fmla="*/ 2147483646 w 194"/>
                <a:gd name="T67" fmla="*/ 0 h 8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94" h="869">
                  <a:moveTo>
                    <a:pt x="194" y="0"/>
                  </a:moveTo>
                  <a:lnTo>
                    <a:pt x="166" y="22"/>
                  </a:lnTo>
                  <a:lnTo>
                    <a:pt x="142" y="44"/>
                  </a:lnTo>
                  <a:lnTo>
                    <a:pt x="119" y="69"/>
                  </a:lnTo>
                  <a:lnTo>
                    <a:pt x="100" y="95"/>
                  </a:lnTo>
                  <a:lnTo>
                    <a:pt x="80" y="121"/>
                  </a:lnTo>
                  <a:lnTo>
                    <a:pt x="64" y="148"/>
                  </a:lnTo>
                  <a:lnTo>
                    <a:pt x="49" y="178"/>
                  </a:lnTo>
                  <a:lnTo>
                    <a:pt x="38" y="207"/>
                  </a:lnTo>
                  <a:lnTo>
                    <a:pt x="26" y="238"/>
                  </a:lnTo>
                  <a:lnTo>
                    <a:pt x="18" y="269"/>
                  </a:lnTo>
                  <a:lnTo>
                    <a:pt x="12" y="300"/>
                  </a:lnTo>
                  <a:lnTo>
                    <a:pt x="7" y="332"/>
                  </a:lnTo>
                  <a:lnTo>
                    <a:pt x="2" y="363"/>
                  </a:lnTo>
                  <a:lnTo>
                    <a:pt x="0" y="396"/>
                  </a:lnTo>
                  <a:lnTo>
                    <a:pt x="0" y="428"/>
                  </a:lnTo>
                  <a:lnTo>
                    <a:pt x="2" y="461"/>
                  </a:lnTo>
                  <a:lnTo>
                    <a:pt x="4" y="492"/>
                  </a:lnTo>
                  <a:lnTo>
                    <a:pt x="9" y="524"/>
                  </a:lnTo>
                  <a:lnTo>
                    <a:pt x="15" y="555"/>
                  </a:lnTo>
                  <a:lnTo>
                    <a:pt x="22" y="586"/>
                  </a:lnTo>
                  <a:lnTo>
                    <a:pt x="30" y="616"/>
                  </a:lnTo>
                  <a:lnTo>
                    <a:pt x="39" y="645"/>
                  </a:lnTo>
                  <a:lnTo>
                    <a:pt x="49" y="674"/>
                  </a:lnTo>
                  <a:lnTo>
                    <a:pt x="62" y="700"/>
                  </a:lnTo>
                  <a:lnTo>
                    <a:pt x="75" y="726"/>
                  </a:lnTo>
                  <a:lnTo>
                    <a:pt x="88" y="752"/>
                  </a:lnTo>
                  <a:lnTo>
                    <a:pt x="105" y="775"/>
                  </a:lnTo>
                  <a:lnTo>
                    <a:pt x="121" y="798"/>
                  </a:lnTo>
                  <a:lnTo>
                    <a:pt x="137" y="819"/>
                  </a:lnTo>
                  <a:lnTo>
                    <a:pt x="155" y="837"/>
                  </a:lnTo>
                  <a:lnTo>
                    <a:pt x="174" y="855"/>
                  </a:lnTo>
                  <a:lnTo>
                    <a:pt x="194" y="869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28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54" name="Freeform 28">
              <a:extLst>
                <a:ext uri="{FF2B5EF4-FFF2-40B4-BE49-F238E27FC236}">
                  <a16:creationId xmlns:a16="http://schemas.microsoft.com/office/drawing/2014/main" id="{1645E6C5-2404-4BBE-94BC-A1ABB3A75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9050" y="4089400"/>
              <a:ext cx="153988" cy="690563"/>
            </a:xfrm>
            <a:custGeom>
              <a:avLst/>
              <a:gdLst>
                <a:gd name="T0" fmla="*/ 0 w 194"/>
                <a:gd name="T1" fmla="*/ 0 h 869"/>
                <a:gd name="T2" fmla="*/ 2147483646 w 194"/>
                <a:gd name="T3" fmla="*/ 2147483646 h 869"/>
                <a:gd name="T4" fmla="*/ 2147483646 w 194"/>
                <a:gd name="T5" fmla="*/ 2147483646 h 869"/>
                <a:gd name="T6" fmla="*/ 2147483646 w 194"/>
                <a:gd name="T7" fmla="*/ 2147483646 h 869"/>
                <a:gd name="T8" fmla="*/ 2147483646 w 194"/>
                <a:gd name="T9" fmla="*/ 2147483646 h 869"/>
                <a:gd name="T10" fmla="*/ 2147483646 w 194"/>
                <a:gd name="T11" fmla="*/ 2147483646 h 869"/>
                <a:gd name="T12" fmla="*/ 2147483646 w 194"/>
                <a:gd name="T13" fmla="*/ 2147483646 h 869"/>
                <a:gd name="T14" fmla="*/ 2147483646 w 194"/>
                <a:gd name="T15" fmla="*/ 2147483646 h 869"/>
                <a:gd name="T16" fmla="*/ 2147483646 w 194"/>
                <a:gd name="T17" fmla="*/ 2147483646 h 869"/>
                <a:gd name="T18" fmla="*/ 2147483646 w 194"/>
                <a:gd name="T19" fmla="*/ 2147483646 h 869"/>
                <a:gd name="T20" fmla="*/ 2147483646 w 194"/>
                <a:gd name="T21" fmla="*/ 2147483646 h 869"/>
                <a:gd name="T22" fmla="*/ 2147483646 w 194"/>
                <a:gd name="T23" fmla="*/ 2147483646 h 869"/>
                <a:gd name="T24" fmla="*/ 2147483646 w 194"/>
                <a:gd name="T25" fmla="*/ 2147483646 h 869"/>
                <a:gd name="T26" fmla="*/ 2147483646 w 194"/>
                <a:gd name="T27" fmla="*/ 2147483646 h 869"/>
                <a:gd name="T28" fmla="*/ 2147483646 w 194"/>
                <a:gd name="T29" fmla="*/ 2147483646 h 869"/>
                <a:gd name="T30" fmla="*/ 2147483646 w 194"/>
                <a:gd name="T31" fmla="*/ 2147483646 h 869"/>
                <a:gd name="T32" fmla="*/ 2147483646 w 194"/>
                <a:gd name="T33" fmla="*/ 2147483646 h 869"/>
                <a:gd name="T34" fmla="*/ 2147483646 w 194"/>
                <a:gd name="T35" fmla="*/ 2147483646 h 869"/>
                <a:gd name="T36" fmla="*/ 2147483646 w 194"/>
                <a:gd name="T37" fmla="*/ 2147483646 h 869"/>
                <a:gd name="T38" fmla="*/ 2147483646 w 194"/>
                <a:gd name="T39" fmla="*/ 2147483646 h 869"/>
                <a:gd name="T40" fmla="*/ 2147483646 w 194"/>
                <a:gd name="T41" fmla="*/ 2147483646 h 869"/>
                <a:gd name="T42" fmla="*/ 2147483646 w 194"/>
                <a:gd name="T43" fmla="*/ 2147483646 h 869"/>
                <a:gd name="T44" fmla="*/ 2147483646 w 194"/>
                <a:gd name="T45" fmla="*/ 2147483646 h 869"/>
                <a:gd name="T46" fmla="*/ 2147483646 w 194"/>
                <a:gd name="T47" fmla="*/ 2147483646 h 869"/>
                <a:gd name="T48" fmla="*/ 2147483646 w 194"/>
                <a:gd name="T49" fmla="*/ 2147483646 h 869"/>
                <a:gd name="T50" fmla="*/ 2147483646 w 194"/>
                <a:gd name="T51" fmla="*/ 2147483646 h 869"/>
                <a:gd name="T52" fmla="*/ 2147483646 w 194"/>
                <a:gd name="T53" fmla="*/ 2147483646 h 869"/>
                <a:gd name="T54" fmla="*/ 2147483646 w 194"/>
                <a:gd name="T55" fmla="*/ 2147483646 h 869"/>
                <a:gd name="T56" fmla="*/ 2147483646 w 194"/>
                <a:gd name="T57" fmla="*/ 2147483646 h 869"/>
                <a:gd name="T58" fmla="*/ 2147483646 w 194"/>
                <a:gd name="T59" fmla="*/ 2147483646 h 869"/>
                <a:gd name="T60" fmla="*/ 2147483646 w 194"/>
                <a:gd name="T61" fmla="*/ 2147483646 h 869"/>
                <a:gd name="T62" fmla="*/ 2147483646 w 194"/>
                <a:gd name="T63" fmla="*/ 2147483646 h 869"/>
                <a:gd name="T64" fmla="*/ 0 w 194"/>
                <a:gd name="T65" fmla="*/ 2147483646 h 869"/>
                <a:gd name="T66" fmla="*/ 0 w 194"/>
                <a:gd name="T67" fmla="*/ 0 h 8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94" h="869">
                  <a:moveTo>
                    <a:pt x="0" y="0"/>
                  </a:moveTo>
                  <a:lnTo>
                    <a:pt x="28" y="22"/>
                  </a:lnTo>
                  <a:lnTo>
                    <a:pt x="52" y="44"/>
                  </a:lnTo>
                  <a:lnTo>
                    <a:pt x="75" y="69"/>
                  </a:lnTo>
                  <a:lnTo>
                    <a:pt x="95" y="95"/>
                  </a:lnTo>
                  <a:lnTo>
                    <a:pt x="114" y="121"/>
                  </a:lnTo>
                  <a:lnTo>
                    <a:pt x="130" y="148"/>
                  </a:lnTo>
                  <a:lnTo>
                    <a:pt x="143" y="178"/>
                  </a:lnTo>
                  <a:lnTo>
                    <a:pt x="156" y="207"/>
                  </a:lnTo>
                  <a:lnTo>
                    <a:pt x="168" y="238"/>
                  </a:lnTo>
                  <a:lnTo>
                    <a:pt x="176" y="269"/>
                  </a:lnTo>
                  <a:lnTo>
                    <a:pt x="182" y="300"/>
                  </a:lnTo>
                  <a:lnTo>
                    <a:pt x="187" y="332"/>
                  </a:lnTo>
                  <a:lnTo>
                    <a:pt x="192" y="363"/>
                  </a:lnTo>
                  <a:lnTo>
                    <a:pt x="194" y="396"/>
                  </a:lnTo>
                  <a:lnTo>
                    <a:pt x="194" y="428"/>
                  </a:lnTo>
                  <a:lnTo>
                    <a:pt x="192" y="461"/>
                  </a:lnTo>
                  <a:lnTo>
                    <a:pt x="189" y="492"/>
                  </a:lnTo>
                  <a:lnTo>
                    <a:pt x="186" y="524"/>
                  </a:lnTo>
                  <a:lnTo>
                    <a:pt x="179" y="555"/>
                  </a:lnTo>
                  <a:lnTo>
                    <a:pt x="173" y="586"/>
                  </a:lnTo>
                  <a:lnTo>
                    <a:pt x="165" y="616"/>
                  </a:lnTo>
                  <a:lnTo>
                    <a:pt x="155" y="645"/>
                  </a:lnTo>
                  <a:lnTo>
                    <a:pt x="145" y="674"/>
                  </a:lnTo>
                  <a:lnTo>
                    <a:pt x="132" y="700"/>
                  </a:lnTo>
                  <a:lnTo>
                    <a:pt x="119" y="726"/>
                  </a:lnTo>
                  <a:lnTo>
                    <a:pt x="104" y="752"/>
                  </a:lnTo>
                  <a:lnTo>
                    <a:pt x="90" y="775"/>
                  </a:lnTo>
                  <a:lnTo>
                    <a:pt x="73" y="798"/>
                  </a:lnTo>
                  <a:lnTo>
                    <a:pt x="57" y="819"/>
                  </a:lnTo>
                  <a:lnTo>
                    <a:pt x="39" y="837"/>
                  </a:lnTo>
                  <a:lnTo>
                    <a:pt x="20" y="855"/>
                  </a:lnTo>
                  <a:lnTo>
                    <a:pt x="0" y="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F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55" name="Freeform 29">
              <a:extLst>
                <a:ext uri="{FF2B5EF4-FFF2-40B4-BE49-F238E27FC236}">
                  <a16:creationId xmlns:a16="http://schemas.microsoft.com/office/drawing/2014/main" id="{FFC835D8-61F0-412B-A9E5-6C0541F03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8200" y="4587875"/>
              <a:ext cx="925513" cy="927100"/>
            </a:xfrm>
            <a:custGeom>
              <a:avLst/>
              <a:gdLst>
                <a:gd name="T0" fmla="*/ 2147483646 w 1168"/>
                <a:gd name="T1" fmla="*/ 2147483646 h 1168"/>
                <a:gd name="T2" fmla="*/ 2147483646 w 1168"/>
                <a:gd name="T3" fmla="*/ 2147483646 h 1168"/>
                <a:gd name="T4" fmla="*/ 2147483646 w 1168"/>
                <a:gd name="T5" fmla="*/ 2147483646 h 1168"/>
                <a:gd name="T6" fmla="*/ 2147483646 w 1168"/>
                <a:gd name="T7" fmla="*/ 2147483646 h 1168"/>
                <a:gd name="T8" fmla="*/ 2147483646 w 1168"/>
                <a:gd name="T9" fmla="*/ 2147483646 h 1168"/>
                <a:gd name="T10" fmla="*/ 2147483646 w 1168"/>
                <a:gd name="T11" fmla="*/ 2147483646 h 1168"/>
                <a:gd name="T12" fmla="*/ 2147483646 w 1168"/>
                <a:gd name="T13" fmla="*/ 2147483646 h 1168"/>
                <a:gd name="T14" fmla="*/ 2147483646 w 1168"/>
                <a:gd name="T15" fmla="*/ 2147483646 h 1168"/>
                <a:gd name="T16" fmla="*/ 2147483646 w 1168"/>
                <a:gd name="T17" fmla="*/ 2147483646 h 1168"/>
                <a:gd name="T18" fmla="*/ 2147483646 w 1168"/>
                <a:gd name="T19" fmla="*/ 2147483646 h 1168"/>
                <a:gd name="T20" fmla="*/ 0 w 1168"/>
                <a:gd name="T21" fmla="*/ 2147483646 h 1168"/>
                <a:gd name="T22" fmla="*/ 2147483646 w 1168"/>
                <a:gd name="T23" fmla="*/ 2147483646 h 1168"/>
                <a:gd name="T24" fmla="*/ 2147483646 w 1168"/>
                <a:gd name="T25" fmla="*/ 2147483646 h 1168"/>
                <a:gd name="T26" fmla="*/ 2147483646 w 1168"/>
                <a:gd name="T27" fmla="*/ 2147483646 h 1168"/>
                <a:gd name="T28" fmla="*/ 2147483646 w 1168"/>
                <a:gd name="T29" fmla="*/ 2147483646 h 1168"/>
                <a:gd name="T30" fmla="*/ 2147483646 w 1168"/>
                <a:gd name="T31" fmla="*/ 2147483646 h 1168"/>
                <a:gd name="T32" fmla="*/ 2147483646 w 1168"/>
                <a:gd name="T33" fmla="*/ 2147483646 h 1168"/>
                <a:gd name="T34" fmla="*/ 2147483646 w 1168"/>
                <a:gd name="T35" fmla="*/ 2147483646 h 1168"/>
                <a:gd name="T36" fmla="*/ 2147483646 w 1168"/>
                <a:gd name="T37" fmla="*/ 2147483646 h 1168"/>
                <a:gd name="T38" fmla="*/ 2147483646 w 1168"/>
                <a:gd name="T39" fmla="*/ 2147483646 h 1168"/>
                <a:gd name="T40" fmla="*/ 2147483646 w 1168"/>
                <a:gd name="T41" fmla="*/ 2147483646 h 1168"/>
                <a:gd name="T42" fmla="*/ 2147483646 w 1168"/>
                <a:gd name="T43" fmla="*/ 2147483646 h 1168"/>
                <a:gd name="T44" fmla="*/ 2147483646 w 1168"/>
                <a:gd name="T45" fmla="*/ 2147483646 h 1168"/>
                <a:gd name="T46" fmla="*/ 2147483646 w 1168"/>
                <a:gd name="T47" fmla="*/ 2147483646 h 1168"/>
                <a:gd name="T48" fmla="*/ 2147483646 w 1168"/>
                <a:gd name="T49" fmla="*/ 2147483646 h 1168"/>
                <a:gd name="T50" fmla="*/ 2147483646 w 1168"/>
                <a:gd name="T51" fmla="*/ 2147483646 h 1168"/>
                <a:gd name="T52" fmla="*/ 2147483646 w 1168"/>
                <a:gd name="T53" fmla="*/ 2147483646 h 1168"/>
                <a:gd name="T54" fmla="*/ 2147483646 w 1168"/>
                <a:gd name="T55" fmla="*/ 2147483646 h 1168"/>
                <a:gd name="T56" fmla="*/ 2147483646 w 1168"/>
                <a:gd name="T57" fmla="*/ 2147483646 h 1168"/>
                <a:gd name="T58" fmla="*/ 2147483646 w 1168"/>
                <a:gd name="T59" fmla="*/ 2147483646 h 1168"/>
                <a:gd name="T60" fmla="*/ 2147483646 w 1168"/>
                <a:gd name="T61" fmla="*/ 2147483646 h 1168"/>
                <a:gd name="T62" fmla="*/ 2147483646 w 1168"/>
                <a:gd name="T63" fmla="*/ 2147483646 h 1168"/>
                <a:gd name="T64" fmla="*/ 2147483646 w 1168"/>
                <a:gd name="T65" fmla="*/ 2147483646 h 1168"/>
                <a:gd name="T66" fmla="*/ 2147483646 w 1168"/>
                <a:gd name="T67" fmla="*/ 2147483646 h 1168"/>
                <a:gd name="T68" fmla="*/ 2147483646 w 1168"/>
                <a:gd name="T69" fmla="*/ 2147483646 h 1168"/>
                <a:gd name="T70" fmla="*/ 2147483646 w 1168"/>
                <a:gd name="T71" fmla="*/ 2147483646 h 1168"/>
                <a:gd name="T72" fmla="*/ 2147483646 w 1168"/>
                <a:gd name="T73" fmla="*/ 2147483646 h 1168"/>
                <a:gd name="T74" fmla="*/ 2147483646 w 1168"/>
                <a:gd name="T75" fmla="*/ 2147483646 h 1168"/>
                <a:gd name="T76" fmla="*/ 2147483646 w 1168"/>
                <a:gd name="T77" fmla="*/ 2147483646 h 1168"/>
                <a:gd name="T78" fmla="*/ 2147483646 w 1168"/>
                <a:gd name="T79" fmla="*/ 2147483646 h 1168"/>
                <a:gd name="T80" fmla="*/ 2147483646 w 1168"/>
                <a:gd name="T81" fmla="*/ 2147483646 h 1168"/>
                <a:gd name="T82" fmla="*/ 2147483646 w 1168"/>
                <a:gd name="T83" fmla="*/ 2147483646 h 1168"/>
                <a:gd name="T84" fmla="*/ 2147483646 w 1168"/>
                <a:gd name="T85" fmla="*/ 2147483646 h 1168"/>
                <a:gd name="T86" fmla="*/ 2147483646 w 1168"/>
                <a:gd name="T87" fmla="*/ 0 h 116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68" h="1168">
                  <a:moveTo>
                    <a:pt x="584" y="0"/>
                  </a:moveTo>
                  <a:lnTo>
                    <a:pt x="555" y="0"/>
                  </a:lnTo>
                  <a:lnTo>
                    <a:pt x="524" y="3"/>
                  </a:lnTo>
                  <a:lnTo>
                    <a:pt x="495" y="6"/>
                  </a:lnTo>
                  <a:lnTo>
                    <a:pt x="467" y="11"/>
                  </a:lnTo>
                  <a:lnTo>
                    <a:pt x="438" y="17"/>
                  </a:lnTo>
                  <a:lnTo>
                    <a:pt x="410" y="26"/>
                  </a:lnTo>
                  <a:lnTo>
                    <a:pt x="384" y="35"/>
                  </a:lnTo>
                  <a:lnTo>
                    <a:pt x="356" y="45"/>
                  </a:lnTo>
                  <a:lnTo>
                    <a:pt x="330" y="56"/>
                  </a:lnTo>
                  <a:lnTo>
                    <a:pt x="306" y="69"/>
                  </a:lnTo>
                  <a:lnTo>
                    <a:pt x="282" y="84"/>
                  </a:lnTo>
                  <a:lnTo>
                    <a:pt x="257" y="99"/>
                  </a:lnTo>
                  <a:lnTo>
                    <a:pt x="234" y="115"/>
                  </a:lnTo>
                  <a:lnTo>
                    <a:pt x="213" y="133"/>
                  </a:lnTo>
                  <a:lnTo>
                    <a:pt x="192" y="151"/>
                  </a:lnTo>
                  <a:lnTo>
                    <a:pt x="171" y="170"/>
                  </a:lnTo>
                  <a:lnTo>
                    <a:pt x="151" y="192"/>
                  </a:lnTo>
                  <a:lnTo>
                    <a:pt x="134" y="213"/>
                  </a:lnTo>
                  <a:lnTo>
                    <a:pt x="116" y="234"/>
                  </a:lnTo>
                  <a:lnTo>
                    <a:pt x="99" y="257"/>
                  </a:lnTo>
                  <a:lnTo>
                    <a:pt x="85" y="281"/>
                  </a:lnTo>
                  <a:lnTo>
                    <a:pt x="70" y="305"/>
                  </a:lnTo>
                  <a:lnTo>
                    <a:pt x="57" y="330"/>
                  </a:lnTo>
                  <a:lnTo>
                    <a:pt x="46" y="356"/>
                  </a:lnTo>
                  <a:lnTo>
                    <a:pt x="36" y="384"/>
                  </a:lnTo>
                  <a:lnTo>
                    <a:pt x="26" y="410"/>
                  </a:lnTo>
                  <a:lnTo>
                    <a:pt x="18" y="437"/>
                  </a:lnTo>
                  <a:lnTo>
                    <a:pt x="12" y="467"/>
                  </a:lnTo>
                  <a:lnTo>
                    <a:pt x="7" y="494"/>
                  </a:lnTo>
                  <a:lnTo>
                    <a:pt x="3" y="523"/>
                  </a:lnTo>
                  <a:lnTo>
                    <a:pt x="0" y="554"/>
                  </a:lnTo>
                  <a:lnTo>
                    <a:pt x="0" y="584"/>
                  </a:lnTo>
                  <a:lnTo>
                    <a:pt x="0" y="615"/>
                  </a:lnTo>
                  <a:lnTo>
                    <a:pt x="3" y="644"/>
                  </a:lnTo>
                  <a:lnTo>
                    <a:pt x="7" y="673"/>
                  </a:lnTo>
                  <a:lnTo>
                    <a:pt x="12" y="701"/>
                  </a:lnTo>
                  <a:lnTo>
                    <a:pt x="18" y="730"/>
                  </a:lnTo>
                  <a:lnTo>
                    <a:pt x="26" y="758"/>
                  </a:lnTo>
                  <a:lnTo>
                    <a:pt x="36" y="785"/>
                  </a:lnTo>
                  <a:lnTo>
                    <a:pt x="46" y="812"/>
                  </a:lnTo>
                  <a:lnTo>
                    <a:pt x="57" y="838"/>
                  </a:lnTo>
                  <a:lnTo>
                    <a:pt x="70" y="862"/>
                  </a:lnTo>
                  <a:lnTo>
                    <a:pt x="85" y="886"/>
                  </a:lnTo>
                  <a:lnTo>
                    <a:pt x="99" y="911"/>
                  </a:lnTo>
                  <a:lnTo>
                    <a:pt x="116" y="934"/>
                  </a:lnTo>
                  <a:lnTo>
                    <a:pt x="134" y="956"/>
                  </a:lnTo>
                  <a:lnTo>
                    <a:pt x="151" y="977"/>
                  </a:lnTo>
                  <a:lnTo>
                    <a:pt x="171" y="997"/>
                  </a:lnTo>
                  <a:lnTo>
                    <a:pt x="192" y="1017"/>
                  </a:lnTo>
                  <a:lnTo>
                    <a:pt x="213" y="1034"/>
                  </a:lnTo>
                  <a:lnTo>
                    <a:pt x="234" y="1052"/>
                  </a:lnTo>
                  <a:lnTo>
                    <a:pt x="257" y="1069"/>
                  </a:lnTo>
                  <a:lnTo>
                    <a:pt x="282" y="1083"/>
                  </a:lnTo>
                  <a:lnTo>
                    <a:pt x="306" y="1098"/>
                  </a:lnTo>
                  <a:lnTo>
                    <a:pt x="330" y="1111"/>
                  </a:lnTo>
                  <a:lnTo>
                    <a:pt x="356" y="1122"/>
                  </a:lnTo>
                  <a:lnTo>
                    <a:pt x="384" y="1132"/>
                  </a:lnTo>
                  <a:lnTo>
                    <a:pt x="410" y="1142"/>
                  </a:lnTo>
                  <a:lnTo>
                    <a:pt x="438" y="1150"/>
                  </a:lnTo>
                  <a:lnTo>
                    <a:pt x="467" y="1156"/>
                  </a:lnTo>
                  <a:lnTo>
                    <a:pt x="495" y="1161"/>
                  </a:lnTo>
                  <a:lnTo>
                    <a:pt x="524" y="1165"/>
                  </a:lnTo>
                  <a:lnTo>
                    <a:pt x="555" y="1168"/>
                  </a:lnTo>
                  <a:lnTo>
                    <a:pt x="584" y="1168"/>
                  </a:lnTo>
                  <a:lnTo>
                    <a:pt x="615" y="1168"/>
                  </a:lnTo>
                  <a:lnTo>
                    <a:pt x="644" y="1165"/>
                  </a:lnTo>
                  <a:lnTo>
                    <a:pt x="673" y="1161"/>
                  </a:lnTo>
                  <a:lnTo>
                    <a:pt x="701" y="1156"/>
                  </a:lnTo>
                  <a:lnTo>
                    <a:pt x="730" y="1150"/>
                  </a:lnTo>
                  <a:lnTo>
                    <a:pt x="758" y="1142"/>
                  </a:lnTo>
                  <a:lnTo>
                    <a:pt x="786" y="1132"/>
                  </a:lnTo>
                  <a:lnTo>
                    <a:pt x="812" y="1122"/>
                  </a:lnTo>
                  <a:lnTo>
                    <a:pt x="838" y="1111"/>
                  </a:lnTo>
                  <a:lnTo>
                    <a:pt x="862" y="1098"/>
                  </a:lnTo>
                  <a:lnTo>
                    <a:pt x="886" y="1083"/>
                  </a:lnTo>
                  <a:lnTo>
                    <a:pt x="911" y="1069"/>
                  </a:lnTo>
                  <a:lnTo>
                    <a:pt x="934" y="1052"/>
                  </a:lnTo>
                  <a:lnTo>
                    <a:pt x="956" y="1034"/>
                  </a:lnTo>
                  <a:lnTo>
                    <a:pt x="977" y="1017"/>
                  </a:lnTo>
                  <a:lnTo>
                    <a:pt x="997" y="997"/>
                  </a:lnTo>
                  <a:lnTo>
                    <a:pt x="1016" y="977"/>
                  </a:lnTo>
                  <a:lnTo>
                    <a:pt x="1034" y="956"/>
                  </a:lnTo>
                  <a:lnTo>
                    <a:pt x="1052" y="934"/>
                  </a:lnTo>
                  <a:lnTo>
                    <a:pt x="1068" y="911"/>
                  </a:lnTo>
                  <a:lnTo>
                    <a:pt x="1083" y="886"/>
                  </a:lnTo>
                  <a:lnTo>
                    <a:pt x="1098" y="862"/>
                  </a:lnTo>
                  <a:lnTo>
                    <a:pt x="1111" y="838"/>
                  </a:lnTo>
                  <a:lnTo>
                    <a:pt x="1122" y="812"/>
                  </a:lnTo>
                  <a:lnTo>
                    <a:pt x="1134" y="785"/>
                  </a:lnTo>
                  <a:lnTo>
                    <a:pt x="1142" y="758"/>
                  </a:lnTo>
                  <a:lnTo>
                    <a:pt x="1150" y="730"/>
                  </a:lnTo>
                  <a:lnTo>
                    <a:pt x="1156" y="701"/>
                  </a:lnTo>
                  <a:lnTo>
                    <a:pt x="1161" y="673"/>
                  </a:lnTo>
                  <a:lnTo>
                    <a:pt x="1164" y="644"/>
                  </a:lnTo>
                  <a:lnTo>
                    <a:pt x="1168" y="615"/>
                  </a:lnTo>
                  <a:lnTo>
                    <a:pt x="1168" y="584"/>
                  </a:lnTo>
                  <a:lnTo>
                    <a:pt x="1168" y="554"/>
                  </a:lnTo>
                  <a:lnTo>
                    <a:pt x="1164" y="523"/>
                  </a:lnTo>
                  <a:lnTo>
                    <a:pt x="1161" y="494"/>
                  </a:lnTo>
                  <a:lnTo>
                    <a:pt x="1156" y="467"/>
                  </a:lnTo>
                  <a:lnTo>
                    <a:pt x="1150" y="437"/>
                  </a:lnTo>
                  <a:lnTo>
                    <a:pt x="1142" y="410"/>
                  </a:lnTo>
                  <a:lnTo>
                    <a:pt x="1134" y="384"/>
                  </a:lnTo>
                  <a:lnTo>
                    <a:pt x="1122" y="356"/>
                  </a:lnTo>
                  <a:lnTo>
                    <a:pt x="1111" y="330"/>
                  </a:lnTo>
                  <a:lnTo>
                    <a:pt x="1098" y="305"/>
                  </a:lnTo>
                  <a:lnTo>
                    <a:pt x="1083" y="281"/>
                  </a:lnTo>
                  <a:lnTo>
                    <a:pt x="1068" y="257"/>
                  </a:lnTo>
                  <a:lnTo>
                    <a:pt x="1052" y="234"/>
                  </a:lnTo>
                  <a:lnTo>
                    <a:pt x="1034" y="213"/>
                  </a:lnTo>
                  <a:lnTo>
                    <a:pt x="1016" y="192"/>
                  </a:lnTo>
                  <a:lnTo>
                    <a:pt x="997" y="170"/>
                  </a:lnTo>
                  <a:lnTo>
                    <a:pt x="977" y="151"/>
                  </a:lnTo>
                  <a:lnTo>
                    <a:pt x="956" y="133"/>
                  </a:lnTo>
                  <a:lnTo>
                    <a:pt x="934" y="115"/>
                  </a:lnTo>
                  <a:lnTo>
                    <a:pt x="911" y="99"/>
                  </a:lnTo>
                  <a:lnTo>
                    <a:pt x="886" y="84"/>
                  </a:lnTo>
                  <a:lnTo>
                    <a:pt x="862" y="69"/>
                  </a:lnTo>
                  <a:lnTo>
                    <a:pt x="838" y="56"/>
                  </a:lnTo>
                  <a:lnTo>
                    <a:pt x="812" y="45"/>
                  </a:lnTo>
                  <a:lnTo>
                    <a:pt x="786" y="35"/>
                  </a:lnTo>
                  <a:lnTo>
                    <a:pt x="758" y="26"/>
                  </a:lnTo>
                  <a:lnTo>
                    <a:pt x="730" y="17"/>
                  </a:lnTo>
                  <a:lnTo>
                    <a:pt x="701" y="11"/>
                  </a:lnTo>
                  <a:lnTo>
                    <a:pt x="673" y="6"/>
                  </a:lnTo>
                  <a:lnTo>
                    <a:pt x="644" y="3"/>
                  </a:lnTo>
                  <a:lnTo>
                    <a:pt x="615" y="0"/>
                  </a:lnTo>
                  <a:lnTo>
                    <a:pt x="584" y="0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56" name="Freeform 30">
              <a:extLst>
                <a:ext uri="{FF2B5EF4-FFF2-40B4-BE49-F238E27FC236}">
                  <a16:creationId xmlns:a16="http://schemas.microsoft.com/office/drawing/2014/main" id="{6A491E15-5467-4B3D-95AC-1F73D4826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638" y="3968750"/>
              <a:ext cx="925512" cy="927100"/>
            </a:xfrm>
            <a:custGeom>
              <a:avLst/>
              <a:gdLst>
                <a:gd name="T0" fmla="*/ 2147483646 w 1167"/>
                <a:gd name="T1" fmla="*/ 2147483646 h 1169"/>
                <a:gd name="T2" fmla="*/ 2147483646 w 1167"/>
                <a:gd name="T3" fmla="*/ 2147483646 h 1169"/>
                <a:gd name="T4" fmla="*/ 2147483646 w 1167"/>
                <a:gd name="T5" fmla="*/ 2147483646 h 1169"/>
                <a:gd name="T6" fmla="*/ 2147483646 w 1167"/>
                <a:gd name="T7" fmla="*/ 2147483646 h 1169"/>
                <a:gd name="T8" fmla="*/ 2147483646 w 1167"/>
                <a:gd name="T9" fmla="*/ 2147483646 h 1169"/>
                <a:gd name="T10" fmla="*/ 2147483646 w 1167"/>
                <a:gd name="T11" fmla="*/ 2147483646 h 1169"/>
                <a:gd name="T12" fmla="*/ 2147483646 w 1167"/>
                <a:gd name="T13" fmla="*/ 2147483646 h 1169"/>
                <a:gd name="T14" fmla="*/ 2147483646 w 1167"/>
                <a:gd name="T15" fmla="*/ 2147483646 h 1169"/>
                <a:gd name="T16" fmla="*/ 2147483646 w 1167"/>
                <a:gd name="T17" fmla="*/ 2147483646 h 1169"/>
                <a:gd name="T18" fmla="*/ 2147483646 w 1167"/>
                <a:gd name="T19" fmla="*/ 2147483646 h 1169"/>
                <a:gd name="T20" fmla="*/ 0 w 1167"/>
                <a:gd name="T21" fmla="*/ 2147483646 h 1169"/>
                <a:gd name="T22" fmla="*/ 2147483646 w 1167"/>
                <a:gd name="T23" fmla="*/ 2147483646 h 1169"/>
                <a:gd name="T24" fmla="*/ 2147483646 w 1167"/>
                <a:gd name="T25" fmla="*/ 2147483646 h 1169"/>
                <a:gd name="T26" fmla="*/ 2147483646 w 1167"/>
                <a:gd name="T27" fmla="*/ 2147483646 h 1169"/>
                <a:gd name="T28" fmla="*/ 2147483646 w 1167"/>
                <a:gd name="T29" fmla="*/ 2147483646 h 1169"/>
                <a:gd name="T30" fmla="*/ 2147483646 w 1167"/>
                <a:gd name="T31" fmla="*/ 2147483646 h 1169"/>
                <a:gd name="T32" fmla="*/ 2147483646 w 1167"/>
                <a:gd name="T33" fmla="*/ 2147483646 h 1169"/>
                <a:gd name="T34" fmla="*/ 2147483646 w 1167"/>
                <a:gd name="T35" fmla="*/ 2147483646 h 1169"/>
                <a:gd name="T36" fmla="*/ 2147483646 w 1167"/>
                <a:gd name="T37" fmla="*/ 2147483646 h 1169"/>
                <a:gd name="T38" fmla="*/ 2147483646 w 1167"/>
                <a:gd name="T39" fmla="*/ 2147483646 h 1169"/>
                <a:gd name="T40" fmla="*/ 2147483646 w 1167"/>
                <a:gd name="T41" fmla="*/ 2147483646 h 1169"/>
                <a:gd name="T42" fmla="*/ 2147483646 w 1167"/>
                <a:gd name="T43" fmla="*/ 2147483646 h 1169"/>
                <a:gd name="T44" fmla="*/ 2147483646 w 1167"/>
                <a:gd name="T45" fmla="*/ 2147483646 h 1169"/>
                <a:gd name="T46" fmla="*/ 2147483646 w 1167"/>
                <a:gd name="T47" fmla="*/ 2147483646 h 1169"/>
                <a:gd name="T48" fmla="*/ 2147483646 w 1167"/>
                <a:gd name="T49" fmla="*/ 2147483646 h 1169"/>
                <a:gd name="T50" fmla="*/ 2147483646 w 1167"/>
                <a:gd name="T51" fmla="*/ 2147483646 h 1169"/>
                <a:gd name="T52" fmla="*/ 2147483646 w 1167"/>
                <a:gd name="T53" fmla="*/ 2147483646 h 1169"/>
                <a:gd name="T54" fmla="*/ 2147483646 w 1167"/>
                <a:gd name="T55" fmla="*/ 2147483646 h 1169"/>
                <a:gd name="T56" fmla="*/ 2147483646 w 1167"/>
                <a:gd name="T57" fmla="*/ 2147483646 h 1169"/>
                <a:gd name="T58" fmla="*/ 2147483646 w 1167"/>
                <a:gd name="T59" fmla="*/ 2147483646 h 1169"/>
                <a:gd name="T60" fmla="*/ 2147483646 w 1167"/>
                <a:gd name="T61" fmla="*/ 2147483646 h 1169"/>
                <a:gd name="T62" fmla="*/ 2147483646 w 1167"/>
                <a:gd name="T63" fmla="*/ 2147483646 h 1169"/>
                <a:gd name="T64" fmla="*/ 2147483646 w 1167"/>
                <a:gd name="T65" fmla="*/ 2147483646 h 1169"/>
                <a:gd name="T66" fmla="*/ 2147483646 w 1167"/>
                <a:gd name="T67" fmla="*/ 2147483646 h 1169"/>
                <a:gd name="T68" fmla="*/ 2147483646 w 1167"/>
                <a:gd name="T69" fmla="*/ 2147483646 h 1169"/>
                <a:gd name="T70" fmla="*/ 2147483646 w 1167"/>
                <a:gd name="T71" fmla="*/ 2147483646 h 1169"/>
                <a:gd name="T72" fmla="*/ 2147483646 w 1167"/>
                <a:gd name="T73" fmla="*/ 2147483646 h 1169"/>
                <a:gd name="T74" fmla="*/ 2147483646 w 1167"/>
                <a:gd name="T75" fmla="*/ 2147483646 h 1169"/>
                <a:gd name="T76" fmla="*/ 2147483646 w 1167"/>
                <a:gd name="T77" fmla="*/ 2147483646 h 1169"/>
                <a:gd name="T78" fmla="*/ 2147483646 w 1167"/>
                <a:gd name="T79" fmla="*/ 2147483646 h 1169"/>
                <a:gd name="T80" fmla="*/ 2147483646 w 1167"/>
                <a:gd name="T81" fmla="*/ 2147483646 h 1169"/>
                <a:gd name="T82" fmla="*/ 2147483646 w 1167"/>
                <a:gd name="T83" fmla="*/ 2147483646 h 1169"/>
                <a:gd name="T84" fmla="*/ 2147483646 w 1167"/>
                <a:gd name="T85" fmla="*/ 2147483646 h 1169"/>
                <a:gd name="T86" fmla="*/ 2147483646 w 1167"/>
                <a:gd name="T87" fmla="*/ 0 h 116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67" h="1169">
                  <a:moveTo>
                    <a:pt x="584" y="0"/>
                  </a:moveTo>
                  <a:lnTo>
                    <a:pt x="554" y="0"/>
                  </a:lnTo>
                  <a:lnTo>
                    <a:pt x="524" y="4"/>
                  </a:lnTo>
                  <a:lnTo>
                    <a:pt x="494" y="7"/>
                  </a:lnTo>
                  <a:lnTo>
                    <a:pt x="467" y="12"/>
                  </a:lnTo>
                  <a:lnTo>
                    <a:pt x="437" y="18"/>
                  </a:lnTo>
                  <a:lnTo>
                    <a:pt x="410" y="26"/>
                  </a:lnTo>
                  <a:lnTo>
                    <a:pt x="384" y="36"/>
                  </a:lnTo>
                  <a:lnTo>
                    <a:pt x="356" y="46"/>
                  </a:lnTo>
                  <a:lnTo>
                    <a:pt x="330" y="57"/>
                  </a:lnTo>
                  <a:lnTo>
                    <a:pt x="306" y="70"/>
                  </a:lnTo>
                  <a:lnTo>
                    <a:pt x="281" y="85"/>
                  </a:lnTo>
                  <a:lnTo>
                    <a:pt x="257" y="100"/>
                  </a:lnTo>
                  <a:lnTo>
                    <a:pt x="234" y="116"/>
                  </a:lnTo>
                  <a:lnTo>
                    <a:pt x="213" y="134"/>
                  </a:lnTo>
                  <a:lnTo>
                    <a:pt x="192" y="152"/>
                  </a:lnTo>
                  <a:lnTo>
                    <a:pt x="171" y="171"/>
                  </a:lnTo>
                  <a:lnTo>
                    <a:pt x="151" y="192"/>
                  </a:lnTo>
                  <a:lnTo>
                    <a:pt x="133" y="214"/>
                  </a:lnTo>
                  <a:lnTo>
                    <a:pt x="115" y="235"/>
                  </a:lnTo>
                  <a:lnTo>
                    <a:pt x="99" y="258"/>
                  </a:lnTo>
                  <a:lnTo>
                    <a:pt x="85" y="282"/>
                  </a:lnTo>
                  <a:lnTo>
                    <a:pt x="70" y="306"/>
                  </a:lnTo>
                  <a:lnTo>
                    <a:pt x="57" y="331"/>
                  </a:lnTo>
                  <a:lnTo>
                    <a:pt x="46" y="357"/>
                  </a:lnTo>
                  <a:lnTo>
                    <a:pt x="36" y="384"/>
                  </a:lnTo>
                  <a:lnTo>
                    <a:pt x="26" y="411"/>
                  </a:lnTo>
                  <a:lnTo>
                    <a:pt x="18" y="438"/>
                  </a:lnTo>
                  <a:lnTo>
                    <a:pt x="11" y="467"/>
                  </a:lnTo>
                  <a:lnTo>
                    <a:pt x="7" y="495"/>
                  </a:lnTo>
                  <a:lnTo>
                    <a:pt x="3" y="524"/>
                  </a:lnTo>
                  <a:lnTo>
                    <a:pt x="0" y="555"/>
                  </a:lnTo>
                  <a:lnTo>
                    <a:pt x="0" y="585"/>
                  </a:lnTo>
                  <a:lnTo>
                    <a:pt x="0" y="616"/>
                  </a:lnTo>
                  <a:lnTo>
                    <a:pt x="3" y="645"/>
                  </a:lnTo>
                  <a:lnTo>
                    <a:pt x="7" y="674"/>
                  </a:lnTo>
                  <a:lnTo>
                    <a:pt x="11" y="702"/>
                  </a:lnTo>
                  <a:lnTo>
                    <a:pt x="18" y="731"/>
                  </a:lnTo>
                  <a:lnTo>
                    <a:pt x="26" y="759"/>
                  </a:lnTo>
                  <a:lnTo>
                    <a:pt x="36" y="786"/>
                  </a:lnTo>
                  <a:lnTo>
                    <a:pt x="46" y="812"/>
                  </a:lnTo>
                  <a:lnTo>
                    <a:pt x="57" y="838"/>
                  </a:lnTo>
                  <a:lnTo>
                    <a:pt x="70" y="863"/>
                  </a:lnTo>
                  <a:lnTo>
                    <a:pt x="85" y="887"/>
                  </a:lnTo>
                  <a:lnTo>
                    <a:pt x="99" y="912"/>
                  </a:lnTo>
                  <a:lnTo>
                    <a:pt x="115" y="934"/>
                  </a:lnTo>
                  <a:lnTo>
                    <a:pt x="133" y="957"/>
                  </a:lnTo>
                  <a:lnTo>
                    <a:pt x="151" y="978"/>
                  </a:lnTo>
                  <a:lnTo>
                    <a:pt x="171" y="998"/>
                  </a:lnTo>
                  <a:lnTo>
                    <a:pt x="192" y="1017"/>
                  </a:lnTo>
                  <a:lnTo>
                    <a:pt x="213" y="1035"/>
                  </a:lnTo>
                  <a:lnTo>
                    <a:pt x="234" y="1053"/>
                  </a:lnTo>
                  <a:lnTo>
                    <a:pt x="257" y="1070"/>
                  </a:lnTo>
                  <a:lnTo>
                    <a:pt x="281" y="1084"/>
                  </a:lnTo>
                  <a:lnTo>
                    <a:pt x="306" y="1099"/>
                  </a:lnTo>
                  <a:lnTo>
                    <a:pt x="330" y="1112"/>
                  </a:lnTo>
                  <a:lnTo>
                    <a:pt x="356" y="1123"/>
                  </a:lnTo>
                  <a:lnTo>
                    <a:pt x="384" y="1133"/>
                  </a:lnTo>
                  <a:lnTo>
                    <a:pt x="410" y="1143"/>
                  </a:lnTo>
                  <a:lnTo>
                    <a:pt x="437" y="1151"/>
                  </a:lnTo>
                  <a:lnTo>
                    <a:pt x="467" y="1157"/>
                  </a:lnTo>
                  <a:lnTo>
                    <a:pt x="494" y="1162"/>
                  </a:lnTo>
                  <a:lnTo>
                    <a:pt x="524" y="1166"/>
                  </a:lnTo>
                  <a:lnTo>
                    <a:pt x="554" y="1169"/>
                  </a:lnTo>
                  <a:lnTo>
                    <a:pt x="584" y="1169"/>
                  </a:lnTo>
                  <a:lnTo>
                    <a:pt x="615" y="1169"/>
                  </a:lnTo>
                  <a:lnTo>
                    <a:pt x="644" y="1166"/>
                  </a:lnTo>
                  <a:lnTo>
                    <a:pt x="673" y="1162"/>
                  </a:lnTo>
                  <a:lnTo>
                    <a:pt x="701" y="1157"/>
                  </a:lnTo>
                  <a:lnTo>
                    <a:pt x="730" y="1151"/>
                  </a:lnTo>
                  <a:lnTo>
                    <a:pt x="758" y="1143"/>
                  </a:lnTo>
                  <a:lnTo>
                    <a:pt x="785" y="1133"/>
                  </a:lnTo>
                  <a:lnTo>
                    <a:pt x="811" y="1123"/>
                  </a:lnTo>
                  <a:lnTo>
                    <a:pt x="837" y="1112"/>
                  </a:lnTo>
                  <a:lnTo>
                    <a:pt x="862" y="1099"/>
                  </a:lnTo>
                  <a:lnTo>
                    <a:pt x="886" y="1084"/>
                  </a:lnTo>
                  <a:lnTo>
                    <a:pt x="911" y="1070"/>
                  </a:lnTo>
                  <a:lnTo>
                    <a:pt x="933" y="1053"/>
                  </a:lnTo>
                  <a:lnTo>
                    <a:pt x="956" y="1035"/>
                  </a:lnTo>
                  <a:lnTo>
                    <a:pt x="977" y="1017"/>
                  </a:lnTo>
                  <a:lnTo>
                    <a:pt x="997" y="998"/>
                  </a:lnTo>
                  <a:lnTo>
                    <a:pt x="1016" y="978"/>
                  </a:lnTo>
                  <a:lnTo>
                    <a:pt x="1034" y="957"/>
                  </a:lnTo>
                  <a:lnTo>
                    <a:pt x="1052" y="934"/>
                  </a:lnTo>
                  <a:lnTo>
                    <a:pt x="1068" y="912"/>
                  </a:lnTo>
                  <a:lnTo>
                    <a:pt x="1083" y="887"/>
                  </a:lnTo>
                  <a:lnTo>
                    <a:pt x="1098" y="863"/>
                  </a:lnTo>
                  <a:lnTo>
                    <a:pt x="1111" y="838"/>
                  </a:lnTo>
                  <a:lnTo>
                    <a:pt x="1122" y="812"/>
                  </a:lnTo>
                  <a:lnTo>
                    <a:pt x="1133" y="786"/>
                  </a:lnTo>
                  <a:lnTo>
                    <a:pt x="1141" y="759"/>
                  </a:lnTo>
                  <a:lnTo>
                    <a:pt x="1150" y="731"/>
                  </a:lnTo>
                  <a:lnTo>
                    <a:pt x="1156" y="702"/>
                  </a:lnTo>
                  <a:lnTo>
                    <a:pt x="1161" y="674"/>
                  </a:lnTo>
                  <a:lnTo>
                    <a:pt x="1164" y="645"/>
                  </a:lnTo>
                  <a:lnTo>
                    <a:pt x="1167" y="616"/>
                  </a:lnTo>
                  <a:lnTo>
                    <a:pt x="1167" y="585"/>
                  </a:lnTo>
                  <a:lnTo>
                    <a:pt x="1167" y="555"/>
                  </a:lnTo>
                  <a:lnTo>
                    <a:pt x="1164" y="524"/>
                  </a:lnTo>
                  <a:lnTo>
                    <a:pt x="1161" y="495"/>
                  </a:lnTo>
                  <a:lnTo>
                    <a:pt x="1156" y="467"/>
                  </a:lnTo>
                  <a:lnTo>
                    <a:pt x="1150" y="438"/>
                  </a:lnTo>
                  <a:lnTo>
                    <a:pt x="1141" y="411"/>
                  </a:lnTo>
                  <a:lnTo>
                    <a:pt x="1133" y="384"/>
                  </a:lnTo>
                  <a:lnTo>
                    <a:pt x="1122" y="357"/>
                  </a:lnTo>
                  <a:lnTo>
                    <a:pt x="1111" y="331"/>
                  </a:lnTo>
                  <a:lnTo>
                    <a:pt x="1098" y="306"/>
                  </a:lnTo>
                  <a:lnTo>
                    <a:pt x="1083" y="282"/>
                  </a:lnTo>
                  <a:lnTo>
                    <a:pt x="1068" y="258"/>
                  </a:lnTo>
                  <a:lnTo>
                    <a:pt x="1052" y="235"/>
                  </a:lnTo>
                  <a:lnTo>
                    <a:pt x="1034" y="214"/>
                  </a:lnTo>
                  <a:lnTo>
                    <a:pt x="1016" y="192"/>
                  </a:lnTo>
                  <a:lnTo>
                    <a:pt x="997" y="171"/>
                  </a:lnTo>
                  <a:lnTo>
                    <a:pt x="977" y="152"/>
                  </a:lnTo>
                  <a:lnTo>
                    <a:pt x="956" y="134"/>
                  </a:lnTo>
                  <a:lnTo>
                    <a:pt x="933" y="116"/>
                  </a:lnTo>
                  <a:lnTo>
                    <a:pt x="911" y="100"/>
                  </a:lnTo>
                  <a:lnTo>
                    <a:pt x="886" y="85"/>
                  </a:lnTo>
                  <a:lnTo>
                    <a:pt x="862" y="70"/>
                  </a:lnTo>
                  <a:lnTo>
                    <a:pt x="837" y="57"/>
                  </a:lnTo>
                  <a:lnTo>
                    <a:pt x="811" y="46"/>
                  </a:lnTo>
                  <a:lnTo>
                    <a:pt x="785" y="36"/>
                  </a:lnTo>
                  <a:lnTo>
                    <a:pt x="758" y="26"/>
                  </a:lnTo>
                  <a:lnTo>
                    <a:pt x="730" y="18"/>
                  </a:lnTo>
                  <a:lnTo>
                    <a:pt x="701" y="12"/>
                  </a:lnTo>
                  <a:lnTo>
                    <a:pt x="673" y="7"/>
                  </a:lnTo>
                  <a:lnTo>
                    <a:pt x="644" y="4"/>
                  </a:lnTo>
                  <a:lnTo>
                    <a:pt x="615" y="0"/>
                  </a:lnTo>
                  <a:lnTo>
                    <a:pt x="584" y="0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57" name="Freeform 31">
              <a:extLst>
                <a:ext uri="{FF2B5EF4-FFF2-40B4-BE49-F238E27FC236}">
                  <a16:creationId xmlns:a16="http://schemas.microsoft.com/office/drawing/2014/main" id="{8AC924F8-D7BF-465E-B39F-DD349712A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763" y="3968750"/>
              <a:ext cx="925512" cy="927100"/>
            </a:xfrm>
            <a:custGeom>
              <a:avLst/>
              <a:gdLst>
                <a:gd name="T0" fmla="*/ 2147483646 w 1168"/>
                <a:gd name="T1" fmla="*/ 2147483646 h 1169"/>
                <a:gd name="T2" fmla="*/ 2147483646 w 1168"/>
                <a:gd name="T3" fmla="*/ 2147483646 h 1169"/>
                <a:gd name="T4" fmla="*/ 2147483646 w 1168"/>
                <a:gd name="T5" fmla="*/ 2147483646 h 1169"/>
                <a:gd name="T6" fmla="*/ 2147483646 w 1168"/>
                <a:gd name="T7" fmla="*/ 2147483646 h 1169"/>
                <a:gd name="T8" fmla="*/ 2147483646 w 1168"/>
                <a:gd name="T9" fmla="*/ 2147483646 h 1169"/>
                <a:gd name="T10" fmla="*/ 2147483646 w 1168"/>
                <a:gd name="T11" fmla="*/ 2147483646 h 1169"/>
                <a:gd name="T12" fmla="*/ 2147483646 w 1168"/>
                <a:gd name="T13" fmla="*/ 2147483646 h 1169"/>
                <a:gd name="T14" fmla="*/ 2147483646 w 1168"/>
                <a:gd name="T15" fmla="*/ 2147483646 h 1169"/>
                <a:gd name="T16" fmla="*/ 2147483646 w 1168"/>
                <a:gd name="T17" fmla="*/ 2147483646 h 1169"/>
                <a:gd name="T18" fmla="*/ 2147483646 w 1168"/>
                <a:gd name="T19" fmla="*/ 2147483646 h 1169"/>
                <a:gd name="T20" fmla="*/ 0 w 1168"/>
                <a:gd name="T21" fmla="*/ 2147483646 h 1169"/>
                <a:gd name="T22" fmla="*/ 2147483646 w 1168"/>
                <a:gd name="T23" fmla="*/ 2147483646 h 1169"/>
                <a:gd name="T24" fmla="*/ 2147483646 w 1168"/>
                <a:gd name="T25" fmla="*/ 2147483646 h 1169"/>
                <a:gd name="T26" fmla="*/ 2147483646 w 1168"/>
                <a:gd name="T27" fmla="*/ 2147483646 h 1169"/>
                <a:gd name="T28" fmla="*/ 2147483646 w 1168"/>
                <a:gd name="T29" fmla="*/ 2147483646 h 1169"/>
                <a:gd name="T30" fmla="*/ 2147483646 w 1168"/>
                <a:gd name="T31" fmla="*/ 2147483646 h 1169"/>
                <a:gd name="T32" fmla="*/ 2147483646 w 1168"/>
                <a:gd name="T33" fmla="*/ 2147483646 h 1169"/>
                <a:gd name="T34" fmla="*/ 2147483646 w 1168"/>
                <a:gd name="T35" fmla="*/ 2147483646 h 1169"/>
                <a:gd name="T36" fmla="*/ 2147483646 w 1168"/>
                <a:gd name="T37" fmla="*/ 2147483646 h 1169"/>
                <a:gd name="T38" fmla="*/ 2147483646 w 1168"/>
                <a:gd name="T39" fmla="*/ 2147483646 h 1169"/>
                <a:gd name="T40" fmla="*/ 2147483646 w 1168"/>
                <a:gd name="T41" fmla="*/ 2147483646 h 1169"/>
                <a:gd name="T42" fmla="*/ 2147483646 w 1168"/>
                <a:gd name="T43" fmla="*/ 2147483646 h 1169"/>
                <a:gd name="T44" fmla="*/ 2147483646 w 1168"/>
                <a:gd name="T45" fmla="*/ 2147483646 h 1169"/>
                <a:gd name="T46" fmla="*/ 2147483646 w 1168"/>
                <a:gd name="T47" fmla="*/ 2147483646 h 1169"/>
                <a:gd name="T48" fmla="*/ 2147483646 w 1168"/>
                <a:gd name="T49" fmla="*/ 2147483646 h 1169"/>
                <a:gd name="T50" fmla="*/ 2147483646 w 1168"/>
                <a:gd name="T51" fmla="*/ 2147483646 h 1169"/>
                <a:gd name="T52" fmla="*/ 2147483646 w 1168"/>
                <a:gd name="T53" fmla="*/ 2147483646 h 1169"/>
                <a:gd name="T54" fmla="*/ 2147483646 w 1168"/>
                <a:gd name="T55" fmla="*/ 2147483646 h 1169"/>
                <a:gd name="T56" fmla="*/ 2147483646 w 1168"/>
                <a:gd name="T57" fmla="*/ 2147483646 h 1169"/>
                <a:gd name="T58" fmla="*/ 2147483646 w 1168"/>
                <a:gd name="T59" fmla="*/ 2147483646 h 1169"/>
                <a:gd name="T60" fmla="*/ 2147483646 w 1168"/>
                <a:gd name="T61" fmla="*/ 2147483646 h 1169"/>
                <a:gd name="T62" fmla="*/ 2147483646 w 1168"/>
                <a:gd name="T63" fmla="*/ 2147483646 h 1169"/>
                <a:gd name="T64" fmla="*/ 2147483646 w 1168"/>
                <a:gd name="T65" fmla="*/ 2147483646 h 1169"/>
                <a:gd name="T66" fmla="*/ 2147483646 w 1168"/>
                <a:gd name="T67" fmla="*/ 2147483646 h 1169"/>
                <a:gd name="T68" fmla="*/ 2147483646 w 1168"/>
                <a:gd name="T69" fmla="*/ 2147483646 h 1169"/>
                <a:gd name="T70" fmla="*/ 2147483646 w 1168"/>
                <a:gd name="T71" fmla="*/ 2147483646 h 1169"/>
                <a:gd name="T72" fmla="*/ 2147483646 w 1168"/>
                <a:gd name="T73" fmla="*/ 2147483646 h 1169"/>
                <a:gd name="T74" fmla="*/ 2147483646 w 1168"/>
                <a:gd name="T75" fmla="*/ 2147483646 h 1169"/>
                <a:gd name="T76" fmla="*/ 2147483646 w 1168"/>
                <a:gd name="T77" fmla="*/ 2147483646 h 1169"/>
                <a:gd name="T78" fmla="*/ 2147483646 w 1168"/>
                <a:gd name="T79" fmla="*/ 2147483646 h 1169"/>
                <a:gd name="T80" fmla="*/ 2147483646 w 1168"/>
                <a:gd name="T81" fmla="*/ 2147483646 h 1169"/>
                <a:gd name="T82" fmla="*/ 2147483646 w 1168"/>
                <a:gd name="T83" fmla="*/ 2147483646 h 1169"/>
                <a:gd name="T84" fmla="*/ 2147483646 w 1168"/>
                <a:gd name="T85" fmla="*/ 2147483646 h 1169"/>
                <a:gd name="T86" fmla="*/ 2147483646 w 1168"/>
                <a:gd name="T87" fmla="*/ 0 h 116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68" h="1169">
                  <a:moveTo>
                    <a:pt x="584" y="0"/>
                  </a:moveTo>
                  <a:lnTo>
                    <a:pt x="555" y="0"/>
                  </a:lnTo>
                  <a:lnTo>
                    <a:pt x="524" y="4"/>
                  </a:lnTo>
                  <a:lnTo>
                    <a:pt x="495" y="7"/>
                  </a:lnTo>
                  <a:lnTo>
                    <a:pt x="467" y="12"/>
                  </a:lnTo>
                  <a:lnTo>
                    <a:pt x="438" y="18"/>
                  </a:lnTo>
                  <a:lnTo>
                    <a:pt x="410" y="26"/>
                  </a:lnTo>
                  <a:lnTo>
                    <a:pt x="384" y="36"/>
                  </a:lnTo>
                  <a:lnTo>
                    <a:pt x="357" y="46"/>
                  </a:lnTo>
                  <a:lnTo>
                    <a:pt x="331" y="57"/>
                  </a:lnTo>
                  <a:lnTo>
                    <a:pt x="306" y="70"/>
                  </a:lnTo>
                  <a:lnTo>
                    <a:pt x="282" y="85"/>
                  </a:lnTo>
                  <a:lnTo>
                    <a:pt x="257" y="100"/>
                  </a:lnTo>
                  <a:lnTo>
                    <a:pt x="235" y="116"/>
                  </a:lnTo>
                  <a:lnTo>
                    <a:pt x="213" y="134"/>
                  </a:lnTo>
                  <a:lnTo>
                    <a:pt x="192" y="152"/>
                  </a:lnTo>
                  <a:lnTo>
                    <a:pt x="171" y="171"/>
                  </a:lnTo>
                  <a:lnTo>
                    <a:pt x="152" y="192"/>
                  </a:lnTo>
                  <a:lnTo>
                    <a:pt x="134" y="214"/>
                  </a:lnTo>
                  <a:lnTo>
                    <a:pt x="116" y="235"/>
                  </a:lnTo>
                  <a:lnTo>
                    <a:pt x="100" y="258"/>
                  </a:lnTo>
                  <a:lnTo>
                    <a:pt x="85" y="282"/>
                  </a:lnTo>
                  <a:lnTo>
                    <a:pt x="70" y="306"/>
                  </a:lnTo>
                  <a:lnTo>
                    <a:pt x="57" y="331"/>
                  </a:lnTo>
                  <a:lnTo>
                    <a:pt x="46" y="357"/>
                  </a:lnTo>
                  <a:lnTo>
                    <a:pt x="36" y="384"/>
                  </a:lnTo>
                  <a:lnTo>
                    <a:pt x="26" y="411"/>
                  </a:lnTo>
                  <a:lnTo>
                    <a:pt x="18" y="438"/>
                  </a:lnTo>
                  <a:lnTo>
                    <a:pt x="12" y="467"/>
                  </a:lnTo>
                  <a:lnTo>
                    <a:pt x="7" y="495"/>
                  </a:lnTo>
                  <a:lnTo>
                    <a:pt x="4" y="524"/>
                  </a:lnTo>
                  <a:lnTo>
                    <a:pt x="0" y="555"/>
                  </a:lnTo>
                  <a:lnTo>
                    <a:pt x="0" y="585"/>
                  </a:lnTo>
                  <a:lnTo>
                    <a:pt x="0" y="616"/>
                  </a:lnTo>
                  <a:lnTo>
                    <a:pt x="4" y="645"/>
                  </a:lnTo>
                  <a:lnTo>
                    <a:pt x="7" y="674"/>
                  </a:lnTo>
                  <a:lnTo>
                    <a:pt x="12" y="702"/>
                  </a:lnTo>
                  <a:lnTo>
                    <a:pt x="18" y="731"/>
                  </a:lnTo>
                  <a:lnTo>
                    <a:pt x="26" y="759"/>
                  </a:lnTo>
                  <a:lnTo>
                    <a:pt x="36" y="786"/>
                  </a:lnTo>
                  <a:lnTo>
                    <a:pt x="46" y="812"/>
                  </a:lnTo>
                  <a:lnTo>
                    <a:pt x="57" y="838"/>
                  </a:lnTo>
                  <a:lnTo>
                    <a:pt x="70" y="863"/>
                  </a:lnTo>
                  <a:lnTo>
                    <a:pt x="85" y="887"/>
                  </a:lnTo>
                  <a:lnTo>
                    <a:pt x="100" y="912"/>
                  </a:lnTo>
                  <a:lnTo>
                    <a:pt x="116" y="934"/>
                  </a:lnTo>
                  <a:lnTo>
                    <a:pt x="134" y="957"/>
                  </a:lnTo>
                  <a:lnTo>
                    <a:pt x="152" y="978"/>
                  </a:lnTo>
                  <a:lnTo>
                    <a:pt x="171" y="998"/>
                  </a:lnTo>
                  <a:lnTo>
                    <a:pt x="192" y="1017"/>
                  </a:lnTo>
                  <a:lnTo>
                    <a:pt x="213" y="1035"/>
                  </a:lnTo>
                  <a:lnTo>
                    <a:pt x="235" y="1053"/>
                  </a:lnTo>
                  <a:lnTo>
                    <a:pt x="257" y="1070"/>
                  </a:lnTo>
                  <a:lnTo>
                    <a:pt x="282" y="1084"/>
                  </a:lnTo>
                  <a:lnTo>
                    <a:pt x="306" y="1099"/>
                  </a:lnTo>
                  <a:lnTo>
                    <a:pt x="331" y="1112"/>
                  </a:lnTo>
                  <a:lnTo>
                    <a:pt x="357" y="1123"/>
                  </a:lnTo>
                  <a:lnTo>
                    <a:pt x="384" y="1133"/>
                  </a:lnTo>
                  <a:lnTo>
                    <a:pt x="410" y="1143"/>
                  </a:lnTo>
                  <a:lnTo>
                    <a:pt x="438" y="1151"/>
                  </a:lnTo>
                  <a:lnTo>
                    <a:pt x="467" y="1157"/>
                  </a:lnTo>
                  <a:lnTo>
                    <a:pt x="495" y="1162"/>
                  </a:lnTo>
                  <a:lnTo>
                    <a:pt x="524" y="1166"/>
                  </a:lnTo>
                  <a:lnTo>
                    <a:pt x="555" y="1169"/>
                  </a:lnTo>
                  <a:lnTo>
                    <a:pt x="584" y="1169"/>
                  </a:lnTo>
                  <a:lnTo>
                    <a:pt x="615" y="1169"/>
                  </a:lnTo>
                  <a:lnTo>
                    <a:pt x="644" y="1166"/>
                  </a:lnTo>
                  <a:lnTo>
                    <a:pt x="674" y="1162"/>
                  </a:lnTo>
                  <a:lnTo>
                    <a:pt x="701" y="1157"/>
                  </a:lnTo>
                  <a:lnTo>
                    <a:pt x="731" y="1151"/>
                  </a:lnTo>
                  <a:lnTo>
                    <a:pt x="758" y="1143"/>
                  </a:lnTo>
                  <a:lnTo>
                    <a:pt x="786" y="1133"/>
                  </a:lnTo>
                  <a:lnTo>
                    <a:pt x="812" y="1123"/>
                  </a:lnTo>
                  <a:lnTo>
                    <a:pt x="838" y="1112"/>
                  </a:lnTo>
                  <a:lnTo>
                    <a:pt x="862" y="1099"/>
                  </a:lnTo>
                  <a:lnTo>
                    <a:pt x="887" y="1084"/>
                  </a:lnTo>
                  <a:lnTo>
                    <a:pt x="911" y="1070"/>
                  </a:lnTo>
                  <a:lnTo>
                    <a:pt x="934" y="1053"/>
                  </a:lnTo>
                  <a:lnTo>
                    <a:pt x="957" y="1035"/>
                  </a:lnTo>
                  <a:lnTo>
                    <a:pt x="978" y="1017"/>
                  </a:lnTo>
                  <a:lnTo>
                    <a:pt x="997" y="998"/>
                  </a:lnTo>
                  <a:lnTo>
                    <a:pt x="1017" y="978"/>
                  </a:lnTo>
                  <a:lnTo>
                    <a:pt x="1035" y="957"/>
                  </a:lnTo>
                  <a:lnTo>
                    <a:pt x="1052" y="934"/>
                  </a:lnTo>
                  <a:lnTo>
                    <a:pt x="1069" y="912"/>
                  </a:lnTo>
                  <a:lnTo>
                    <a:pt x="1083" y="887"/>
                  </a:lnTo>
                  <a:lnTo>
                    <a:pt x="1098" y="863"/>
                  </a:lnTo>
                  <a:lnTo>
                    <a:pt x="1111" y="838"/>
                  </a:lnTo>
                  <a:lnTo>
                    <a:pt x="1122" y="812"/>
                  </a:lnTo>
                  <a:lnTo>
                    <a:pt x="1134" y="786"/>
                  </a:lnTo>
                  <a:lnTo>
                    <a:pt x="1142" y="759"/>
                  </a:lnTo>
                  <a:lnTo>
                    <a:pt x="1150" y="731"/>
                  </a:lnTo>
                  <a:lnTo>
                    <a:pt x="1157" y="702"/>
                  </a:lnTo>
                  <a:lnTo>
                    <a:pt x="1161" y="674"/>
                  </a:lnTo>
                  <a:lnTo>
                    <a:pt x="1165" y="645"/>
                  </a:lnTo>
                  <a:lnTo>
                    <a:pt x="1168" y="616"/>
                  </a:lnTo>
                  <a:lnTo>
                    <a:pt x="1168" y="585"/>
                  </a:lnTo>
                  <a:lnTo>
                    <a:pt x="1168" y="555"/>
                  </a:lnTo>
                  <a:lnTo>
                    <a:pt x="1165" y="524"/>
                  </a:lnTo>
                  <a:lnTo>
                    <a:pt x="1161" y="495"/>
                  </a:lnTo>
                  <a:lnTo>
                    <a:pt x="1157" y="467"/>
                  </a:lnTo>
                  <a:lnTo>
                    <a:pt x="1150" y="438"/>
                  </a:lnTo>
                  <a:lnTo>
                    <a:pt x="1142" y="411"/>
                  </a:lnTo>
                  <a:lnTo>
                    <a:pt x="1134" y="384"/>
                  </a:lnTo>
                  <a:lnTo>
                    <a:pt x="1122" y="357"/>
                  </a:lnTo>
                  <a:lnTo>
                    <a:pt x="1111" y="331"/>
                  </a:lnTo>
                  <a:lnTo>
                    <a:pt x="1098" y="306"/>
                  </a:lnTo>
                  <a:lnTo>
                    <a:pt x="1083" y="282"/>
                  </a:lnTo>
                  <a:lnTo>
                    <a:pt x="1069" y="258"/>
                  </a:lnTo>
                  <a:lnTo>
                    <a:pt x="1052" y="235"/>
                  </a:lnTo>
                  <a:lnTo>
                    <a:pt x="1035" y="214"/>
                  </a:lnTo>
                  <a:lnTo>
                    <a:pt x="1017" y="192"/>
                  </a:lnTo>
                  <a:lnTo>
                    <a:pt x="997" y="171"/>
                  </a:lnTo>
                  <a:lnTo>
                    <a:pt x="978" y="152"/>
                  </a:lnTo>
                  <a:lnTo>
                    <a:pt x="957" y="134"/>
                  </a:lnTo>
                  <a:lnTo>
                    <a:pt x="934" y="116"/>
                  </a:lnTo>
                  <a:lnTo>
                    <a:pt x="911" y="100"/>
                  </a:lnTo>
                  <a:lnTo>
                    <a:pt x="887" y="85"/>
                  </a:lnTo>
                  <a:lnTo>
                    <a:pt x="862" y="70"/>
                  </a:lnTo>
                  <a:lnTo>
                    <a:pt x="838" y="57"/>
                  </a:lnTo>
                  <a:lnTo>
                    <a:pt x="812" y="46"/>
                  </a:lnTo>
                  <a:lnTo>
                    <a:pt x="786" y="36"/>
                  </a:lnTo>
                  <a:lnTo>
                    <a:pt x="758" y="26"/>
                  </a:lnTo>
                  <a:lnTo>
                    <a:pt x="731" y="18"/>
                  </a:lnTo>
                  <a:lnTo>
                    <a:pt x="701" y="12"/>
                  </a:lnTo>
                  <a:lnTo>
                    <a:pt x="674" y="7"/>
                  </a:lnTo>
                  <a:lnTo>
                    <a:pt x="644" y="4"/>
                  </a:lnTo>
                  <a:lnTo>
                    <a:pt x="615" y="0"/>
                  </a:lnTo>
                  <a:lnTo>
                    <a:pt x="584" y="0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58" name="Rectangle 64">
              <a:extLst>
                <a:ext uri="{FF2B5EF4-FFF2-40B4-BE49-F238E27FC236}">
                  <a16:creationId xmlns:a16="http://schemas.microsoft.com/office/drawing/2014/main" id="{6079E1A3-A5A2-4CF8-90C4-D932C91AB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613" y="4986338"/>
              <a:ext cx="2413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59" name="Rectangle 65">
              <a:extLst>
                <a:ext uri="{FF2B5EF4-FFF2-40B4-BE49-F238E27FC236}">
                  <a16:creationId xmlns:a16="http://schemas.microsoft.com/office/drawing/2014/main" id="{FEA62B83-FE78-42DB-8BEE-CE98A054A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8738" y="5105400"/>
              <a:ext cx="190500" cy="255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60" name="Rectangle 84">
              <a:extLst>
                <a:ext uri="{FF2B5EF4-FFF2-40B4-BE49-F238E27FC236}">
                  <a16:creationId xmlns:a16="http://schemas.microsoft.com/office/drawing/2014/main" id="{B83AAE3D-3940-442E-A25D-19D9954B5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213" y="4278313"/>
              <a:ext cx="223837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15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61" name="Rectangle 85">
              <a:extLst>
                <a:ext uri="{FF2B5EF4-FFF2-40B4-BE49-F238E27FC236}">
                  <a16:creationId xmlns:a16="http://schemas.microsoft.com/office/drawing/2014/main" id="{7DED5AEA-C145-4318-A964-271660C78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550" y="4273550"/>
              <a:ext cx="2238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15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62" name="Rectangle 87">
              <a:extLst>
                <a:ext uri="{FF2B5EF4-FFF2-40B4-BE49-F238E27FC236}">
                  <a16:creationId xmlns:a16="http://schemas.microsoft.com/office/drawing/2014/main" id="{E518C4FA-4785-4DE5-86A4-0485F293E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950" y="5000625"/>
              <a:ext cx="2238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3</a:t>
              </a:r>
              <a:r>
                <a:rPr kumimoji="0" lang="en-US" altLang="en-US" sz="15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7116" name="TextBox 125">
            <a:extLst>
              <a:ext uri="{FF2B5EF4-FFF2-40B4-BE49-F238E27FC236}">
                <a16:creationId xmlns:a16="http://schemas.microsoft.com/office/drawing/2014/main" id="{A2ED6BCF-DFD7-4E58-A867-E3FDFE93D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0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2.66 from the textbook ]</a:t>
            </a:r>
          </a:p>
        </p:txBody>
      </p:sp>
      <p:grpSp>
        <p:nvGrpSpPr>
          <p:cNvPr id="47117" name="Group 2">
            <a:extLst>
              <a:ext uri="{FF2B5EF4-FFF2-40B4-BE49-F238E27FC236}">
                <a16:creationId xmlns:a16="http://schemas.microsoft.com/office/drawing/2014/main" id="{33A70F24-6573-4A83-BBBC-5C526881C190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914400"/>
            <a:ext cx="2193925" cy="1835150"/>
            <a:chOff x="1460500" y="1254125"/>
            <a:chExt cx="2193925" cy="1835150"/>
          </a:xfrm>
        </p:grpSpPr>
        <p:sp>
          <p:nvSpPr>
            <p:cNvPr id="47135" name="Freeform 19">
              <a:extLst>
                <a:ext uri="{FF2B5EF4-FFF2-40B4-BE49-F238E27FC236}">
                  <a16:creationId xmlns:a16="http://schemas.microsoft.com/office/drawing/2014/main" id="{8678C8D0-007A-467C-837C-4F939C5A8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0263" y="1966913"/>
              <a:ext cx="942975" cy="952500"/>
            </a:xfrm>
            <a:custGeom>
              <a:avLst/>
              <a:gdLst>
                <a:gd name="T0" fmla="*/ 2147483646 w 1189"/>
                <a:gd name="T1" fmla="*/ 2147483646 h 1199"/>
                <a:gd name="T2" fmla="*/ 2147483646 w 1189"/>
                <a:gd name="T3" fmla="*/ 2147483646 h 1199"/>
                <a:gd name="T4" fmla="*/ 2147483646 w 1189"/>
                <a:gd name="T5" fmla="*/ 2147483646 h 1199"/>
                <a:gd name="T6" fmla="*/ 2147483646 w 1189"/>
                <a:gd name="T7" fmla="*/ 2147483646 h 1199"/>
                <a:gd name="T8" fmla="*/ 2147483646 w 1189"/>
                <a:gd name="T9" fmla="*/ 2147483646 h 1199"/>
                <a:gd name="T10" fmla="*/ 2147483646 w 1189"/>
                <a:gd name="T11" fmla="*/ 2147483646 h 1199"/>
                <a:gd name="T12" fmla="*/ 2147483646 w 1189"/>
                <a:gd name="T13" fmla="*/ 2147483646 h 1199"/>
                <a:gd name="T14" fmla="*/ 2147483646 w 1189"/>
                <a:gd name="T15" fmla="*/ 0 h 1199"/>
                <a:gd name="T16" fmla="*/ 2147483646 w 1189"/>
                <a:gd name="T17" fmla="*/ 2147483646 h 1199"/>
                <a:gd name="T18" fmla="*/ 2147483646 w 1189"/>
                <a:gd name="T19" fmla="*/ 2147483646 h 1199"/>
                <a:gd name="T20" fmla="*/ 2147483646 w 1189"/>
                <a:gd name="T21" fmla="*/ 2147483646 h 1199"/>
                <a:gd name="T22" fmla="*/ 2147483646 w 1189"/>
                <a:gd name="T23" fmla="*/ 2147483646 h 1199"/>
                <a:gd name="T24" fmla="*/ 2147483646 w 1189"/>
                <a:gd name="T25" fmla="*/ 2147483646 h 1199"/>
                <a:gd name="T26" fmla="*/ 2147483646 w 1189"/>
                <a:gd name="T27" fmla="*/ 2147483646 h 1199"/>
                <a:gd name="T28" fmla="*/ 2147483646 w 1189"/>
                <a:gd name="T29" fmla="*/ 2147483646 h 1199"/>
                <a:gd name="T30" fmla="*/ 2147483646 w 1189"/>
                <a:gd name="T31" fmla="*/ 2147483646 h 1199"/>
                <a:gd name="T32" fmla="*/ 2147483646 w 1189"/>
                <a:gd name="T33" fmla="*/ 2147483646 h 1199"/>
                <a:gd name="T34" fmla="*/ 2147483646 w 1189"/>
                <a:gd name="T35" fmla="*/ 2147483646 h 1199"/>
                <a:gd name="T36" fmla="*/ 0 w 1189"/>
                <a:gd name="T37" fmla="*/ 2147483646 h 1199"/>
                <a:gd name="T38" fmla="*/ 2147483646 w 1189"/>
                <a:gd name="T39" fmla="*/ 2147483646 h 1199"/>
                <a:gd name="T40" fmla="*/ 2147483646 w 1189"/>
                <a:gd name="T41" fmla="*/ 2147483646 h 1199"/>
                <a:gd name="T42" fmla="*/ 2147483646 w 1189"/>
                <a:gd name="T43" fmla="*/ 2147483646 h 1199"/>
                <a:gd name="T44" fmla="*/ 2147483646 w 1189"/>
                <a:gd name="T45" fmla="*/ 2147483646 h 1199"/>
                <a:gd name="T46" fmla="*/ 2147483646 w 1189"/>
                <a:gd name="T47" fmla="*/ 2147483646 h 1199"/>
                <a:gd name="T48" fmla="*/ 2147483646 w 1189"/>
                <a:gd name="T49" fmla="*/ 2147483646 h 1199"/>
                <a:gd name="T50" fmla="*/ 2147483646 w 1189"/>
                <a:gd name="T51" fmla="*/ 2147483646 h 1199"/>
                <a:gd name="T52" fmla="*/ 2147483646 w 1189"/>
                <a:gd name="T53" fmla="*/ 2147483646 h 1199"/>
                <a:gd name="T54" fmla="*/ 2147483646 w 1189"/>
                <a:gd name="T55" fmla="*/ 2147483646 h 1199"/>
                <a:gd name="T56" fmla="*/ 2147483646 w 1189"/>
                <a:gd name="T57" fmla="*/ 2147483646 h 1199"/>
                <a:gd name="T58" fmla="*/ 2147483646 w 1189"/>
                <a:gd name="T59" fmla="*/ 2147483646 h 1199"/>
                <a:gd name="T60" fmla="*/ 2147483646 w 1189"/>
                <a:gd name="T61" fmla="*/ 2147483646 h 1199"/>
                <a:gd name="T62" fmla="*/ 2147483646 w 1189"/>
                <a:gd name="T63" fmla="*/ 2147483646 h 1199"/>
                <a:gd name="T64" fmla="*/ 2147483646 w 1189"/>
                <a:gd name="T65" fmla="*/ 2147483646 h 1199"/>
                <a:gd name="T66" fmla="*/ 2147483646 w 1189"/>
                <a:gd name="T67" fmla="*/ 2147483646 h 1199"/>
                <a:gd name="T68" fmla="*/ 2147483646 w 1189"/>
                <a:gd name="T69" fmla="*/ 2147483646 h 1199"/>
                <a:gd name="T70" fmla="*/ 2147483646 w 1189"/>
                <a:gd name="T71" fmla="*/ 2147483646 h 1199"/>
                <a:gd name="T72" fmla="*/ 2147483646 w 1189"/>
                <a:gd name="T73" fmla="*/ 2147483646 h 1199"/>
                <a:gd name="T74" fmla="*/ 2147483646 w 1189"/>
                <a:gd name="T75" fmla="*/ 2147483646 h 1199"/>
                <a:gd name="T76" fmla="*/ 2147483646 w 1189"/>
                <a:gd name="T77" fmla="*/ 2147483646 h 1199"/>
                <a:gd name="T78" fmla="*/ 2147483646 w 1189"/>
                <a:gd name="T79" fmla="*/ 2147483646 h 1199"/>
                <a:gd name="T80" fmla="*/ 2147483646 w 1189"/>
                <a:gd name="T81" fmla="*/ 2147483646 h 1199"/>
                <a:gd name="T82" fmla="*/ 2147483646 w 1189"/>
                <a:gd name="T83" fmla="*/ 2147483646 h 1199"/>
                <a:gd name="T84" fmla="*/ 2147483646 w 1189"/>
                <a:gd name="T85" fmla="*/ 2147483646 h 1199"/>
                <a:gd name="T86" fmla="*/ 2147483646 w 1189"/>
                <a:gd name="T87" fmla="*/ 2147483646 h 1199"/>
                <a:gd name="T88" fmla="*/ 2147483646 w 1189"/>
                <a:gd name="T89" fmla="*/ 2147483646 h 119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189" h="1199">
                  <a:moveTo>
                    <a:pt x="594" y="599"/>
                  </a:moveTo>
                  <a:lnTo>
                    <a:pt x="1109" y="304"/>
                  </a:lnTo>
                  <a:lnTo>
                    <a:pt x="1093" y="278"/>
                  </a:lnTo>
                  <a:lnTo>
                    <a:pt x="1075" y="254"/>
                  </a:lnTo>
                  <a:lnTo>
                    <a:pt x="1057" y="229"/>
                  </a:lnTo>
                  <a:lnTo>
                    <a:pt x="1038" y="205"/>
                  </a:lnTo>
                  <a:lnTo>
                    <a:pt x="1018" y="184"/>
                  </a:lnTo>
                  <a:lnTo>
                    <a:pt x="997" y="163"/>
                  </a:lnTo>
                  <a:lnTo>
                    <a:pt x="974" y="143"/>
                  </a:lnTo>
                  <a:lnTo>
                    <a:pt x="952" y="125"/>
                  </a:lnTo>
                  <a:lnTo>
                    <a:pt x="929" y="107"/>
                  </a:lnTo>
                  <a:lnTo>
                    <a:pt x="905" y="91"/>
                  </a:lnTo>
                  <a:lnTo>
                    <a:pt x="880" y="76"/>
                  </a:lnTo>
                  <a:lnTo>
                    <a:pt x="854" y="63"/>
                  </a:lnTo>
                  <a:lnTo>
                    <a:pt x="828" y="50"/>
                  </a:lnTo>
                  <a:lnTo>
                    <a:pt x="800" y="41"/>
                  </a:lnTo>
                  <a:lnTo>
                    <a:pt x="774" y="31"/>
                  </a:lnTo>
                  <a:lnTo>
                    <a:pt x="747" y="21"/>
                  </a:lnTo>
                  <a:lnTo>
                    <a:pt x="719" y="15"/>
                  </a:lnTo>
                  <a:lnTo>
                    <a:pt x="692" y="10"/>
                  </a:lnTo>
                  <a:lnTo>
                    <a:pt x="662" y="5"/>
                  </a:lnTo>
                  <a:lnTo>
                    <a:pt x="635" y="2"/>
                  </a:lnTo>
                  <a:lnTo>
                    <a:pt x="605" y="0"/>
                  </a:lnTo>
                  <a:lnTo>
                    <a:pt x="578" y="0"/>
                  </a:lnTo>
                  <a:lnTo>
                    <a:pt x="548" y="2"/>
                  </a:lnTo>
                  <a:lnTo>
                    <a:pt x="519" y="3"/>
                  </a:lnTo>
                  <a:lnTo>
                    <a:pt x="490" y="8"/>
                  </a:lnTo>
                  <a:lnTo>
                    <a:pt x="462" y="13"/>
                  </a:lnTo>
                  <a:lnTo>
                    <a:pt x="433" y="19"/>
                  </a:lnTo>
                  <a:lnTo>
                    <a:pt x="405" y="28"/>
                  </a:lnTo>
                  <a:lnTo>
                    <a:pt x="378" y="39"/>
                  </a:lnTo>
                  <a:lnTo>
                    <a:pt x="350" y="50"/>
                  </a:lnTo>
                  <a:lnTo>
                    <a:pt x="322" y="63"/>
                  </a:lnTo>
                  <a:lnTo>
                    <a:pt x="296" y="76"/>
                  </a:lnTo>
                  <a:lnTo>
                    <a:pt x="270" y="93"/>
                  </a:lnTo>
                  <a:lnTo>
                    <a:pt x="244" y="111"/>
                  </a:lnTo>
                  <a:lnTo>
                    <a:pt x="222" y="128"/>
                  </a:lnTo>
                  <a:lnTo>
                    <a:pt x="199" y="146"/>
                  </a:lnTo>
                  <a:lnTo>
                    <a:pt x="176" y="167"/>
                  </a:lnTo>
                  <a:lnTo>
                    <a:pt x="157" y="189"/>
                  </a:lnTo>
                  <a:lnTo>
                    <a:pt x="137" y="210"/>
                  </a:lnTo>
                  <a:lnTo>
                    <a:pt x="119" y="233"/>
                  </a:lnTo>
                  <a:lnTo>
                    <a:pt x="103" y="257"/>
                  </a:lnTo>
                  <a:lnTo>
                    <a:pt x="87" y="280"/>
                  </a:lnTo>
                  <a:lnTo>
                    <a:pt x="72" y="306"/>
                  </a:lnTo>
                  <a:lnTo>
                    <a:pt x="59" y="332"/>
                  </a:lnTo>
                  <a:lnTo>
                    <a:pt x="48" y="358"/>
                  </a:lnTo>
                  <a:lnTo>
                    <a:pt x="38" y="384"/>
                  </a:lnTo>
                  <a:lnTo>
                    <a:pt x="28" y="412"/>
                  </a:lnTo>
                  <a:lnTo>
                    <a:pt x="20" y="439"/>
                  </a:lnTo>
                  <a:lnTo>
                    <a:pt x="13" y="467"/>
                  </a:lnTo>
                  <a:lnTo>
                    <a:pt x="9" y="495"/>
                  </a:lnTo>
                  <a:lnTo>
                    <a:pt x="4" y="522"/>
                  </a:lnTo>
                  <a:lnTo>
                    <a:pt x="2" y="552"/>
                  </a:lnTo>
                  <a:lnTo>
                    <a:pt x="0" y="581"/>
                  </a:lnTo>
                  <a:lnTo>
                    <a:pt x="0" y="610"/>
                  </a:lnTo>
                  <a:lnTo>
                    <a:pt x="2" y="639"/>
                  </a:lnTo>
                  <a:lnTo>
                    <a:pt x="5" y="667"/>
                  </a:lnTo>
                  <a:lnTo>
                    <a:pt x="9" y="696"/>
                  </a:lnTo>
                  <a:lnTo>
                    <a:pt x="15" y="726"/>
                  </a:lnTo>
                  <a:lnTo>
                    <a:pt x="22" y="755"/>
                  </a:lnTo>
                  <a:lnTo>
                    <a:pt x="31" y="783"/>
                  </a:lnTo>
                  <a:lnTo>
                    <a:pt x="41" y="812"/>
                  </a:lnTo>
                  <a:lnTo>
                    <a:pt x="53" y="840"/>
                  </a:lnTo>
                  <a:lnTo>
                    <a:pt x="66" y="867"/>
                  </a:lnTo>
                  <a:lnTo>
                    <a:pt x="80" y="895"/>
                  </a:lnTo>
                  <a:lnTo>
                    <a:pt x="96" y="921"/>
                  </a:lnTo>
                  <a:lnTo>
                    <a:pt x="114" y="945"/>
                  </a:lnTo>
                  <a:lnTo>
                    <a:pt x="132" y="970"/>
                  </a:lnTo>
                  <a:lnTo>
                    <a:pt x="152" y="994"/>
                  </a:lnTo>
                  <a:lnTo>
                    <a:pt x="171" y="1015"/>
                  </a:lnTo>
                  <a:lnTo>
                    <a:pt x="192" y="1036"/>
                  </a:lnTo>
                  <a:lnTo>
                    <a:pt x="215" y="1056"/>
                  </a:lnTo>
                  <a:lnTo>
                    <a:pt x="238" y="1074"/>
                  </a:lnTo>
                  <a:lnTo>
                    <a:pt x="261" y="1092"/>
                  </a:lnTo>
                  <a:lnTo>
                    <a:pt x="285" y="1108"/>
                  </a:lnTo>
                  <a:lnTo>
                    <a:pt x="309" y="1123"/>
                  </a:lnTo>
                  <a:lnTo>
                    <a:pt x="335" y="1136"/>
                  </a:lnTo>
                  <a:lnTo>
                    <a:pt x="361" y="1149"/>
                  </a:lnTo>
                  <a:lnTo>
                    <a:pt x="389" y="1158"/>
                  </a:lnTo>
                  <a:lnTo>
                    <a:pt x="415" y="1168"/>
                  </a:lnTo>
                  <a:lnTo>
                    <a:pt x="443" y="1178"/>
                  </a:lnTo>
                  <a:lnTo>
                    <a:pt x="470" y="1184"/>
                  </a:lnTo>
                  <a:lnTo>
                    <a:pt x="498" y="1189"/>
                  </a:lnTo>
                  <a:lnTo>
                    <a:pt x="527" y="1194"/>
                  </a:lnTo>
                  <a:lnTo>
                    <a:pt x="555" y="1198"/>
                  </a:lnTo>
                  <a:lnTo>
                    <a:pt x="584" y="1199"/>
                  </a:lnTo>
                  <a:lnTo>
                    <a:pt x="612" y="1199"/>
                  </a:lnTo>
                  <a:lnTo>
                    <a:pt x="641" y="1198"/>
                  </a:lnTo>
                  <a:lnTo>
                    <a:pt x="670" y="1196"/>
                  </a:lnTo>
                  <a:lnTo>
                    <a:pt x="700" y="1191"/>
                  </a:lnTo>
                  <a:lnTo>
                    <a:pt x="727" y="1186"/>
                  </a:lnTo>
                  <a:lnTo>
                    <a:pt x="757" y="1180"/>
                  </a:lnTo>
                  <a:lnTo>
                    <a:pt x="784" y="1171"/>
                  </a:lnTo>
                  <a:lnTo>
                    <a:pt x="812" y="1160"/>
                  </a:lnTo>
                  <a:lnTo>
                    <a:pt x="839" y="1149"/>
                  </a:lnTo>
                  <a:lnTo>
                    <a:pt x="867" y="1136"/>
                  </a:lnTo>
                  <a:lnTo>
                    <a:pt x="893" y="1123"/>
                  </a:lnTo>
                  <a:lnTo>
                    <a:pt x="919" y="1106"/>
                  </a:lnTo>
                  <a:lnTo>
                    <a:pt x="945" y="1088"/>
                  </a:lnTo>
                  <a:lnTo>
                    <a:pt x="968" y="1071"/>
                  </a:lnTo>
                  <a:lnTo>
                    <a:pt x="991" y="1053"/>
                  </a:lnTo>
                  <a:lnTo>
                    <a:pt x="1013" y="1032"/>
                  </a:lnTo>
                  <a:lnTo>
                    <a:pt x="1033" y="1010"/>
                  </a:lnTo>
                  <a:lnTo>
                    <a:pt x="1052" y="989"/>
                  </a:lnTo>
                  <a:lnTo>
                    <a:pt x="1070" y="966"/>
                  </a:lnTo>
                  <a:lnTo>
                    <a:pt x="1087" y="942"/>
                  </a:lnTo>
                  <a:lnTo>
                    <a:pt x="1103" y="919"/>
                  </a:lnTo>
                  <a:lnTo>
                    <a:pt x="1118" y="893"/>
                  </a:lnTo>
                  <a:lnTo>
                    <a:pt x="1131" y="867"/>
                  </a:lnTo>
                  <a:lnTo>
                    <a:pt x="1142" y="841"/>
                  </a:lnTo>
                  <a:lnTo>
                    <a:pt x="1152" y="815"/>
                  </a:lnTo>
                  <a:lnTo>
                    <a:pt x="1161" y="787"/>
                  </a:lnTo>
                  <a:lnTo>
                    <a:pt x="1170" y="760"/>
                  </a:lnTo>
                  <a:lnTo>
                    <a:pt x="1176" y="732"/>
                  </a:lnTo>
                  <a:lnTo>
                    <a:pt x="1181" y="704"/>
                  </a:lnTo>
                  <a:lnTo>
                    <a:pt x="1186" y="677"/>
                  </a:lnTo>
                  <a:lnTo>
                    <a:pt x="1187" y="648"/>
                  </a:lnTo>
                  <a:lnTo>
                    <a:pt x="1189" y="618"/>
                  </a:lnTo>
                  <a:lnTo>
                    <a:pt x="1189" y="589"/>
                  </a:lnTo>
                  <a:lnTo>
                    <a:pt x="1187" y="560"/>
                  </a:lnTo>
                  <a:lnTo>
                    <a:pt x="1184" y="532"/>
                  </a:lnTo>
                  <a:lnTo>
                    <a:pt x="1181" y="503"/>
                  </a:lnTo>
                  <a:lnTo>
                    <a:pt x="1174" y="473"/>
                  </a:lnTo>
                  <a:lnTo>
                    <a:pt x="1168" y="444"/>
                  </a:lnTo>
                  <a:lnTo>
                    <a:pt x="1158" y="416"/>
                  </a:lnTo>
                  <a:lnTo>
                    <a:pt x="1148" y="387"/>
                  </a:lnTo>
                  <a:lnTo>
                    <a:pt x="1137" y="359"/>
                  </a:lnTo>
                  <a:lnTo>
                    <a:pt x="1124" y="332"/>
                  </a:lnTo>
                  <a:lnTo>
                    <a:pt x="1109" y="304"/>
                  </a:lnTo>
                  <a:lnTo>
                    <a:pt x="594" y="599"/>
                  </a:lnTo>
                  <a:close/>
                </a:path>
              </a:pathLst>
            </a:custGeom>
            <a:solidFill>
              <a:srgbClr val="0CF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36" name="Rectangle 25">
              <a:extLst>
                <a:ext uri="{FF2B5EF4-FFF2-40B4-BE49-F238E27FC236}">
                  <a16:creationId xmlns:a16="http://schemas.microsoft.com/office/drawing/2014/main" id="{D4BBB60E-3E11-440B-8CAF-FD5C8A969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500" y="1254125"/>
              <a:ext cx="2193925" cy="1835150"/>
            </a:xfrm>
            <a:prstGeom prst="rect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37" name="Rectangle 45">
              <a:extLst>
                <a:ext uri="{FF2B5EF4-FFF2-40B4-BE49-F238E27FC236}">
                  <a16:creationId xmlns:a16="http://schemas.microsoft.com/office/drawing/2014/main" id="{6DD1CFFA-14DE-41FC-BE41-9C5162266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125" y="1741488"/>
              <a:ext cx="2238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15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38" name="Rectangle 68">
              <a:extLst>
                <a:ext uri="{FF2B5EF4-FFF2-40B4-BE49-F238E27FC236}">
                  <a16:creationId xmlns:a16="http://schemas.microsoft.com/office/drawing/2014/main" id="{39C583CA-5129-43A3-A3A1-294393A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775" y="2403475"/>
              <a:ext cx="2238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3</a:t>
              </a:r>
              <a:r>
                <a:rPr kumimoji="0" lang="en-US" altLang="en-US" sz="15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39" name="Rectangle 69">
              <a:extLst>
                <a:ext uri="{FF2B5EF4-FFF2-40B4-BE49-F238E27FC236}">
                  <a16:creationId xmlns:a16="http://schemas.microsoft.com/office/drawing/2014/main" id="{AD443292-8269-41B6-A58A-6B0F1AD61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6713" y="1752600"/>
              <a:ext cx="223837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15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0" name="Freeform 34">
              <a:extLst>
                <a:ext uri="{FF2B5EF4-FFF2-40B4-BE49-F238E27FC236}">
                  <a16:creationId xmlns:a16="http://schemas.microsoft.com/office/drawing/2014/main" id="{88EB0713-D67E-4119-B671-7D41ABB73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7725" y="2006600"/>
              <a:ext cx="598488" cy="368300"/>
            </a:xfrm>
            <a:custGeom>
              <a:avLst/>
              <a:gdLst>
                <a:gd name="T0" fmla="*/ 2147483646 w 755"/>
                <a:gd name="T1" fmla="*/ 0 h 463"/>
                <a:gd name="T2" fmla="*/ 2147483646 w 755"/>
                <a:gd name="T3" fmla="*/ 2147483646 h 463"/>
                <a:gd name="T4" fmla="*/ 2147483646 w 755"/>
                <a:gd name="T5" fmla="*/ 2147483646 h 463"/>
                <a:gd name="T6" fmla="*/ 2147483646 w 755"/>
                <a:gd name="T7" fmla="*/ 2147483646 h 463"/>
                <a:gd name="T8" fmla="*/ 2147483646 w 755"/>
                <a:gd name="T9" fmla="*/ 2147483646 h 463"/>
                <a:gd name="T10" fmla="*/ 2147483646 w 755"/>
                <a:gd name="T11" fmla="*/ 2147483646 h 463"/>
                <a:gd name="T12" fmla="*/ 2147483646 w 755"/>
                <a:gd name="T13" fmla="*/ 2147483646 h 463"/>
                <a:gd name="T14" fmla="*/ 2147483646 w 755"/>
                <a:gd name="T15" fmla="*/ 2147483646 h 463"/>
                <a:gd name="T16" fmla="*/ 2147483646 w 755"/>
                <a:gd name="T17" fmla="*/ 2147483646 h 463"/>
                <a:gd name="T18" fmla="*/ 2147483646 w 755"/>
                <a:gd name="T19" fmla="*/ 2147483646 h 463"/>
                <a:gd name="T20" fmla="*/ 2147483646 w 755"/>
                <a:gd name="T21" fmla="*/ 2147483646 h 463"/>
                <a:gd name="T22" fmla="*/ 2147483646 w 755"/>
                <a:gd name="T23" fmla="*/ 2147483646 h 463"/>
                <a:gd name="T24" fmla="*/ 2147483646 w 755"/>
                <a:gd name="T25" fmla="*/ 2147483646 h 463"/>
                <a:gd name="T26" fmla="*/ 2147483646 w 755"/>
                <a:gd name="T27" fmla="*/ 2147483646 h 463"/>
                <a:gd name="T28" fmla="*/ 2147483646 w 755"/>
                <a:gd name="T29" fmla="*/ 2147483646 h 463"/>
                <a:gd name="T30" fmla="*/ 2147483646 w 755"/>
                <a:gd name="T31" fmla="*/ 2147483646 h 463"/>
                <a:gd name="T32" fmla="*/ 2147483646 w 755"/>
                <a:gd name="T33" fmla="*/ 2147483646 h 463"/>
                <a:gd name="T34" fmla="*/ 2147483646 w 755"/>
                <a:gd name="T35" fmla="*/ 2147483646 h 463"/>
                <a:gd name="T36" fmla="*/ 2147483646 w 755"/>
                <a:gd name="T37" fmla="*/ 2147483646 h 463"/>
                <a:gd name="T38" fmla="*/ 2147483646 w 755"/>
                <a:gd name="T39" fmla="*/ 2147483646 h 463"/>
                <a:gd name="T40" fmla="*/ 2147483646 w 755"/>
                <a:gd name="T41" fmla="*/ 2147483646 h 463"/>
                <a:gd name="T42" fmla="*/ 2147483646 w 755"/>
                <a:gd name="T43" fmla="*/ 2147483646 h 463"/>
                <a:gd name="T44" fmla="*/ 2147483646 w 755"/>
                <a:gd name="T45" fmla="*/ 2147483646 h 463"/>
                <a:gd name="T46" fmla="*/ 2147483646 w 755"/>
                <a:gd name="T47" fmla="*/ 2147483646 h 463"/>
                <a:gd name="T48" fmla="*/ 2147483646 w 755"/>
                <a:gd name="T49" fmla="*/ 2147483646 h 463"/>
                <a:gd name="T50" fmla="*/ 2147483646 w 755"/>
                <a:gd name="T51" fmla="*/ 2147483646 h 463"/>
                <a:gd name="T52" fmla="*/ 2147483646 w 755"/>
                <a:gd name="T53" fmla="*/ 2147483646 h 463"/>
                <a:gd name="T54" fmla="*/ 2147483646 w 755"/>
                <a:gd name="T55" fmla="*/ 2147483646 h 463"/>
                <a:gd name="T56" fmla="*/ 2147483646 w 755"/>
                <a:gd name="T57" fmla="*/ 2147483646 h 463"/>
                <a:gd name="T58" fmla="*/ 2147483646 w 755"/>
                <a:gd name="T59" fmla="*/ 2147483646 h 463"/>
                <a:gd name="T60" fmla="*/ 2147483646 w 755"/>
                <a:gd name="T61" fmla="*/ 2147483646 h 463"/>
                <a:gd name="T62" fmla="*/ 2147483646 w 755"/>
                <a:gd name="T63" fmla="*/ 2147483646 h 463"/>
                <a:gd name="T64" fmla="*/ 0 w 755"/>
                <a:gd name="T65" fmla="*/ 2147483646 h 463"/>
                <a:gd name="T66" fmla="*/ 2147483646 w 755"/>
                <a:gd name="T67" fmla="*/ 0 h 46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55" h="463">
                  <a:moveTo>
                    <a:pt x="755" y="0"/>
                  </a:moveTo>
                  <a:lnTo>
                    <a:pt x="750" y="34"/>
                  </a:lnTo>
                  <a:lnTo>
                    <a:pt x="742" y="66"/>
                  </a:lnTo>
                  <a:lnTo>
                    <a:pt x="732" y="97"/>
                  </a:lnTo>
                  <a:lnTo>
                    <a:pt x="721" y="128"/>
                  </a:lnTo>
                  <a:lnTo>
                    <a:pt x="706" y="158"/>
                  </a:lnTo>
                  <a:lnTo>
                    <a:pt x="690" y="185"/>
                  </a:lnTo>
                  <a:lnTo>
                    <a:pt x="672" y="213"/>
                  </a:lnTo>
                  <a:lnTo>
                    <a:pt x="652" y="237"/>
                  </a:lnTo>
                  <a:lnTo>
                    <a:pt x="631" y="262"/>
                  </a:lnTo>
                  <a:lnTo>
                    <a:pt x="608" y="284"/>
                  </a:lnTo>
                  <a:lnTo>
                    <a:pt x="586" y="307"/>
                  </a:lnTo>
                  <a:lnTo>
                    <a:pt x="560" y="327"/>
                  </a:lnTo>
                  <a:lnTo>
                    <a:pt x="534" y="346"/>
                  </a:lnTo>
                  <a:lnTo>
                    <a:pt x="508" y="364"/>
                  </a:lnTo>
                  <a:lnTo>
                    <a:pt x="480" y="380"/>
                  </a:lnTo>
                  <a:lnTo>
                    <a:pt x="451" y="395"/>
                  </a:lnTo>
                  <a:lnTo>
                    <a:pt x="421" y="408"/>
                  </a:lnTo>
                  <a:lnTo>
                    <a:pt x="392" y="420"/>
                  </a:lnTo>
                  <a:lnTo>
                    <a:pt x="363" y="431"/>
                  </a:lnTo>
                  <a:lnTo>
                    <a:pt x="332" y="441"/>
                  </a:lnTo>
                  <a:lnTo>
                    <a:pt x="303" y="447"/>
                  </a:lnTo>
                  <a:lnTo>
                    <a:pt x="272" y="454"/>
                  </a:lnTo>
                  <a:lnTo>
                    <a:pt x="243" y="459"/>
                  </a:lnTo>
                  <a:lnTo>
                    <a:pt x="213" y="462"/>
                  </a:lnTo>
                  <a:lnTo>
                    <a:pt x="184" y="463"/>
                  </a:lnTo>
                  <a:lnTo>
                    <a:pt x="155" y="463"/>
                  </a:lnTo>
                  <a:lnTo>
                    <a:pt x="127" y="462"/>
                  </a:lnTo>
                  <a:lnTo>
                    <a:pt x="99" y="460"/>
                  </a:lnTo>
                  <a:lnTo>
                    <a:pt x="73" y="455"/>
                  </a:lnTo>
                  <a:lnTo>
                    <a:pt x="47" y="449"/>
                  </a:lnTo>
                  <a:lnTo>
                    <a:pt x="25" y="441"/>
                  </a:lnTo>
                  <a:lnTo>
                    <a:pt x="0" y="431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rgbClr val="0CF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1" name="Freeform 33">
              <a:extLst>
                <a:ext uri="{FF2B5EF4-FFF2-40B4-BE49-F238E27FC236}">
                  <a16:creationId xmlns:a16="http://schemas.microsoft.com/office/drawing/2014/main" id="{1CC2D473-2D70-4F87-B2DC-81D11610E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9313" y="1976438"/>
              <a:ext cx="596900" cy="373062"/>
            </a:xfrm>
            <a:custGeom>
              <a:avLst/>
              <a:gdLst>
                <a:gd name="T0" fmla="*/ 2147483646 w 753"/>
                <a:gd name="T1" fmla="*/ 2147483646 h 471"/>
                <a:gd name="T2" fmla="*/ 2147483646 w 753"/>
                <a:gd name="T3" fmla="*/ 2147483646 h 471"/>
                <a:gd name="T4" fmla="*/ 2147483646 w 753"/>
                <a:gd name="T5" fmla="*/ 2147483646 h 471"/>
                <a:gd name="T6" fmla="*/ 2147483646 w 753"/>
                <a:gd name="T7" fmla="*/ 2147483646 h 471"/>
                <a:gd name="T8" fmla="*/ 2147483646 w 753"/>
                <a:gd name="T9" fmla="*/ 2147483646 h 471"/>
                <a:gd name="T10" fmla="*/ 2147483646 w 753"/>
                <a:gd name="T11" fmla="*/ 0 h 471"/>
                <a:gd name="T12" fmla="*/ 2147483646 w 753"/>
                <a:gd name="T13" fmla="*/ 0 h 471"/>
                <a:gd name="T14" fmla="*/ 2147483646 w 753"/>
                <a:gd name="T15" fmla="*/ 2147483646 h 471"/>
                <a:gd name="T16" fmla="*/ 2147483646 w 753"/>
                <a:gd name="T17" fmla="*/ 2147483646 h 471"/>
                <a:gd name="T18" fmla="*/ 2147483646 w 753"/>
                <a:gd name="T19" fmla="*/ 2147483646 h 471"/>
                <a:gd name="T20" fmla="*/ 2147483646 w 753"/>
                <a:gd name="T21" fmla="*/ 2147483646 h 471"/>
                <a:gd name="T22" fmla="*/ 2147483646 w 753"/>
                <a:gd name="T23" fmla="*/ 2147483646 h 471"/>
                <a:gd name="T24" fmla="*/ 2147483646 w 753"/>
                <a:gd name="T25" fmla="*/ 2147483646 h 471"/>
                <a:gd name="T26" fmla="*/ 2147483646 w 753"/>
                <a:gd name="T27" fmla="*/ 2147483646 h 471"/>
                <a:gd name="T28" fmla="*/ 2147483646 w 753"/>
                <a:gd name="T29" fmla="*/ 2147483646 h 471"/>
                <a:gd name="T30" fmla="*/ 2147483646 w 753"/>
                <a:gd name="T31" fmla="*/ 2147483646 h 471"/>
                <a:gd name="T32" fmla="*/ 2147483646 w 753"/>
                <a:gd name="T33" fmla="*/ 2147483646 h 471"/>
                <a:gd name="T34" fmla="*/ 2147483646 w 753"/>
                <a:gd name="T35" fmla="*/ 2147483646 h 471"/>
                <a:gd name="T36" fmla="*/ 2147483646 w 753"/>
                <a:gd name="T37" fmla="*/ 2147483646 h 471"/>
                <a:gd name="T38" fmla="*/ 2147483646 w 753"/>
                <a:gd name="T39" fmla="*/ 2147483646 h 471"/>
                <a:gd name="T40" fmla="*/ 2147483646 w 753"/>
                <a:gd name="T41" fmla="*/ 2147483646 h 471"/>
                <a:gd name="T42" fmla="*/ 2147483646 w 753"/>
                <a:gd name="T43" fmla="*/ 2147483646 h 471"/>
                <a:gd name="T44" fmla="*/ 2147483646 w 753"/>
                <a:gd name="T45" fmla="*/ 2147483646 h 471"/>
                <a:gd name="T46" fmla="*/ 2147483646 w 753"/>
                <a:gd name="T47" fmla="*/ 2147483646 h 471"/>
                <a:gd name="T48" fmla="*/ 2147483646 w 753"/>
                <a:gd name="T49" fmla="*/ 2147483646 h 471"/>
                <a:gd name="T50" fmla="*/ 2147483646 w 753"/>
                <a:gd name="T51" fmla="*/ 2147483646 h 471"/>
                <a:gd name="T52" fmla="*/ 2147483646 w 753"/>
                <a:gd name="T53" fmla="*/ 2147483646 h 471"/>
                <a:gd name="T54" fmla="*/ 2147483646 w 753"/>
                <a:gd name="T55" fmla="*/ 2147483646 h 471"/>
                <a:gd name="T56" fmla="*/ 2147483646 w 753"/>
                <a:gd name="T57" fmla="*/ 2147483646 h 471"/>
                <a:gd name="T58" fmla="*/ 2147483646 w 753"/>
                <a:gd name="T59" fmla="*/ 2147483646 h 471"/>
                <a:gd name="T60" fmla="*/ 2147483646 w 753"/>
                <a:gd name="T61" fmla="*/ 2147483646 h 471"/>
                <a:gd name="T62" fmla="*/ 2147483646 w 753"/>
                <a:gd name="T63" fmla="*/ 2147483646 h 471"/>
                <a:gd name="T64" fmla="*/ 0 w 753"/>
                <a:gd name="T65" fmla="*/ 2147483646 h 471"/>
                <a:gd name="T66" fmla="*/ 2147483646 w 753"/>
                <a:gd name="T67" fmla="*/ 2147483646 h 47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53" h="471">
                  <a:moveTo>
                    <a:pt x="753" y="38"/>
                  </a:moveTo>
                  <a:lnTo>
                    <a:pt x="722" y="25"/>
                  </a:lnTo>
                  <a:lnTo>
                    <a:pt x="689" y="15"/>
                  </a:lnTo>
                  <a:lnTo>
                    <a:pt x="657" y="8"/>
                  </a:lnTo>
                  <a:lnTo>
                    <a:pt x="624" y="4"/>
                  </a:lnTo>
                  <a:lnTo>
                    <a:pt x="592" y="0"/>
                  </a:lnTo>
                  <a:lnTo>
                    <a:pt x="561" y="0"/>
                  </a:lnTo>
                  <a:lnTo>
                    <a:pt x="528" y="2"/>
                  </a:lnTo>
                  <a:lnTo>
                    <a:pt x="496" y="5"/>
                  </a:lnTo>
                  <a:lnTo>
                    <a:pt x="465" y="12"/>
                  </a:lnTo>
                  <a:lnTo>
                    <a:pt x="434" y="20"/>
                  </a:lnTo>
                  <a:lnTo>
                    <a:pt x="403" y="30"/>
                  </a:lnTo>
                  <a:lnTo>
                    <a:pt x="372" y="41"/>
                  </a:lnTo>
                  <a:lnTo>
                    <a:pt x="343" y="52"/>
                  </a:lnTo>
                  <a:lnTo>
                    <a:pt x="314" y="67"/>
                  </a:lnTo>
                  <a:lnTo>
                    <a:pt x="286" y="83"/>
                  </a:lnTo>
                  <a:lnTo>
                    <a:pt x="258" y="100"/>
                  </a:lnTo>
                  <a:lnTo>
                    <a:pt x="232" y="119"/>
                  </a:lnTo>
                  <a:lnTo>
                    <a:pt x="206" y="139"/>
                  </a:lnTo>
                  <a:lnTo>
                    <a:pt x="184" y="158"/>
                  </a:lnTo>
                  <a:lnTo>
                    <a:pt x="159" y="179"/>
                  </a:lnTo>
                  <a:lnTo>
                    <a:pt x="138" y="202"/>
                  </a:lnTo>
                  <a:lnTo>
                    <a:pt x="117" y="225"/>
                  </a:lnTo>
                  <a:lnTo>
                    <a:pt x="97" y="248"/>
                  </a:lnTo>
                  <a:lnTo>
                    <a:pt x="80" y="272"/>
                  </a:lnTo>
                  <a:lnTo>
                    <a:pt x="63" y="296"/>
                  </a:lnTo>
                  <a:lnTo>
                    <a:pt x="49" y="321"/>
                  </a:lnTo>
                  <a:lnTo>
                    <a:pt x="36" y="345"/>
                  </a:lnTo>
                  <a:lnTo>
                    <a:pt x="26" y="371"/>
                  </a:lnTo>
                  <a:lnTo>
                    <a:pt x="16" y="396"/>
                  </a:lnTo>
                  <a:lnTo>
                    <a:pt x="8" y="420"/>
                  </a:lnTo>
                  <a:lnTo>
                    <a:pt x="3" y="446"/>
                  </a:lnTo>
                  <a:lnTo>
                    <a:pt x="0" y="471"/>
                  </a:lnTo>
                  <a:lnTo>
                    <a:pt x="753" y="38"/>
                  </a:lnTo>
                  <a:close/>
                </a:path>
              </a:pathLst>
            </a:custGeom>
            <a:solidFill>
              <a:srgbClr val="0CF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2" name="Freeform 37">
              <a:extLst>
                <a:ext uri="{FF2B5EF4-FFF2-40B4-BE49-F238E27FC236}">
                  <a16:creationId xmlns:a16="http://schemas.microsoft.com/office/drawing/2014/main" id="{DB043F68-A777-4FCF-83D8-DE554C848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563" y="1462088"/>
              <a:ext cx="927100" cy="927100"/>
            </a:xfrm>
            <a:custGeom>
              <a:avLst/>
              <a:gdLst>
                <a:gd name="T0" fmla="*/ 2147483646 w 1167"/>
                <a:gd name="T1" fmla="*/ 2147483646 h 1168"/>
                <a:gd name="T2" fmla="*/ 2147483646 w 1167"/>
                <a:gd name="T3" fmla="*/ 2147483646 h 1168"/>
                <a:gd name="T4" fmla="*/ 2147483646 w 1167"/>
                <a:gd name="T5" fmla="*/ 2147483646 h 1168"/>
                <a:gd name="T6" fmla="*/ 2147483646 w 1167"/>
                <a:gd name="T7" fmla="*/ 2147483646 h 1168"/>
                <a:gd name="T8" fmla="*/ 2147483646 w 1167"/>
                <a:gd name="T9" fmla="*/ 2147483646 h 1168"/>
                <a:gd name="T10" fmla="*/ 2147483646 w 1167"/>
                <a:gd name="T11" fmla="*/ 2147483646 h 1168"/>
                <a:gd name="T12" fmla="*/ 2147483646 w 1167"/>
                <a:gd name="T13" fmla="*/ 2147483646 h 1168"/>
                <a:gd name="T14" fmla="*/ 2147483646 w 1167"/>
                <a:gd name="T15" fmla="*/ 2147483646 h 1168"/>
                <a:gd name="T16" fmla="*/ 2147483646 w 1167"/>
                <a:gd name="T17" fmla="*/ 2147483646 h 1168"/>
                <a:gd name="T18" fmla="*/ 2147483646 w 1167"/>
                <a:gd name="T19" fmla="*/ 2147483646 h 1168"/>
                <a:gd name="T20" fmla="*/ 0 w 1167"/>
                <a:gd name="T21" fmla="*/ 2147483646 h 1168"/>
                <a:gd name="T22" fmla="*/ 2147483646 w 1167"/>
                <a:gd name="T23" fmla="*/ 2147483646 h 1168"/>
                <a:gd name="T24" fmla="*/ 2147483646 w 1167"/>
                <a:gd name="T25" fmla="*/ 2147483646 h 1168"/>
                <a:gd name="T26" fmla="*/ 2147483646 w 1167"/>
                <a:gd name="T27" fmla="*/ 2147483646 h 1168"/>
                <a:gd name="T28" fmla="*/ 2147483646 w 1167"/>
                <a:gd name="T29" fmla="*/ 2147483646 h 1168"/>
                <a:gd name="T30" fmla="*/ 2147483646 w 1167"/>
                <a:gd name="T31" fmla="*/ 2147483646 h 1168"/>
                <a:gd name="T32" fmla="*/ 2147483646 w 1167"/>
                <a:gd name="T33" fmla="*/ 2147483646 h 1168"/>
                <a:gd name="T34" fmla="*/ 2147483646 w 1167"/>
                <a:gd name="T35" fmla="*/ 2147483646 h 1168"/>
                <a:gd name="T36" fmla="*/ 2147483646 w 1167"/>
                <a:gd name="T37" fmla="*/ 2147483646 h 1168"/>
                <a:gd name="T38" fmla="*/ 2147483646 w 1167"/>
                <a:gd name="T39" fmla="*/ 2147483646 h 1168"/>
                <a:gd name="T40" fmla="*/ 2147483646 w 1167"/>
                <a:gd name="T41" fmla="*/ 2147483646 h 1168"/>
                <a:gd name="T42" fmla="*/ 2147483646 w 1167"/>
                <a:gd name="T43" fmla="*/ 2147483646 h 1168"/>
                <a:gd name="T44" fmla="*/ 2147483646 w 1167"/>
                <a:gd name="T45" fmla="*/ 2147483646 h 1168"/>
                <a:gd name="T46" fmla="*/ 2147483646 w 1167"/>
                <a:gd name="T47" fmla="*/ 2147483646 h 1168"/>
                <a:gd name="T48" fmla="*/ 2147483646 w 1167"/>
                <a:gd name="T49" fmla="*/ 2147483646 h 1168"/>
                <a:gd name="T50" fmla="*/ 2147483646 w 1167"/>
                <a:gd name="T51" fmla="*/ 2147483646 h 1168"/>
                <a:gd name="T52" fmla="*/ 2147483646 w 1167"/>
                <a:gd name="T53" fmla="*/ 2147483646 h 1168"/>
                <a:gd name="T54" fmla="*/ 2147483646 w 1167"/>
                <a:gd name="T55" fmla="*/ 2147483646 h 1168"/>
                <a:gd name="T56" fmla="*/ 2147483646 w 1167"/>
                <a:gd name="T57" fmla="*/ 2147483646 h 1168"/>
                <a:gd name="T58" fmla="*/ 2147483646 w 1167"/>
                <a:gd name="T59" fmla="*/ 2147483646 h 1168"/>
                <a:gd name="T60" fmla="*/ 2147483646 w 1167"/>
                <a:gd name="T61" fmla="*/ 2147483646 h 1168"/>
                <a:gd name="T62" fmla="*/ 2147483646 w 1167"/>
                <a:gd name="T63" fmla="*/ 2147483646 h 1168"/>
                <a:gd name="T64" fmla="*/ 2147483646 w 1167"/>
                <a:gd name="T65" fmla="*/ 2147483646 h 1168"/>
                <a:gd name="T66" fmla="*/ 2147483646 w 1167"/>
                <a:gd name="T67" fmla="*/ 2147483646 h 1168"/>
                <a:gd name="T68" fmla="*/ 2147483646 w 1167"/>
                <a:gd name="T69" fmla="*/ 2147483646 h 1168"/>
                <a:gd name="T70" fmla="*/ 2147483646 w 1167"/>
                <a:gd name="T71" fmla="*/ 2147483646 h 1168"/>
                <a:gd name="T72" fmla="*/ 2147483646 w 1167"/>
                <a:gd name="T73" fmla="*/ 2147483646 h 1168"/>
                <a:gd name="T74" fmla="*/ 2147483646 w 1167"/>
                <a:gd name="T75" fmla="*/ 2147483646 h 1168"/>
                <a:gd name="T76" fmla="*/ 2147483646 w 1167"/>
                <a:gd name="T77" fmla="*/ 2147483646 h 1168"/>
                <a:gd name="T78" fmla="*/ 2147483646 w 1167"/>
                <a:gd name="T79" fmla="*/ 2147483646 h 1168"/>
                <a:gd name="T80" fmla="*/ 2147483646 w 1167"/>
                <a:gd name="T81" fmla="*/ 2147483646 h 1168"/>
                <a:gd name="T82" fmla="*/ 2147483646 w 1167"/>
                <a:gd name="T83" fmla="*/ 2147483646 h 1168"/>
                <a:gd name="T84" fmla="*/ 2147483646 w 1167"/>
                <a:gd name="T85" fmla="*/ 2147483646 h 1168"/>
                <a:gd name="T86" fmla="*/ 2147483646 w 1167"/>
                <a:gd name="T87" fmla="*/ 0 h 116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67" h="1168">
                  <a:moveTo>
                    <a:pt x="583" y="0"/>
                  </a:moveTo>
                  <a:lnTo>
                    <a:pt x="554" y="0"/>
                  </a:lnTo>
                  <a:lnTo>
                    <a:pt x="523" y="3"/>
                  </a:lnTo>
                  <a:lnTo>
                    <a:pt x="494" y="6"/>
                  </a:lnTo>
                  <a:lnTo>
                    <a:pt x="466" y="11"/>
                  </a:lnTo>
                  <a:lnTo>
                    <a:pt x="437" y="18"/>
                  </a:lnTo>
                  <a:lnTo>
                    <a:pt x="409" y="26"/>
                  </a:lnTo>
                  <a:lnTo>
                    <a:pt x="383" y="35"/>
                  </a:lnTo>
                  <a:lnTo>
                    <a:pt x="356" y="45"/>
                  </a:lnTo>
                  <a:lnTo>
                    <a:pt x="330" y="57"/>
                  </a:lnTo>
                  <a:lnTo>
                    <a:pt x="305" y="70"/>
                  </a:lnTo>
                  <a:lnTo>
                    <a:pt x="281" y="84"/>
                  </a:lnTo>
                  <a:lnTo>
                    <a:pt x="256" y="99"/>
                  </a:lnTo>
                  <a:lnTo>
                    <a:pt x="234" y="115"/>
                  </a:lnTo>
                  <a:lnTo>
                    <a:pt x="213" y="133"/>
                  </a:lnTo>
                  <a:lnTo>
                    <a:pt x="191" y="151"/>
                  </a:lnTo>
                  <a:lnTo>
                    <a:pt x="170" y="170"/>
                  </a:lnTo>
                  <a:lnTo>
                    <a:pt x="151" y="192"/>
                  </a:lnTo>
                  <a:lnTo>
                    <a:pt x="133" y="213"/>
                  </a:lnTo>
                  <a:lnTo>
                    <a:pt x="115" y="234"/>
                  </a:lnTo>
                  <a:lnTo>
                    <a:pt x="99" y="257"/>
                  </a:lnTo>
                  <a:lnTo>
                    <a:pt x="84" y="281"/>
                  </a:lnTo>
                  <a:lnTo>
                    <a:pt x="69" y="306"/>
                  </a:lnTo>
                  <a:lnTo>
                    <a:pt x="56" y="330"/>
                  </a:lnTo>
                  <a:lnTo>
                    <a:pt x="45" y="356"/>
                  </a:lnTo>
                  <a:lnTo>
                    <a:pt x="35" y="384"/>
                  </a:lnTo>
                  <a:lnTo>
                    <a:pt x="26" y="410"/>
                  </a:lnTo>
                  <a:lnTo>
                    <a:pt x="17" y="437"/>
                  </a:lnTo>
                  <a:lnTo>
                    <a:pt x="11" y="467"/>
                  </a:lnTo>
                  <a:lnTo>
                    <a:pt x="6" y="494"/>
                  </a:lnTo>
                  <a:lnTo>
                    <a:pt x="3" y="524"/>
                  </a:lnTo>
                  <a:lnTo>
                    <a:pt x="0" y="555"/>
                  </a:lnTo>
                  <a:lnTo>
                    <a:pt x="0" y="584"/>
                  </a:lnTo>
                  <a:lnTo>
                    <a:pt x="0" y="615"/>
                  </a:lnTo>
                  <a:lnTo>
                    <a:pt x="3" y="644"/>
                  </a:lnTo>
                  <a:lnTo>
                    <a:pt x="6" y="673"/>
                  </a:lnTo>
                  <a:lnTo>
                    <a:pt x="11" y="701"/>
                  </a:lnTo>
                  <a:lnTo>
                    <a:pt x="17" y="730"/>
                  </a:lnTo>
                  <a:lnTo>
                    <a:pt x="26" y="758"/>
                  </a:lnTo>
                  <a:lnTo>
                    <a:pt x="35" y="786"/>
                  </a:lnTo>
                  <a:lnTo>
                    <a:pt x="45" y="812"/>
                  </a:lnTo>
                  <a:lnTo>
                    <a:pt x="56" y="838"/>
                  </a:lnTo>
                  <a:lnTo>
                    <a:pt x="69" y="862"/>
                  </a:lnTo>
                  <a:lnTo>
                    <a:pt x="84" y="886"/>
                  </a:lnTo>
                  <a:lnTo>
                    <a:pt x="99" y="911"/>
                  </a:lnTo>
                  <a:lnTo>
                    <a:pt x="115" y="934"/>
                  </a:lnTo>
                  <a:lnTo>
                    <a:pt x="133" y="956"/>
                  </a:lnTo>
                  <a:lnTo>
                    <a:pt x="151" y="978"/>
                  </a:lnTo>
                  <a:lnTo>
                    <a:pt x="170" y="997"/>
                  </a:lnTo>
                  <a:lnTo>
                    <a:pt x="191" y="1017"/>
                  </a:lnTo>
                  <a:lnTo>
                    <a:pt x="213" y="1035"/>
                  </a:lnTo>
                  <a:lnTo>
                    <a:pt x="234" y="1052"/>
                  </a:lnTo>
                  <a:lnTo>
                    <a:pt x="256" y="1069"/>
                  </a:lnTo>
                  <a:lnTo>
                    <a:pt x="281" y="1083"/>
                  </a:lnTo>
                  <a:lnTo>
                    <a:pt x="305" y="1098"/>
                  </a:lnTo>
                  <a:lnTo>
                    <a:pt x="330" y="1111"/>
                  </a:lnTo>
                  <a:lnTo>
                    <a:pt x="356" y="1122"/>
                  </a:lnTo>
                  <a:lnTo>
                    <a:pt x="383" y="1134"/>
                  </a:lnTo>
                  <a:lnTo>
                    <a:pt x="409" y="1142"/>
                  </a:lnTo>
                  <a:lnTo>
                    <a:pt x="437" y="1150"/>
                  </a:lnTo>
                  <a:lnTo>
                    <a:pt x="466" y="1157"/>
                  </a:lnTo>
                  <a:lnTo>
                    <a:pt x="494" y="1161"/>
                  </a:lnTo>
                  <a:lnTo>
                    <a:pt x="523" y="1165"/>
                  </a:lnTo>
                  <a:lnTo>
                    <a:pt x="554" y="1168"/>
                  </a:lnTo>
                  <a:lnTo>
                    <a:pt x="583" y="1168"/>
                  </a:lnTo>
                  <a:lnTo>
                    <a:pt x="614" y="1168"/>
                  </a:lnTo>
                  <a:lnTo>
                    <a:pt x="643" y="1165"/>
                  </a:lnTo>
                  <a:lnTo>
                    <a:pt x="673" y="1161"/>
                  </a:lnTo>
                  <a:lnTo>
                    <a:pt x="700" y="1157"/>
                  </a:lnTo>
                  <a:lnTo>
                    <a:pt x="730" y="1150"/>
                  </a:lnTo>
                  <a:lnTo>
                    <a:pt x="757" y="1142"/>
                  </a:lnTo>
                  <a:lnTo>
                    <a:pt x="785" y="1134"/>
                  </a:lnTo>
                  <a:lnTo>
                    <a:pt x="811" y="1122"/>
                  </a:lnTo>
                  <a:lnTo>
                    <a:pt x="837" y="1111"/>
                  </a:lnTo>
                  <a:lnTo>
                    <a:pt x="861" y="1098"/>
                  </a:lnTo>
                  <a:lnTo>
                    <a:pt x="886" y="1083"/>
                  </a:lnTo>
                  <a:lnTo>
                    <a:pt x="910" y="1069"/>
                  </a:lnTo>
                  <a:lnTo>
                    <a:pt x="933" y="1052"/>
                  </a:lnTo>
                  <a:lnTo>
                    <a:pt x="956" y="1035"/>
                  </a:lnTo>
                  <a:lnTo>
                    <a:pt x="977" y="1017"/>
                  </a:lnTo>
                  <a:lnTo>
                    <a:pt x="996" y="997"/>
                  </a:lnTo>
                  <a:lnTo>
                    <a:pt x="1016" y="978"/>
                  </a:lnTo>
                  <a:lnTo>
                    <a:pt x="1034" y="956"/>
                  </a:lnTo>
                  <a:lnTo>
                    <a:pt x="1051" y="934"/>
                  </a:lnTo>
                  <a:lnTo>
                    <a:pt x="1068" y="911"/>
                  </a:lnTo>
                  <a:lnTo>
                    <a:pt x="1082" y="886"/>
                  </a:lnTo>
                  <a:lnTo>
                    <a:pt x="1097" y="862"/>
                  </a:lnTo>
                  <a:lnTo>
                    <a:pt x="1110" y="838"/>
                  </a:lnTo>
                  <a:lnTo>
                    <a:pt x="1121" y="812"/>
                  </a:lnTo>
                  <a:lnTo>
                    <a:pt x="1133" y="786"/>
                  </a:lnTo>
                  <a:lnTo>
                    <a:pt x="1141" y="758"/>
                  </a:lnTo>
                  <a:lnTo>
                    <a:pt x="1149" y="730"/>
                  </a:lnTo>
                  <a:lnTo>
                    <a:pt x="1156" y="701"/>
                  </a:lnTo>
                  <a:lnTo>
                    <a:pt x="1160" y="673"/>
                  </a:lnTo>
                  <a:lnTo>
                    <a:pt x="1164" y="644"/>
                  </a:lnTo>
                  <a:lnTo>
                    <a:pt x="1167" y="615"/>
                  </a:lnTo>
                  <a:lnTo>
                    <a:pt x="1167" y="584"/>
                  </a:lnTo>
                  <a:lnTo>
                    <a:pt x="1167" y="555"/>
                  </a:lnTo>
                  <a:lnTo>
                    <a:pt x="1164" y="524"/>
                  </a:lnTo>
                  <a:lnTo>
                    <a:pt x="1160" y="494"/>
                  </a:lnTo>
                  <a:lnTo>
                    <a:pt x="1156" y="467"/>
                  </a:lnTo>
                  <a:lnTo>
                    <a:pt x="1149" y="437"/>
                  </a:lnTo>
                  <a:lnTo>
                    <a:pt x="1141" y="410"/>
                  </a:lnTo>
                  <a:lnTo>
                    <a:pt x="1133" y="384"/>
                  </a:lnTo>
                  <a:lnTo>
                    <a:pt x="1121" y="356"/>
                  </a:lnTo>
                  <a:lnTo>
                    <a:pt x="1110" y="330"/>
                  </a:lnTo>
                  <a:lnTo>
                    <a:pt x="1097" y="306"/>
                  </a:lnTo>
                  <a:lnTo>
                    <a:pt x="1082" y="281"/>
                  </a:lnTo>
                  <a:lnTo>
                    <a:pt x="1068" y="257"/>
                  </a:lnTo>
                  <a:lnTo>
                    <a:pt x="1051" y="234"/>
                  </a:lnTo>
                  <a:lnTo>
                    <a:pt x="1034" y="213"/>
                  </a:lnTo>
                  <a:lnTo>
                    <a:pt x="1016" y="192"/>
                  </a:lnTo>
                  <a:lnTo>
                    <a:pt x="996" y="170"/>
                  </a:lnTo>
                  <a:lnTo>
                    <a:pt x="977" y="151"/>
                  </a:lnTo>
                  <a:lnTo>
                    <a:pt x="956" y="133"/>
                  </a:lnTo>
                  <a:lnTo>
                    <a:pt x="933" y="115"/>
                  </a:lnTo>
                  <a:lnTo>
                    <a:pt x="910" y="99"/>
                  </a:lnTo>
                  <a:lnTo>
                    <a:pt x="886" y="84"/>
                  </a:lnTo>
                  <a:lnTo>
                    <a:pt x="861" y="70"/>
                  </a:lnTo>
                  <a:lnTo>
                    <a:pt x="837" y="57"/>
                  </a:lnTo>
                  <a:lnTo>
                    <a:pt x="811" y="45"/>
                  </a:lnTo>
                  <a:lnTo>
                    <a:pt x="785" y="35"/>
                  </a:lnTo>
                  <a:lnTo>
                    <a:pt x="757" y="26"/>
                  </a:lnTo>
                  <a:lnTo>
                    <a:pt x="730" y="18"/>
                  </a:lnTo>
                  <a:lnTo>
                    <a:pt x="700" y="11"/>
                  </a:lnTo>
                  <a:lnTo>
                    <a:pt x="673" y="6"/>
                  </a:lnTo>
                  <a:lnTo>
                    <a:pt x="643" y="3"/>
                  </a:lnTo>
                  <a:lnTo>
                    <a:pt x="614" y="0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3" name="Freeform 36">
              <a:extLst>
                <a:ext uri="{FF2B5EF4-FFF2-40B4-BE49-F238E27FC236}">
                  <a16:creationId xmlns:a16="http://schemas.microsoft.com/office/drawing/2014/main" id="{85585573-216D-4B0D-BEA4-A5FE50F09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8200" y="1979613"/>
              <a:ext cx="925513" cy="927100"/>
            </a:xfrm>
            <a:custGeom>
              <a:avLst/>
              <a:gdLst>
                <a:gd name="T0" fmla="*/ 2147483646 w 1168"/>
                <a:gd name="T1" fmla="*/ 2147483646 h 1168"/>
                <a:gd name="T2" fmla="*/ 2147483646 w 1168"/>
                <a:gd name="T3" fmla="*/ 2147483646 h 1168"/>
                <a:gd name="T4" fmla="*/ 2147483646 w 1168"/>
                <a:gd name="T5" fmla="*/ 2147483646 h 1168"/>
                <a:gd name="T6" fmla="*/ 2147483646 w 1168"/>
                <a:gd name="T7" fmla="*/ 2147483646 h 1168"/>
                <a:gd name="T8" fmla="*/ 2147483646 w 1168"/>
                <a:gd name="T9" fmla="*/ 2147483646 h 1168"/>
                <a:gd name="T10" fmla="*/ 2147483646 w 1168"/>
                <a:gd name="T11" fmla="*/ 2147483646 h 1168"/>
                <a:gd name="T12" fmla="*/ 2147483646 w 1168"/>
                <a:gd name="T13" fmla="*/ 2147483646 h 1168"/>
                <a:gd name="T14" fmla="*/ 2147483646 w 1168"/>
                <a:gd name="T15" fmla="*/ 2147483646 h 1168"/>
                <a:gd name="T16" fmla="*/ 2147483646 w 1168"/>
                <a:gd name="T17" fmla="*/ 2147483646 h 1168"/>
                <a:gd name="T18" fmla="*/ 2147483646 w 1168"/>
                <a:gd name="T19" fmla="*/ 2147483646 h 1168"/>
                <a:gd name="T20" fmla="*/ 0 w 1168"/>
                <a:gd name="T21" fmla="*/ 2147483646 h 1168"/>
                <a:gd name="T22" fmla="*/ 2147483646 w 1168"/>
                <a:gd name="T23" fmla="*/ 2147483646 h 1168"/>
                <a:gd name="T24" fmla="*/ 2147483646 w 1168"/>
                <a:gd name="T25" fmla="*/ 2147483646 h 1168"/>
                <a:gd name="T26" fmla="*/ 2147483646 w 1168"/>
                <a:gd name="T27" fmla="*/ 2147483646 h 1168"/>
                <a:gd name="T28" fmla="*/ 2147483646 w 1168"/>
                <a:gd name="T29" fmla="*/ 2147483646 h 1168"/>
                <a:gd name="T30" fmla="*/ 2147483646 w 1168"/>
                <a:gd name="T31" fmla="*/ 2147483646 h 1168"/>
                <a:gd name="T32" fmla="*/ 2147483646 w 1168"/>
                <a:gd name="T33" fmla="*/ 2147483646 h 1168"/>
                <a:gd name="T34" fmla="*/ 2147483646 w 1168"/>
                <a:gd name="T35" fmla="*/ 2147483646 h 1168"/>
                <a:gd name="T36" fmla="*/ 2147483646 w 1168"/>
                <a:gd name="T37" fmla="*/ 2147483646 h 1168"/>
                <a:gd name="T38" fmla="*/ 2147483646 w 1168"/>
                <a:gd name="T39" fmla="*/ 2147483646 h 1168"/>
                <a:gd name="T40" fmla="*/ 2147483646 w 1168"/>
                <a:gd name="T41" fmla="*/ 2147483646 h 1168"/>
                <a:gd name="T42" fmla="*/ 2147483646 w 1168"/>
                <a:gd name="T43" fmla="*/ 2147483646 h 1168"/>
                <a:gd name="T44" fmla="*/ 2147483646 w 1168"/>
                <a:gd name="T45" fmla="*/ 2147483646 h 1168"/>
                <a:gd name="T46" fmla="*/ 2147483646 w 1168"/>
                <a:gd name="T47" fmla="*/ 2147483646 h 1168"/>
                <a:gd name="T48" fmla="*/ 2147483646 w 1168"/>
                <a:gd name="T49" fmla="*/ 2147483646 h 1168"/>
                <a:gd name="T50" fmla="*/ 2147483646 w 1168"/>
                <a:gd name="T51" fmla="*/ 2147483646 h 1168"/>
                <a:gd name="T52" fmla="*/ 2147483646 w 1168"/>
                <a:gd name="T53" fmla="*/ 2147483646 h 1168"/>
                <a:gd name="T54" fmla="*/ 2147483646 w 1168"/>
                <a:gd name="T55" fmla="*/ 2147483646 h 1168"/>
                <a:gd name="T56" fmla="*/ 2147483646 w 1168"/>
                <a:gd name="T57" fmla="*/ 2147483646 h 1168"/>
                <a:gd name="T58" fmla="*/ 2147483646 w 1168"/>
                <a:gd name="T59" fmla="*/ 2147483646 h 1168"/>
                <a:gd name="T60" fmla="*/ 2147483646 w 1168"/>
                <a:gd name="T61" fmla="*/ 2147483646 h 1168"/>
                <a:gd name="T62" fmla="*/ 2147483646 w 1168"/>
                <a:gd name="T63" fmla="*/ 2147483646 h 1168"/>
                <a:gd name="T64" fmla="*/ 2147483646 w 1168"/>
                <a:gd name="T65" fmla="*/ 2147483646 h 1168"/>
                <a:gd name="T66" fmla="*/ 2147483646 w 1168"/>
                <a:gd name="T67" fmla="*/ 2147483646 h 1168"/>
                <a:gd name="T68" fmla="*/ 2147483646 w 1168"/>
                <a:gd name="T69" fmla="*/ 2147483646 h 1168"/>
                <a:gd name="T70" fmla="*/ 2147483646 w 1168"/>
                <a:gd name="T71" fmla="*/ 2147483646 h 1168"/>
                <a:gd name="T72" fmla="*/ 2147483646 w 1168"/>
                <a:gd name="T73" fmla="*/ 2147483646 h 1168"/>
                <a:gd name="T74" fmla="*/ 2147483646 w 1168"/>
                <a:gd name="T75" fmla="*/ 2147483646 h 1168"/>
                <a:gd name="T76" fmla="*/ 2147483646 w 1168"/>
                <a:gd name="T77" fmla="*/ 2147483646 h 1168"/>
                <a:gd name="T78" fmla="*/ 2147483646 w 1168"/>
                <a:gd name="T79" fmla="*/ 2147483646 h 1168"/>
                <a:gd name="T80" fmla="*/ 2147483646 w 1168"/>
                <a:gd name="T81" fmla="*/ 2147483646 h 1168"/>
                <a:gd name="T82" fmla="*/ 2147483646 w 1168"/>
                <a:gd name="T83" fmla="*/ 2147483646 h 1168"/>
                <a:gd name="T84" fmla="*/ 2147483646 w 1168"/>
                <a:gd name="T85" fmla="*/ 2147483646 h 1168"/>
                <a:gd name="T86" fmla="*/ 2147483646 w 1168"/>
                <a:gd name="T87" fmla="*/ 0 h 116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68" h="1168">
                  <a:moveTo>
                    <a:pt x="584" y="0"/>
                  </a:moveTo>
                  <a:lnTo>
                    <a:pt x="555" y="0"/>
                  </a:lnTo>
                  <a:lnTo>
                    <a:pt x="524" y="3"/>
                  </a:lnTo>
                  <a:lnTo>
                    <a:pt x="495" y="6"/>
                  </a:lnTo>
                  <a:lnTo>
                    <a:pt x="467" y="11"/>
                  </a:lnTo>
                  <a:lnTo>
                    <a:pt x="438" y="17"/>
                  </a:lnTo>
                  <a:lnTo>
                    <a:pt x="410" y="26"/>
                  </a:lnTo>
                  <a:lnTo>
                    <a:pt x="384" y="35"/>
                  </a:lnTo>
                  <a:lnTo>
                    <a:pt x="356" y="45"/>
                  </a:lnTo>
                  <a:lnTo>
                    <a:pt x="330" y="56"/>
                  </a:lnTo>
                  <a:lnTo>
                    <a:pt x="306" y="69"/>
                  </a:lnTo>
                  <a:lnTo>
                    <a:pt x="282" y="84"/>
                  </a:lnTo>
                  <a:lnTo>
                    <a:pt x="257" y="99"/>
                  </a:lnTo>
                  <a:lnTo>
                    <a:pt x="234" y="115"/>
                  </a:lnTo>
                  <a:lnTo>
                    <a:pt x="213" y="133"/>
                  </a:lnTo>
                  <a:lnTo>
                    <a:pt x="192" y="151"/>
                  </a:lnTo>
                  <a:lnTo>
                    <a:pt x="171" y="170"/>
                  </a:lnTo>
                  <a:lnTo>
                    <a:pt x="151" y="192"/>
                  </a:lnTo>
                  <a:lnTo>
                    <a:pt x="134" y="213"/>
                  </a:lnTo>
                  <a:lnTo>
                    <a:pt x="116" y="234"/>
                  </a:lnTo>
                  <a:lnTo>
                    <a:pt x="99" y="257"/>
                  </a:lnTo>
                  <a:lnTo>
                    <a:pt x="85" y="281"/>
                  </a:lnTo>
                  <a:lnTo>
                    <a:pt x="70" y="305"/>
                  </a:lnTo>
                  <a:lnTo>
                    <a:pt x="57" y="330"/>
                  </a:lnTo>
                  <a:lnTo>
                    <a:pt x="46" y="356"/>
                  </a:lnTo>
                  <a:lnTo>
                    <a:pt x="36" y="384"/>
                  </a:lnTo>
                  <a:lnTo>
                    <a:pt x="26" y="410"/>
                  </a:lnTo>
                  <a:lnTo>
                    <a:pt x="18" y="437"/>
                  </a:lnTo>
                  <a:lnTo>
                    <a:pt x="12" y="467"/>
                  </a:lnTo>
                  <a:lnTo>
                    <a:pt x="7" y="494"/>
                  </a:lnTo>
                  <a:lnTo>
                    <a:pt x="3" y="523"/>
                  </a:lnTo>
                  <a:lnTo>
                    <a:pt x="0" y="554"/>
                  </a:lnTo>
                  <a:lnTo>
                    <a:pt x="0" y="584"/>
                  </a:lnTo>
                  <a:lnTo>
                    <a:pt x="0" y="615"/>
                  </a:lnTo>
                  <a:lnTo>
                    <a:pt x="3" y="644"/>
                  </a:lnTo>
                  <a:lnTo>
                    <a:pt x="7" y="673"/>
                  </a:lnTo>
                  <a:lnTo>
                    <a:pt x="12" y="701"/>
                  </a:lnTo>
                  <a:lnTo>
                    <a:pt x="18" y="730"/>
                  </a:lnTo>
                  <a:lnTo>
                    <a:pt x="26" y="758"/>
                  </a:lnTo>
                  <a:lnTo>
                    <a:pt x="36" y="785"/>
                  </a:lnTo>
                  <a:lnTo>
                    <a:pt x="46" y="812"/>
                  </a:lnTo>
                  <a:lnTo>
                    <a:pt x="57" y="838"/>
                  </a:lnTo>
                  <a:lnTo>
                    <a:pt x="70" y="862"/>
                  </a:lnTo>
                  <a:lnTo>
                    <a:pt x="85" y="886"/>
                  </a:lnTo>
                  <a:lnTo>
                    <a:pt x="99" y="911"/>
                  </a:lnTo>
                  <a:lnTo>
                    <a:pt x="116" y="934"/>
                  </a:lnTo>
                  <a:lnTo>
                    <a:pt x="134" y="956"/>
                  </a:lnTo>
                  <a:lnTo>
                    <a:pt x="151" y="977"/>
                  </a:lnTo>
                  <a:lnTo>
                    <a:pt x="171" y="997"/>
                  </a:lnTo>
                  <a:lnTo>
                    <a:pt x="192" y="1017"/>
                  </a:lnTo>
                  <a:lnTo>
                    <a:pt x="213" y="1034"/>
                  </a:lnTo>
                  <a:lnTo>
                    <a:pt x="234" y="1052"/>
                  </a:lnTo>
                  <a:lnTo>
                    <a:pt x="257" y="1069"/>
                  </a:lnTo>
                  <a:lnTo>
                    <a:pt x="282" y="1083"/>
                  </a:lnTo>
                  <a:lnTo>
                    <a:pt x="306" y="1098"/>
                  </a:lnTo>
                  <a:lnTo>
                    <a:pt x="330" y="1111"/>
                  </a:lnTo>
                  <a:lnTo>
                    <a:pt x="356" y="1122"/>
                  </a:lnTo>
                  <a:lnTo>
                    <a:pt x="384" y="1134"/>
                  </a:lnTo>
                  <a:lnTo>
                    <a:pt x="410" y="1142"/>
                  </a:lnTo>
                  <a:lnTo>
                    <a:pt x="438" y="1150"/>
                  </a:lnTo>
                  <a:lnTo>
                    <a:pt x="467" y="1156"/>
                  </a:lnTo>
                  <a:lnTo>
                    <a:pt x="495" y="1161"/>
                  </a:lnTo>
                  <a:lnTo>
                    <a:pt x="524" y="1165"/>
                  </a:lnTo>
                  <a:lnTo>
                    <a:pt x="555" y="1168"/>
                  </a:lnTo>
                  <a:lnTo>
                    <a:pt x="584" y="1168"/>
                  </a:lnTo>
                  <a:lnTo>
                    <a:pt x="615" y="1168"/>
                  </a:lnTo>
                  <a:lnTo>
                    <a:pt x="644" y="1165"/>
                  </a:lnTo>
                  <a:lnTo>
                    <a:pt x="673" y="1161"/>
                  </a:lnTo>
                  <a:lnTo>
                    <a:pt x="701" y="1156"/>
                  </a:lnTo>
                  <a:lnTo>
                    <a:pt x="730" y="1150"/>
                  </a:lnTo>
                  <a:lnTo>
                    <a:pt x="758" y="1142"/>
                  </a:lnTo>
                  <a:lnTo>
                    <a:pt x="786" y="1134"/>
                  </a:lnTo>
                  <a:lnTo>
                    <a:pt x="812" y="1122"/>
                  </a:lnTo>
                  <a:lnTo>
                    <a:pt x="838" y="1111"/>
                  </a:lnTo>
                  <a:lnTo>
                    <a:pt x="862" y="1098"/>
                  </a:lnTo>
                  <a:lnTo>
                    <a:pt x="886" y="1083"/>
                  </a:lnTo>
                  <a:lnTo>
                    <a:pt x="911" y="1069"/>
                  </a:lnTo>
                  <a:lnTo>
                    <a:pt x="934" y="1052"/>
                  </a:lnTo>
                  <a:lnTo>
                    <a:pt x="956" y="1034"/>
                  </a:lnTo>
                  <a:lnTo>
                    <a:pt x="977" y="1017"/>
                  </a:lnTo>
                  <a:lnTo>
                    <a:pt x="997" y="997"/>
                  </a:lnTo>
                  <a:lnTo>
                    <a:pt x="1016" y="977"/>
                  </a:lnTo>
                  <a:lnTo>
                    <a:pt x="1034" y="956"/>
                  </a:lnTo>
                  <a:lnTo>
                    <a:pt x="1052" y="934"/>
                  </a:lnTo>
                  <a:lnTo>
                    <a:pt x="1068" y="911"/>
                  </a:lnTo>
                  <a:lnTo>
                    <a:pt x="1083" y="886"/>
                  </a:lnTo>
                  <a:lnTo>
                    <a:pt x="1098" y="862"/>
                  </a:lnTo>
                  <a:lnTo>
                    <a:pt x="1111" y="838"/>
                  </a:lnTo>
                  <a:lnTo>
                    <a:pt x="1122" y="812"/>
                  </a:lnTo>
                  <a:lnTo>
                    <a:pt x="1134" y="785"/>
                  </a:lnTo>
                  <a:lnTo>
                    <a:pt x="1142" y="758"/>
                  </a:lnTo>
                  <a:lnTo>
                    <a:pt x="1150" y="730"/>
                  </a:lnTo>
                  <a:lnTo>
                    <a:pt x="1156" y="701"/>
                  </a:lnTo>
                  <a:lnTo>
                    <a:pt x="1161" y="673"/>
                  </a:lnTo>
                  <a:lnTo>
                    <a:pt x="1164" y="644"/>
                  </a:lnTo>
                  <a:lnTo>
                    <a:pt x="1168" y="615"/>
                  </a:lnTo>
                  <a:lnTo>
                    <a:pt x="1168" y="584"/>
                  </a:lnTo>
                  <a:lnTo>
                    <a:pt x="1168" y="554"/>
                  </a:lnTo>
                  <a:lnTo>
                    <a:pt x="1164" y="523"/>
                  </a:lnTo>
                  <a:lnTo>
                    <a:pt x="1161" y="494"/>
                  </a:lnTo>
                  <a:lnTo>
                    <a:pt x="1156" y="467"/>
                  </a:lnTo>
                  <a:lnTo>
                    <a:pt x="1150" y="437"/>
                  </a:lnTo>
                  <a:lnTo>
                    <a:pt x="1142" y="410"/>
                  </a:lnTo>
                  <a:lnTo>
                    <a:pt x="1134" y="384"/>
                  </a:lnTo>
                  <a:lnTo>
                    <a:pt x="1122" y="356"/>
                  </a:lnTo>
                  <a:lnTo>
                    <a:pt x="1111" y="330"/>
                  </a:lnTo>
                  <a:lnTo>
                    <a:pt x="1098" y="305"/>
                  </a:lnTo>
                  <a:lnTo>
                    <a:pt x="1083" y="281"/>
                  </a:lnTo>
                  <a:lnTo>
                    <a:pt x="1068" y="257"/>
                  </a:lnTo>
                  <a:lnTo>
                    <a:pt x="1052" y="234"/>
                  </a:lnTo>
                  <a:lnTo>
                    <a:pt x="1034" y="213"/>
                  </a:lnTo>
                  <a:lnTo>
                    <a:pt x="1016" y="192"/>
                  </a:lnTo>
                  <a:lnTo>
                    <a:pt x="997" y="170"/>
                  </a:lnTo>
                  <a:lnTo>
                    <a:pt x="977" y="151"/>
                  </a:lnTo>
                  <a:lnTo>
                    <a:pt x="956" y="133"/>
                  </a:lnTo>
                  <a:lnTo>
                    <a:pt x="934" y="115"/>
                  </a:lnTo>
                  <a:lnTo>
                    <a:pt x="911" y="99"/>
                  </a:lnTo>
                  <a:lnTo>
                    <a:pt x="886" y="84"/>
                  </a:lnTo>
                  <a:lnTo>
                    <a:pt x="862" y="69"/>
                  </a:lnTo>
                  <a:lnTo>
                    <a:pt x="838" y="56"/>
                  </a:lnTo>
                  <a:lnTo>
                    <a:pt x="812" y="45"/>
                  </a:lnTo>
                  <a:lnTo>
                    <a:pt x="786" y="35"/>
                  </a:lnTo>
                  <a:lnTo>
                    <a:pt x="758" y="26"/>
                  </a:lnTo>
                  <a:lnTo>
                    <a:pt x="730" y="17"/>
                  </a:lnTo>
                  <a:lnTo>
                    <a:pt x="701" y="11"/>
                  </a:lnTo>
                  <a:lnTo>
                    <a:pt x="673" y="6"/>
                  </a:lnTo>
                  <a:lnTo>
                    <a:pt x="644" y="3"/>
                  </a:lnTo>
                  <a:lnTo>
                    <a:pt x="615" y="0"/>
                  </a:lnTo>
                  <a:lnTo>
                    <a:pt x="584" y="0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4" name="Rectangle 81">
              <a:extLst>
                <a:ext uri="{FF2B5EF4-FFF2-40B4-BE49-F238E27FC236}">
                  <a16:creationId xmlns:a16="http://schemas.microsoft.com/office/drawing/2014/main" id="{BF5ABB46-CCFE-48FE-BF18-DBF646F4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8776" y="1719263"/>
              <a:ext cx="223837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15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5" name="Freeform 9">
              <a:extLst>
                <a:ext uri="{FF2B5EF4-FFF2-40B4-BE49-F238E27FC236}">
                  <a16:creationId xmlns:a16="http://schemas.microsoft.com/office/drawing/2014/main" id="{D24E8333-DD65-4AAF-95A6-B22F3E5B3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425" y="1995488"/>
              <a:ext cx="596900" cy="373062"/>
            </a:xfrm>
            <a:custGeom>
              <a:avLst/>
              <a:gdLst>
                <a:gd name="T0" fmla="*/ 2147483646 w 752"/>
                <a:gd name="T1" fmla="*/ 2147483646 h 470"/>
                <a:gd name="T2" fmla="*/ 2147483646 w 752"/>
                <a:gd name="T3" fmla="*/ 2147483646 h 470"/>
                <a:gd name="T4" fmla="*/ 2147483646 w 752"/>
                <a:gd name="T5" fmla="*/ 2147483646 h 470"/>
                <a:gd name="T6" fmla="*/ 2147483646 w 752"/>
                <a:gd name="T7" fmla="*/ 2147483646 h 470"/>
                <a:gd name="T8" fmla="*/ 2147483646 w 752"/>
                <a:gd name="T9" fmla="*/ 2147483646 h 470"/>
                <a:gd name="T10" fmla="*/ 2147483646 w 752"/>
                <a:gd name="T11" fmla="*/ 2147483646 h 470"/>
                <a:gd name="T12" fmla="*/ 2147483646 w 752"/>
                <a:gd name="T13" fmla="*/ 0 h 470"/>
                <a:gd name="T14" fmla="*/ 2147483646 w 752"/>
                <a:gd name="T15" fmla="*/ 2147483646 h 470"/>
                <a:gd name="T16" fmla="*/ 2147483646 w 752"/>
                <a:gd name="T17" fmla="*/ 2147483646 h 470"/>
                <a:gd name="T18" fmla="*/ 2147483646 w 752"/>
                <a:gd name="T19" fmla="*/ 2147483646 h 470"/>
                <a:gd name="T20" fmla="*/ 2147483646 w 752"/>
                <a:gd name="T21" fmla="*/ 2147483646 h 470"/>
                <a:gd name="T22" fmla="*/ 2147483646 w 752"/>
                <a:gd name="T23" fmla="*/ 2147483646 h 470"/>
                <a:gd name="T24" fmla="*/ 2147483646 w 752"/>
                <a:gd name="T25" fmla="*/ 2147483646 h 470"/>
                <a:gd name="T26" fmla="*/ 2147483646 w 752"/>
                <a:gd name="T27" fmla="*/ 2147483646 h 470"/>
                <a:gd name="T28" fmla="*/ 2147483646 w 752"/>
                <a:gd name="T29" fmla="*/ 2147483646 h 470"/>
                <a:gd name="T30" fmla="*/ 2147483646 w 752"/>
                <a:gd name="T31" fmla="*/ 2147483646 h 470"/>
                <a:gd name="T32" fmla="*/ 2147483646 w 752"/>
                <a:gd name="T33" fmla="*/ 2147483646 h 470"/>
                <a:gd name="T34" fmla="*/ 2147483646 w 752"/>
                <a:gd name="T35" fmla="*/ 2147483646 h 470"/>
                <a:gd name="T36" fmla="*/ 2147483646 w 752"/>
                <a:gd name="T37" fmla="*/ 2147483646 h 470"/>
                <a:gd name="T38" fmla="*/ 2147483646 w 752"/>
                <a:gd name="T39" fmla="*/ 2147483646 h 470"/>
                <a:gd name="T40" fmla="*/ 2147483646 w 752"/>
                <a:gd name="T41" fmla="*/ 2147483646 h 470"/>
                <a:gd name="T42" fmla="*/ 2147483646 w 752"/>
                <a:gd name="T43" fmla="*/ 2147483646 h 470"/>
                <a:gd name="T44" fmla="*/ 2147483646 w 752"/>
                <a:gd name="T45" fmla="*/ 2147483646 h 470"/>
                <a:gd name="T46" fmla="*/ 2147483646 w 752"/>
                <a:gd name="T47" fmla="*/ 2147483646 h 470"/>
                <a:gd name="T48" fmla="*/ 2147483646 w 752"/>
                <a:gd name="T49" fmla="*/ 2147483646 h 470"/>
                <a:gd name="T50" fmla="*/ 2147483646 w 752"/>
                <a:gd name="T51" fmla="*/ 2147483646 h 470"/>
                <a:gd name="T52" fmla="*/ 2147483646 w 752"/>
                <a:gd name="T53" fmla="*/ 2147483646 h 470"/>
                <a:gd name="T54" fmla="*/ 2147483646 w 752"/>
                <a:gd name="T55" fmla="*/ 2147483646 h 470"/>
                <a:gd name="T56" fmla="*/ 2147483646 w 752"/>
                <a:gd name="T57" fmla="*/ 2147483646 h 470"/>
                <a:gd name="T58" fmla="*/ 2147483646 w 752"/>
                <a:gd name="T59" fmla="*/ 2147483646 h 470"/>
                <a:gd name="T60" fmla="*/ 2147483646 w 752"/>
                <a:gd name="T61" fmla="*/ 2147483646 h 470"/>
                <a:gd name="T62" fmla="*/ 2147483646 w 752"/>
                <a:gd name="T63" fmla="*/ 2147483646 h 470"/>
                <a:gd name="T64" fmla="*/ 0 w 752"/>
                <a:gd name="T65" fmla="*/ 2147483646 h 470"/>
                <a:gd name="T66" fmla="*/ 2147483646 w 752"/>
                <a:gd name="T67" fmla="*/ 2147483646 h 47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52" h="470">
                  <a:moveTo>
                    <a:pt x="752" y="39"/>
                  </a:moveTo>
                  <a:lnTo>
                    <a:pt x="722" y="26"/>
                  </a:lnTo>
                  <a:lnTo>
                    <a:pt x="689" y="16"/>
                  </a:lnTo>
                  <a:lnTo>
                    <a:pt x="656" y="8"/>
                  </a:lnTo>
                  <a:lnTo>
                    <a:pt x="624" y="3"/>
                  </a:lnTo>
                  <a:lnTo>
                    <a:pt x="591" y="1"/>
                  </a:lnTo>
                  <a:lnTo>
                    <a:pt x="561" y="0"/>
                  </a:lnTo>
                  <a:lnTo>
                    <a:pt x="528" y="3"/>
                  </a:lnTo>
                  <a:lnTo>
                    <a:pt x="496" y="6"/>
                  </a:lnTo>
                  <a:lnTo>
                    <a:pt x="465" y="13"/>
                  </a:lnTo>
                  <a:lnTo>
                    <a:pt x="434" y="19"/>
                  </a:lnTo>
                  <a:lnTo>
                    <a:pt x="403" y="29"/>
                  </a:lnTo>
                  <a:lnTo>
                    <a:pt x="372" y="40"/>
                  </a:lnTo>
                  <a:lnTo>
                    <a:pt x="343" y="53"/>
                  </a:lnTo>
                  <a:lnTo>
                    <a:pt x="313" y="68"/>
                  </a:lnTo>
                  <a:lnTo>
                    <a:pt x="286" y="84"/>
                  </a:lnTo>
                  <a:lnTo>
                    <a:pt x="258" y="101"/>
                  </a:lnTo>
                  <a:lnTo>
                    <a:pt x="232" y="118"/>
                  </a:lnTo>
                  <a:lnTo>
                    <a:pt x="208" y="138"/>
                  </a:lnTo>
                  <a:lnTo>
                    <a:pt x="183" y="159"/>
                  </a:lnTo>
                  <a:lnTo>
                    <a:pt x="159" y="180"/>
                  </a:lnTo>
                  <a:lnTo>
                    <a:pt x="138" y="201"/>
                  </a:lnTo>
                  <a:lnTo>
                    <a:pt x="117" y="226"/>
                  </a:lnTo>
                  <a:lnTo>
                    <a:pt x="99" y="249"/>
                  </a:lnTo>
                  <a:lnTo>
                    <a:pt x="81" y="273"/>
                  </a:lnTo>
                  <a:lnTo>
                    <a:pt x="65" y="297"/>
                  </a:lnTo>
                  <a:lnTo>
                    <a:pt x="50" y="322"/>
                  </a:lnTo>
                  <a:lnTo>
                    <a:pt x="37" y="346"/>
                  </a:lnTo>
                  <a:lnTo>
                    <a:pt x="26" y="371"/>
                  </a:lnTo>
                  <a:lnTo>
                    <a:pt x="16" y="397"/>
                  </a:lnTo>
                  <a:lnTo>
                    <a:pt x="8" y="421"/>
                  </a:lnTo>
                  <a:lnTo>
                    <a:pt x="3" y="446"/>
                  </a:lnTo>
                  <a:lnTo>
                    <a:pt x="0" y="470"/>
                  </a:lnTo>
                  <a:lnTo>
                    <a:pt x="752" y="39"/>
                  </a:lnTo>
                  <a:close/>
                </a:path>
              </a:pathLst>
            </a:custGeom>
            <a:solidFill>
              <a:srgbClr val="28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6" name="Freeform 10">
              <a:extLst>
                <a:ext uri="{FF2B5EF4-FFF2-40B4-BE49-F238E27FC236}">
                  <a16:creationId xmlns:a16="http://schemas.microsoft.com/office/drawing/2014/main" id="{4EFA2E6A-BC8E-4819-B33C-5FB4983BF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6138" y="2006600"/>
              <a:ext cx="598487" cy="368300"/>
            </a:xfrm>
            <a:custGeom>
              <a:avLst/>
              <a:gdLst>
                <a:gd name="T0" fmla="*/ 2147483646 w 754"/>
                <a:gd name="T1" fmla="*/ 0 h 465"/>
                <a:gd name="T2" fmla="*/ 2147483646 w 754"/>
                <a:gd name="T3" fmla="*/ 2147483646 h 465"/>
                <a:gd name="T4" fmla="*/ 2147483646 w 754"/>
                <a:gd name="T5" fmla="*/ 2147483646 h 465"/>
                <a:gd name="T6" fmla="*/ 2147483646 w 754"/>
                <a:gd name="T7" fmla="*/ 2147483646 h 465"/>
                <a:gd name="T8" fmla="*/ 2147483646 w 754"/>
                <a:gd name="T9" fmla="*/ 2147483646 h 465"/>
                <a:gd name="T10" fmla="*/ 2147483646 w 754"/>
                <a:gd name="T11" fmla="*/ 2147483646 h 465"/>
                <a:gd name="T12" fmla="*/ 2147483646 w 754"/>
                <a:gd name="T13" fmla="*/ 2147483646 h 465"/>
                <a:gd name="T14" fmla="*/ 2147483646 w 754"/>
                <a:gd name="T15" fmla="*/ 2147483646 h 465"/>
                <a:gd name="T16" fmla="*/ 2147483646 w 754"/>
                <a:gd name="T17" fmla="*/ 2147483646 h 465"/>
                <a:gd name="T18" fmla="*/ 2147483646 w 754"/>
                <a:gd name="T19" fmla="*/ 2147483646 h 465"/>
                <a:gd name="T20" fmla="*/ 2147483646 w 754"/>
                <a:gd name="T21" fmla="*/ 2147483646 h 465"/>
                <a:gd name="T22" fmla="*/ 2147483646 w 754"/>
                <a:gd name="T23" fmla="*/ 2147483646 h 465"/>
                <a:gd name="T24" fmla="*/ 2147483646 w 754"/>
                <a:gd name="T25" fmla="*/ 2147483646 h 465"/>
                <a:gd name="T26" fmla="*/ 2147483646 w 754"/>
                <a:gd name="T27" fmla="*/ 2147483646 h 465"/>
                <a:gd name="T28" fmla="*/ 2147483646 w 754"/>
                <a:gd name="T29" fmla="*/ 2147483646 h 465"/>
                <a:gd name="T30" fmla="*/ 2147483646 w 754"/>
                <a:gd name="T31" fmla="*/ 2147483646 h 465"/>
                <a:gd name="T32" fmla="*/ 2147483646 w 754"/>
                <a:gd name="T33" fmla="*/ 2147483646 h 465"/>
                <a:gd name="T34" fmla="*/ 2147483646 w 754"/>
                <a:gd name="T35" fmla="*/ 2147483646 h 465"/>
                <a:gd name="T36" fmla="*/ 2147483646 w 754"/>
                <a:gd name="T37" fmla="*/ 2147483646 h 465"/>
                <a:gd name="T38" fmla="*/ 2147483646 w 754"/>
                <a:gd name="T39" fmla="*/ 2147483646 h 465"/>
                <a:gd name="T40" fmla="*/ 2147483646 w 754"/>
                <a:gd name="T41" fmla="*/ 2147483646 h 465"/>
                <a:gd name="T42" fmla="*/ 2147483646 w 754"/>
                <a:gd name="T43" fmla="*/ 2147483646 h 465"/>
                <a:gd name="T44" fmla="*/ 2147483646 w 754"/>
                <a:gd name="T45" fmla="*/ 2147483646 h 465"/>
                <a:gd name="T46" fmla="*/ 2147483646 w 754"/>
                <a:gd name="T47" fmla="*/ 2147483646 h 465"/>
                <a:gd name="T48" fmla="*/ 2147483646 w 754"/>
                <a:gd name="T49" fmla="*/ 2147483646 h 465"/>
                <a:gd name="T50" fmla="*/ 2147483646 w 754"/>
                <a:gd name="T51" fmla="*/ 2147483646 h 465"/>
                <a:gd name="T52" fmla="*/ 2147483646 w 754"/>
                <a:gd name="T53" fmla="*/ 2147483646 h 465"/>
                <a:gd name="T54" fmla="*/ 2147483646 w 754"/>
                <a:gd name="T55" fmla="*/ 2147483646 h 465"/>
                <a:gd name="T56" fmla="*/ 2147483646 w 754"/>
                <a:gd name="T57" fmla="*/ 2147483646 h 465"/>
                <a:gd name="T58" fmla="*/ 2147483646 w 754"/>
                <a:gd name="T59" fmla="*/ 2147483646 h 465"/>
                <a:gd name="T60" fmla="*/ 2147483646 w 754"/>
                <a:gd name="T61" fmla="*/ 2147483646 h 465"/>
                <a:gd name="T62" fmla="*/ 2147483646 w 754"/>
                <a:gd name="T63" fmla="*/ 2147483646 h 465"/>
                <a:gd name="T64" fmla="*/ 0 w 754"/>
                <a:gd name="T65" fmla="*/ 2147483646 h 465"/>
                <a:gd name="T66" fmla="*/ 2147483646 w 754"/>
                <a:gd name="T67" fmla="*/ 0 h 46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54" h="465">
                  <a:moveTo>
                    <a:pt x="754" y="0"/>
                  </a:moveTo>
                  <a:lnTo>
                    <a:pt x="750" y="34"/>
                  </a:lnTo>
                  <a:lnTo>
                    <a:pt x="741" y="68"/>
                  </a:lnTo>
                  <a:lnTo>
                    <a:pt x="732" y="99"/>
                  </a:lnTo>
                  <a:lnTo>
                    <a:pt x="720" y="130"/>
                  </a:lnTo>
                  <a:lnTo>
                    <a:pt x="706" y="160"/>
                  </a:lnTo>
                  <a:lnTo>
                    <a:pt x="689" y="187"/>
                  </a:lnTo>
                  <a:lnTo>
                    <a:pt x="671" y="213"/>
                  </a:lnTo>
                  <a:lnTo>
                    <a:pt x="652" y="239"/>
                  </a:lnTo>
                  <a:lnTo>
                    <a:pt x="631" y="264"/>
                  </a:lnTo>
                  <a:lnTo>
                    <a:pt x="610" y="286"/>
                  </a:lnTo>
                  <a:lnTo>
                    <a:pt x="585" y="308"/>
                  </a:lnTo>
                  <a:lnTo>
                    <a:pt x="561" y="329"/>
                  </a:lnTo>
                  <a:lnTo>
                    <a:pt x="535" y="347"/>
                  </a:lnTo>
                  <a:lnTo>
                    <a:pt x="507" y="365"/>
                  </a:lnTo>
                  <a:lnTo>
                    <a:pt x="480" y="381"/>
                  </a:lnTo>
                  <a:lnTo>
                    <a:pt x="450" y="396"/>
                  </a:lnTo>
                  <a:lnTo>
                    <a:pt x="421" y="410"/>
                  </a:lnTo>
                  <a:lnTo>
                    <a:pt x="392" y="422"/>
                  </a:lnTo>
                  <a:lnTo>
                    <a:pt x="363" y="433"/>
                  </a:lnTo>
                  <a:lnTo>
                    <a:pt x="332" y="441"/>
                  </a:lnTo>
                  <a:lnTo>
                    <a:pt x="302" y="449"/>
                  </a:lnTo>
                  <a:lnTo>
                    <a:pt x="272" y="456"/>
                  </a:lnTo>
                  <a:lnTo>
                    <a:pt x="242" y="461"/>
                  </a:lnTo>
                  <a:lnTo>
                    <a:pt x="213" y="464"/>
                  </a:lnTo>
                  <a:lnTo>
                    <a:pt x="184" y="465"/>
                  </a:lnTo>
                  <a:lnTo>
                    <a:pt x="154" y="465"/>
                  </a:lnTo>
                  <a:lnTo>
                    <a:pt x="127" y="464"/>
                  </a:lnTo>
                  <a:lnTo>
                    <a:pt x="99" y="461"/>
                  </a:lnTo>
                  <a:lnTo>
                    <a:pt x="73" y="456"/>
                  </a:lnTo>
                  <a:lnTo>
                    <a:pt x="47" y="451"/>
                  </a:lnTo>
                  <a:lnTo>
                    <a:pt x="24" y="443"/>
                  </a:lnTo>
                  <a:lnTo>
                    <a:pt x="0" y="43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28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7" name="Freeform 35">
              <a:extLst>
                <a:ext uri="{FF2B5EF4-FFF2-40B4-BE49-F238E27FC236}">
                  <a16:creationId xmlns:a16="http://schemas.microsoft.com/office/drawing/2014/main" id="{675B3F78-6C4E-48CE-9CFF-B4B4738EC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638" y="1462088"/>
              <a:ext cx="925512" cy="927100"/>
            </a:xfrm>
            <a:custGeom>
              <a:avLst/>
              <a:gdLst>
                <a:gd name="T0" fmla="*/ 2147483646 w 1167"/>
                <a:gd name="T1" fmla="*/ 2147483646 h 1168"/>
                <a:gd name="T2" fmla="*/ 2147483646 w 1167"/>
                <a:gd name="T3" fmla="*/ 2147483646 h 1168"/>
                <a:gd name="T4" fmla="*/ 2147483646 w 1167"/>
                <a:gd name="T5" fmla="*/ 2147483646 h 1168"/>
                <a:gd name="T6" fmla="*/ 2147483646 w 1167"/>
                <a:gd name="T7" fmla="*/ 2147483646 h 1168"/>
                <a:gd name="T8" fmla="*/ 2147483646 w 1167"/>
                <a:gd name="T9" fmla="*/ 2147483646 h 1168"/>
                <a:gd name="T10" fmla="*/ 2147483646 w 1167"/>
                <a:gd name="T11" fmla="*/ 2147483646 h 1168"/>
                <a:gd name="T12" fmla="*/ 2147483646 w 1167"/>
                <a:gd name="T13" fmla="*/ 2147483646 h 1168"/>
                <a:gd name="T14" fmla="*/ 2147483646 w 1167"/>
                <a:gd name="T15" fmla="*/ 2147483646 h 1168"/>
                <a:gd name="T16" fmla="*/ 2147483646 w 1167"/>
                <a:gd name="T17" fmla="*/ 2147483646 h 1168"/>
                <a:gd name="T18" fmla="*/ 2147483646 w 1167"/>
                <a:gd name="T19" fmla="*/ 2147483646 h 1168"/>
                <a:gd name="T20" fmla="*/ 0 w 1167"/>
                <a:gd name="T21" fmla="*/ 2147483646 h 1168"/>
                <a:gd name="T22" fmla="*/ 2147483646 w 1167"/>
                <a:gd name="T23" fmla="*/ 2147483646 h 1168"/>
                <a:gd name="T24" fmla="*/ 2147483646 w 1167"/>
                <a:gd name="T25" fmla="*/ 2147483646 h 1168"/>
                <a:gd name="T26" fmla="*/ 2147483646 w 1167"/>
                <a:gd name="T27" fmla="*/ 2147483646 h 1168"/>
                <a:gd name="T28" fmla="*/ 2147483646 w 1167"/>
                <a:gd name="T29" fmla="*/ 2147483646 h 1168"/>
                <a:gd name="T30" fmla="*/ 2147483646 w 1167"/>
                <a:gd name="T31" fmla="*/ 2147483646 h 1168"/>
                <a:gd name="T32" fmla="*/ 2147483646 w 1167"/>
                <a:gd name="T33" fmla="*/ 2147483646 h 1168"/>
                <a:gd name="T34" fmla="*/ 2147483646 w 1167"/>
                <a:gd name="T35" fmla="*/ 2147483646 h 1168"/>
                <a:gd name="T36" fmla="*/ 2147483646 w 1167"/>
                <a:gd name="T37" fmla="*/ 2147483646 h 1168"/>
                <a:gd name="T38" fmla="*/ 2147483646 w 1167"/>
                <a:gd name="T39" fmla="*/ 2147483646 h 1168"/>
                <a:gd name="T40" fmla="*/ 2147483646 w 1167"/>
                <a:gd name="T41" fmla="*/ 2147483646 h 1168"/>
                <a:gd name="T42" fmla="*/ 2147483646 w 1167"/>
                <a:gd name="T43" fmla="*/ 2147483646 h 1168"/>
                <a:gd name="T44" fmla="*/ 2147483646 w 1167"/>
                <a:gd name="T45" fmla="*/ 2147483646 h 1168"/>
                <a:gd name="T46" fmla="*/ 2147483646 w 1167"/>
                <a:gd name="T47" fmla="*/ 2147483646 h 1168"/>
                <a:gd name="T48" fmla="*/ 2147483646 w 1167"/>
                <a:gd name="T49" fmla="*/ 2147483646 h 1168"/>
                <a:gd name="T50" fmla="*/ 2147483646 w 1167"/>
                <a:gd name="T51" fmla="*/ 2147483646 h 1168"/>
                <a:gd name="T52" fmla="*/ 2147483646 w 1167"/>
                <a:gd name="T53" fmla="*/ 2147483646 h 1168"/>
                <a:gd name="T54" fmla="*/ 2147483646 w 1167"/>
                <a:gd name="T55" fmla="*/ 2147483646 h 1168"/>
                <a:gd name="T56" fmla="*/ 2147483646 w 1167"/>
                <a:gd name="T57" fmla="*/ 2147483646 h 1168"/>
                <a:gd name="T58" fmla="*/ 2147483646 w 1167"/>
                <a:gd name="T59" fmla="*/ 2147483646 h 1168"/>
                <a:gd name="T60" fmla="*/ 2147483646 w 1167"/>
                <a:gd name="T61" fmla="*/ 2147483646 h 1168"/>
                <a:gd name="T62" fmla="*/ 2147483646 w 1167"/>
                <a:gd name="T63" fmla="*/ 2147483646 h 1168"/>
                <a:gd name="T64" fmla="*/ 2147483646 w 1167"/>
                <a:gd name="T65" fmla="*/ 2147483646 h 1168"/>
                <a:gd name="T66" fmla="*/ 2147483646 w 1167"/>
                <a:gd name="T67" fmla="*/ 2147483646 h 1168"/>
                <a:gd name="T68" fmla="*/ 2147483646 w 1167"/>
                <a:gd name="T69" fmla="*/ 2147483646 h 1168"/>
                <a:gd name="T70" fmla="*/ 2147483646 w 1167"/>
                <a:gd name="T71" fmla="*/ 2147483646 h 1168"/>
                <a:gd name="T72" fmla="*/ 2147483646 w 1167"/>
                <a:gd name="T73" fmla="*/ 2147483646 h 1168"/>
                <a:gd name="T74" fmla="*/ 2147483646 w 1167"/>
                <a:gd name="T75" fmla="*/ 2147483646 h 1168"/>
                <a:gd name="T76" fmla="*/ 2147483646 w 1167"/>
                <a:gd name="T77" fmla="*/ 2147483646 h 1168"/>
                <a:gd name="T78" fmla="*/ 2147483646 w 1167"/>
                <a:gd name="T79" fmla="*/ 2147483646 h 1168"/>
                <a:gd name="T80" fmla="*/ 2147483646 w 1167"/>
                <a:gd name="T81" fmla="*/ 2147483646 h 1168"/>
                <a:gd name="T82" fmla="*/ 2147483646 w 1167"/>
                <a:gd name="T83" fmla="*/ 2147483646 h 1168"/>
                <a:gd name="T84" fmla="*/ 2147483646 w 1167"/>
                <a:gd name="T85" fmla="*/ 2147483646 h 1168"/>
                <a:gd name="T86" fmla="*/ 2147483646 w 1167"/>
                <a:gd name="T87" fmla="*/ 0 h 116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67" h="1168">
                  <a:moveTo>
                    <a:pt x="584" y="0"/>
                  </a:moveTo>
                  <a:lnTo>
                    <a:pt x="554" y="0"/>
                  </a:lnTo>
                  <a:lnTo>
                    <a:pt x="524" y="3"/>
                  </a:lnTo>
                  <a:lnTo>
                    <a:pt x="494" y="6"/>
                  </a:lnTo>
                  <a:lnTo>
                    <a:pt x="467" y="11"/>
                  </a:lnTo>
                  <a:lnTo>
                    <a:pt x="437" y="18"/>
                  </a:lnTo>
                  <a:lnTo>
                    <a:pt x="410" y="26"/>
                  </a:lnTo>
                  <a:lnTo>
                    <a:pt x="384" y="35"/>
                  </a:lnTo>
                  <a:lnTo>
                    <a:pt x="356" y="45"/>
                  </a:lnTo>
                  <a:lnTo>
                    <a:pt x="330" y="57"/>
                  </a:lnTo>
                  <a:lnTo>
                    <a:pt x="306" y="70"/>
                  </a:lnTo>
                  <a:lnTo>
                    <a:pt x="281" y="84"/>
                  </a:lnTo>
                  <a:lnTo>
                    <a:pt x="257" y="99"/>
                  </a:lnTo>
                  <a:lnTo>
                    <a:pt x="234" y="115"/>
                  </a:lnTo>
                  <a:lnTo>
                    <a:pt x="213" y="133"/>
                  </a:lnTo>
                  <a:lnTo>
                    <a:pt x="192" y="151"/>
                  </a:lnTo>
                  <a:lnTo>
                    <a:pt x="171" y="170"/>
                  </a:lnTo>
                  <a:lnTo>
                    <a:pt x="151" y="192"/>
                  </a:lnTo>
                  <a:lnTo>
                    <a:pt x="133" y="213"/>
                  </a:lnTo>
                  <a:lnTo>
                    <a:pt x="115" y="234"/>
                  </a:lnTo>
                  <a:lnTo>
                    <a:pt x="99" y="257"/>
                  </a:lnTo>
                  <a:lnTo>
                    <a:pt x="85" y="281"/>
                  </a:lnTo>
                  <a:lnTo>
                    <a:pt x="70" y="306"/>
                  </a:lnTo>
                  <a:lnTo>
                    <a:pt x="57" y="330"/>
                  </a:lnTo>
                  <a:lnTo>
                    <a:pt x="46" y="356"/>
                  </a:lnTo>
                  <a:lnTo>
                    <a:pt x="36" y="384"/>
                  </a:lnTo>
                  <a:lnTo>
                    <a:pt x="26" y="410"/>
                  </a:lnTo>
                  <a:lnTo>
                    <a:pt x="18" y="437"/>
                  </a:lnTo>
                  <a:lnTo>
                    <a:pt x="11" y="467"/>
                  </a:lnTo>
                  <a:lnTo>
                    <a:pt x="7" y="494"/>
                  </a:lnTo>
                  <a:lnTo>
                    <a:pt x="3" y="524"/>
                  </a:lnTo>
                  <a:lnTo>
                    <a:pt x="0" y="555"/>
                  </a:lnTo>
                  <a:lnTo>
                    <a:pt x="0" y="584"/>
                  </a:lnTo>
                  <a:lnTo>
                    <a:pt x="0" y="615"/>
                  </a:lnTo>
                  <a:lnTo>
                    <a:pt x="3" y="644"/>
                  </a:lnTo>
                  <a:lnTo>
                    <a:pt x="7" y="673"/>
                  </a:lnTo>
                  <a:lnTo>
                    <a:pt x="11" y="701"/>
                  </a:lnTo>
                  <a:lnTo>
                    <a:pt x="18" y="730"/>
                  </a:lnTo>
                  <a:lnTo>
                    <a:pt x="26" y="758"/>
                  </a:lnTo>
                  <a:lnTo>
                    <a:pt x="36" y="786"/>
                  </a:lnTo>
                  <a:lnTo>
                    <a:pt x="46" y="812"/>
                  </a:lnTo>
                  <a:lnTo>
                    <a:pt x="57" y="838"/>
                  </a:lnTo>
                  <a:lnTo>
                    <a:pt x="70" y="862"/>
                  </a:lnTo>
                  <a:lnTo>
                    <a:pt x="85" y="886"/>
                  </a:lnTo>
                  <a:lnTo>
                    <a:pt x="99" y="911"/>
                  </a:lnTo>
                  <a:lnTo>
                    <a:pt x="115" y="934"/>
                  </a:lnTo>
                  <a:lnTo>
                    <a:pt x="133" y="956"/>
                  </a:lnTo>
                  <a:lnTo>
                    <a:pt x="151" y="978"/>
                  </a:lnTo>
                  <a:lnTo>
                    <a:pt x="171" y="997"/>
                  </a:lnTo>
                  <a:lnTo>
                    <a:pt x="192" y="1017"/>
                  </a:lnTo>
                  <a:lnTo>
                    <a:pt x="213" y="1035"/>
                  </a:lnTo>
                  <a:lnTo>
                    <a:pt x="234" y="1052"/>
                  </a:lnTo>
                  <a:lnTo>
                    <a:pt x="257" y="1069"/>
                  </a:lnTo>
                  <a:lnTo>
                    <a:pt x="281" y="1083"/>
                  </a:lnTo>
                  <a:lnTo>
                    <a:pt x="306" y="1098"/>
                  </a:lnTo>
                  <a:lnTo>
                    <a:pt x="330" y="1111"/>
                  </a:lnTo>
                  <a:lnTo>
                    <a:pt x="356" y="1122"/>
                  </a:lnTo>
                  <a:lnTo>
                    <a:pt x="384" y="1134"/>
                  </a:lnTo>
                  <a:lnTo>
                    <a:pt x="410" y="1142"/>
                  </a:lnTo>
                  <a:lnTo>
                    <a:pt x="437" y="1150"/>
                  </a:lnTo>
                  <a:lnTo>
                    <a:pt x="467" y="1157"/>
                  </a:lnTo>
                  <a:lnTo>
                    <a:pt x="494" y="1161"/>
                  </a:lnTo>
                  <a:lnTo>
                    <a:pt x="524" y="1165"/>
                  </a:lnTo>
                  <a:lnTo>
                    <a:pt x="554" y="1168"/>
                  </a:lnTo>
                  <a:lnTo>
                    <a:pt x="584" y="1168"/>
                  </a:lnTo>
                  <a:lnTo>
                    <a:pt x="615" y="1168"/>
                  </a:lnTo>
                  <a:lnTo>
                    <a:pt x="644" y="1165"/>
                  </a:lnTo>
                  <a:lnTo>
                    <a:pt x="673" y="1161"/>
                  </a:lnTo>
                  <a:lnTo>
                    <a:pt x="701" y="1157"/>
                  </a:lnTo>
                  <a:lnTo>
                    <a:pt x="730" y="1150"/>
                  </a:lnTo>
                  <a:lnTo>
                    <a:pt x="758" y="1142"/>
                  </a:lnTo>
                  <a:lnTo>
                    <a:pt x="785" y="1134"/>
                  </a:lnTo>
                  <a:lnTo>
                    <a:pt x="811" y="1122"/>
                  </a:lnTo>
                  <a:lnTo>
                    <a:pt x="837" y="1111"/>
                  </a:lnTo>
                  <a:lnTo>
                    <a:pt x="862" y="1098"/>
                  </a:lnTo>
                  <a:lnTo>
                    <a:pt x="886" y="1083"/>
                  </a:lnTo>
                  <a:lnTo>
                    <a:pt x="911" y="1069"/>
                  </a:lnTo>
                  <a:lnTo>
                    <a:pt x="933" y="1052"/>
                  </a:lnTo>
                  <a:lnTo>
                    <a:pt x="956" y="1035"/>
                  </a:lnTo>
                  <a:lnTo>
                    <a:pt x="977" y="1017"/>
                  </a:lnTo>
                  <a:lnTo>
                    <a:pt x="997" y="997"/>
                  </a:lnTo>
                  <a:lnTo>
                    <a:pt x="1016" y="978"/>
                  </a:lnTo>
                  <a:lnTo>
                    <a:pt x="1034" y="956"/>
                  </a:lnTo>
                  <a:lnTo>
                    <a:pt x="1052" y="934"/>
                  </a:lnTo>
                  <a:lnTo>
                    <a:pt x="1068" y="911"/>
                  </a:lnTo>
                  <a:lnTo>
                    <a:pt x="1083" y="886"/>
                  </a:lnTo>
                  <a:lnTo>
                    <a:pt x="1098" y="862"/>
                  </a:lnTo>
                  <a:lnTo>
                    <a:pt x="1111" y="838"/>
                  </a:lnTo>
                  <a:lnTo>
                    <a:pt x="1122" y="812"/>
                  </a:lnTo>
                  <a:lnTo>
                    <a:pt x="1133" y="786"/>
                  </a:lnTo>
                  <a:lnTo>
                    <a:pt x="1141" y="758"/>
                  </a:lnTo>
                  <a:lnTo>
                    <a:pt x="1150" y="730"/>
                  </a:lnTo>
                  <a:lnTo>
                    <a:pt x="1156" y="701"/>
                  </a:lnTo>
                  <a:lnTo>
                    <a:pt x="1161" y="673"/>
                  </a:lnTo>
                  <a:lnTo>
                    <a:pt x="1164" y="644"/>
                  </a:lnTo>
                  <a:lnTo>
                    <a:pt x="1167" y="615"/>
                  </a:lnTo>
                  <a:lnTo>
                    <a:pt x="1167" y="584"/>
                  </a:lnTo>
                  <a:lnTo>
                    <a:pt x="1167" y="555"/>
                  </a:lnTo>
                  <a:lnTo>
                    <a:pt x="1164" y="524"/>
                  </a:lnTo>
                  <a:lnTo>
                    <a:pt x="1161" y="494"/>
                  </a:lnTo>
                  <a:lnTo>
                    <a:pt x="1156" y="467"/>
                  </a:lnTo>
                  <a:lnTo>
                    <a:pt x="1150" y="437"/>
                  </a:lnTo>
                  <a:lnTo>
                    <a:pt x="1141" y="410"/>
                  </a:lnTo>
                  <a:lnTo>
                    <a:pt x="1133" y="384"/>
                  </a:lnTo>
                  <a:lnTo>
                    <a:pt x="1122" y="356"/>
                  </a:lnTo>
                  <a:lnTo>
                    <a:pt x="1111" y="330"/>
                  </a:lnTo>
                  <a:lnTo>
                    <a:pt x="1098" y="306"/>
                  </a:lnTo>
                  <a:lnTo>
                    <a:pt x="1083" y="281"/>
                  </a:lnTo>
                  <a:lnTo>
                    <a:pt x="1068" y="257"/>
                  </a:lnTo>
                  <a:lnTo>
                    <a:pt x="1052" y="234"/>
                  </a:lnTo>
                  <a:lnTo>
                    <a:pt x="1034" y="213"/>
                  </a:lnTo>
                  <a:lnTo>
                    <a:pt x="1016" y="192"/>
                  </a:lnTo>
                  <a:lnTo>
                    <a:pt x="997" y="170"/>
                  </a:lnTo>
                  <a:lnTo>
                    <a:pt x="977" y="151"/>
                  </a:lnTo>
                  <a:lnTo>
                    <a:pt x="956" y="133"/>
                  </a:lnTo>
                  <a:lnTo>
                    <a:pt x="933" y="115"/>
                  </a:lnTo>
                  <a:lnTo>
                    <a:pt x="911" y="99"/>
                  </a:lnTo>
                  <a:lnTo>
                    <a:pt x="886" y="84"/>
                  </a:lnTo>
                  <a:lnTo>
                    <a:pt x="862" y="70"/>
                  </a:lnTo>
                  <a:lnTo>
                    <a:pt x="837" y="57"/>
                  </a:lnTo>
                  <a:lnTo>
                    <a:pt x="811" y="45"/>
                  </a:lnTo>
                  <a:lnTo>
                    <a:pt x="785" y="35"/>
                  </a:lnTo>
                  <a:lnTo>
                    <a:pt x="758" y="26"/>
                  </a:lnTo>
                  <a:lnTo>
                    <a:pt x="730" y="18"/>
                  </a:lnTo>
                  <a:lnTo>
                    <a:pt x="701" y="11"/>
                  </a:lnTo>
                  <a:lnTo>
                    <a:pt x="673" y="6"/>
                  </a:lnTo>
                  <a:lnTo>
                    <a:pt x="644" y="3"/>
                  </a:lnTo>
                  <a:lnTo>
                    <a:pt x="615" y="0"/>
                  </a:lnTo>
                  <a:lnTo>
                    <a:pt x="584" y="0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8" name="Freeform 22">
              <a:extLst>
                <a:ext uri="{FF2B5EF4-FFF2-40B4-BE49-F238E27FC236}">
                  <a16:creationId xmlns:a16="http://schemas.microsoft.com/office/drawing/2014/main" id="{FFCF3179-4B04-4DBE-8596-21C0443F0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563" y="1458913"/>
              <a:ext cx="927100" cy="927100"/>
            </a:xfrm>
            <a:custGeom>
              <a:avLst/>
              <a:gdLst>
                <a:gd name="T0" fmla="*/ 2147483646 w 1168"/>
                <a:gd name="T1" fmla="*/ 2147483646 h 1168"/>
                <a:gd name="T2" fmla="*/ 2147483646 w 1168"/>
                <a:gd name="T3" fmla="*/ 2147483646 h 1168"/>
                <a:gd name="T4" fmla="*/ 2147483646 w 1168"/>
                <a:gd name="T5" fmla="*/ 2147483646 h 1168"/>
                <a:gd name="T6" fmla="*/ 2147483646 w 1168"/>
                <a:gd name="T7" fmla="*/ 2147483646 h 1168"/>
                <a:gd name="T8" fmla="*/ 2147483646 w 1168"/>
                <a:gd name="T9" fmla="*/ 2147483646 h 1168"/>
                <a:gd name="T10" fmla="*/ 2147483646 w 1168"/>
                <a:gd name="T11" fmla="*/ 2147483646 h 1168"/>
                <a:gd name="T12" fmla="*/ 2147483646 w 1168"/>
                <a:gd name="T13" fmla="*/ 2147483646 h 1168"/>
                <a:gd name="T14" fmla="*/ 2147483646 w 1168"/>
                <a:gd name="T15" fmla="*/ 2147483646 h 1168"/>
                <a:gd name="T16" fmla="*/ 2147483646 w 1168"/>
                <a:gd name="T17" fmla="*/ 2147483646 h 1168"/>
                <a:gd name="T18" fmla="*/ 2147483646 w 1168"/>
                <a:gd name="T19" fmla="*/ 2147483646 h 1168"/>
                <a:gd name="T20" fmla="*/ 0 w 1168"/>
                <a:gd name="T21" fmla="*/ 2147483646 h 1168"/>
                <a:gd name="T22" fmla="*/ 2147483646 w 1168"/>
                <a:gd name="T23" fmla="*/ 2147483646 h 1168"/>
                <a:gd name="T24" fmla="*/ 2147483646 w 1168"/>
                <a:gd name="T25" fmla="*/ 2147483646 h 1168"/>
                <a:gd name="T26" fmla="*/ 2147483646 w 1168"/>
                <a:gd name="T27" fmla="*/ 2147483646 h 1168"/>
                <a:gd name="T28" fmla="*/ 2147483646 w 1168"/>
                <a:gd name="T29" fmla="*/ 2147483646 h 1168"/>
                <a:gd name="T30" fmla="*/ 2147483646 w 1168"/>
                <a:gd name="T31" fmla="*/ 2147483646 h 1168"/>
                <a:gd name="T32" fmla="*/ 2147483646 w 1168"/>
                <a:gd name="T33" fmla="*/ 2147483646 h 1168"/>
                <a:gd name="T34" fmla="*/ 2147483646 w 1168"/>
                <a:gd name="T35" fmla="*/ 2147483646 h 1168"/>
                <a:gd name="T36" fmla="*/ 2147483646 w 1168"/>
                <a:gd name="T37" fmla="*/ 2147483646 h 1168"/>
                <a:gd name="T38" fmla="*/ 2147483646 w 1168"/>
                <a:gd name="T39" fmla="*/ 2147483646 h 1168"/>
                <a:gd name="T40" fmla="*/ 2147483646 w 1168"/>
                <a:gd name="T41" fmla="*/ 2147483646 h 1168"/>
                <a:gd name="T42" fmla="*/ 2147483646 w 1168"/>
                <a:gd name="T43" fmla="*/ 2147483646 h 1168"/>
                <a:gd name="T44" fmla="*/ 2147483646 w 1168"/>
                <a:gd name="T45" fmla="*/ 2147483646 h 1168"/>
                <a:gd name="T46" fmla="*/ 2147483646 w 1168"/>
                <a:gd name="T47" fmla="*/ 2147483646 h 1168"/>
                <a:gd name="T48" fmla="*/ 2147483646 w 1168"/>
                <a:gd name="T49" fmla="*/ 2147483646 h 1168"/>
                <a:gd name="T50" fmla="*/ 2147483646 w 1168"/>
                <a:gd name="T51" fmla="*/ 2147483646 h 1168"/>
                <a:gd name="T52" fmla="*/ 2147483646 w 1168"/>
                <a:gd name="T53" fmla="*/ 2147483646 h 1168"/>
                <a:gd name="T54" fmla="*/ 2147483646 w 1168"/>
                <a:gd name="T55" fmla="*/ 2147483646 h 1168"/>
                <a:gd name="T56" fmla="*/ 2147483646 w 1168"/>
                <a:gd name="T57" fmla="*/ 2147483646 h 1168"/>
                <a:gd name="T58" fmla="*/ 2147483646 w 1168"/>
                <a:gd name="T59" fmla="*/ 2147483646 h 1168"/>
                <a:gd name="T60" fmla="*/ 2147483646 w 1168"/>
                <a:gd name="T61" fmla="*/ 2147483646 h 1168"/>
                <a:gd name="T62" fmla="*/ 2147483646 w 1168"/>
                <a:gd name="T63" fmla="*/ 2147483646 h 1168"/>
                <a:gd name="T64" fmla="*/ 2147483646 w 1168"/>
                <a:gd name="T65" fmla="*/ 2147483646 h 1168"/>
                <a:gd name="T66" fmla="*/ 2147483646 w 1168"/>
                <a:gd name="T67" fmla="*/ 2147483646 h 1168"/>
                <a:gd name="T68" fmla="*/ 2147483646 w 1168"/>
                <a:gd name="T69" fmla="*/ 2147483646 h 1168"/>
                <a:gd name="T70" fmla="*/ 2147483646 w 1168"/>
                <a:gd name="T71" fmla="*/ 2147483646 h 1168"/>
                <a:gd name="T72" fmla="*/ 2147483646 w 1168"/>
                <a:gd name="T73" fmla="*/ 2147483646 h 1168"/>
                <a:gd name="T74" fmla="*/ 2147483646 w 1168"/>
                <a:gd name="T75" fmla="*/ 2147483646 h 1168"/>
                <a:gd name="T76" fmla="*/ 2147483646 w 1168"/>
                <a:gd name="T77" fmla="*/ 2147483646 h 1168"/>
                <a:gd name="T78" fmla="*/ 2147483646 w 1168"/>
                <a:gd name="T79" fmla="*/ 2147483646 h 1168"/>
                <a:gd name="T80" fmla="*/ 2147483646 w 1168"/>
                <a:gd name="T81" fmla="*/ 2147483646 h 1168"/>
                <a:gd name="T82" fmla="*/ 2147483646 w 1168"/>
                <a:gd name="T83" fmla="*/ 2147483646 h 1168"/>
                <a:gd name="T84" fmla="*/ 2147483646 w 1168"/>
                <a:gd name="T85" fmla="*/ 2147483646 h 1168"/>
                <a:gd name="T86" fmla="*/ 2147483646 w 1168"/>
                <a:gd name="T87" fmla="*/ 0 h 116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68" h="1168">
                  <a:moveTo>
                    <a:pt x="584" y="0"/>
                  </a:moveTo>
                  <a:lnTo>
                    <a:pt x="555" y="0"/>
                  </a:lnTo>
                  <a:lnTo>
                    <a:pt x="524" y="3"/>
                  </a:lnTo>
                  <a:lnTo>
                    <a:pt x="495" y="7"/>
                  </a:lnTo>
                  <a:lnTo>
                    <a:pt x="467" y="11"/>
                  </a:lnTo>
                  <a:lnTo>
                    <a:pt x="438" y="18"/>
                  </a:lnTo>
                  <a:lnTo>
                    <a:pt x="410" y="26"/>
                  </a:lnTo>
                  <a:lnTo>
                    <a:pt x="384" y="36"/>
                  </a:lnTo>
                  <a:lnTo>
                    <a:pt x="357" y="46"/>
                  </a:lnTo>
                  <a:lnTo>
                    <a:pt x="331" y="57"/>
                  </a:lnTo>
                  <a:lnTo>
                    <a:pt x="306" y="70"/>
                  </a:lnTo>
                  <a:lnTo>
                    <a:pt x="282" y="85"/>
                  </a:lnTo>
                  <a:lnTo>
                    <a:pt x="257" y="99"/>
                  </a:lnTo>
                  <a:lnTo>
                    <a:pt x="235" y="116"/>
                  </a:lnTo>
                  <a:lnTo>
                    <a:pt x="213" y="133"/>
                  </a:lnTo>
                  <a:lnTo>
                    <a:pt x="192" y="151"/>
                  </a:lnTo>
                  <a:lnTo>
                    <a:pt x="171" y="171"/>
                  </a:lnTo>
                  <a:lnTo>
                    <a:pt x="152" y="192"/>
                  </a:lnTo>
                  <a:lnTo>
                    <a:pt x="134" y="213"/>
                  </a:lnTo>
                  <a:lnTo>
                    <a:pt x="116" y="234"/>
                  </a:lnTo>
                  <a:lnTo>
                    <a:pt x="100" y="257"/>
                  </a:lnTo>
                  <a:lnTo>
                    <a:pt x="85" y="282"/>
                  </a:lnTo>
                  <a:lnTo>
                    <a:pt x="70" y="306"/>
                  </a:lnTo>
                  <a:lnTo>
                    <a:pt x="57" y="330"/>
                  </a:lnTo>
                  <a:lnTo>
                    <a:pt x="46" y="356"/>
                  </a:lnTo>
                  <a:lnTo>
                    <a:pt x="36" y="384"/>
                  </a:lnTo>
                  <a:lnTo>
                    <a:pt x="26" y="410"/>
                  </a:lnTo>
                  <a:lnTo>
                    <a:pt x="18" y="438"/>
                  </a:lnTo>
                  <a:lnTo>
                    <a:pt x="12" y="467"/>
                  </a:lnTo>
                  <a:lnTo>
                    <a:pt x="7" y="495"/>
                  </a:lnTo>
                  <a:lnTo>
                    <a:pt x="4" y="524"/>
                  </a:lnTo>
                  <a:lnTo>
                    <a:pt x="0" y="555"/>
                  </a:lnTo>
                  <a:lnTo>
                    <a:pt x="0" y="584"/>
                  </a:lnTo>
                  <a:lnTo>
                    <a:pt x="0" y="615"/>
                  </a:lnTo>
                  <a:lnTo>
                    <a:pt x="4" y="644"/>
                  </a:lnTo>
                  <a:lnTo>
                    <a:pt x="7" y="674"/>
                  </a:lnTo>
                  <a:lnTo>
                    <a:pt x="12" y="701"/>
                  </a:lnTo>
                  <a:lnTo>
                    <a:pt x="18" y="731"/>
                  </a:lnTo>
                  <a:lnTo>
                    <a:pt x="26" y="758"/>
                  </a:lnTo>
                  <a:lnTo>
                    <a:pt x="36" y="786"/>
                  </a:lnTo>
                  <a:lnTo>
                    <a:pt x="46" y="812"/>
                  </a:lnTo>
                  <a:lnTo>
                    <a:pt x="57" y="838"/>
                  </a:lnTo>
                  <a:lnTo>
                    <a:pt x="70" y="862"/>
                  </a:lnTo>
                  <a:lnTo>
                    <a:pt x="85" y="887"/>
                  </a:lnTo>
                  <a:lnTo>
                    <a:pt x="100" y="911"/>
                  </a:lnTo>
                  <a:lnTo>
                    <a:pt x="116" y="934"/>
                  </a:lnTo>
                  <a:lnTo>
                    <a:pt x="134" y="957"/>
                  </a:lnTo>
                  <a:lnTo>
                    <a:pt x="152" y="978"/>
                  </a:lnTo>
                  <a:lnTo>
                    <a:pt x="171" y="997"/>
                  </a:lnTo>
                  <a:lnTo>
                    <a:pt x="192" y="1017"/>
                  </a:lnTo>
                  <a:lnTo>
                    <a:pt x="213" y="1035"/>
                  </a:lnTo>
                  <a:lnTo>
                    <a:pt x="235" y="1053"/>
                  </a:lnTo>
                  <a:lnTo>
                    <a:pt x="257" y="1069"/>
                  </a:lnTo>
                  <a:lnTo>
                    <a:pt x="282" y="1084"/>
                  </a:lnTo>
                  <a:lnTo>
                    <a:pt x="306" y="1098"/>
                  </a:lnTo>
                  <a:lnTo>
                    <a:pt x="331" y="1111"/>
                  </a:lnTo>
                  <a:lnTo>
                    <a:pt x="357" y="1123"/>
                  </a:lnTo>
                  <a:lnTo>
                    <a:pt x="384" y="1133"/>
                  </a:lnTo>
                  <a:lnTo>
                    <a:pt x="410" y="1142"/>
                  </a:lnTo>
                  <a:lnTo>
                    <a:pt x="438" y="1150"/>
                  </a:lnTo>
                  <a:lnTo>
                    <a:pt x="467" y="1157"/>
                  </a:lnTo>
                  <a:lnTo>
                    <a:pt x="495" y="1162"/>
                  </a:lnTo>
                  <a:lnTo>
                    <a:pt x="524" y="1165"/>
                  </a:lnTo>
                  <a:lnTo>
                    <a:pt x="555" y="1168"/>
                  </a:lnTo>
                  <a:lnTo>
                    <a:pt x="584" y="1168"/>
                  </a:lnTo>
                  <a:lnTo>
                    <a:pt x="615" y="1168"/>
                  </a:lnTo>
                  <a:lnTo>
                    <a:pt x="644" y="1165"/>
                  </a:lnTo>
                  <a:lnTo>
                    <a:pt x="674" y="1162"/>
                  </a:lnTo>
                  <a:lnTo>
                    <a:pt x="701" y="1157"/>
                  </a:lnTo>
                  <a:lnTo>
                    <a:pt x="731" y="1150"/>
                  </a:lnTo>
                  <a:lnTo>
                    <a:pt x="758" y="1142"/>
                  </a:lnTo>
                  <a:lnTo>
                    <a:pt x="786" y="1133"/>
                  </a:lnTo>
                  <a:lnTo>
                    <a:pt x="812" y="1123"/>
                  </a:lnTo>
                  <a:lnTo>
                    <a:pt x="838" y="1111"/>
                  </a:lnTo>
                  <a:lnTo>
                    <a:pt x="862" y="1098"/>
                  </a:lnTo>
                  <a:lnTo>
                    <a:pt x="887" y="1084"/>
                  </a:lnTo>
                  <a:lnTo>
                    <a:pt x="911" y="1069"/>
                  </a:lnTo>
                  <a:lnTo>
                    <a:pt x="934" y="1053"/>
                  </a:lnTo>
                  <a:lnTo>
                    <a:pt x="957" y="1035"/>
                  </a:lnTo>
                  <a:lnTo>
                    <a:pt x="978" y="1017"/>
                  </a:lnTo>
                  <a:lnTo>
                    <a:pt x="997" y="997"/>
                  </a:lnTo>
                  <a:lnTo>
                    <a:pt x="1017" y="978"/>
                  </a:lnTo>
                  <a:lnTo>
                    <a:pt x="1035" y="957"/>
                  </a:lnTo>
                  <a:lnTo>
                    <a:pt x="1052" y="934"/>
                  </a:lnTo>
                  <a:lnTo>
                    <a:pt x="1069" y="911"/>
                  </a:lnTo>
                  <a:lnTo>
                    <a:pt x="1083" y="887"/>
                  </a:lnTo>
                  <a:lnTo>
                    <a:pt x="1098" y="862"/>
                  </a:lnTo>
                  <a:lnTo>
                    <a:pt x="1111" y="838"/>
                  </a:lnTo>
                  <a:lnTo>
                    <a:pt x="1122" y="812"/>
                  </a:lnTo>
                  <a:lnTo>
                    <a:pt x="1132" y="786"/>
                  </a:lnTo>
                  <a:lnTo>
                    <a:pt x="1142" y="758"/>
                  </a:lnTo>
                  <a:lnTo>
                    <a:pt x="1150" y="731"/>
                  </a:lnTo>
                  <a:lnTo>
                    <a:pt x="1157" y="701"/>
                  </a:lnTo>
                  <a:lnTo>
                    <a:pt x="1161" y="674"/>
                  </a:lnTo>
                  <a:lnTo>
                    <a:pt x="1165" y="644"/>
                  </a:lnTo>
                  <a:lnTo>
                    <a:pt x="1168" y="615"/>
                  </a:lnTo>
                  <a:lnTo>
                    <a:pt x="1168" y="584"/>
                  </a:lnTo>
                  <a:lnTo>
                    <a:pt x="1168" y="555"/>
                  </a:lnTo>
                  <a:lnTo>
                    <a:pt x="1165" y="524"/>
                  </a:lnTo>
                  <a:lnTo>
                    <a:pt x="1161" y="495"/>
                  </a:lnTo>
                  <a:lnTo>
                    <a:pt x="1157" y="467"/>
                  </a:lnTo>
                  <a:lnTo>
                    <a:pt x="1150" y="438"/>
                  </a:lnTo>
                  <a:lnTo>
                    <a:pt x="1142" y="410"/>
                  </a:lnTo>
                  <a:lnTo>
                    <a:pt x="1132" y="384"/>
                  </a:lnTo>
                  <a:lnTo>
                    <a:pt x="1122" y="356"/>
                  </a:lnTo>
                  <a:lnTo>
                    <a:pt x="1111" y="330"/>
                  </a:lnTo>
                  <a:lnTo>
                    <a:pt x="1098" y="306"/>
                  </a:lnTo>
                  <a:lnTo>
                    <a:pt x="1083" y="282"/>
                  </a:lnTo>
                  <a:lnTo>
                    <a:pt x="1069" y="257"/>
                  </a:lnTo>
                  <a:lnTo>
                    <a:pt x="1052" y="234"/>
                  </a:lnTo>
                  <a:lnTo>
                    <a:pt x="1035" y="213"/>
                  </a:lnTo>
                  <a:lnTo>
                    <a:pt x="1017" y="192"/>
                  </a:lnTo>
                  <a:lnTo>
                    <a:pt x="997" y="171"/>
                  </a:lnTo>
                  <a:lnTo>
                    <a:pt x="978" y="151"/>
                  </a:lnTo>
                  <a:lnTo>
                    <a:pt x="957" y="133"/>
                  </a:lnTo>
                  <a:lnTo>
                    <a:pt x="934" y="116"/>
                  </a:lnTo>
                  <a:lnTo>
                    <a:pt x="911" y="99"/>
                  </a:lnTo>
                  <a:lnTo>
                    <a:pt x="887" y="85"/>
                  </a:lnTo>
                  <a:lnTo>
                    <a:pt x="862" y="70"/>
                  </a:lnTo>
                  <a:lnTo>
                    <a:pt x="838" y="57"/>
                  </a:lnTo>
                  <a:lnTo>
                    <a:pt x="812" y="46"/>
                  </a:lnTo>
                  <a:lnTo>
                    <a:pt x="786" y="36"/>
                  </a:lnTo>
                  <a:lnTo>
                    <a:pt x="758" y="26"/>
                  </a:lnTo>
                  <a:lnTo>
                    <a:pt x="731" y="18"/>
                  </a:lnTo>
                  <a:lnTo>
                    <a:pt x="701" y="11"/>
                  </a:lnTo>
                  <a:lnTo>
                    <a:pt x="674" y="7"/>
                  </a:lnTo>
                  <a:lnTo>
                    <a:pt x="644" y="3"/>
                  </a:lnTo>
                  <a:lnTo>
                    <a:pt x="615" y="0"/>
                  </a:lnTo>
                  <a:lnTo>
                    <a:pt x="584" y="0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47118" name="Group 3">
            <a:extLst>
              <a:ext uri="{FF2B5EF4-FFF2-40B4-BE49-F238E27FC236}">
                <a16:creationId xmlns:a16="http://schemas.microsoft.com/office/drawing/2014/main" id="{9DAB904C-F160-4255-9584-48BB414D702D}"/>
              </a:ext>
            </a:extLst>
          </p:cNvPr>
          <p:cNvGrpSpPr>
            <a:grpSpLocks/>
          </p:cNvGrpSpPr>
          <p:nvPr/>
        </p:nvGrpSpPr>
        <p:grpSpPr bwMode="auto">
          <a:xfrm>
            <a:off x="5487988" y="914400"/>
            <a:ext cx="2193925" cy="1835150"/>
            <a:chOff x="5487988" y="1254125"/>
            <a:chExt cx="2193925" cy="1835150"/>
          </a:xfrm>
        </p:grpSpPr>
        <p:sp>
          <p:nvSpPr>
            <p:cNvPr id="47123" name="Freeform 18">
              <a:extLst>
                <a:ext uri="{FF2B5EF4-FFF2-40B4-BE49-F238E27FC236}">
                  <a16:creationId xmlns:a16="http://schemas.microsoft.com/office/drawing/2014/main" id="{9844B5FA-C408-4997-A710-18C2209B2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1435100"/>
              <a:ext cx="930275" cy="930275"/>
            </a:xfrm>
            <a:custGeom>
              <a:avLst/>
              <a:gdLst>
                <a:gd name="T0" fmla="*/ 2147483646 w 1171"/>
                <a:gd name="T1" fmla="*/ 2147483646 h 1172"/>
                <a:gd name="T2" fmla="*/ 2147483646 w 1171"/>
                <a:gd name="T3" fmla="*/ 2147483646 h 1172"/>
                <a:gd name="T4" fmla="*/ 2147483646 w 1171"/>
                <a:gd name="T5" fmla="*/ 2147483646 h 1172"/>
                <a:gd name="T6" fmla="*/ 2147483646 w 1171"/>
                <a:gd name="T7" fmla="*/ 2147483646 h 1172"/>
                <a:gd name="T8" fmla="*/ 2147483646 w 1171"/>
                <a:gd name="T9" fmla="*/ 2147483646 h 1172"/>
                <a:gd name="T10" fmla="*/ 2147483646 w 1171"/>
                <a:gd name="T11" fmla="*/ 2147483646 h 1172"/>
                <a:gd name="T12" fmla="*/ 2147483646 w 1171"/>
                <a:gd name="T13" fmla="*/ 2147483646 h 1172"/>
                <a:gd name="T14" fmla="*/ 2147483646 w 1171"/>
                <a:gd name="T15" fmla="*/ 2147483646 h 1172"/>
                <a:gd name="T16" fmla="*/ 2147483646 w 1171"/>
                <a:gd name="T17" fmla="*/ 2147483646 h 1172"/>
                <a:gd name="T18" fmla="*/ 2147483646 w 1171"/>
                <a:gd name="T19" fmla="*/ 2147483646 h 1172"/>
                <a:gd name="T20" fmla="*/ 2147483646 w 1171"/>
                <a:gd name="T21" fmla="*/ 2147483646 h 1172"/>
                <a:gd name="T22" fmla="*/ 2147483646 w 1171"/>
                <a:gd name="T23" fmla="*/ 2147483646 h 1172"/>
                <a:gd name="T24" fmla="*/ 2147483646 w 1171"/>
                <a:gd name="T25" fmla="*/ 2147483646 h 1172"/>
                <a:gd name="T26" fmla="*/ 2147483646 w 1171"/>
                <a:gd name="T27" fmla="*/ 2147483646 h 1172"/>
                <a:gd name="T28" fmla="*/ 2147483646 w 1171"/>
                <a:gd name="T29" fmla="*/ 2147483646 h 1172"/>
                <a:gd name="T30" fmla="*/ 2147483646 w 1171"/>
                <a:gd name="T31" fmla="*/ 2147483646 h 1172"/>
                <a:gd name="T32" fmla="*/ 2147483646 w 1171"/>
                <a:gd name="T33" fmla="*/ 2147483646 h 1172"/>
                <a:gd name="T34" fmla="*/ 2147483646 w 1171"/>
                <a:gd name="T35" fmla="*/ 2147483646 h 1172"/>
                <a:gd name="T36" fmla="*/ 2147483646 w 1171"/>
                <a:gd name="T37" fmla="*/ 2147483646 h 1172"/>
                <a:gd name="T38" fmla="*/ 2147483646 w 1171"/>
                <a:gd name="T39" fmla="*/ 2147483646 h 1172"/>
                <a:gd name="T40" fmla="*/ 2147483646 w 1171"/>
                <a:gd name="T41" fmla="*/ 2147483646 h 1172"/>
                <a:gd name="T42" fmla="*/ 2147483646 w 1171"/>
                <a:gd name="T43" fmla="*/ 2147483646 h 1172"/>
                <a:gd name="T44" fmla="*/ 2147483646 w 1171"/>
                <a:gd name="T45" fmla="*/ 2147483646 h 1172"/>
                <a:gd name="T46" fmla="*/ 2147483646 w 1171"/>
                <a:gd name="T47" fmla="*/ 2147483646 h 1172"/>
                <a:gd name="T48" fmla="*/ 2147483646 w 1171"/>
                <a:gd name="T49" fmla="*/ 2147483646 h 1172"/>
                <a:gd name="T50" fmla="*/ 2147483646 w 1171"/>
                <a:gd name="T51" fmla="*/ 2147483646 h 1172"/>
                <a:gd name="T52" fmla="*/ 2147483646 w 1171"/>
                <a:gd name="T53" fmla="*/ 2147483646 h 1172"/>
                <a:gd name="T54" fmla="*/ 2147483646 w 1171"/>
                <a:gd name="T55" fmla="*/ 2147483646 h 1172"/>
                <a:gd name="T56" fmla="*/ 2147483646 w 1171"/>
                <a:gd name="T57" fmla="*/ 2147483646 h 1172"/>
                <a:gd name="T58" fmla="*/ 2147483646 w 1171"/>
                <a:gd name="T59" fmla="*/ 2147483646 h 1172"/>
                <a:gd name="T60" fmla="*/ 2147483646 w 1171"/>
                <a:gd name="T61" fmla="*/ 2147483646 h 1172"/>
                <a:gd name="T62" fmla="*/ 2147483646 w 1171"/>
                <a:gd name="T63" fmla="*/ 2147483646 h 1172"/>
                <a:gd name="T64" fmla="*/ 2147483646 w 1171"/>
                <a:gd name="T65" fmla="*/ 2147483646 h 1172"/>
                <a:gd name="T66" fmla="*/ 2147483646 w 1171"/>
                <a:gd name="T67" fmla="*/ 2147483646 h 1172"/>
                <a:gd name="T68" fmla="*/ 2147483646 w 1171"/>
                <a:gd name="T69" fmla="*/ 2147483646 h 1172"/>
                <a:gd name="T70" fmla="*/ 2147483646 w 1171"/>
                <a:gd name="T71" fmla="*/ 2147483646 h 1172"/>
                <a:gd name="T72" fmla="*/ 2147483646 w 1171"/>
                <a:gd name="T73" fmla="*/ 2147483646 h 1172"/>
                <a:gd name="T74" fmla="*/ 2147483646 w 1171"/>
                <a:gd name="T75" fmla="*/ 2147483646 h 1172"/>
                <a:gd name="T76" fmla="*/ 2147483646 w 1171"/>
                <a:gd name="T77" fmla="*/ 2147483646 h 1172"/>
                <a:gd name="T78" fmla="*/ 2147483646 w 1171"/>
                <a:gd name="T79" fmla="*/ 2147483646 h 1172"/>
                <a:gd name="T80" fmla="*/ 2147483646 w 1171"/>
                <a:gd name="T81" fmla="*/ 2147483646 h 1172"/>
                <a:gd name="T82" fmla="*/ 2147483646 w 1171"/>
                <a:gd name="T83" fmla="*/ 2147483646 h 1172"/>
                <a:gd name="T84" fmla="*/ 2147483646 w 1171"/>
                <a:gd name="T85" fmla="*/ 2147483646 h 1172"/>
                <a:gd name="T86" fmla="*/ 2147483646 w 1171"/>
                <a:gd name="T87" fmla="*/ 2147483646 h 1172"/>
                <a:gd name="T88" fmla="*/ 2147483646 w 1171"/>
                <a:gd name="T89" fmla="*/ 2147483646 h 117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171" h="1172">
                  <a:moveTo>
                    <a:pt x="586" y="586"/>
                  </a:moveTo>
                  <a:lnTo>
                    <a:pt x="586" y="0"/>
                  </a:lnTo>
                  <a:lnTo>
                    <a:pt x="556" y="2"/>
                  </a:lnTo>
                  <a:lnTo>
                    <a:pt x="527" y="4"/>
                  </a:lnTo>
                  <a:lnTo>
                    <a:pt x="498" y="9"/>
                  </a:lnTo>
                  <a:lnTo>
                    <a:pt x="469" y="13"/>
                  </a:lnTo>
                  <a:lnTo>
                    <a:pt x="441" y="20"/>
                  </a:lnTo>
                  <a:lnTo>
                    <a:pt x="412" y="28"/>
                  </a:lnTo>
                  <a:lnTo>
                    <a:pt x="386" y="36"/>
                  </a:lnTo>
                  <a:lnTo>
                    <a:pt x="358" y="48"/>
                  </a:lnTo>
                  <a:lnTo>
                    <a:pt x="332" y="59"/>
                  </a:lnTo>
                  <a:lnTo>
                    <a:pt x="308" y="72"/>
                  </a:lnTo>
                  <a:lnTo>
                    <a:pt x="283" y="87"/>
                  </a:lnTo>
                  <a:lnTo>
                    <a:pt x="259" y="101"/>
                  </a:lnTo>
                  <a:lnTo>
                    <a:pt x="236" y="118"/>
                  </a:lnTo>
                  <a:lnTo>
                    <a:pt x="215" y="136"/>
                  </a:lnTo>
                  <a:lnTo>
                    <a:pt x="192" y="153"/>
                  </a:lnTo>
                  <a:lnTo>
                    <a:pt x="173" y="173"/>
                  </a:lnTo>
                  <a:lnTo>
                    <a:pt x="153" y="192"/>
                  </a:lnTo>
                  <a:lnTo>
                    <a:pt x="135" y="215"/>
                  </a:lnTo>
                  <a:lnTo>
                    <a:pt x="117" y="236"/>
                  </a:lnTo>
                  <a:lnTo>
                    <a:pt x="101" y="259"/>
                  </a:lnTo>
                  <a:lnTo>
                    <a:pt x="87" y="284"/>
                  </a:lnTo>
                  <a:lnTo>
                    <a:pt x="72" y="308"/>
                  </a:lnTo>
                  <a:lnTo>
                    <a:pt x="59" y="332"/>
                  </a:lnTo>
                  <a:lnTo>
                    <a:pt x="48" y="358"/>
                  </a:lnTo>
                  <a:lnTo>
                    <a:pt x="36" y="386"/>
                  </a:lnTo>
                  <a:lnTo>
                    <a:pt x="28" y="412"/>
                  </a:lnTo>
                  <a:lnTo>
                    <a:pt x="20" y="441"/>
                  </a:lnTo>
                  <a:lnTo>
                    <a:pt x="13" y="469"/>
                  </a:lnTo>
                  <a:lnTo>
                    <a:pt x="8" y="498"/>
                  </a:lnTo>
                  <a:lnTo>
                    <a:pt x="4" y="528"/>
                  </a:lnTo>
                  <a:lnTo>
                    <a:pt x="2" y="557"/>
                  </a:lnTo>
                  <a:lnTo>
                    <a:pt x="0" y="586"/>
                  </a:lnTo>
                  <a:lnTo>
                    <a:pt x="2" y="617"/>
                  </a:lnTo>
                  <a:lnTo>
                    <a:pt x="4" y="646"/>
                  </a:lnTo>
                  <a:lnTo>
                    <a:pt x="8" y="676"/>
                  </a:lnTo>
                  <a:lnTo>
                    <a:pt x="13" y="705"/>
                  </a:lnTo>
                  <a:lnTo>
                    <a:pt x="20" y="733"/>
                  </a:lnTo>
                  <a:lnTo>
                    <a:pt x="28" y="762"/>
                  </a:lnTo>
                  <a:lnTo>
                    <a:pt x="36" y="788"/>
                  </a:lnTo>
                  <a:lnTo>
                    <a:pt x="48" y="816"/>
                  </a:lnTo>
                  <a:lnTo>
                    <a:pt x="59" y="842"/>
                  </a:lnTo>
                  <a:lnTo>
                    <a:pt x="72" y="866"/>
                  </a:lnTo>
                  <a:lnTo>
                    <a:pt x="87" y="891"/>
                  </a:lnTo>
                  <a:lnTo>
                    <a:pt x="101" y="915"/>
                  </a:lnTo>
                  <a:lnTo>
                    <a:pt x="117" y="938"/>
                  </a:lnTo>
                  <a:lnTo>
                    <a:pt x="135" y="959"/>
                  </a:lnTo>
                  <a:lnTo>
                    <a:pt x="153" y="982"/>
                  </a:lnTo>
                  <a:lnTo>
                    <a:pt x="173" y="1001"/>
                  </a:lnTo>
                  <a:lnTo>
                    <a:pt x="192" y="1021"/>
                  </a:lnTo>
                  <a:lnTo>
                    <a:pt x="215" y="1039"/>
                  </a:lnTo>
                  <a:lnTo>
                    <a:pt x="236" y="1057"/>
                  </a:lnTo>
                  <a:lnTo>
                    <a:pt x="259" y="1073"/>
                  </a:lnTo>
                  <a:lnTo>
                    <a:pt x="283" y="1087"/>
                  </a:lnTo>
                  <a:lnTo>
                    <a:pt x="308" y="1102"/>
                  </a:lnTo>
                  <a:lnTo>
                    <a:pt x="332" y="1115"/>
                  </a:lnTo>
                  <a:lnTo>
                    <a:pt x="358" y="1126"/>
                  </a:lnTo>
                  <a:lnTo>
                    <a:pt x="386" y="1138"/>
                  </a:lnTo>
                  <a:lnTo>
                    <a:pt x="412" y="1146"/>
                  </a:lnTo>
                  <a:lnTo>
                    <a:pt x="441" y="1154"/>
                  </a:lnTo>
                  <a:lnTo>
                    <a:pt x="469" y="1161"/>
                  </a:lnTo>
                  <a:lnTo>
                    <a:pt x="498" y="1166"/>
                  </a:lnTo>
                  <a:lnTo>
                    <a:pt x="527" y="1170"/>
                  </a:lnTo>
                  <a:lnTo>
                    <a:pt x="556" y="1172"/>
                  </a:lnTo>
                  <a:lnTo>
                    <a:pt x="586" y="1172"/>
                  </a:lnTo>
                  <a:lnTo>
                    <a:pt x="617" y="1172"/>
                  </a:lnTo>
                  <a:lnTo>
                    <a:pt x="646" y="1170"/>
                  </a:lnTo>
                  <a:lnTo>
                    <a:pt x="675" y="1166"/>
                  </a:lnTo>
                  <a:lnTo>
                    <a:pt x="704" y="1161"/>
                  </a:lnTo>
                  <a:lnTo>
                    <a:pt x="732" y="1154"/>
                  </a:lnTo>
                  <a:lnTo>
                    <a:pt x="761" y="1146"/>
                  </a:lnTo>
                  <a:lnTo>
                    <a:pt x="787" y="1138"/>
                  </a:lnTo>
                  <a:lnTo>
                    <a:pt x="815" y="1126"/>
                  </a:lnTo>
                  <a:lnTo>
                    <a:pt x="841" y="1115"/>
                  </a:lnTo>
                  <a:lnTo>
                    <a:pt x="865" y="1102"/>
                  </a:lnTo>
                  <a:lnTo>
                    <a:pt x="890" y="1087"/>
                  </a:lnTo>
                  <a:lnTo>
                    <a:pt x="914" y="1073"/>
                  </a:lnTo>
                  <a:lnTo>
                    <a:pt x="937" y="1057"/>
                  </a:lnTo>
                  <a:lnTo>
                    <a:pt x="958" y="1039"/>
                  </a:lnTo>
                  <a:lnTo>
                    <a:pt x="981" y="1021"/>
                  </a:lnTo>
                  <a:lnTo>
                    <a:pt x="1000" y="1001"/>
                  </a:lnTo>
                  <a:lnTo>
                    <a:pt x="1020" y="982"/>
                  </a:lnTo>
                  <a:lnTo>
                    <a:pt x="1038" y="959"/>
                  </a:lnTo>
                  <a:lnTo>
                    <a:pt x="1056" y="938"/>
                  </a:lnTo>
                  <a:lnTo>
                    <a:pt x="1072" y="915"/>
                  </a:lnTo>
                  <a:lnTo>
                    <a:pt x="1087" y="891"/>
                  </a:lnTo>
                  <a:lnTo>
                    <a:pt x="1101" y="866"/>
                  </a:lnTo>
                  <a:lnTo>
                    <a:pt x="1114" y="842"/>
                  </a:lnTo>
                  <a:lnTo>
                    <a:pt x="1126" y="816"/>
                  </a:lnTo>
                  <a:lnTo>
                    <a:pt x="1137" y="788"/>
                  </a:lnTo>
                  <a:lnTo>
                    <a:pt x="1145" y="762"/>
                  </a:lnTo>
                  <a:lnTo>
                    <a:pt x="1153" y="733"/>
                  </a:lnTo>
                  <a:lnTo>
                    <a:pt x="1160" y="705"/>
                  </a:lnTo>
                  <a:lnTo>
                    <a:pt x="1165" y="676"/>
                  </a:lnTo>
                  <a:lnTo>
                    <a:pt x="1169" y="646"/>
                  </a:lnTo>
                  <a:lnTo>
                    <a:pt x="1171" y="617"/>
                  </a:lnTo>
                  <a:lnTo>
                    <a:pt x="1171" y="586"/>
                  </a:lnTo>
                  <a:lnTo>
                    <a:pt x="1171" y="557"/>
                  </a:lnTo>
                  <a:lnTo>
                    <a:pt x="1169" y="528"/>
                  </a:lnTo>
                  <a:lnTo>
                    <a:pt x="1165" y="498"/>
                  </a:lnTo>
                  <a:lnTo>
                    <a:pt x="1160" y="469"/>
                  </a:lnTo>
                  <a:lnTo>
                    <a:pt x="1153" y="441"/>
                  </a:lnTo>
                  <a:lnTo>
                    <a:pt x="1145" y="412"/>
                  </a:lnTo>
                  <a:lnTo>
                    <a:pt x="1137" y="386"/>
                  </a:lnTo>
                  <a:lnTo>
                    <a:pt x="1126" y="358"/>
                  </a:lnTo>
                  <a:lnTo>
                    <a:pt x="1114" y="332"/>
                  </a:lnTo>
                  <a:lnTo>
                    <a:pt x="1101" y="308"/>
                  </a:lnTo>
                  <a:lnTo>
                    <a:pt x="1087" y="284"/>
                  </a:lnTo>
                  <a:lnTo>
                    <a:pt x="1072" y="259"/>
                  </a:lnTo>
                  <a:lnTo>
                    <a:pt x="1056" y="236"/>
                  </a:lnTo>
                  <a:lnTo>
                    <a:pt x="1038" y="215"/>
                  </a:lnTo>
                  <a:lnTo>
                    <a:pt x="1020" y="192"/>
                  </a:lnTo>
                  <a:lnTo>
                    <a:pt x="1000" y="173"/>
                  </a:lnTo>
                  <a:lnTo>
                    <a:pt x="981" y="153"/>
                  </a:lnTo>
                  <a:lnTo>
                    <a:pt x="958" y="136"/>
                  </a:lnTo>
                  <a:lnTo>
                    <a:pt x="937" y="118"/>
                  </a:lnTo>
                  <a:lnTo>
                    <a:pt x="914" y="101"/>
                  </a:lnTo>
                  <a:lnTo>
                    <a:pt x="890" y="87"/>
                  </a:lnTo>
                  <a:lnTo>
                    <a:pt x="865" y="72"/>
                  </a:lnTo>
                  <a:lnTo>
                    <a:pt x="841" y="59"/>
                  </a:lnTo>
                  <a:lnTo>
                    <a:pt x="815" y="48"/>
                  </a:lnTo>
                  <a:lnTo>
                    <a:pt x="787" y="36"/>
                  </a:lnTo>
                  <a:lnTo>
                    <a:pt x="761" y="28"/>
                  </a:lnTo>
                  <a:lnTo>
                    <a:pt x="732" y="20"/>
                  </a:lnTo>
                  <a:lnTo>
                    <a:pt x="704" y="13"/>
                  </a:lnTo>
                  <a:lnTo>
                    <a:pt x="675" y="9"/>
                  </a:lnTo>
                  <a:lnTo>
                    <a:pt x="646" y="4"/>
                  </a:lnTo>
                  <a:lnTo>
                    <a:pt x="617" y="2"/>
                  </a:lnTo>
                  <a:lnTo>
                    <a:pt x="586" y="0"/>
                  </a:lnTo>
                  <a:lnTo>
                    <a:pt x="586" y="586"/>
                  </a:lnTo>
                  <a:close/>
                </a:path>
              </a:pathLst>
            </a:custGeom>
            <a:solidFill>
              <a:srgbClr val="0CF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24" name="Rectangle 23">
              <a:extLst>
                <a:ext uri="{FF2B5EF4-FFF2-40B4-BE49-F238E27FC236}">
                  <a16:creationId xmlns:a16="http://schemas.microsoft.com/office/drawing/2014/main" id="{6C6AFD87-D6D9-4217-B93D-6DC6112DD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7988" y="1254125"/>
              <a:ext cx="2193925" cy="1835150"/>
            </a:xfrm>
            <a:prstGeom prst="rect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25" name="Freeform 41">
              <a:extLst>
                <a:ext uri="{FF2B5EF4-FFF2-40B4-BE49-F238E27FC236}">
                  <a16:creationId xmlns:a16="http://schemas.microsoft.com/office/drawing/2014/main" id="{E833FC0F-6BA2-4280-A7D5-2C51DD93D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4538" y="1436688"/>
              <a:ext cx="927100" cy="927100"/>
            </a:xfrm>
            <a:custGeom>
              <a:avLst/>
              <a:gdLst>
                <a:gd name="T0" fmla="*/ 2147483646 w 1167"/>
                <a:gd name="T1" fmla="*/ 2147483646 h 1168"/>
                <a:gd name="T2" fmla="*/ 2147483646 w 1167"/>
                <a:gd name="T3" fmla="*/ 2147483646 h 1168"/>
                <a:gd name="T4" fmla="*/ 2147483646 w 1167"/>
                <a:gd name="T5" fmla="*/ 2147483646 h 1168"/>
                <a:gd name="T6" fmla="*/ 2147483646 w 1167"/>
                <a:gd name="T7" fmla="*/ 2147483646 h 1168"/>
                <a:gd name="T8" fmla="*/ 2147483646 w 1167"/>
                <a:gd name="T9" fmla="*/ 2147483646 h 1168"/>
                <a:gd name="T10" fmla="*/ 2147483646 w 1167"/>
                <a:gd name="T11" fmla="*/ 2147483646 h 1168"/>
                <a:gd name="T12" fmla="*/ 2147483646 w 1167"/>
                <a:gd name="T13" fmla="*/ 2147483646 h 1168"/>
                <a:gd name="T14" fmla="*/ 2147483646 w 1167"/>
                <a:gd name="T15" fmla="*/ 2147483646 h 1168"/>
                <a:gd name="T16" fmla="*/ 2147483646 w 1167"/>
                <a:gd name="T17" fmla="*/ 2147483646 h 1168"/>
                <a:gd name="T18" fmla="*/ 2147483646 w 1167"/>
                <a:gd name="T19" fmla="*/ 2147483646 h 1168"/>
                <a:gd name="T20" fmla="*/ 2147483646 w 1167"/>
                <a:gd name="T21" fmla="*/ 2147483646 h 1168"/>
                <a:gd name="T22" fmla="*/ 2147483646 w 1167"/>
                <a:gd name="T23" fmla="*/ 2147483646 h 1168"/>
                <a:gd name="T24" fmla="*/ 2147483646 w 1167"/>
                <a:gd name="T25" fmla="*/ 2147483646 h 1168"/>
                <a:gd name="T26" fmla="*/ 2147483646 w 1167"/>
                <a:gd name="T27" fmla="*/ 2147483646 h 1168"/>
                <a:gd name="T28" fmla="*/ 2147483646 w 1167"/>
                <a:gd name="T29" fmla="*/ 2147483646 h 1168"/>
                <a:gd name="T30" fmla="*/ 2147483646 w 1167"/>
                <a:gd name="T31" fmla="*/ 2147483646 h 1168"/>
                <a:gd name="T32" fmla="*/ 2147483646 w 1167"/>
                <a:gd name="T33" fmla="*/ 2147483646 h 1168"/>
                <a:gd name="T34" fmla="*/ 2147483646 w 1167"/>
                <a:gd name="T35" fmla="*/ 2147483646 h 1168"/>
                <a:gd name="T36" fmla="*/ 2147483646 w 1167"/>
                <a:gd name="T37" fmla="*/ 2147483646 h 1168"/>
                <a:gd name="T38" fmla="*/ 2147483646 w 1167"/>
                <a:gd name="T39" fmla="*/ 2147483646 h 1168"/>
                <a:gd name="T40" fmla="*/ 2147483646 w 1167"/>
                <a:gd name="T41" fmla="*/ 2147483646 h 1168"/>
                <a:gd name="T42" fmla="*/ 2147483646 w 1167"/>
                <a:gd name="T43" fmla="*/ 2147483646 h 1168"/>
                <a:gd name="T44" fmla="*/ 2147483646 w 1167"/>
                <a:gd name="T45" fmla="*/ 2147483646 h 1168"/>
                <a:gd name="T46" fmla="*/ 2147483646 w 1167"/>
                <a:gd name="T47" fmla="*/ 2147483646 h 1168"/>
                <a:gd name="T48" fmla="*/ 2147483646 w 1167"/>
                <a:gd name="T49" fmla="*/ 2147483646 h 1168"/>
                <a:gd name="T50" fmla="*/ 2147483646 w 1167"/>
                <a:gd name="T51" fmla="*/ 2147483646 h 1168"/>
                <a:gd name="T52" fmla="*/ 2147483646 w 1167"/>
                <a:gd name="T53" fmla="*/ 2147483646 h 1168"/>
                <a:gd name="T54" fmla="*/ 2147483646 w 1167"/>
                <a:gd name="T55" fmla="*/ 2147483646 h 1168"/>
                <a:gd name="T56" fmla="*/ 2147483646 w 1167"/>
                <a:gd name="T57" fmla="*/ 2147483646 h 1168"/>
                <a:gd name="T58" fmla="*/ 2147483646 w 1167"/>
                <a:gd name="T59" fmla="*/ 2147483646 h 1168"/>
                <a:gd name="T60" fmla="*/ 2147483646 w 1167"/>
                <a:gd name="T61" fmla="*/ 2147483646 h 1168"/>
                <a:gd name="T62" fmla="*/ 2147483646 w 1167"/>
                <a:gd name="T63" fmla="*/ 2147483646 h 1168"/>
                <a:gd name="T64" fmla="*/ 2147483646 w 1167"/>
                <a:gd name="T65" fmla="*/ 2147483646 h 1168"/>
                <a:gd name="T66" fmla="*/ 2147483646 w 1167"/>
                <a:gd name="T67" fmla="*/ 2147483646 h 1168"/>
                <a:gd name="T68" fmla="*/ 2147483646 w 1167"/>
                <a:gd name="T69" fmla="*/ 2147483646 h 1168"/>
                <a:gd name="T70" fmla="*/ 2147483646 w 1167"/>
                <a:gd name="T71" fmla="*/ 2147483646 h 1168"/>
                <a:gd name="T72" fmla="*/ 2147483646 w 1167"/>
                <a:gd name="T73" fmla="*/ 2147483646 h 1168"/>
                <a:gd name="T74" fmla="*/ 2147483646 w 1167"/>
                <a:gd name="T75" fmla="*/ 2147483646 h 1168"/>
                <a:gd name="T76" fmla="*/ 2147483646 w 1167"/>
                <a:gd name="T77" fmla="*/ 2147483646 h 1168"/>
                <a:gd name="T78" fmla="*/ 2147483646 w 1167"/>
                <a:gd name="T79" fmla="*/ 2147483646 h 1168"/>
                <a:gd name="T80" fmla="*/ 2147483646 w 1167"/>
                <a:gd name="T81" fmla="*/ 2147483646 h 1168"/>
                <a:gd name="T82" fmla="*/ 2147483646 w 1167"/>
                <a:gd name="T83" fmla="*/ 2147483646 h 1168"/>
                <a:gd name="T84" fmla="*/ 2147483646 w 1167"/>
                <a:gd name="T85" fmla="*/ 2147483646 h 1168"/>
                <a:gd name="T86" fmla="*/ 2147483646 w 1167"/>
                <a:gd name="T87" fmla="*/ 2147483646 h 116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67" h="1168">
                  <a:moveTo>
                    <a:pt x="1091" y="295"/>
                  </a:moveTo>
                  <a:lnTo>
                    <a:pt x="1075" y="269"/>
                  </a:lnTo>
                  <a:lnTo>
                    <a:pt x="1058" y="244"/>
                  </a:lnTo>
                  <a:lnTo>
                    <a:pt x="1041" y="220"/>
                  </a:lnTo>
                  <a:lnTo>
                    <a:pt x="1021" y="197"/>
                  </a:lnTo>
                  <a:lnTo>
                    <a:pt x="1002" y="176"/>
                  </a:lnTo>
                  <a:lnTo>
                    <a:pt x="982" y="156"/>
                  </a:lnTo>
                  <a:lnTo>
                    <a:pt x="961" y="137"/>
                  </a:lnTo>
                  <a:lnTo>
                    <a:pt x="938" y="119"/>
                  </a:lnTo>
                  <a:lnTo>
                    <a:pt x="915" y="103"/>
                  </a:lnTo>
                  <a:lnTo>
                    <a:pt x="891" y="88"/>
                  </a:lnTo>
                  <a:lnTo>
                    <a:pt x="867" y="73"/>
                  </a:lnTo>
                  <a:lnTo>
                    <a:pt x="842" y="60"/>
                  </a:lnTo>
                  <a:lnTo>
                    <a:pt x="816" y="49"/>
                  </a:lnTo>
                  <a:lnTo>
                    <a:pt x="790" y="38"/>
                  </a:lnTo>
                  <a:lnTo>
                    <a:pt x="764" y="28"/>
                  </a:lnTo>
                  <a:lnTo>
                    <a:pt x="737" y="20"/>
                  </a:lnTo>
                  <a:lnTo>
                    <a:pt x="711" y="13"/>
                  </a:lnTo>
                  <a:lnTo>
                    <a:pt x="683" y="8"/>
                  </a:lnTo>
                  <a:lnTo>
                    <a:pt x="655" y="5"/>
                  </a:lnTo>
                  <a:lnTo>
                    <a:pt x="626" y="2"/>
                  </a:lnTo>
                  <a:lnTo>
                    <a:pt x="598" y="0"/>
                  </a:lnTo>
                  <a:lnTo>
                    <a:pt x="571" y="0"/>
                  </a:lnTo>
                  <a:lnTo>
                    <a:pt x="541" y="2"/>
                  </a:lnTo>
                  <a:lnTo>
                    <a:pt x="514" y="3"/>
                  </a:lnTo>
                  <a:lnTo>
                    <a:pt x="486" y="8"/>
                  </a:lnTo>
                  <a:lnTo>
                    <a:pt x="457" y="13"/>
                  </a:lnTo>
                  <a:lnTo>
                    <a:pt x="429" y="21"/>
                  </a:lnTo>
                  <a:lnTo>
                    <a:pt x="402" y="29"/>
                  </a:lnTo>
                  <a:lnTo>
                    <a:pt x="374" y="39"/>
                  </a:lnTo>
                  <a:lnTo>
                    <a:pt x="346" y="51"/>
                  </a:lnTo>
                  <a:lnTo>
                    <a:pt x="320" y="64"/>
                  </a:lnTo>
                  <a:lnTo>
                    <a:pt x="294" y="77"/>
                  </a:lnTo>
                  <a:lnTo>
                    <a:pt x="268" y="93"/>
                  </a:lnTo>
                  <a:lnTo>
                    <a:pt x="244" y="109"/>
                  </a:lnTo>
                  <a:lnTo>
                    <a:pt x="219" y="127"/>
                  </a:lnTo>
                  <a:lnTo>
                    <a:pt x="197" y="147"/>
                  </a:lnTo>
                  <a:lnTo>
                    <a:pt x="176" y="166"/>
                  </a:lnTo>
                  <a:lnTo>
                    <a:pt x="156" y="186"/>
                  </a:lnTo>
                  <a:lnTo>
                    <a:pt x="137" y="208"/>
                  </a:lnTo>
                  <a:lnTo>
                    <a:pt x="119" y="230"/>
                  </a:lnTo>
                  <a:lnTo>
                    <a:pt x="102" y="254"/>
                  </a:lnTo>
                  <a:lnTo>
                    <a:pt x="88" y="277"/>
                  </a:lnTo>
                  <a:lnTo>
                    <a:pt x="73" y="301"/>
                  </a:lnTo>
                  <a:lnTo>
                    <a:pt x="60" y="326"/>
                  </a:lnTo>
                  <a:lnTo>
                    <a:pt x="49" y="352"/>
                  </a:lnTo>
                  <a:lnTo>
                    <a:pt x="37" y="378"/>
                  </a:lnTo>
                  <a:lnTo>
                    <a:pt x="28" y="404"/>
                  </a:lnTo>
                  <a:lnTo>
                    <a:pt x="20" y="431"/>
                  </a:lnTo>
                  <a:lnTo>
                    <a:pt x="13" y="459"/>
                  </a:lnTo>
                  <a:lnTo>
                    <a:pt x="8" y="487"/>
                  </a:lnTo>
                  <a:lnTo>
                    <a:pt x="5" y="514"/>
                  </a:lnTo>
                  <a:lnTo>
                    <a:pt x="2" y="542"/>
                  </a:lnTo>
                  <a:lnTo>
                    <a:pt x="0" y="570"/>
                  </a:lnTo>
                  <a:lnTo>
                    <a:pt x="0" y="597"/>
                  </a:lnTo>
                  <a:lnTo>
                    <a:pt x="2" y="627"/>
                  </a:lnTo>
                  <a:lnTo>
                    <a:pt x="3" y="654"/>
                  </a:lnTo>
                  <a:lnTo>
                    <a:pt x="8" y="684"/>
                  </a:lnTo>
                  <a:lnTo>
                    <a:pt x="13" y="711"/>
                  </a:lnTo>
                  <a:lnTo>
                    <a:pt x="21" y="739"/>
                  </a:lnTo>
                  <a:lnTo>
                    <a:pt x="29" y="767"/>
                  </a:lnTo>
                  <a:lnTo>
                    <a:pt x="39" y="794"/>
                  </a:lnTo>
                  <a:lnTo>
                    <a:pt x="50" y="822"/>
                  </a:lnTo>
                  <a:lnTo>
                    <a:pt x="63" y="848"/>
                  </a:lnTo>
                  <a:lnTo>
                    <a:pt x="76" y="876"/>
                  </a:lnTo>
                  <a:lnTo>
                    <a:pt x="93" y="900"/>
                  </a:lnTo>
                  <a:lnTo>
                    <a:pt x="109" y="926"/>
                  </a:lnTo>
                  <a:lnTo>
                    <a:pt x="127" y="949"/>
                  </a:lnTo>
                  <a:lnTo>
                    <a:pt x="146" y="972"/>
                  </a:lnTo>
                  <a:lnTo>
                    <a:pt x="166" y="993"/>
                  </a:lnTo>
                  <a:lnTo>
                    <a:pt x="185" y="1012"/>
                  </a:lnTo>
                  <a:lnTo>
                    <a:pt x="208" y="1032"/>
                  </a:lnTo>
                  <a:lnTo>
                    <a:pt x="229" y="1050"/>
                  </a:lnTo>
                  <a:lnTo>
                    <a:pt x="254" y="1066"/>
                  </a:lnTo>
                  <a:lnTo>
                    <a:pt x="276" y="1082"/>
                  </a:lnTo>
                  <a:lnTo>
                    <a:pt x="301" y="1095"/>
                  </a:lnTo>
                  <a:lnTo>
                    <a:pt x="325" y="1108"/>
                  </a:lnTo>
                  <a:lnTo>
                    <a:pt x="351" y="1121"/>
                  </a:lnTo>
                  <a:lnTo>
                    <a:pt x="377" y="1131"/>
                  </a:lnTo>
                  <a:lnTo>
                    <a:pt x="403" y="1141"/>
                  </a:lnTo>
                  <a:lnTo>
                    <a:pt x="431" y="1149"/>
                  </a:lnTo>
                  <a:lnTo>
                    <a:pt x="459" y="1155"/>
                  </a:lnTo>
                  <a:lnTo>
                    <a:pt x="486" y="1160"/>
                  </a:lnTo>
                  <a:lnTo>
                    <a:pt x="514" y="1165"/>
                  </a:lnTo>
                  <a:lnTo>
                    <a:pt x="541" y="1167"/>
                  </a:lnTo>
                  <a:lnTo>
                    <a:pt x="569" y="1168"/>
                  </a:lnTo>
                  <a:lnTo>
                    <a:pt x="597" y="1168"/>
                  </a:lnTo>
                  <a:lnTo>
                    <a:pt x="626" y="1167"/>
                  </a:lnTo>
                  <a:lnTo>
                    <a:pt x="654" y="1165"/>
                  </a:lnTo>
                  <a:lnTo>
                    <a:pt x="683" y="1160"/>
                  </a:lnTo>
                  <a:lnTo>
                    <a:pt x="711" y="1155"/>
                  </a:lnTo>
                  <a:lnTo>
                    <a:pt x="738" y="1149"/>
                  </a:lnTo>
                  <a:lnTo>
                    <a:pt x="766" y="1139"/>
                  </a:lnTo>
                  <a:lnTo>
                    <a:pt x="793" y="1129"/>
                  </a:lnTo>
                  <a:lnTo>
                    <a:pt x="821" y="1118"/>
                  </a:lnTo>
                  <a:lnTo>
                    <a:pt x="847" y="1107"/>
                  </a:lnTo>
                  <a:lnTo>
                    <a:pt x="875" y="1092"/>
                  </a:lnTo>
                  <a:lnTo>
                    <a:pt x="899" y="1076"/>
                  </a:lnTo>
                  <a:lnTo>
                    <a:pt x="925" y="1059"/>
                  </a:lnTo>
                  <a:lnTo>
                    <a:pt x="948" y="1042"/>
                  </a:lnTo>
                  <a:lnTo>
                    <a:pt x="971" y="1022"/>
                  </a:lnTo>
                  <a:lnTo>
                    <a:pt x="992" y="1002"/>
                  </a:lnTo>
                  <a:lnTo>
                    <a:pt x="1011" y="983"/>
                  </a:lnTo>
                  <a:lnTo>
                    <a:pt x="1031" y="962"/>
                  </a:lnTo>
                  <a:lnTo>
                    <a:pt x="1049" y="939"/>
                  </a:lnTo>
                  <a:lnTo>
                    <a:pt x="1065" y="916"/>
                  </a:lnTo>
                  <a:lnTo>
                    <a:pt x="1081" y="892"/>
                  </a:lnTo>
                  <a:lnTo>
                    <a:pt x="1094" y="867"/>
                  </a:lnTo>
                  <a:lnTo>
                    <a:pt x="1107" y="843"/>
                  </a:lnTo>
                  <a:lnTo>
                    <a:pt x="1120" y="817"/>
                  </a:lnTo>
                  <a:lnTo>
                    <a:pt x="1130" y="791"/>
                  </a:lnTo>
                  <a:lnTo>
                    <a:pt x="1140" y="765"/>
                  </a:lnTo>
                  <a:lnTo>
                    <a:pt x="1148" y="737"/>
                  </a:lnTo>
                  <a:lnTo>
                    <a:pt x="1154" y="711"/>
                  </a:lnTo>
                  <a:lnTo>
                    <a:pt x="1159" y="684"/>
                  </a:lnTo>
                  <a:lnTo>
                    <a:pt x="1164" y="656"/>
                  </a:lnTo>
                  <a:lnTo>
                    <a:pt x="1166" y="627"/>
                  </a:lnTo>
                  <a:lnTo>
                    <a:pt x="1167" y="599"/>
                  </a:lnTo>
                  <a:lnTo>
                    <a:pt x="1167" y="571"/>
                  </a:lnTo>
                  <a:lnTo>
                    <a:pt x="1166" y="542"/>
                  </a:lnTo>
                  <a:lnTo>
                    <a:pt x="1164" y="514"/>
                  </a:lnTo>
                  <a:lnTo>
                    <a:pt x="1159" y="487"/>
                  </a:lnTo>
                  <a:lnTo>
                    <a:pt x="1154" y="457"/>
                  </a:lnTo>
                  <a:lnTo>
                    <a:pt x="1148" y="430"/>
                  </a:lnTo>
                  <a:lnTo>
                    <a:pt x="1138" y="402"/>
                  </a:lnTo>
                  <a:lnTo>
                    <a:pt x="1128" y="374"/>
                  </a:lnTo>
                  <a:lnTo>
                    <a:pt x="1117" y="347"/>
                  </a:lnTo>
                  <a:lnTo>
                    <a:pt x="1106" y="321"/>
                  </a:lnTo>
                  <a:lnTo>
                    <a:pt x="1091" y="295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26" name="Rectangle 63">
              <a:extLst>
                <a:ext uri="{FF2B5EF4-FFF2-40B4-BE49-F238E27FC236}">
                  <a16:creationId xmlns:a16="http://schemas.microsoft.com/office/drawing/2014/main" id="{0F49931F-FACD-4C50-AF9F-7E2790DDF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3050" y="2541588"/>
              <a:ext cx="190500" cy="255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27" name="Rectangle 80">
              <a:extLst>
                <a:ext uri="{FF2B5EF4-FFF2-40B4-BE49-F238E27FC236}">
                  <a16:creationId xmlns:a16="http://schemas.microsoft.com/office/drawing/2014/main" id="{051A6C25-40FF-492C-A086-11B7D3762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9025" y="1733550"/>
              <a:ext cx="2238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15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28" name="Rectangle 81">
              <a:extLst>
                <a:ext uri="{FF2B5EF4-FFF2-40B4-BE49-F238E27FC236}">
                  <a16:creationId xmlns:a16="http://schemas.microsoft.com/office/drawing/2014/main" id="{AF87EC81-9AF2-4219-B0D1-6FC45E4D9B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2613" y="1744663"/>
              <a:ext cx="223837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15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29" name="Rectangle 88">
              <a:extLst>
                <a:ext uri="{FF2B5EF4-FFF2-40B4-BE49-F238E27FC236}">
                  <a16:creationId xmlns:a16="http://schemas.microsoft.com/office/drawing/2014/main" id="{4C645711-5B51-49A3-8304-1B55AC385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0025" y="2470150"/>
              <a:ext cx="2238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3</a:t>
              </a:r>
              <a:r>
                <a:rPr kumimoji="0" lang="en-US" altLang="en-US" sz="15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30" name="Freeform 28">
              <a:extLst>
                <a:ext uri="{FF2B5EF4-FFF2-40B4-BE49-F238E27FC236}">
                  <a16:creationId xmlns:a16="http://schemas.microsoft.com/office/drawing/2014/main" id="{5245AF6D-2EF1-4B8B-8103-8A5BE17CB4D2}"/>
                </a:ext>
              </a:extLst>
            </p:cNvPr>
            <p:cNvSpPr>
              <a:spLocks/>
            </p:cNvSpPr>
            <p:nvPr/>
          </p:nvSpPr>
          <p:spPr bwMode="auto">
            <a:xfrm rot="-3377975">
              <a:off x="6718746" y="1792654"/>
              <a:ext cx="153988" cy="690563"/>
            </a:xfrm>
            <a:custGeom>
              <a:avLst/>
              <a:gdLst>
                <a:gd name="T0" fmla="*/ 0 w 194"/>
                <a:gd name="T1" fmla="*/ 0 h 869"/>
                <a:gd name="T2" fmla="*/ 2147483646 w 194"/>
                <a:gd name="T3" fmla="*/ 2147483646 h 869"/>
                <a:gd name="T4" fmla="*/ 2147483646 w 194"/>
                <a:gd name="T5" fmla="*/ 2147483646 h 869"/>
                <a:gd name="T6" fmla="*/ 2147483646 w 194"/>
                <a:gd name="T7" fmla="*/ 2147483646 h 869"/>
                <a:gd name="T8" fmla="*/ 2147483646 w 194"/>
                <a:gd name="T9" fmla="*/ 2147483646 h 869"/>
                <a:gd name="T10" fmla="*/ 2147483646 w 194"/>
                <a:gd name="T11" fmla="*/ 2147483646 h 869"/>
                <a:gd name="T12" fmla="*/ 2147483646 w 194"/>
                <a:gd name="T13" fmla="*/ 2147483646 h 869"/>
                <a:gd name="T14" fmla="*/ 2147483646 w 194"/>
                <a:gd name="T15" fmla="*/ 2147483646 h 869"/>
                <a:gd name="T16" fmla="*/ 2147483646 w 194"/>
                <a:gd name="T17" fmla="*/ 2147483646 h 869"/>
                <a:gd name="T18" fmla="*/ 2147483646 w 194"/>
                <a:gd name="T19" fmla="*/ 2147483646 h 869"/>
                <a:gd name="T20" fmla="*/ 2147483646 w 194"/>
                <a:gd name="T21" fmla="*/ 2147483646 h 869"/>
                <a:gd name="T22" fmla="*/ 2147483646 w 194"/>
                <a:gd name="T23" fmla="*/ 2147483646 h 869"/>
                <a:gd name="T24" fmla="*/ 2147483646 w 194"/>
                <a:gd name="T25" fmla="*/ 2147483646 h 869"/>
                <a:gd name="T26" fmla="*/ 2147483646 w 194"/>
                <a:gd name="T27" fmla="*/ 2147483646 h 869"/>
                <a:gd name="T28" fmla="*/ 2147483646 w 194"/>
                <a:gd name="T29" fmla="*/ 2147483646 h 869"/>
                <a:gd name="T30" fmla="*/ 2147483646 w 194"/>
                <a:gd name="T31" fmla="*/ 2147483646 h 869"/>
                <a:gd name="T32" fmla="*/ 2147483646 w 194"/>
                <a:gd name="T33" fmla="*/ 2147483646 h 869"/>
                <a:gd name="T34" fmla="*/ 2147483646 w 194"/>
                <a:gd name="T35" fmla="*/ 2147483646 h 869"/>
                <a:gd name="T36" fmla="*/ 2147483646 w 194"/>
                <a:gd name="T37" fmla="*/ 2147483646 h 869"/>
                <a:gd name="T38" fmla="*/ 2147483646 w 194"/>
                <a:gd name="T39" fmla="*/ 2147483646 h 869"/>
                <a:gd name="T40" fmla="*/ 2147483646 w 194"/>
                <a:gd name="T41" fmla="*/ 2147483646 h 869"/>
                <a:gd name="T42" fmla="*/ 2147483646 w 194"/>
                <a:gd name="T43" fmla="*/ 2147483646 h 869"/>
                <a:gd name="T44" fmla="*/ 2147483646 w 194"/>
                <a:gd name="T45" fmla="*/ 2147483646 h 869"/>
                <a:gd name="T46" fmla="*/ 2147483646 w 194"/>
                <a:gd name="T47" fmla="*/ 2147483646 h 869"/>
                <a:gd name="T48" fmla="*/ 2147483646 w 194"/>
                <a:gd name="T49" fmla="*/ 2147483646 h 869"/>
                <a:gd name="T50" fmla="*/ 2147483646 w 194"/>
                <a:gd name="T51" fmla="*/ 2147483646 h 869"/>
                <a:gd name="T52" fmla="*/ 2147483646 w 194"/>
                <a:gd name="T53" fmla="*/ 2147483646 h 869"/>
                <a:gd name="T54" fmla="*/ 2147483646 w 194"/>
                <a:gd name="T55" fmla="*/ 2147483646 h 869"/>
                <a:gd name="T56" fmla="*/ 2147483646 w 194"/>
                <a:gd name="T57" fmla="*/ 2147483646 h 869"/>
                <a:gd name="T58" fmla="*/ 2147483646 w 194"/>
                <a:gd name="T59" fmla="*/ 2147483646 h 869"/>
                <a:gd name="T60" fmla="*/ 2147483646 w 194"/>
                <a:gd name="T61" fmla="*/ 2147483646 h 869"/>
                <a:gd name="T62" fmla="*/ 2147483646 w 194"/>
                <a:gd name="T63" fmla="*/ 2147483646 h 869"/>
                <a:gd name="T64" fmla="*/ 0 w 194"/>
                <a:gd name="T65" fmla="*/ 2147483646 h 869"/>
                <a:gd name="T66" fmla="*/ 0 w 194"/>
                <a:gd name="T67" fmla="*/ 0 h 8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94" h="869">
                  <a:moveTo>
                    <a:pt x="0" y="0"/>
                  </a:moveTo>
                  <a:lnTo>
                    <a:pt x="28" y="22"/>
                  </a:lnTo>
                  <a:lnTo>
                    <a:pt x="52" y="44"/>
                  </a:lnTo>
                  <a:lnTo>
                    <a:pt x="75" y="69"/>
                  </a:lnTo>
                  <a:lnTo>
                    <a:pt x="95" y="95"/>
                  </a:lnTo>
                  <a:lnTo>
                    <a:pt x="114" y="121"/>
                  </a:lnTo>
                  <a:lnTo>
                    <a:pt x="130" y="148"/>
                  </a:lnTo>
                  <a:lnTo>
                    <a:pt x="143" y="178"/>
                  </a:lnTo>
                  <a:lnTo>
                    <a:pt x="156" y="207"/>
                  </a:lnTo>
                  <a:lnTo>
                    <a:pt x="168" y="238"/>
                  </a:lnTo>
                  <a:lnTo>
                    <a:pt x="176" y="269"/>
                  </a:lnTo>
                  <a:lnTo>
                    <a:pt x="182" y="300"/>
                  </a:lnTo>
                  <a:lnTo>
                    <a:pt x="187" y="332"/>
                  </a:lnTo>
                  <a:lnTo>
                    <a:pt x="192" y="363"/>
                  </a:lnTo>
                  <a:lnTo>
                    <a:pt x="194" y="396"/>
                  </a:lnTo>
                  <a:lnTo>
                    <a:pt x="194" y="428"/>
                  </a:lnTo>
                  <a:lnTo>
                    <a:pt x="192" y="461"/>
                  </a:lnTo>
                  <a:lnTo>
                    <a:pt x="189" y="492"/>
                  </a:lnTo>
                  <a:lnTo>
                    <a:pt x="186" y="524"/>
                  </a:lnTo>
                  <a:lnTo>
                    <a:pt x="179" y="555"/>
                  </a:lnTo>
                  <a:lnTo>
                    <a:pt x="173" y="586"/>
                  </a:lnTo>
                  <a:lnTo>
                    <a:pt x="165" y="616"/>
                  </a:lnTo>
                  <a:lnTo>
                    <a:pt x="155" y="645"/>
                  </a:lnTo>
                  <a:lnTo>
                    <a:pt x="145" y="674"/>
                  </a:lnTo>
                  <a:lnTo>
                    <a:pt x="132" y="700"/>
                  </a:lnTo>
                  <a:lnTo>
                    <a:pt x="119" y="726"/>
                  </a:lnTo>
                  <a:lnTo>
                    <a:pt x="104" y="752"/>
                  </a:lnTo>
                  <a:lnTo>
                    <a:pt x="90" y="775"/>
                  </a:lnTo>
                  <a:lnTo>
                    <a:pt x="73" y="798"/>
                  </a:lnTo>
                  <a:lnTo>
                    <a:pt x="57" y="819"/>
                  </a:lnTo>
                  <a:lnTo>
                    <a:pt x="39" y="837"/>
                  </a:lnTo>
                  <a:lnTo>
                    <a:pt x="20" y="855"/>
                  </a:lnTo>
                  <a:lnTo>
                    <a:pt x="0" y="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31" name="Freeform 28">
              <a:extLst>
                <a:ext uri="{FF2B5EF4-FFF2-40B4-BE49-F238E27FC236}">
                  <a16:creationId xmlns:a16="http://schemas.microsoft.com/office/drawing/2014/main" id="{30172A7A-F81F-446C-9D56-840411B30213}"/>
                </a:ext>
              </a:extLst>
            </p:cNvPr>
            <p:cNvSpPr>
              <a:spLocks/>
            </p:cNvSpPr>
            <p:nvPr/>
          </p:nvSpPr>
          <p:spPr bwMode="auto">
            <a:xfrm rot="7081618">
              <a:off x="6640690" y="1905591"/>
              <a:ext cx="160289" cy="642501"/>
            </a:xfrm>
            <a:custGeom>
              <a:avLst/>
              <a:gdLst>
                <a:gd name="T0" fmla="*/ 0 w 194"/>
                <a:gd name="T1" fmla="*/ 0 h 869"/>
                <a:gd name="T2" fmla="*/ 2147483646 w 194"/>
                <a:gd name="T3" fmla="*/ 2147483646 h 869"/>
                <a:gd name="T4" fmla="*/ 2147483646 w 194"/>
                <a:gd name="T5" fmla="*/ 2147483646 h 869"/>
                <a:gd name="T6" fmla="*/ 2147483646 w 194"/>
                <a:gd name="T7" fmla="*/ 2147483646 h 869"/>
                <a:gd name="T8" fmla="*/ 2147483646 w 194"/>
                <a:gd name="T9" fmla="*/ 2147483646 h 869"/>
                <a:gd name="T10" fmla="*/ 2147483646 w 194"/>
                <a:gd name="T11" fmla="*/ 2147483646 h 869"/>
                <a:gd name="T12" fmla="*/ 2147483646 w 194"/>
                <a:gd name="T13" fmla="*/ 2147483646 h 869"/>
                <a:gd name="T14" fmla="*/ 2147483646 w 194"/>
                <a:gd name="T15" fmla="*/ 2147483646 h 869"/>
                <a:gd name="T16" fmla="*/ 2147483646 w 194"/>
                <a:gd name="T17" fmla="*/ 2147483646 h 869"/>
                <a:gd name="T18" fmla="*/ 2147483646 w 194"/>
                <a:gd name="T19" fmla="*/ 2147483646 h 869"/>
                <a:gd name="T20" fmla="*/ 2147483646 w 194"/>
                <a:gd name="T21" fmla="*/ 2147483646 h 869"/>
                <a:gd name="T22" fmla="*/ 2147483646 w 194"/>
                <a:gd name="T23" fmla="*/ 2147483646 h 869"/>
                <a:gd name="T24" fmla="*/ 2147483646 w 194"/>
                <a:gd name="T25" fmla="*/ 2147483646 h 869"/>
                <a:gd name="T26" fmla="*/ 2147483646 w 194"/>
                <a:gd name="T27" fmla="*/ 2147483646 h 869"/>
                <a:gd name="T28" fmla="*/ 2147483646 w 194"/>
                <a:gd name="T29" fmla="*/ 2147483646 h 869"/>
                <a:gd name="T30" fmla="*/ 2147483646 w 194"/>
                <a:gd name="T31" fmla="*/ 2147483646 h 869"/>
                <a:gd name="T32" fmla="*/ 2147483646 w 194"/>
                <a:gd name="T33" fmla="*/ 2147483646 h 869"/>
                <a:gd name="T34" fmla="*/ 2147483646 w 194"/>
                <a:gd name="T35" fmla="*/ 2147483646 h 869"/>
                <a:gd name="T36" fmla="*/ 2147483646 w 194"/>
                <a:gd name="T37" fmla="*/ 2147483646 h 869"/>
                <a:gd name="T38" fmla="*/ 2147483646 w 194"/>
                <a:gd name="T39" fmla="*/ 2147483646 h 869"/>
                <a:gd name="T40" fmla="*/ 2147483646 w 194"/>
                <a:gd name="T41" fmla="*/ 2147483646 h 869"/>
                <a:gd name="T42" fmla="*/ 2147483646 w 194"/>
                <a:gd name="T43" fmla="*/ 2147483646 h 869"/>
                <a:gd name="T44" fmla="*/ 2147483646 w 194"/>
                <a:gd name="T45" fmla="*/ 2147483646 h 869"/>
                <a:gd name="T46" fmla="*/ 2147483646 w 194"/>
                <a:gd name="T47" fmla="*/ 2147483646 h 869"/>
                <a:gd name="T48" fmla="*/ 2147483646 w 194"/>
                <a:gd name="T49" fmla="*/ 2147483646 h 869"/>
                <a:gd name="T50" fmla="*/ 2147483646 w 194"/>
                <a:gd name="T51" fmla="*/ 2147483646 h 869"/>
                <a:gd name="T52" fmla="*/ 2147483646 w 194"/>
                <a:gd name="T53" fmla="*/ 2147483646 h 869"/>
                <a:gd name="T54" fmla="*/ 2147483646 w 194"/>
                <a:gd name="T55" fmla="*/ 2147483646 h 869"/>
                <a:gd name="T56" fmla="*/ 2147483646 w 194"/>
                <a:gd name="T57" fmla="*/ 2147483646 h 869"/>
                <a:gd name="T58" fmla="*/ 2147483646 w 194"/>
                <a:gd name="T59" fmla="*/ 2147483646 h 869"/>
                <a:gd name="T60" fmla="*/ 2147483646 w 194"/>
                <a:gd name="T61" fmla="*/ 2147483646 h 869"/>
                <a:gd name="T62" fmla="*/ 2147483646 w 194"/>
                <a:gd name="T63" fmla="*/ 2147483646 h 869"/>
                <a:gd name="T64" fmla="*/ 0 w 194"/>
                <a:gd name="T65" fmla="*/ 2147483646 h 869"/>
                <a:gd name="T66" fmla="*/ 0 w 194"/>
                <a:gd name="T67" fmla="*/ 0 h 8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94" h="869">
                  <a:moveTo>
                    <a:pt x="0" y="0"/>
                  </a:moveTo>
                  <a:lnTo>
                    <a:pt x="28" y="22"/>
                  </a:lnTo>
                  <a:lnTo>
                    <a:pt x="52" y="44"/>
                  </a:lnTo>
                  <a:lnTo>
                    <a:pt x="75" y="69"/>
                  </a:lnTo>
                  <a:lnTo>
                    <a:pt x="95" y="95"/>
                  </a:lnTo>
                  <a:lnTo>
                    <a:pt x="114" y="121"/>
                  </a:lnTo>
                  <a:lnTo>
                    <a:pt x="130" y="148"/>
                  </a:lnTo>
                  <a:lnTo>
                    <a:pt x="143" y="178"/>
                  </a:lnTo>
                  <a:lnTo>
                    <a:pt x="156" y="207"/>
                  </a:lnTo>
                  <a:lnTo>
                    <a:pt x="168" y="238"/>
                  </a:lnTo>
                  <a:lnTo>
                    <a:pt x="176" y="269"/>
                  </a:lnTo>
                  <a:lnTo>
                    <a:pt x="182" y="300"/>
                  </a:lnTo>
                  <a:lnTo>
                    <a:pt x="187" y="332"/>
                  </a:lnTo>
                  <a:lnTo>
                    <a:pt x="192" y="363"/>
                  </a:lnTo>
                  <a:lnTo>
                    <a:pt x="194" y="396"/>
                  </a:lnTo>
                  <a:lnTo>
                    <a:pt x="194" y="428"/>
                  </a:lnTo>
                  <a:lnTo>
                    <a:pt x="192" y="461"/>
                  </a:lnTo>
                  <a:lnTo>
                    <a:pt x="189" y="492"/>
                  </a:lnTo>
                  <a:lnTo>
                    <a:pt x="186" y="524"/>
                  </a:lnTo>
                  <a:lnTo>
                    <a:pt x="179" y="555"/>
                  </a:lnTo>
                  <a:lnTo>
                    <a:pt x="173" y="586"/>
                  </a:lnTo>
                  <a:lnTo>
                    <a:pt x="165" y="616"/>
                  </a:lnTo>
                  <a:lnTo>
                    <a:pt x="155" y="645"/>
                  </a:lnTo>
                  <a:lnTo>
                    <a:pt x="145" y="674"/>
                  </a:lnTo>
                  <a:lnTo>
                    <a:pt x="132" y="700"/>
                  </a:lnTo>
                  <a:lnTo>
                    <a:pt x="119" y="726"/>
                  </a:lnTo>
                  <a:lnTo>
                    <a:pt x="104" y="752"/>
                  </a:lnTo>
                  <a:lnTo>
                    <a:pt x="90" y="775"/>
                  </a:lnTo>
                  <a:lnTo>
                    <a:pt x="73" y="798"/>
                  </a:lnTo>
                  <a:lnTo>
                    <a:pt x="57" y="819"/>
                  </a:lnTo>
                  <a:lnTo>
                    <a:pt x="39" y="837"/>
                  </a:lnTo>
                  <a:lnTo>
                    <a:pt x="20" y="855"/>
                  </a:lnTo>
                  <a:lnTo>
                    <a:pt x="0" y="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32" name="Freeform 42">
              <a:extLst>
                <a:ext uri="{FF2B5EF4-FFF2-40B4-BE49-F238E27FC236}">
                  <a16:creationId xmlns:a16="http://schemas.microsoft.com/office/drawing/2014/main" id="{D388DAD5-3923-45F4-81AC-7F8F90E15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3663" y="1436688"/>
              <a:ext cx="927100" cy="927100"/>
            </a:xfrm>
            <a:custGeom>
              <a:avLst/>
              <a:gdLst>
                <a:gd name="T0" fmla="*/ 2147483646 w 1168"/>
                <a:gd name="T1" fmla="*/ 2147483646 h 1168"/>
                <a:gd name="T2" fmla="*/ 2147483646 w 1168"/>
                <a:gd name="T3" fmla="*/ 2147483646 h 1168"/>
                <a:gd name="T4" fmla="*/ 2147483646 w 1168"/>
                <a:gd name="T5" fmla="*/ 2147483646 h 1168"/>
                <a:gd name="T6" fmla="*/ 2147483646 w 1168"/>
                <a:gd name="T7" fmla="*/ 2147483646 h 1168"/>
                <a:gd name="T8" fmla="*/ 2147483646 w 1168"/>
                <a:gd name="T9" fmla="*/ 2147483646 h 1168"/>
                <a:gd name="T10" fmla="*/ 2147483646 w 1168"/>
                <a:gd name="T11" fmla="*/ 2147483646 h 1168"/>
                <a:gd name="T12" fmla="*/ 2147483646 w 1168"/>
                <a:gd name="T13" fmla="*/ 2147483646 h 1168"/>
                <a:gd name="T14" fmla="*/ 2147483646 w 1168"/>
                <a:gd name="T15" fmla="*/ 2147483646 h 1168"/>
                <a:gd name="T16" fmla="*/ 2147483646 w 1168"/>
                <a:gd name="T17" fmla="*/ 2147483646 h 1168"/>
                <a:gd name="T18" fmla="*/ 2147483646 w 1168"/>
                <a:gd name="T19" fmla="*/ 2147483646 h 1168"/>
                <a:gd name="T20" fmla="*/ 0 w 1168"/>
                <a:gd name="T21" fmla="*/ 2147483646 h 1168"/>
                <a:gd name="T22" fmla="*/ 2147483646 w 1168"/>
                <a:gd name="T23" fmla="*/ 2147483646 h 1168"/>
                <a:gd name="T24" fmla="*/ 2147483646 w 1168"/>
                <a:gd name="T25" fmla="*/ 2147483646 h 1168"/>
                <a:gd name="T26" fmla="*/ 2147483646 w 1168"/>
                <a:gd name="T27" fmla="*/ 2147483646 h 1168"/>
                <a:gd name="T28" fmla="*/ 2147483646 w 1168"/>
                <a:gd name="T29" fmla="*/ 2147483646 h 1168"/>
                <a:gd name="T30" fmla="*/ 2147483646 w 1168"/>
                <a:gd name="T31" fmla="*/ 2147483646 h 1168"/>
                <a:gd name="T32" fmla="*/ 2147483646 w 1168"/>
                <a:gd name="T33" fmla="*/ 2147483646 h 1168"/>
                <a:gd name="T34" fmla="*/ 2147483646 w 1168"/>
                <a:gd name="T35" fmla="*/ 2147483646 h 1168"/>
                <a:gd name="T36" fmla="*/ 2147483646 w 1168"/>
                <a:gd name="T37" fmla="*/ 2147483646 h 1168"/>
                <a:gd name="T38" fmla="*/ 2147483646 w 1168"/>
                <a:gd name="T39" fmla="*/ 2147483646 h 1168"/>
                <a:gd name="T40" fmla="*/ 2147483646 w 1168"/>
                <a:gd name="T41" fmla="*/ 2147483646 h 1168"/>
                <a:gd name="T42" fmla="*/ 2147483646 w 1168"/>
                <a:gd name="T43" fmla="*/ 2147483646 h 1168"/>
                <a:gd name="T44" fmla="*/ 2147483646 w 1168"/>
                <a:gd name="T45" fmla="*/ 2147483646 h 1168"/>
                <a:gd name="T46" fmla="*/ 2147483646 w 1168"/>
                <a:gd name="T47" fmla="*/ 2147483646 h 1168"/>
                <a:gd name="T48" fmla="*/ 2147483646 w 1168"/>
                <a:gd name="T49" fmla="*/ 2147483646 h 1168"/>
                <a:gd name="T50" fmla="*/ 2147483646 w 1168"/>
                <a:gd name="T51" fmla="*/ 2147483646 h 1168"/>
                <a:gd name="T52" fmla="*/ 2147483646 w 1168"/>
                <a:gd name="T53" fmla="*/ 2147483646 h 1168"/>
                <a:gd name="T54" fmla="*/ 2147483646 w 1168"/>
                <a:gd name="T55" fmla="*/ 2147483646 h 1168"/>
                <a:gd name="T56" fmla="*/ 2147483646 w 1168"/>
                <a:gd name="T57" fmla="*/ 2147483646 h 1168"/>
                <a:gd name="T58" fmla="*/ 2147483646 w 1168"/>
                <a:gd name="T59" fmla="*/ 2147483646 h 1168"/>
                <a:gd name="T60" fmla="*/ 2147483646 w 1168"/>
                <a:gd name="T61" fmla="*/ 2147483646 h 1168"/>
                <a:gd name="T62" fmla="*/ 2147483646 w 1168"/>
                <a:gd name="T63" fmla="*/ 2147483646 h 1168"/>
                <a:gd name="T64" fmla="*/ 2147483646 w 1168"/>
                <a:gd name="T65" fmla="*/ 2147483646 h 1168"/>
                <a:gd name="T66" fmla="*/ 2147483646 w 1168"/>
                <a:gd name="T67" fmla="*/ 2147483646 h 1168"/>
                <a:gd name="T68" fmla="*/ 2147483646 w 1168"/>
                <a:gd name="T69" fmla="*/ 2147483646 h 1168"/>
                <a:gd name="T70" fmla="*/ 2147483646 w 1168"/>
                <a:gd name="T71" fmla="*/ 2147483646 h 1168"/>
                <a:gd name="T72" fmla="*/ 2147483646 w 1168"/>
                <a:gd name="T73" fmla="*/ 2147483646 h 1168"/>
                <a:gd name="T74" fmla="*/ 2147483646 w 1168"/>
                <a:gd name="T75" fmla="*/ 2147483646 h 1168"/>
                <a:gd name="T76" fmla="*/ 2147483646 w 1168"/>
                <a:gd name="T77" fmla="*/ 2147483646 h 1168"/>
                <a:gd name="T78" fmla="*/ 2147483646 w 1168"/>
                <a:gd name="T79" fmla="*/ 2147483646 h 1168"/>
                <a:gd name="T80" fmla="*/ 2147483646 w 1168"/>
                <a:gd name="T81" fmla="*/ 2147483646 h 1168"/>
                <a:gd name="T82" fmla="*/ 2147483646 w 1168"/>
                <a:gd name="T83" fmla="*/ 2147483646 h 1168"/>
                <a:gd name="T84" fmla="*/ 2147483646 w 1168"/>
                <a:gd name="T85" fmla="*/ 2147483646 h 1168"/>
                <a:gd name="T86" fmla="*/ 2147483646 w 1168"/>
                <a:gd name="T87" fmla="*/ 0 h 116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68" h="1168">
                  <a:moveTo>
                    <a:pt x="584" y="0"/>
                  </a:moveTo>
                  <a:lnTo>
                    <a:pt x="555" y="0"/>
                  </a:lnTo>
                  <a:lnTo>
                    <a:pt x="524" y="3"/>
                  </a:lnTo>
                  <a:lnTo>
                    <a:pt x="495" y="7"/>
                  </a:lnTo>
                  <a:lnTo>
                    <a:pt x="467" y="11"/>
                  </a:lnTo>
                  <a:lnTo>
                    <a:pt x="438" y="18"/>
                  </a:lnTo>
                  <a:lnTo>
                    <a:pt x="410" y="26"/>
                  </a:lnTo>
                  <a:lnTo>
                    <a:pt x="384" y="36"/>
                  </a:lnTo>
                  <a:lnTo>
                    <a:pt x="357" y="46"/>
                  </a:lnTo>
                  <a:lnTo>
                    <a:pt x="331" y="57"/>
                  </a:lnTo>
                  <a:lnTo>
                    <a:pt x="306" y="70"/>
                  </a:lnTo>
                  <a:lnTo>
                    <a:pt x="282" y="85"/>
                  </a:lnTo>
                  <a:lnTo>
                    <a:pt x="257" y="99"/>
                  </a:lnTo>
                  <a:lnTo>
                    <a:pt x="235" y="116"/>
                  </a:lnTo>
                  <a:lnTo>
                    <a:pt x="213" y="134"/>
                  </a:lnTo>
                  <a:lnTo>
                    <a:pt x="192" y="151"/>
                  </a:lnTo>
                  <a:lnTo>
                    <a:pt x="171" y="171"/>
                  </a:lnTo>
                  <a:lnTo>
                    <a:pt x="152" y="192"/>
                  </a:lnTo>
                  <a:lnTo>
                    <a:pt x="134" y="213"/>
                  </a:lnTo>
                  <a:lnTo>
                    <a:pt x="116" y="234"/>
                  </a:lnTo>
                  <a:lnTo>
                    <a:pt x="100" y="257"/>
                  </a:lnTo>
                  <a:lnTo>
                    <a:pt x="85" y="282"/>
                  </a:lnTo>
                  <a:lnTo>
                    <a:pt x="70" y="306"/>
                  </a:lnTo>
                  <a:lnTo>
                    <a:pt x="57" y="330"/>
                  </a:lnTo>
                  <a:lnTo>
                    <a:pt x="46" y="356"/>
                  </a:lnTo>
                  <a:lnTo>
                    <a:pt x="36" y="384"/>
                  </a:lnTo>
                  <a:lnTo>
                    <a:pt x="26" y="410"/>
                  </a:lnTo>
                  <a:lnTo>
                    <a:pt x="18" y="438"/>
                  </a:lnTo>
                  <a:lnTo>
                    <a:pt x="12" y="467"/>
                  </a:lnTo>
                  <a:lnTo>
                    <a:pt x="7" y="495"/>
                  </a:lnTo>
                  <a:lnTo>
                    <a:pt x="4" y="524"/>
                  </a:lnTo>
                  <a:lnTo>
                    <a:pt x="0" y="555"/>
                  </a:lnTo>
                  <a:lnTo>
                    <a:pt x="0" y="584"/>
                  </a:lnTo>
                  <a:lnTo>
                    <a:pt x="0" y="615"/>
                  </a:lnTo>
                  <a:lnTo>
                    <a:pt x="4" y="644"/>
                  </a:lnTo>
                  <a:lnTo>
                    <a:pt x="7" y="674"/>
                  </a:lnTo>
                  <a:lnTo>
                    <a:pt x="12" y="701"/>
                  </a:lnTo>
                  <a:lnTo>
                    <a:pt x="18" y="731"/>
                  </a:lnTo>
                  <a:lnTo>
                    <a:pt x="26" y="758"/>
                  </a:lnTo>
                  <a:lnTo>
                    <a:pt x="36" y="786"/>
                  </a:lnTo>
                  <a:lnTo>
                    <a:pt x="46" y="812"/>
                  </a:lnTo>
                  <a:lnTo>
                    <a:pt x="57" y="838"/>
                  </a:lnTo>
                  <a:lnTo>
                    <a:pt x="70" y="863"/>
                  </a:lnTo>
                  <a:lnTo>
                    <a:pt x="85" y="887"/>
                  </a:lnTo>
                  <a:lnTo>
                    <a:pt x="100" y="911"/>
                  </a:lnTo>
                  <a:lnTo>
                    <a:pt x="116" y="934"/>
                  </a:lnTo>
                  <a:lnTo>
                    <a:pt x="134" y="957"/>
                  </a:lnTo>
                  <a:lnTo>
                    <a:pt x="152" y="978"/>
                  </a:lnTo>
                  <a:lnTo>
                    <a:pt x="171" y="998"/>
                  </a:lnTo>
                  <a:lnTo>
                    <a:pt x="192" y="1017"/>
                  </a:lnTo>
                  <a:lnTo>
                    <a:pt x="213" y="1035"/>
                  </a:lnTo>
                  <a:lnTo>
                    <a:pt x="235" y="1053"/>
                  </a:lnTo>
                  <a:lnTo>
                    <a:pt x="257" y="1069"/>
                  </a:lnTo>
                  <a:lnTo>
                    <a:pt x="282" y="1084"/>
                  </a:lnTo>
                  <a:lnTo>
                    <a:pt x="306" y="1098"/>
                  </a:lnTo>
                  <a:lnTo>
                    <a:pt x="331" y="1111"/>
                  </a:lnTo>
                  <a:lnTo>
                    <a:pt x="357" y="1123"/>
                  </a:lnTo>
                  <a:lnTo>
                    <a:pt x="384" y="1134"/>
                  </a:lnTo>
                  <a:lnTo>
                    <a:pt x="410" y="1142"/>
                  </a:lnTo>
                  <a:lnTo>
                    <a:pt x="438" y="1151"/>
                  </a:lnTo>
                  <a:lnTo>
                    <a:pt x="467" y="1157"/>
                  </a:lnTo>
                  <a:lnTo>
                    <a:pt x="495" y="1162"/>
                  </a:lnTo>
                  <a:lnTo>
                    <a:pt x="524" y="1165"/>
                  </a:lnTo>
                  <a:lnTo>
                    <a:pt x="555" y="1168"/>
                  </a:lnTo>
                  <a:lnTo>
                    <a:pt x="584" y="1168"/>
                  </a:lnTo>
                  <a:lnTo>
                    <a:pt x="615" y="1168"/>
                  </a:lnTo>
                  <a:lnTo>
                    <a:pt x="644" y="1165"/>
                  </a:lnTo>
                  <a:lnTo>
                    <a:pt x="674" y="1162"/>
                  </a:lnTo>
                  <a:lnTo>
                    <a:pt x="701" y="1157"/>
                  </a:lnTo>
                  <a:lnTo>
                    <a:pt x="731" y="1151"/>
                  </a:lnTo>
                  <a:lnTo>
                    <a:pt x="758" y="1142"/>
                  </a:lnTo>
                  <a:lnTo>
                    <a:pt x="786" y="1134"/>
                  </a:lnTo>
                  <a:lnTo>
                    <a:pt x="812" y="1123"/>
                  </a:lnTo>
                  <a:lnTo>
                    <a:pt x="838" y="1111"/>
                  </a:lnTo>
                  <a:lnTo>
                    <a:pt x="862" y="1098"/>
                  </a:lnTo>
                  <a:lnTo>
                    <a:pt x="887" y="1084"/>
                  </a:lnTo>
                  <a:lnTo>
                    <a:pt x="911" y="1069"/>
                  </a:lnTo>
                  <a:lnTo>
                    <a:pt x="934" y="1053"/>
                  </a:lnTo>
                  <a:lnTo>
                    <a:pt x="957" y="1035"/>
                  </a:lnTo>
                  <a:lnTo>
                    <a:pt x="978" y="1017"/>
                  </a:lnTo>
                  <a:lnTo>
                    <a:pt x="997" y="998"/>
                  </a:lnTo>
                  <a:lnTo>
                    <a:pt x="1017" y="978"/>
                  </a:lnTo>
                  <a:lnTo>
                    <a:pt x="1035" y="957"/>
                  </a:lnTo>
                  <a:lnTo>
                    <a:pt x="1052" y="934"/>
                  </a:lnTo>
                  <a:lnTo>
                    <a:pt x="1069" y="911"/>
                  </a:lnTo>
                  <a:lnTo>
                    <a:pt x="1083" y="887"/>
                  </a:lnTo>
                  <a:lnTo>
                    <a:pt x="1098" y="863"/>
                  </a:lnTo>
                  <a:lnTo>
                    <a:pt x="1111" y="838"/>
                  </a:lnTo>
                  <a:lnTo>
                    <a:pt x="1122" y="812"/>
                  </a:lnTo>
                  <a:lnTo>
                    <a:pt x="1132" y="786"/>
                  </a:lnTo>
                  <a:lnTo>
                    <a:pt x="1142" y="758"/>
                  </a:lnTo>
                  <a:lnTo>
                    <a:pt x="1150" y="731"/>
                  </a:lnTo>
                  <a:lnTo>
                    <a:pt x="1157" y="701"/>
                  </a:lnTo>
                  <a:lnTo>
                    <a:pt x="1161" y="674"/>
                  </a:lnTo>
                  <a:lnTo>
                    <a:pt x="1165" y="644"/>
                  </a:lnTo>
                  <a:lnTo>
                    <a:pt x="1168" y="615"/>
                  </a:lnTo>
                  <a:lnTo>
                    <a:pt x="1168" y="584"/>
                  </a:lnTo>
                  <a:lnTo>
                    <a:pt x="1168" y="555"/>
                  </a:lnTo>
                  <a:lnTo>
                    <a:pt x="1165" y="524"/>
                  </a:lnTo>
                  <a:lnTo>
                    <a:pt x="1161" y="495"/>
                  </a:lnTo>
                  <a:lnTo>
                    <a:pt x="1157" y="467"/>
                  </a:lnTo>
                  <a:lnTo>
                    <a:pt x="1150" y="438"/>
                  </a:lnTo>
                  <a:lnTo>
                    <a:pt x="1142" y="410"/>
                  </a:lnTo>
                  <a:lnTo>
                    <a:pt x="1132" y="384"/>
                  </a:lnTo>
                  <a:lnTo>
                    <a:pt x="1122" y="356"/>
                  </a:lnTo>
                  <a:lnTo>
                    <a:pt x="1111" y="330"/>
                  </a:lnTo>
                  <a:lnTo>
                    <a:pt x="1098" y="306"/>
                  </a:lnTo>
                  <a:lnTo>
                    <a:pt x="1083" y="282"/>
                  </a:lnTo>
                  <a:lnTo>
                    <a:pt x="1069" y="257"/>
                  </a:lnTo>
                  <a:lnTo>
                    <a:pt x="1052" y="234"/>
                  </a:lnTo>
                  <a:lnTo>
                    <a:pt x="1035" y="213"/>
                  </a:lnTo>
                  <a:lnTo>
                    <a:pt x="1017" y="192"/>
                  </a:lnTo>
                  <a:lnTo>
                    <a:pt x="997" y="171"/>
                  </a:lnTo>
                  <a:lnTo>
                    <a:pt x="978" y="151"/>
                  </a:lnTo>
                  <a:lnTo>
                    <a:pt x="957" y="134"/>
                  </a:lnTo>
                  <a:lnTo>
                    <a:pt x="934" y="116"/>
                  </a:lnTo>
                  <a:lnTo>
                    <a:pt x="911" y="99"/>
                  </a:lnTo>
                  <a:lnTo>
                    <a:pt x="887" y="85"/>
                  </a:lnTo>
                  <a:lnTo>
                    <a:pt x="862" y="70"/>
                  </a:lnTo>
                  <a:lnTo>
                    <a:pt x="838" y="57"/>
                  </a:lnTo>
                  <a:lnTo>
                    <a:pt x="812" y="46"/>
                  </a:lnTo>
                  <a:lnTo>
                    <a:pt x="786" y="36"/>
                  </a:lnTo>
                  <a:lnTo>
                    <a:pt x="758" y="26"/>
                  </a:lnTo>
                  <a:lnTo>
                    <a:pt x="731" y="18"/>
                  </a:lnTo>
                  <a:lnTo>
                    <a:pt x="701" y="11"/>
                  </a:lnTo>
                  <a:lnTo>
                    <a:pt x="674" y="7"/>
                  </a:lnTo>
                  <a:lnTo>
                    <a:pt x="644" y="3"/>
                  </a:lnTo>
                  <a:lnTo>
                    <a:pt x="615" y="0"/>
                  </a:lnTo>
                  <a:lnTo>
                    <a:pt x="584" y="0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33" name="Freeform 20">
              <a:extLst>
                <a:ext uri="{FF2B5EF4-FFF2-40B4-BE49-F238E27FC236}">
                  <a16:creationId xmlns:a16="http://schemas.microsoft.com/office/drawing/2014/main" id="{8596B847-DF6A-4DE5-BF46-2F36852B6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4538" y="1435100"/>
              <a:ext cx="927100" cy="927100"/>
            </a:xfrm>
            <a:custGeom>
              <a:avLst/>
              <a:gdLst>
                <a:gd name="T0" fmla="*/ 2147483646 w 1167"/>
                <a:gd name="T1" fmla="*/ 2147483646 h 1168"/>
                <a:gd name="T2" fmla="*/ 2147483646 w 1167"/>
                <a:gd name="T3" fmla="*/ 2147483646 h 1168"/>
                <a:gd name="T4" fmla="*/ 2147483646 w 1167"/>
                <a:gd name="T5" fmla="*/ 2147483646 h 1168"/>
                <a:gd name="T6" fmla="*/ 2147483646 w 1167"/>
                <a:gd name="T7" fmla="*/ 2147483646 h 1168"/>
                <a:gd name="T8" fmla="*/ 2147483646 w 1167"/>
                <a:gd name="T9" fmla="*/ 2147483646 h 1168"/>
                <a:gd name="T10" fmla="*/ 2147483646 w 1167"/>
                <a:gd name="T11" fmla="*/ 2147483646 h 1168"/>
                <a:gd name="T12" fmla="*/ 2147483646 w 1167"/>
                <a:gd name="T13" fmla="*/ 2147483646 h 1168"/>
                <a:gd name="T14" fmla="*/ 2147483646 w 1167"/>
                <a:gd name="T15" fmla="*/ 2147483646 h 1168"/>
                <a:gd name="T16" fmla="*/ 2147483646 w 1167"/>
                <a:gd name="T17" fmla="*/ 2147483646 h 1168"/>
                <a:gd name="T18" fmla="*/ 2147483646 w 1167"/>
                <a:gd name="T19" fmla="*/ 2147483646 h 1168"/>
                <a:gd name="T20" fmla="*/ 0 w 1167"/>
                <a:gd name="T21" fmla="*/ 2147483646 h 1168"/>
                <a:gd name="T22" fmla="*/ 2147483646 w 1167"/>
                <a:gd name="T23" fmla="*/ 2147483646 h 1168"/>
                <a:gd name="T24" fmla="*/ 2147483646 w 1167"/>
                <a:gd name="T25" fmla="*/ 2147483646 h 1168"/>
                <a:gd name="T26" fmla="*/ 2147483646 w 1167"/>
                <a:gd name="T27" fmla="*/ 2147483646 h 1168"/>
                <a:gd name="T28" fmla="*/ 2147483646 w 1167"/>
                <a:gd name="T29" fmla="*/ 2147483646 h 1168"/>
                <a:gd name="T30" fmla="*/ 2147483646 w 1167"/>
                <a:gd name="T31" fmla="*/ 2147483646 h 1168"/>
                <a:gd name="T32" fmla="*/ 2147483646 w 1167"/>
                <a:gd name="T33" fmla="*/ 2147483646 h 1168"/>
                <a:gd name="T34" fmla="*/ 2147483646 w 1167"/>
                <a:gd name="T35" fmla="*/ 2147483646 h 1168"/>
                <a:gd name="T36" fmla="*/ 2147483646 w 1167"/>
                <a:gd name="T37" fmla="*/ 2147483646 h 1168"/>
                <a:gd name="T38" fmla="*/ 2147483646 w 1167"/>
                <a:gd name="T39" fmla="*/ 2147483646 h 1168"/>
                <a:gd name="T40" fmla="*/ 2147483646 w 1167"/>
                <a:gd name="T41" fmla="*/ 2147483646 h 1168"/>
                <a:gd name="T42" fmla="*/ 2147483646 w 1167"/>
                <a:gd name="T43" fmla="*/ 2147483646 h 1168"/>
                <a:gd name="T44" fmla="*/ 2147483646 w 1167"/>
                <a:gd name="T45" fmla="*/ 2147483646 h 1168"/>
                <a:gd name="T46" fmla="*/ 2147483646 w 1167"/>
                <a:gd name="T47" fmla="*/ 2147483646 h 1168"/>
                <a:gd name="T48" fmla="*/ 2147483646 w 1167"/>
                <a:gd name="T49" fmla="*/ 2147483646 h 1168"/>
                <a:gd name="T50" fmla="*/ 2147483646 w 1167"/>
                <a:gd name="T51" fmla="*/ 2147483646 h 1168"/>
                <a:gd name="T52" fmla="*/ 2147483646 w 1167"/>
                <a:gd name="T53" fmla="*/ 2147483646 h 1168"/>
                <a:gd name="T54" fmla="*/ 2147483646 w 1167"/>
                <a:gd name="T55" fmla="*/ 2147483646 h 1168"/>
                <a:gd name="T56" fmla="*/ 2147483646 w 1167"/>
                <a:gd name="T57" fmla="*/ 2147483646 h 1168"/>
                <a:gd name="T58" fmla="*/ 2147483646 w 1167"/>
                <a:gd name="T59" fmla="*/ 2147483646 h 1168"/>
                <a:gd name="T60" fmla="*/ 2147483646 w 1167"/>
                <a:gd name="T61" fmla="*/ 2147483646 h 1168"/>
                <a:gd name="T62" fmla="*/ 2147483646 w 1167"/>
                <a:gd name="T63" fmla="*/ 2147483646 h 1168"/>
                <a:gd name="T64" fmla="*/ 2147483646 w 1167"/>
                <a:gd name="T65" fmla="*/ 2147483646 h 1168"/>
                <a:gd name="T66" fmla="*/ 2147483646 w 1167"/>
                <a:gd name="T67" fmla="*/ 2147483646 h 1168"/>
                <a:gd name="T68" fmla="*/ 2147483646 w 1167"/>
                <a:gd name="T69" fmla="*/ 2147483646 h 1168"/>
                <a:gd name="T70" fmla="*/ 2147483646 w 1167"/>
                <a:gd name="T71" fmla="*/ 2147483646 h 1168"/>
                <a:gd name="T72" fmla="*/ 2147483646 w 1167"/>
                <a:gd name="T73" fmla="*/ 2147483646 h 1168"/>
                <a:gd name="T74" fmla="*/ 2147483646 w 1167"/>
                <a:gd name="T75" fmla="*/ 2147483646 h 1168"/>
                <a:gd name="T76" fmla="*/ 2147483646 w 1167"/>
                <a:gd name="T77" fmla="*/ 2147483646 h 1168"/>
                <a:gd name="T78" fmla="*/ 2147483646 w 1167"/>
                <a:gd name="T79" fmla="*/ 2147483646 h 1168"/>
                <a:gd name="T80" fmla="*/ 2147483646 w 1167"/>
                <a:gd name="T81" fmla="*/ 2147483646 h 1168"/>
                <a:gd name="T82" fmla="*/ 2147483646 w 1167"/>
                <a:gd name="T83" fmla="*/ 2147483646 h 1168"/>
                <a:gd name="T84" fmla="*/ 2147483646 w 1167"/>
                <a:gd name="T85" fmla="*/ 2147483646 h 1168"/>
                <a:gd name="T86" fmla="*/ 2147483646 w 1167"/>
                <a:gd name="T87" fmla="*/ 0 h 116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67" h="1168">
                  <a:moveTo>
                    <a:pt x="584" y="0"/>
                  </a:moveTo>
                  <a:lnTo>
                    <a:pt x="554" y="0"/>
                  </a:lnTo>
                  <a:lnTo>
                    <a:pt x="524" y="3"/>
                  </a:lnTo>
                  <a:lnTo>
                    <a:pt x="494" y="7"/>
                  </a:lnTo>
                  <a:lnTo>
                    <a:pt x="467" y="11"/>
                  </a:lnTo>
                  <a:lnTo>
                    <a:pt x="437" y="18"/>
                  </a:lnTo>
                  <a:lnTo>
                    <a:pt x="410" y="26"/>
                  </a:lnTo>
                  <a:lnTo>
                    <a:pt x="384" y="36"/>
                  </a:lnTo>
                  <a:lnTo>
                    <a:pt x="356" y="46"/>
                  </a:lnTo>
                  <a:lnTo>
                    <a:pt x="330" y="57"/>
                  </a:lnTo>
                  <a:lnTo>
                    <a:pt x="306" y="70"/>
                  </a:lnTo>
                  <a:lnTo>
                    <a:pt x="281" y="85"/>
                  </a:lnTo>
                  <a:lnTo>
                    <a:pt x="257" y="99"/>
                  </a:lnTo>
                  <a:lnTo>
                    <a:pt x="234" y="116"/>
                  </a:lnTo>
                  <a:lnTo>
                    <a:pt x="213" y="133"/>
                  </a:lnTo>
                  <a:lnTo>
                    <a:pt x="192" y="151"/>
                  </a:lnTo>
                  <a:lnTo>
                    <a:pt x="171" y="171"/>
                  </a:lnTo>
                  <a:lnTo>
                    <a:pt x="151" y="192"/>
                  </a:lnTo>
                  <a:lnTo>
                    <a:pt x="133" y="213"/>
                  </a:lnTo>
                  <a:lnTo>
                    <a:pt x="115" y="234"/>
                  </a:lnTo>
                  <a:lnTo>
                    <a:pt x="99" y="257"/>
                  </a:lnTo>
                  <a:lnTo>
                    <a:pt x="85" y="282"/>
                  </a:lnTo>
                  <a:lnTo>
                    <a:pt x="70" y="306"/>
                  </a:lnTo>
                  <a:lnTo>
                    <a:pt x="57" y="330"/>
                  </a:lnTo>
                  <a:lnTo>
                    <a:pt x="46" y="356"/>
                  </a:lnTo>
                  <a:lnTo>
                    <a:pt x="36" y="384"/>
                  </a:lnTo>
                  <a:lnTo>
                    <a:pt x="26" y="410"/>
                  </a:lnTo>
                  <a:lnTo>
                    <a:pt x="18" y="438"/>
                  </a:lnTo>
                  <a:lnTo>
                    <a:pt x="11" y="467"/>
                  </a:lnTo>
                  <a:lnTo>
                    <a:pt x="6" y="495"/>
                  </a:lnTo>
                  <a:lnTo>
                    <a:pt x="3" y="524"/>
                  </a:lnTo>
                  <a:lnTo>
                    <a:pt x="0" y="555"/>
                  </a:lnTo>
                  <a:lnTo>
                    <a:pt x="0" y="584"/>
                  </a:lnTo>
                  <a:lnTo>
                    <a:pt x="0" y="615"/>
                  </a:lnTo>
                  <a:lnTo>
                    <a:pt x="3" y="644"/>
                  </a:lnTo>
                  <a:lnTo>
                    <a:pt x="6" y="674"/>
                  </a:lnTo>
                  <a:lnTo>
                    <a:pt x="11" y="701"/>
                  </a:lnTo>
                  <a:lnTo>
                    <a:pt x="18" y="731"/>
                  </a:lnTo>
                  <a:lnTo>
                    <a:pt x="26" y="758"/>
                  </a:lnTo>
                  <a:lnTo>
                    <a:pt x="36" y="786"/>
                  </a:lnTo>
                  <a:lnTo>
                    <a:pt x="46" y="812"/>
                  </a:lnTo>
                  <a:lnTo>
                    <a:pt x="57" y="838"/>
                  </a:lnTo>
                  <a:lnTo>
                    <a:pt x="70" y="862"/>
                  </a:lnTo>
                  <a:lnTo>
                    <a:pt x="85" y="887"/>
                  </a:lnTo>
                  <a:lnTo>
                    <a:pt x="99" y="911"/>
                  </a:lnTo>
                  <a:lnTo>
                    <a:pt x="115" y="934"/>
                  </a:lnTo>
                  <a:lnTo>
                    <a:pt x="133" y="957"/>
                  </a:lnTo>
                  <a:lnTo>
                    <a:pt x="151" y="978"/>
                  </a:lnTo>
                  <a:lnTo>
                    <a:pt x="171" y="997"/>
                  </a:lnTo>
                  <a:lnTo>
                    <a:pt x="192" y="1017"/>
                  </a:lnTo>
                  <a:lnTo>
                    <a:pt x="213" y="1035"/>
                  </a:lnTo>
                  <a:lnTo>
                    <a:pt x="234" y="1053"/>
                  </a:lnTo>
                  <a:lnTo>
                    <a:pt x="257" y="1069"/>
                  </a:lnTo>
                  <a:lnTo>
                    <a:pt x="281" y="1084"/>
                  </a:lnTo>
                  <a:lnTo>
                    <a:pt x="306" y="1098"/>
                  </a:lnTo>
                  <a:lnTo>
                    <a:pt x="330" y="1111"/>
                  </a:lnTo>
                  <a:lnTo>
                    <a:pt x="356" y="1123"/>
                  </a:lnTo>
                  <a:lnTo>
                    <a:pt x="384" y="1133"/>
                  </a:lnTo>
                  <a:lnTo>
                    <a:pt x="410" y="1142"/>
                  </a:lnTo>
                  <a:lnTo>
                    <a:pt x="437" y="1150"/>
                  </a:lnTo>
                  <a:lnTo>
                    <a:pt x="467" y="1157"/>
                  </a:lnTo>
                  <a:lnTo>
                    <a:pt x="494" y="1162"/>
                  </a:lnTo>
                  <a:lnTo>
                    <a:pt x="524" y="1165"/>
                  </a:lnTo>
                  <a:lnTo>
                    <a:pt x="554" y="1168"/>
                  </a:lnTo>
                  <a:lnTo>
                    <a:pt x="584" y="1168"/>
                  </a:lnTo>
                  <a:lnTo>
                    <a:pt x="615" y="1168"/>
                  </a:lnTo>
                  <a:lnTo>
                    <a:pt x="644" y="1165"/>
                  </a:lnTo>
                  <a:lnTo>
                    <a:pt x="673" y="1162"/>
                  </a:lnTo>
                  <a:lnTo>
                    <a:pt x="701" y="1157"/>
                  </a:lnTo>
                  <a:lnTo>
                    <a:pt x="730" y="1150"/>
                  </a:lnTo>
                  <a:lnTo>
                    <a:pt x="758" y="1142"/>
                  </a:lnTo>
                  <a:lnTo>
                    <a:pt x="785" y="1133"/>
                  </a:lnTo>
                  <a:lnTo>
                    <a:pt x="811" y="1123"/>
                  </a:lnTo>
                  <a:lnTo>
                    <a:pt x="837" y="1111"/>
                  </a:lnTo>
                  <a:lnTo>
                    <a:pt x="862" y="1098"/>
                  </a:lnTo>
                  <a:lnTo>
                    <a:pt x="886" y="1084"/>
                  </a:lnTo>
                  <a:lnTo>
                    <a:pt x="911" y="1069"/>
                  </a:lnTo>
                  <a:lnTo>
                    <a:pt x="933" y="1053"/>
                  </a:lnTo>
                  <a:lnTo>
                    <a:pt x="956" y="1035"/>
                  </a:lnTo>
                  <a:lnTo>
                    <a:pt x="977" y="1017"/>
                  </a:lnTo>
                  <a:lnTo>
                    <a:pt x="997" y="997"/>
                  </a:lnTo>
                  <a:lnTo>
                    <a:pt x="1016" y="978"/>
                  </a:lnTo>
                  <a:lnTo>
                    <a:pt x="1034" y="957"/>
                  </a:lnTo>
                  <a:lnTo>
                    <a:pt x="1052" y="934"/>
                  </a:lnTo>
                  <a:lnTo>
                    <a:pt x="1068" y="911"/>
                  </a:lnTo>
                  <a:lnTo>
                    <a:pt x="1083" y="887"/>
                  </a:lnTo>
                  <a:lnTo>
                    <a:pt x="1098" y="862"/>
                  </a:lnTo>
                  <a:lnTo>
                    <a:pt x="1111" y="838"/>
                  </a:lnTo>
                  <a:lnTo>
                    <a:pt x="1122" y="812"/>
                  </a:lnTo>
                  <a:lnTo>
                    <a:pt x="1132" y="786"/>
                  </a:lnTo>
                  <a:lnTo>
                    <a:pt x="1141" y="758"/>
                  </a:lnTo>
                  <a:lnTo>
                    <a:pt x="1150" y="731"/>
                  </a:lnTo>
                  <a:lnTo>
                    <a:pt x="1156" y="701"/>
                  </a:lnTo>
                  <a:lnTo>
                    <a:pt x="1161" y="674"/>
                  </a:lnTo>
                  <a:lnTo>
                    <a:pt x="1164" y="644"/>
                  </a:lnTo>
                  <a:lnTo>
                    <a:pt x="1167" y="615"/>
                  </a:lnTo>
                  <a:lnTo>
                    <a:pt x="1167" y="584"/>
                  </a:lnTo>
                  <a:lnTo>
                    <a:pt x="1167" y="555"/>
                  </a:lnTo>
                  <a:lnTo>
                    <a:pt x="1164" y="524"/>
                  </a:lnTo>
                  <a:lnTo>
                    <a:pt x="1161" y="495"/>
                  </a:lnTo>
                  <a:lnTo>
                    <a:pt x="1156" y="467"/>
                  </a:lnTo>
                  <a:lnTo>
                    <a:pt x="1150" y="438"/>
                  </a:lnTo>
                  <a:lnTo>
                    <a:pt x="1141" y="410"/>
                  </a:lnTo>
                  <a:lnTo>
                    <a:pt x="1132" y="384"/>
                  </a:lnTo>
                  <a:lnTo>
                    <a:pt x="1122" y="356"/>
                  </a:lnTo>
                  <a:lnTo>
                    <a:pt x="1111" y="330"/>
                  </a:lnTo>
                  <a:lnTo>
                    <a:pt x="1098" y="306"/>
                  </a:lnTo>
                  <a:lnTo>
                    <a:pt x="1083" y="282"/>
                  </a:lnTo>
                  <a:lnTo>
                    <a:pt x="1068" y="257"/>
                  </a:lnTo>
                  <a:lnTo>
                    <a:pt x="1052" y="234"/>
                  </a:lnTo>
                  <a:lnTo>
                    <a:pt x="1034" y="213"/>
                  </a:lnTo>
                  <a:lnTo>
                    <a:pt x="1016" y="192"/>
                  </a:lnTo>
                  <a:lnTo>
                    <a:pt x="997" y="171"/>
                  </a:lnTo>
                  <a:lnTo>
                    <a:pt x="977" y="151"/>
                  </a:lnTo>
                  <a:lnTo>
                    <a:pt x="956" y="133"/>
                  </a:lnTo>
                  <a:lnTo>
                    <a:pt x="933" y="116"/>
                  </a:lnTo>
                  <a:lnTo>
                    <a:pt x="911" y="99"/>
                  </a:lnTo>
                  <a:lnTo>
                    <a:pt x="886" y="85"/>
                  </a:lnTo>
                  <a:lnTo>
                    <a:pt x="862" y="70"/>
                  </a:lnTo>
                  <a:lnTo>
                    <a:pt x="837" y="57"/>
                  </a:lnTo>
                  <a:lnTo>
                    <a:pt x="811" y="46"/>
                  </a:lnTo>
                  <a:lnTo>
                    <a:pt x="785" y="36"/>
                  </a:lnTo>
                  <a:lnTo>
                    <a:pt x="758" y="26"/>
                  </a:lnTo>
                  <a:lnTo>
                    <a:pt x="730" y="18"/>
                  </a:lnTo>
                  <a:lnTo>
                    <a:pt x="701" y="11"/>
                  </a:lnTo>
                  <a:lnTo>
                    <a:pt x="673" y="7"/>
                  </a:lnTo>
                  <a:lnTo>
                    <a:pt x="644" y="3"/>
                  </a:lnTo>
                  <a:lnTo>
                    <a:pt x="615" y="0"/>
                  </a:lnTo>
                  <a:lnTo>
                    <a:pt x="584" y="0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34" name="Freeform 40">
              <a:extLst>
                <a:ext uri="{FF2B5EF4-FFF2-40B4-BE49-F238E27FC236}">
                  <a16:creationId xmlns:a16="http://schemas.microsoft.com/office/drawing/2014/main" id="{691C85F1-73BE-40D4-8761-569570A5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4100" y="1979613"/>
              <a:ext cx="927100" cy="927100"/>
            </a:xfrm>
            <a:custGeom>
              <a:avLst/>
              <a:gdLst>
                <a:gd name="T0" fmla="*/ 2147483646 w 1168"/>
                <a:gd name="T1" fmla="*/ 2147483646 h 1168"/>
                <a:gd name="T2" fmla="*/ 2147483646 w 1168"/>
                <a:gd name="T3" fmla="*/ 2147483646 h 1168"/>
                <a:gd name="T4" fmla="*/ 2147483646 w 1168"/>
                <a:gd name="T5" fmla="*/ 2147483646 h 1168"/>
                <a:gd name="T6" fmla="*/ 2147483646 w 1168"/>
                <a:gd name="T7" fmla="*/ 2147483646 h 1168"/>
                <a:gd name="T8" fmla="*/ 2147483646 w 1168"/>
                <a:gd name="T9" fmla="*/ 2147483646 h 1168"/>
                <a:gd name="T10" fmla="*/ 2147483646 w 1168"/>
                <a:gd name="T11" fmla="*/ 2147483646 h 1168"/>
                <a:gd name="T12" fmla="*/ 2147483646 w 1168"/>
                <a:gd name="T13" fmla="*/ 2147483646 h 1168"/>
                <a:gd name="T14" fmla="*/ 2147483646 w 1168"/>
                <a:gd name="T15" fmla="*/ 2147483646 h 1168"/>
                <a:gd name="T16" fmla="*/ 2147483646 w 1168"/>
                <a:gd name="T17" fmla="*/ 2147483646 h 1168"/>
                <a:gd name="T18" fmla="*/ 2147483646 w 1168"/>
                <a:gd name="T19" fmla="*/ 2147483646 h 1168"/>
                <a:gd name="T20" fmla="*/ 2147483646 w 1168"/>
                <a:gd name="T21" fmla="*/ 2147483646 h 1168"/>
                <a:gd name="T22" fmla="*/ 2147483646 w 1168"/>
                <a:gd name="T23" fmla="*/ 2147483646 h 1168"/>
                <a:gd name="T24" fmla="*/ 2147483646 w 1168"/>
                <a:gd name="T25" fmla="*/ 2147483646 h 1168"/>
                <a:gd name="T26" fmla="*/ 2147483646 w 1168"/>
                <a:gd name="T27" fmla="*/ 2147483646 h 1168"/>
                <a:gd name="T28" fmla="*/ 2147483646 w 1168"/>
                <a:gd name="T29" fmla="*/ 2147483646 h 1168"/>
                <a:gd name="T30" fmla="*/ 2147483646 w 1168"/>
                <a:gd name="T31" fmla="*/ 2147483646 h 1168"/>
                <a:gd name="T32" fmla="*/ 2147483646 w 1168"/>
                <a:gd name="T33" fmla="*/ 2147483646 h 1168"/>
                <a:gd name="T34" fmla="*/ 2147483646 w 1168"/>
                <a:gd name="T35" fmla="*/ 2147483646 h 1168"/>
                <a:gd name="T36" fmla="*/ 2147483646 w 1168"/>
                <a:gd name="T37" fmla="*/ 2147483646 h 1168"/>
                <a:gd name="T38" fmla="*/ 2147483646 w 1168"/>
                <a:gd name="T39" fmla="*/ 2147483646 h 1168"/>
                <a:gd name="T40" fmla="*/ 2147483646 w 1168"/>
                <a:gd name="T41" fmla="*/ 2147483646 h 1168"/>
                <a:gd name="T42" fmla="*/ 2147483646 w 1168"/>
                <a:gd name="T43" fmla="*/ 2147483646 h 1168"/>
                <a:gd name="T44" fmla="*/ 2147483646 w 1168"/>
                <a:gd name="T45" fmla="*/ 2147483646 h 1168"/>
                <a:gd name="T46" fmla="*/ 2147483646 w 1168"/>
                <a:gd name="T47" fmla="*/ 2147483646 h 1168"/>
                <a:gd name="T48" fmla="*/ 2147483646 w 1168"/>
                <a:gd name="T49" fmla="*/ 2147483646 h 1168"/>
                <a:gd name="T50" fmla="*/ 2147483646 w 1168"/>
                <a:gd name="T51" fmla="*/ 2147483646 h 1168"/>
                <a:gd name="T52" fmla="*/ 2147483646 w 1168"/>
                <a:gd name="T53" fmla="*/ 2147483646 h 1168"/>
                <a:gd name="T54" fmla="*/ 2147483646 w 1168"/>
                <a:gd name="T55" fmla="*/ 2147483646 h 1168"/>
                <a:gd name="T56" fmla="*/ 2147483646 w 1168"/>
                <a:gd name="T57" fmla="*/ 2147483646 h 1168"/>
                <a:gd name="T58" fmla="*/ 2147483646 w 1168"/>
                <a:gd name="T59" fmla="*/ 2147483646 h 1168"/>
                <a:gd name="T60" fmla="*/ 2147483646 w 1168"/>
                <a:gd name="T61" fmla="*/ 2147483646 h 1168"/>
                <a:gd name="T62" fmla="*/ 2147483646 w 1168"/>
                <a:gd name="T63" fmla="*/ 2147483646 h 1168"/>
                <a:gd name="T64" fmla="*/ 2147483646 w 1168"/>
                <a:gd name="T65" fmla="*/ 2147483646 h 1168"/>
                <a:gd name="T66" fmla="*/ 2147483646 w 1168"/>
                <a:gd name="T67" fmla="*/ 2147483646 h 1168"/>
                <a:gd name="T68" fmla="*/ 2147483646 w 1168"/>
                <a:gd name="T69" fmla="*/ 2147483646 h 1168"/>
                <a:gd name="T70" fmla="*/ 2147483646 w 1168"/>
                <a:gd name="T71" fmla="*/ 2147483646 h 1168"/>
                <a:gd name="T72" fmla="*/ 2147483646 w 1168"/>
                <a:gd name="T73" fmla="*/ 2147483646 h 1168"/>
                <a:gd name="T74" fmla="*/ 2147483646 w 1168"/>
                <a:gd name="T75" fmla="*/ 2147483646 h 1168"/>
                <a:gd name="T76" fmla="*/ 2147483646 w 1168"/>
                <a:gd name="T77" fmla="*/ 2147483646 h 1168"/>
                <a:gd name="T78" fmla="*/ 2147483646 w 1168"/>
                <a:gd name="T79" fmla="*/ 2147483646 h 1168"/>
                <a:gd name="T80" fmla="*/ 2147483646 w 1168"/>
                <a:gd name="T81" fmla="*/ 2147483646 h 1168"/>
                <a:gd name="T82" fmla="*/ 2147483646 w 1168"/>
                <a:gd name="T83" fmla="*/ 2147483646 h 1168"/>
                <a:gd name="T84" fmla="*/ 2147483646 w 1168"/>
                <a:gd name="T85" fmla="*/ 2147483646 h 1168"/>
                <a:gd name="T86" fmla="*/ 2147483646 w 1168"/>
                <a:gd name="T87" fmla="*/ 2147483646 h 116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68" h="1168">
                  <a:moveTo>
                    <a:pt x="1091" y="294"/>
                  </a:moveTo>
                  <a:lnTo>
                    <a:pt x="1075" y="268"/>
                  </a:lnTo>
                  <a:lnTo>
                    <a:pt x="1059" y="244"/>
                  </a:lnTo>
                  <a:lnTo>
                    <a:pt x="1041" y="219"/>
                  </a:lnTo>
                  <a:lnTo>
                    <a:pt x="1021" y="196"/>
                  </a:lnTo>
                  <a:lnTo>
                    <a:pt x="1002" y="175"/>
                  </a:lnTo>
                  <a:lnTo>
                    <a:pt x="982" y="156"/>
                  </a:lnTo>
                  <a:lnTo>
                    <a:pt x="961" y="136"/>
                  </a:lnTo>
                  <a:lnTo>
                    <a:pt x="938" y="118"/>
                  </a:lnTo>
                  <a:lnTo>
                    <a:pt x="916" y="102"/>
                  </a:lnTo>
                  <a:lnTo>
                    <a:pt x="891" y="87"/>
                  </a:lnTo>
                  <a:lnTo>
                    <a:pt x="867" y="73"/>
                  </a:lnTo>
                  <a:lnTo>
                    <a:pt x="842" y="60"/>
                  </a:lnTo>
                  <a:lnTo>
                    <a:pt x="816" y="48"/>
                  </a:lnTo>
                  <a:lnTo>
                    <a:pt x="790" y="37"/>
                  </a:lnTo>
                  <a:lnTo>
                    <a:pt x="764" y="27"/>
                  </a:lnTo>
                  <a:lnTo>
                    <a:pt x="737" y="19"/>
                  </a:lnTo>
                  <a:lnTo>
                    <a:pt x="711" y="13"/>
                  </a:lnTo>
                  <a:lnTo>
                    <a:pt x="683" y="8"/>
                  </a:lnTo>
                  <a:lnTo>
                    <a:pt x="655" y="4"/>
                  </a:lnTo>
                  <a:lnTo>
                    <a:pt x="626" y="1"/>
                  </a:lnTo>
                  <a:lnTo>
                    <a:pt x="599" y="0"/>
                  </a:lnTo>
                  <a:lnTo>
                    <a:pt x="571" y="0"/>
                  </a:lnTo>
                  <a:lnTo>
                    <a:pt x="542" y="1"/>
                  </a:lnTo>
                  <a:lnTo>
                    <a:pt x="514" y="3"/>
                  </a:lnTo>
                  <a:lnTo>
                    <a:pt x="486" y="8"/>
                  </a:lnTo>
                  <a:lnTo>
                    <a:pt x="457" y="13"/>
                  </a:lnTo>
                  <a:lnTo>
                    <a:pt x="429" y="21"/>
                  </a:lnTo>
                  <a:lnTo>
                    <a:pt x="402" y="29"/>
                  </a:lnTo>
                  <a:lnTo>
                    <a:pt x="374" y="39"/>
                  </a:lnTo>
                  <a:lnTo>
                    <a:pt x="347" y="50"/>
                  </a:lnTo>
                  <a:lnTo>
                    <a:pt x="321" y="63"/>
                  </a:lnTo>
                  <a:lnTo>
                    <a:pt x="295" y="76"/>
                  </a:lnTo>
                  <a:lnTo>
                    <a:pt x="269" y="92"/>
                  </a:lnTo>
                  <a:lnTo>
                    <a:pt x="244" y="109"/>
                  </a:lnTo>
                  <a:lnTo>
                    <a:pt x="220" y="126"/>
                  </a:lnTo>
                  <a:lnTo>
                    <a:pt x="197" y="146"/>
                  </a:lnTo>
                  <a:lnTo>
                    <a:pt x="176" y="165"/>
                  </a:lnTo>
                  <a:lnTo>
                    <a:pt x="156" y="185"/>
                  </a:lnTo>
                  <a:lnTo>
                    <a:pt x="137" y="208"/>
                  </a:lnTo>
                  <a:lnTo>
                    <a:pt x="119" y="229"/>
                  </a:lnTo>
                  <a:lnTo>
                    <a:pt x="103" y="253"/>
                  </a:lnTo>
                  <a:lnTo>
                    <a:pt x="88" y="276"/>
                  </a:lnTo>
                  <a:lnTo>
                    <a:pt x="73" y="301"/>
                  </a:lnTo>
                  <a:lnTo>
                    <a:pt x="60" y="325"/>
                  </a:lnTo>
                  <a:lnTo>
                    <a:pt x="49" y="351"/>
                  </a:lnTo>
                  <a:lnTo>
                    <a:pt x="38" y="377"/>
                  </a:lnTo>
                  <a:lnTo>
                    <a:pt x="28" y="403"/>
                  </a:lnTo>
                  <a:lnTo>
                    <a:pt x="20" y="431"/>
                  </a:lnTo>
                  <a:lnTo>
                    <a:pt x="13" y="458"/>
                  </a:lnTo>
                  <a:lnTo>
                    <a:pt x="8" y="486"/>
                  </a:lnTo>
                  <a:lnTo>
                    <a:pt x="5" y="514"/>
                  </a:lnTo>
                  <a:lnTo>
                    <a:pt x="2" y="541"/>
                  </a:lnTo>
                  <a:lnTo>
                    <a:pt x="0" y="569"/>
                  </a:lnTo>
                  <a:lnTo>
                    <a:pt x="0" y="597"/>
                  </a:lnTo>
                  <a:lnTo>
                    <a:pt x="2" y="626"/>
                  </a:lnTo>
                  <a:lnTo>
                    <a:pt x="3" y="654"/>
                  </a:lnTo>
                  <a:lnTo>
                    <a:pt x="8" y="683"/>
                  </a:lnTo>
                  <a:lnTo>
                    <a:pt x="13" y="711"/>
                  </a:lnTo>
                  <a:lnTo>
                    <a:pt x="21" y="738"/>
                  </a:lnTo>
                  <a:lnTo>
                    <a:pt x="29" y="766"/>
                  </a:lnTo>
                  <a:lnTo>
                    <a:pt x="39" y="794"/>
                  </a:lnTo>
                  <a:lnTo>
                    <a:pt x="51" y="821"/>
                  </a:lnTo>
                  <a:lnTo>
                    <a:pt x="64" y="847"/>
                  </a:lnTo>
                  <a:lnTo>
                    <a:pt x="77" y="875"/>
                  </a:lnTo>
                  <a:lnTo>
                    <a:pt x="93" y="899"/>
                  </a:lnTo>
                  <a:lnTo>
                    <a:pt x="109" y="925"/>
                  </a:lnTo>
                  <a:lnTo>
                    <a:pt x="127" y="948"/>
                  </a:lnTo>
                  <a:lnTo>
                    <a:pt x="147" y="971"/>
                  </a:lnTo>
                  <a:lnTo>
                    <a:pt x="166" y="992"/>
                  </a:lnTo>
                  <a:lnTo>
                    <a:pt x="186" y="1012"/>
                  </a:lnTo>
                  <a:lnTo>
                    <a:pt x="208" y="1031"/>
                  </a:lnTo>
                  <a:lnTo>
                    <a:pt x="229" y="1049"/>
                  </a:lnTo>
                  <a:lnTo>
                    <a:pt x="254" y="1065"/>
                  </a:lnTo>
                  <a:lnTo>
                    <a:pt x="277" y="1082"/>
                  </a:lnTo>
                  <a:lnTo>
                    <a:pt x="301" y="1095"/>
                  </a:lnTo>
                  <a:lnTo>
                    <a:pt x="325" y="1108"/>
                  </a:lnTo>
                  <a:lnTo>
                    <a:pt x="351" y="1121"/>
                  </a:lnTo>
                  <a:lnTo>
                    <a:pt x="377" y="1130"/>
                  </a:lnTo>
                  <a:lnTo>
                    <a:pt x="403" y="1140"/>
                  </a:lnTo>
                  <a:lnTo>
                    <a:pt x="431" y="1148"/>
                  </a:lnTo>
                  <a:lnTo>
                    <a:pt x="459" y="1155"/>
                  </a:lnTo>
                  <a:lnTo>
                    <a:pt x="486" y="1160"/>
                  </a:lnTo>
                  <a:lnTo>
                    <a:pt x="514" y="1165"/>
                  </a:lnTo>
                  <a:lnTo>
                    <a:pt x="542" y="1166"/>
                  </a:lnTo>
                  <a:lnTo>
                    <a:pt x="569" y="1168"/>
                  </a:lnTo>
                  <a:lnTo>
                    <a:pt x="597" y="1168"/>
                  </a:lnTo>
                  <a:lnTo>
                    <a:pt x="626" y="1166"/>
                  </a:lnTo>
                  <a:lnTo>
                    <a:pt x="654" y="1165"/>
                  </a:lnTo>
                  <a:lnTo>
                    <a:pt x="683" y="1160"/>
                  </a:lnTo>
                  <a:lnTo>
                    <a:pt x="711" y="1155"/>
                  </a:lnTo>
                  <a:lnTo>
                    <a:pt x="738" y="1148"/>
                  </a:lnTo>
                  <a:lnTo>
                    <a:pt x="766" y="1139"/>
                  </a:lnTo>
                  <a:lnTo>
                    <a:pt x="794" y="1129"/>
                  </a:lnTo>
                  <a:lnTo>
                    <a:pt x="821" y="1117"/>
                  </a:lnTo>
                  <a:lnTo>
                    <a:pt x="847" y="1106"/>
                  </a:lnTo>
                  <a:lnTo>
                    <a:pt x="875" y="1091"/>
                  </a:lnTo>
                  <a:lnTo>
                    <a:pt x="899" y="1075"/>
                  </a:lnTo>
                  <a:lnTo>
                    <a:pt x="925" y="1059"/>
                  </a:lnTo>
                  <a:lnTo>
                    <a:pt x="948" y="1041"/>
                  </a:lnTo>
                  <a:lnTo>
                    <a:pt x="971" y="1021"/>
                  </a:lnTo>
                  <a:lnTo>
                    <a:pt x="992" y="1002"/>
                  </a:lnTo>
                  <a:lnTo>
                    <a:pt x="1012" y="982"/>
                  </a:lnTo>
                  <a:lnTo>
                    <a:pt x="1031" y="961"/>
                  </a:lnTo>
                  <a:lnTo>
                    <a:pt x="1049" y="938"/>
                  </a:lnTo>
                  <a:lnTo>
                    <a:pt x="1065" y="916"/>
                  </a:lnTo>
                  <a:lnTo>
                    <a:pt x="1081" y="891"/>
                  </a:lnTo>
                  <a:lnTo>
                    <a:pt x="1094" y="867"/>
                  </a:lnTo>
                  <a:lnTo>
                    <a:pt x="1107" y="842"/>
                  </a:lnTo>
                  <a:lnTo>
                    <a:pt x="1121" y="816"/>
                  </a:lnTo>
                  <a:lnTo>
                    <a:pt x="1130" y="790"/>
                  </a:lnTo>
                  <a:lnTo>
                    <a:pt x="1140" y="764"/>
                  </a:lnTo>
                  <a:lnTo>
                    <a:pt x="1148" y="737"/>
                  </a:lnTo>
                  <a:lnTo>
                    <a:pt x="1155" y="711"/>
                  </a:lnTo>
                  <a:lnTo>
                    <a:pt x="1160" y="683"/>
                  </a:lnTo>
                  <a:lnTo>
                    <a:pt x="1164" y="655"/>
                  </a:lnTo>
                  <a:lnTo>
                    <a:pt x="1166" y="626"/>
                  </a:lnTo>
                  <a:lnTo>
                    <a:pt x="1168" y="598"/>
                  </a:lnTo>
                  <a:lnTo>
                    <a:pt x="1168" y="571"/>
                  </a:lnTo>
                  <a:lnTo>
                    <a:pt x="1166" y="541"/>
                  </a:lnTo>
                  <a:lnTo>
                    <a:pt x="1164" y="514"/>
                  </a:lnTo>
                  <a:lnTo>
                    <a:pt x="1160" y="486"/>
                  </a:lnTo>
                  <a:lnTo>
                    <a:pt x="1155" y="457"/>
                  </a:lnTo>
                  <a:lnTo>
                    <a:pt x="1148" y="429"/>
                  </a:lnTo>
                  <a:lnTo>
                    <a:pt x="1138" y="401"/>
                  </a:lnTo>
                  <a:lnTo>
                    <a:pt x="1129" y="374"/>
                  </a:lnTo>
                  <a:lnTo>
                    <a:pt x="1117" y="346"/>
                  </a:lnTo>
                  <a:lnTo>
                    <a:pt x="1106" y="320"/>
                  </a:lnTo>
                  <a:lnTo>
                    <a:pt x="1091" y="294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pic>
        <p:nvPicPr>
          <p:cNvPr id="47119" name="Picture 6">
            <a:extLst>
              <a:ext uri="{FF2B5EF4-FFF2-40B4-BE49-F238E27FC236}">
                <a16:creationId xmlns:a16="http://schemas.microsoft.com/office/drawing/2014/main" id="{B571533E-325C-479A-9FFB-13DDEA80F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25" y="3167063"/>
            <a:ext cx="2217738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20" name="Picture 7">
            <a:extLst>
              <a:ext uri="{FF2B5EF4-FFF2-40B4-BE49-F238E27FC236}">
                <a16:creationId xmlns:a16="http://schemas.microsoft.com/office/drawing/2014/main" id="{EFBCA261-9082-43EE-BC3E-3A92228B3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988" y="3130550"/>
            <a:ext cx="2090737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21" name="Picture 8">
            <a:extLst>
              <a:ext uri="{FF2B5EF4-FFF2-40B4-BE49-F238E27FC236}">
                <a16:creationId xmlns:a16="http://schemas.microsoft.com/office/drawing/2014/main" id="{8646B047-2DCA-4C6A-B11E-4BF431D06D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6119813"/>
            <a:ext cx="2282825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22" name="Picture 9">
            <a:extLst>
              <a:ext uri="{FF2B5EF4-FFF2-40B4-BE49-F238E27FC236}">
                <a16:creationId xmlns:a16="http://schemas.microsoft.com/office/drawing/2014/main" id="{F9D734CD-CA98-4C07-9ADE-B1D0EF3C7D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0" y="6100763"/>
            <a:ext cx="1997075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30534A2-C2A5-4D8A-BC57-CE7251DC5F8E}"/>
                  </a:ext>
                </a:extLst>
              </p14:cNvPr>
              <p14:cNvContentPartPr/>
              <p14:nvPr/>
            </p14:nvContentPartPr>
            <p14:xfrm>
              <a:off x="3624840" y="3388320"/>
              <a:ext cx="4342680" cy="2985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30534A2-C2A5-4D8A-BC57-CE7251DC5F8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15480" y="3378960"/>
                <a:ext cx="4361400" cy="3004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1EBC0166-9CF6-4125-A396-4EAFA36BF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457200"/>
          </a:xfrm>
        </p:spPr>
        <p:txBody>
          <a:bodyPr/>
          <a:lstStyle/>
          <a:p>
            <a:r>
              <a:rPr lang="en-US" altLang="en-US" dirty="0"/>
              <a:t>Example 5</a:t>
            </a:r>
          </a:p>
        </p:txBody>
      </p:sp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98FA91C1-4861-4E76-9F97-9A45550971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" y="682394"/>
            <a:ext cx="9029700" cy="536806"/>
          </a:xfrm>
        </p:spPr>
        <p:txBody>
          <a:bodyPr/>
          <a:lstStyle/>
          <a:p>
            <a:pPr marL="0" indent="0" algn="just">
              <a:buFontTx/>
              <a:buNone/>
            </a:pPr>
            <a:r>
              <a:rPr lang="en-US" altLang="en-US" sz="2500" dirty="0"/>
              <a:t>Design the minimum-cost SOP and POS expression for the function</a:t>
            </a:r>
          </a:p>
          <a:p>
            <a:pPr marL="0" indent="0" algn="just">
              <a:buFontTx/>
              <a:buNone/>
            </a:pPr>
            <a:endParaRPr lang="en-US" altLang="en-US" sz="2500" dirty="0"/>
          </a:p>
          <a:p>
            <a:pPr marL="0" indent="0" algn="just">
              <a:buFontTx/>
              <a:buNone/>
            </a:pPr>
            <a:endParaRPr lang="en-US" altLang="en-US" sz="2500" dirty="0"/>
          </a:p>
        </p:txBody>
      </p:sp>
      <p:sp>
        <p:nvSpPr>
          <p:cNvPr id="48131" name="TextBox 3">
            <a:extLst>
              <a:ext uri="{FF2B5EF4-FFF2-40B4-BE49-F238E27FC236}">
                <a16:creationId xmlns:a16="http://schemas.microsoft.com/office/drawing/2014/main" id="{49DB3343-9C47-4239-A61E-8F2F1CAC6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1183867"/>
            <a:ext cx="7543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f(x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 = Σ m(4, 6, 8, 10, 11, 12, 15) + D(3, 5, 7, 9)</a:t>
            </a:r>
          </a:p>
        </p:txBody>
      </p:sp>
      <p:pic>
        <p:nvPicPr>
          <p:cNvPr id="5" name="Picture 3" descr="F:\LogicBook\PowerPoint\chapter4\figure4.6.wmf">
            <a:extLst>
              <a:ext uri="{FF2B5EF4-FFF2-40B4-BE49-F238E27FC236}">
                <a16:creationId xmlns:a16="http://schemas.microsoft.com/office/drawing/2014/main" id="{D16048BF-660C-4EDE-BBD8-FCC0E7175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98962"/>
            <a:ext cx="438785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1EBC0166-9CF6-4125-A396-4EAFA36BF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457200"/>
          </a:xfrm>
        </p:spPr>
        <p:txBody>
          <a:bodyPr/>
          <a:lstStyle/>
          <a:p>
            <a:r>
              <a:rPr lang="en-US" altLang="en-US" dirty="0"/>
              <a:t>Example 5</a:t>
            </a:r>
          </a:p>
        </p:txBody>
      </p:sp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98FA91C1-4861-4E76-9F97-9A45550971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" y="682394"/>
            <a:ext cx="9029700" cy="536806"/>
          </a:xfrm>
        </p:spPr>
        <p:txBody>
          <a:bodyPr/>
          <a:lstStyle/>
          <a:p>
            <a:pPr marL="0" indent="0" algn="just">
              <a:buFontTx/>
              <a:buNone/>
            </a:pPr>
            <a:r>
              <a:rPr lang="en-US" altLang="en-US" sz="2500" dirty="0"/>
              <a:t>Design the minimum-cost SOP and POS expression for the function</a:t>
            </a:r>
          </a:p>
          <a:p>
            <a:pPr marL="0" indent="0" algn="just">
              <a:buFontTx/>
              <a:buNone/>
            </a:pPr>
            <a:endParaRPr lang="en-US" altLang="en-US" sz="2500" dirty="0"/>
          </a:p>
          <a:p>
            <a:pPr marL="0" indent="0" algn="just">
              <a:buFontTx/>
              <a:buNone/>
            </a:pPr>
            <a:endParaRPr lang="en-US" altLang="en-US" sz="2500" dirty="0"/>
          </a:p>
        </p:txBody>
      </p:sp>
      <p:sp>
        <p:nvSpPr>
          <p:cNvPr id="48131" name="TextBox 3">
            <a:extLst>
              <a:ext uri="{FF2B5EF4-FFF2-40B4-BE49-F238E27FC236}">
                <a16:creationId xmlns:a16="http://schemas.microsoft.com/office/drawing/2014/main" id="{49DB3343-9C47-4239-A61E-8F2F1CAC6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1183867"/>
            <a:ext cx="7543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f(x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 = Σ m(4, 6, 8, 10, 11, 12, 15) + D(3, 5, 7, 9)</a:t>
            </a:r>
          </a:p>
        </p:txBody>
      </p:sp>
      <p:pic>
        <p:nvPicPr>
          <p:cNvPr id="5" name="Picture 3" descr="F:\LogicBook\PowerPoint\chapter4\figure4.6.wmf">
            <a:extLst>
              <a:ext uri="{FF2B5EF4-FFF2-40B4-BE49-F238E27FC236}">
                <a16:creationId xmlns:a16="http://schemas.microsoft.com/office/drawing/2014/main" id="{D16048BF-660C-4EDE-BBD8-FCC0E7175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1658600"/>
            <a:ext cx="3729369" cy="3675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2">
            <a:extLst>
              <a:ext uri="{FF2B5EF4-FFF2-40B4-BE49-F238E27FC236}">
                <a16:creationId xmlns:a16="http://schemas.microsoft.com/office/drawing/2014/main" id="{9810018F-A2BD-40F5-8D7F-09D4C31E5828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1600200"/>
            <a:ext cx="4387850" cy="4324350"/>
            <a:chOff x="2819400" y="2228850"/>
            <a:chExt cx="4387850" cy="4324350"/>
          </a:xfrm>
        </p:grpSpPr>
        <p:pic>
          <p:nvPicPr>
            <p:cNvPr id="7" name="Picture 3" descr="F:\LogicBook\PowerPoint\chapter4\figure4.6.wmf">
              <a:extLst>
                <a:ext uri="{FF2B5EF4-FFF2-40B4-BE49-F238E27FC236}">
                  <a16:creationId xmlns:a16="http://schemas.microsoft.com/office/drawing/2014/main" id="{04B26509-F671-49A8-8DEB-DF792CBAF8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2228850"/>
              <a:ext cx="4387850" cy="432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63025419-1716-49AE-B30D-22371E8B8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1474" y="3429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834C74D6-614E-4CB2-AC0A-8A0333539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9293" y="4048369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48E108C0-A5C9-41D0-AAAA-34DFDB8609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6475" y="3429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11" name="TextBox 8">
              <a:extLst>
                <a:ext uri="{FF2B5EF4-FFF2-40B4-BE49-F238E27FC236}">
                  <a16:creationId xmlns:a16="http://schemas.microsoft.com/office/drawing/2014/main" id="{F1854D1A-94FA-4971-8375-0F2C96677A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4294" y="404878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83F75A2-95C0-4C88-914A-5D2213D14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1243" y="471463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9775045-0CDC-482E-8992-D89DE0135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062" y="5334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ADA5473-6005-4E48-9661-A1B3A90D0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6244" y="4715042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6073E41-6611-4ECB-9937-25A980CF0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4063" y="5334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28003F2-05B2-416A-8607-D891E8CAE0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8031" y="3429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4683ED4-4FAB-4F79-9095-25EC28BB5F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5850" y="4048369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7B9B821-FF9C-44A5-8489-29DE9FB1A1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3032" y="3429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29C2ADB-870F-4B63-AC2C-830C00A172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0851" y="404878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C52D8F-D969-474A-B06A-A29CA3680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471463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327418-8FA1-4FD9-AC55-943EDCA7C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5619" y="5334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A81732-FFCA-458D-BC66-A634C057C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801" y="4715042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3AF2094-274D-4D5B-880E-C14A0CBAF5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0620" y="5334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CFE1A0B-EC10-48F2-A352-B89A8A346241}"/>
                  </a:ext>
                </a:extLst>
              </p14:cNvPr>
              <p14:cNvContentPartPr/>
              <p14:nvPr/>
            </p14:nvContentPartPr>
            <p14:xfrm>
              <a:off x="4336560" y="1711800"/>
              <a:ext cx="4655160" cy="4433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CFE1A0B-EC10-48F2-A352-B89A8A3462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7200" y="1702440"/>
                <a:ext cx="4673880" cy="445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04694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A5E31EC3-6F22-4510-92B8-F9E89C4A8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SOP Expression</a:t>
            </a:r>
          </a:p>
        </p:txBody>
      </p:sp>
      <p:pic>
        <p:nvPicPr>
          <p:cNvPr id="51202" name="Picture 3" descr="Screen shot 2013-09-25 at 12.59.31 PM.png">
            <a:extLst>
              <a:ext uri="{FF2B5EF4-FFF2-40B4-BE49-F238E27FC236}">
                <a16:creationId xmlns:a16="http://schemas.microsoft.com/office/drawing/2014/main" id="{867AEC45-90D3-4D1C-BED9-413C18F1D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074737"/>
            <a:ext cx="57912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TextBox 125">
            <a:extLst>
              <a:ext uri="{FF2B5EF4-FFF2-40B4-BE49-F238E27FC236}">
                <a16:creationId xmlns:a16="http://schemas.microsoft.com/office/drawing/2014/main" id="{0E3304A5-3083-404F-A6C1-BDBC1C1AF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550025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2.67a from the textbook 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634CC49A-CE86-4D87-AD1C-30A491341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r>
              <a:rPr lang="en-US" altLang="en-US"/>
              <a:t>What about the POS Expression?</a:t>
            </a:r>
          </a:p>
        </p:txBody>
      </p:sp>
      <p:sp>
        <p:nvSpPr>
          <p:cNvPr id="52226" name="TextBox 3">
            <a:extLst>
              <a:ext uri="{FF2B5EF4-FFF2-40B4-BE49-F238E27FC236}">
                <a16:creationId xmlns:a16="http://schemas.microsoft.com/office/drawing/2014/main" id="{BC99B4B4-BAC7-46CC-B252-9488E50FC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780731"/>
            <a:ext cx="7543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f(x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 = Σ m(4, 6, 8, 10, 11, 12, 15) + D(3, 5, 7, 9)</a:t>
            </a:r>
          </a:p>
        </p:txBody>
      </p:sp>
      <p:grpSp>
        <p:nvGrpSpPr>
          <p:cNvPr id="52227" name="Group 2">
            <a:extLst>
              <a:ext uri="{FF2B5EF4-FFF2-40B4-BE49-F238E27FC236}">
                <a16:creationId xmlns:a16="http://schemas.microsoft.com/office/drawing/2014/main" id="{906D1E98-CFFF-4CB4-8419-479AD0AB6560}"/>
              </a:ext>
            </a:extLst>
          </p:cNvPr>
          <p:cNvGrpSpPr>
            <a:grpSpLocks/>
          </p:cNvGrpSpPr>
          <p:nvPr/>
        </p:nvGrpSpPr>
        <p:grpSpPr bwMode="auto">
          <a:xfrm>
            <a:off x="3003550" y="1220132"/>
            <a:ext cx="4387850" cy="4324350"/>
            <a:chOff x="2819400" y="2228850"/>
            <a:chExt cx="4387850" cy="4324350"/>
          </a:xfrm>
        </p:grpSpPr>
        <p:pic>
          <p:nvPicPr>
            <p:cNvPr id="52228" name="Picture 3" descr="F:\LogicBook\PowerPoint\chapter4\figure4.6.wmf">
              <a:extLst>
                <a:ext uri="{FF2B5EF4-FFF2-40B4-BE49-F238E27FC236}">
                  <a16:creationId xmlns:a16="http://schemas.microsoft.com/office/drawing/2014/main" id="{4510DACF-F7C0-4D7F-8910-9CA02D47AE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2228850"/>
              <a:ext cx="4387850" cy="432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29" name="TextBox 5">
              <a:extLst>
                <a:ext uri="{FF2B5EF4-FFF2-40B4-BE49-F238E27FC236}">
                  <a16:creationId xmlns:a16="http://schemas.microsoft.com/office/drawing/2014/main" id="{90D7B8EF-3432-467B-93C0-5D32B0FDEA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1474" y="3429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52230" name="TextBox 6">
              <a:extLst>
                <a:ext uri="{FF2B5EF4-FFF2-40B4-BE49-F238E27FC236}">
                  <a16:creationId xmlns:a16="http://schemas.microsoft.com/office/drawing/2014/main" id="{4FFD2068-4B09-4EC1-8A22-881F1FB0D2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9293" y="4048369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52231" name="TextBox 7">
              <a:extLst>
                <a:ext uri="{FF2B5EF4-FFF2-40B4-BE49-F238E27FC236}">
                  <a16:creationId xmlns:a16="http://schemas.microsoft.com/office/drawing/2014/main" id="{455D0526-A188-49EE-A657-F15591627F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6475" y="3429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2232" name="TextBox 8">
              <a:extLst>
                <a:ext uri="{FF2B5EF4-FFF2-40B4-BE49-F238E27FC236}">
                  <a16:creationId xmlns:a16="http://schemas.microsoft.com/office/drawing/2014/main" id="{B5A39C5B-B9E5-4127-BD3D-EFCE0A201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4294" y="404878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52233" name="TextBox 11">
              <a:extLst>
                <a:ext uri="{FF2B5EF4-FFF2-40B4-BE49-F238E27FC236}">
                  <a16:creationId xmlns:a16="http://schemas.microsoft.com/office/drawing/2014/main" id="{B9ECB6DD-7FF8-4AA2-87D7-E8C96F352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1243" y="471463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52234" name="TextBox 12">
              <a:extLst>
                <a:ext uri="{FF2B5EF4-FFF2-40B4-BE49-F238E27FC236}">
                  <a16:creationId xmlns:a16="http://schemas.microsoft.com/office/drawing/2014/main" id="{E8D84A4E-59C2-484B-B7A5-EAFA1A0956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062" y="5334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52235" name="TextBox 13">
              <a:extLst>
                <a:ext uri="{FF2B5EF4-FFF2-40B4-BE49-F238E27FC236}">
                  <a16:creationId xmlns:a16="http://schemas.microsoft.com/office/drawing/2014/main" id="{AF69CF35-53D0-41C6-89EE-0E9505D05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6244" y="4715042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52236" name="TextBox 14">
              <a:extLst>
                <a:ext uri="{FF2B5EF4-FFF2-40B4-BE49-F238E27FC236}">
                  <a16:creationId xmlns:a16="http://schemas.microsoft.com/office/drawing/2014/main" id="{8987E23B-8CBA-4C79-B333-4EC2E12F3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4063" y="5334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2237" name="TextBox 15">
              <a:extLst>
                <a:ext uri="{FF2B5EF4-FFF2-40B4-BE49-F238E27FC236}">
                  <a16:creationId xmlns:a16="http://schemas.microsoft.com/office/drawing/2014/main" id="{FF7B1701-2C7E-482C-B554-9EB948BC27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8031" y="3429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2238" name="TextBox 16">
              <a:extLst>
                <a:ext uri="{FF2B5EF4-FFF2-40B4-BE49-F238E27FC236}">
                  <a16:creationId xmlns:a16="http://schemas.microsoft.com/office/drawing/2014/main" id="{983D7CA3-B5D8-4E3C-8FB2-751BFF635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5850" y="4048369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52239" name="TextBox 17">
              <a:extLst>
                <a:ext uri="{FF2B5EF4-FFF2-40B4-BE49-F238E27FC236}">
                  <a16:creationId xmlns:a16="http://schemas.microsoft.com/office/drawing/2014/main" id="{163665DF-F50B-41C9-99E0-8DBF51A95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3032" y="3429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2240" name="TextBox 18">
              <a:extLst>
                <a:ext uri="{FF2B5EF4-FFF2-40B4-BE49-F238E27FC236}">
                  <a16:creationId xmlns:a16="http://schemas.microsoft.com/office/drawing/2014/main" id="{3B3D42F7-85CB-4B04-AFE2-6C37D676FA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0851" y="404878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52241" name="TextBox 19">
              <a:extLst>
                <a:ext uri="{FF2B5EF4-FFF2-40B4-BE49-F238E27FC236}">
                  <a16:creationId xmlns:a16="http://schemas.microsoft.com/office/drawing/2014/main" id="{62CCF47E-B137-425F-98C3-7B9C183B8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471463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2242" name="TextBox 20">
              <a:extLst>
                <a:ext uri="{FF2B5EF4-FFF2-40B4-BE49-F238E27FC236}">
                  <a16:creationId xmlns:a16="http://schemas.microsoft.com/office/drawing/2014/main" id="{9E838747-174A-4A1C-A183-DB544B5BA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5619" y="5334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52243" name="TextBox 21">
              <a:extLst>
                <a:ext uri="{FF2B5EF4-FFF2-40B4-BE49-F238E27FC236}">
                  <a16:creationId xmlns:a16="http://schemas.microsoft.com/office/drawing/2014/main" id="{1E4FDE4C-FEB1-44C1-91CC-8564EC9FC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801" y="4715042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2244" name="TextBox 22">
              <a:extLst>
                <a:ext uri="{FF2B5EF4-FFF2-40B4-BE49-F238E27FC236}">
                  <a16:creationId xmlns:a16="http://schemas.microsoft.com/office/drawing/2014/main" id="{6E38F278-9DD6-48ED-9C8D-E519F09B4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0620" y="5334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E55497C-2CB6-4978-B4FA-612D8A3C802E}"/>
                  </a:ext>
                </a:extLst>
              </p14:cNvPr>
              <p14:cNvContentPartPr/>
              <p14:nvPr/>
            </p14:nvContentPartPr>
            <p14:xfrm>
              <a:off x="4087800" y="628560"/>
              <a:ext cx="4701600" cy="5153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E55497C-2CB6-4978-B4FA-612D8A3C80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78440" y="619200"/>
                <a:ext cx="4720320" cy="517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B52A7D46-E261-4B98-83B5-D9AC196AA6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POS Expression</a:t>
            </a:r>
          </a:p>
        </p:txBody>
      </p:sp>
      <p:pic>
        <p:nvPicPr>
          <p:cNvPr id="53250" name="Picture 2" descr="Screen shot 2013-09-25 at 12.59.47 PM.png">
            <a:extLst>
              <a:ext uri="{FF2B5EF4-FFF2-40B4-BE49-F238E27FC236}">
                <a16:creationId xmlns:a16="http://schemas.microsoft.com/office/drawing/2014/main" id="{88171686-1CBB-4DB8-AF05-B7005FEF3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914400"/>
            <a:ext cx="6781800" cy="443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1" name="TextBox 125">
            <a:extLst>
              <a:ext uri="{FF2B5EF4-FFF2-40B4-BE49-F238E27FC236}">
                <a16:creationId xmlns:a16="http://schemas.microsoft.com/office/drawing/2014/main" id="{D19F7E60-998B-4322-9EB6-56D3E7B9C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550025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2.67b from the textbook 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9BE98B5E-A00B-4A0D-BCA4-F41E1D314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533400"/>
          </a:xfrm>
        </p:spPr>
        <p:txBody>
          <a:bodyPr/>
          <a:lstStyle/>
          <a:p>
            <a:r>
              <a:rPr lang="en-US" altLang="en-US" dirty="0"/>
              <a:t>Example 6</a:t>
            </a:r>
          </a:p>
        </p:txBody>
      </p:sp>
      <p:sp>
        <p:nvSpPr>
          <p:cNvPr id="61442" name="Content Placeholder 2">
            <a:extLst>
              <a:ext uri="{FF2B5EF4-FFF2-40B4-BE49-F238E27FC236}">
                <a16:creationId xmlns:a16="http://schemas.microsoft.com/office/drawing/2014/main" id="{E94DEA5A-EF5F-4144-BF04-AAA381C6F1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914400"/>
            <a:ext cx="7924800" cy="8382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en-US" altLang="en-US"/>
              <a:t>Derive the minimum-cost SOP expression for</a:t>
            </a:r>
          </a:p>
          <a:p>
            <a:pPr marL="0" indent="0" algn="ctr">
              <a:buFontTx/>
              <a:buNone/>
            </a:pPr>
            <a:endParaRPr lang="en-US" altLang="en-US"/>
          </a:p>
        </p:txBody>
      </p:sp>
      <p:pic>
        <p:nvPicPr>
          <p:cNvPr id="61443" name="Picture 4" descr="Screen shot 2013-09-25 at 3.39.50 PM.png">
            <a:extLst>
              <a:ext uri="{FF2B5EF4-FFF2-40B4-BE49-F238E27FC236}">
                <a16:creationId xmlns:a16="http://schemas.microsoft.com/office/drawing/2014/main" id="{BC13C9EF-76EE-484E-92C1-9CDBE9D74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76400"/>
            <a:ext cx="537210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4A6474C-6A47-4E58-822B-5F1C8120B1D4}"/>
                  </a:ext>
                </a:extLst>
              </p14:cNvPr>
              <p14:cNvContentPartPr/>
              <p14:nvPr/>
            </p14:nvContentPartPr>
            <p14:xfrm>
              <a:off x="2876040" y="268560"/>
              <a:ext cx="6022440" cy="5676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4A6474C-6A47-4E58-822B-5F1C8120B1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66680" y="259200"/>
                <a:ext cx="6041160" cy="569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57059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E2B1DF9C-EBCC-4BC2-B9B7-46405055F3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533400"/>
          </a:xfrm>
        </p:spPr>
        <p:txBody>
          <a:bodyPr/>
          <a:lstStyle/>
          <a:p>
            <a:r>
              <a:rPr lang="en-US" altLang="en-US" sz="3000" dirty="0"/>
              <a:t>First, expand the expression using property 12a</a:t>
            </a:r>
          </a:p>
        </p:txBody>
      </p:sp>
      <p:pic>
        <p:nvPicPr>
          <p:cNvPr id="62466" name="Picture 5" descr="Screen shot 2013-09-25 at 3.39.59 PM.png">
            <a:extLst>
              <a:ext uri="{FF2B5EF4-FFF2-40B4-BE49-F238E27FC236}">
                <a16:creationId xmlns:a16="http://schemas.microsoft.com/office/drawing/2014/main" id="{BA7B859F-2C26-43A5-8B5C-4BB2402C8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988" y="1828800"/>
            <a:ext cx="52959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7" name="Picture 6" descr="Screen shot 2013-09-25 at 3.39.50 PM.png">
            <a:extLst>
              <a:ext uri="{FF2B5EF4-FFF2-40B4-BE49-F238E27FC236}">
                <a16:creationId xmlns:a16="http://schemas.microsoft.com/office/drawing/2014/main" id="{EA4A8747-5537-4220-900A-1B866EEA0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685800"/>
            <a:ext cx="537210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07519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A150D552-589F-4223-9BC4-29669C4909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225"/>
            <a:ext cx="9144000" cy="461590"/>
          </a:xfrm>
        </p:spPr>
        <p:txBody>
          <a:bodyPr/>
          <a:lstStyle/>
          <a:p>
            <a:r>
              <a:rPr lang="en-US" altLang="en-US" sz="3400" dirty="0"/>
              <a:t>Construct the K-Map for this expression</a:t>
            </a:r>
          </a:p>
        </p:txBody>
      </p:sp>
      <p:pic>
        <p:nvPicPr>
          <p:cNvPr id="63490" name="Picture 5" descr="Screen shot 2013-09-25 at 3.39.59 PM.png">
            <a:extLst>
              <a:ext uri="{FF2B5EF4-FFF2-40B4-BE49-F238E27FC236}">
                <a16:creationId xmlns:a16="http://schemas.microsoft.com/office/drawing/2014/main" id="{E2C44164-56B8-4177-9753-D05FB8330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503749"/>
            <a:ext cx="4495800" cy="711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1EA746-8A6D-4611-A876-67DE9C449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95400"/>
            <a:ext cx="3312763" cy="20574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ADB1B68-9C86-4DA3-9E1E-8D987D7EE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520351"/>
            <a:ext cx="2057400" cy="45164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37E1C9-6289-476F-BEE9-A3552E7BF8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5625" y="4495800"/>
            <a:ext cx="2453275" cy="20145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44728A3-FC59-4E0A-8548-1972FBE707A3}"/>
                  </a:ext>
                </a:extLst>
              </p14:cNvPr>
              <p14:cNvContentPartPr/>
              <p14:nvPr/>
            </p14:nvContentPartPr>
            <p14:xfrm>
              <a:off x="5267520" y="1111680"/>
              <a:ext cx="3332160" cy="3069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44728A3-FC59-4E0A-8548-1972FBE707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58160" y="1102320"/>
                <a:ext cx="3350880" cy="308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95046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A150D552-589F-4223-9BC4-29669C4909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225"/>
            <a:ext cx="9144000" cy="685800"/>
          </a:xfrm>
        </p:spPr>
        <p:txBody>
          <a:bodyPr/>
          <a:lstStyle/>
          <a:p>
            <a:r>
              <a:rPr lang="en-US" altLang="en-US"/>
              <a:t>Construct the K-Map for this expression</a:t>
            </a:r>
          </a:p>
        </p:txBody>
      </p:sp>
      <p:pic>
        <p:nvPicPr>
          <p:cNvPr id="63490" name="Picture 5" descr="Screen shot 2013-09-25 at 3.39.59 PM.png">
            <a:extLst>
              <a:ext uri="{FF2B5EF4-FFF2-40B4-BE49-F238E27FC236}">
                <a16:creationId xmlns:a16="http://schemas.microsoft.com/office/drawing/2014/main" id="{E2C44164-56B8-4177-9753-D05FB8330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399" y="648405"/>
            <a:ext cx="4665625" cy="883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3491" name="Group 19">
            <a:extLst>
              <a:ext uri="{FF2B5EF4-FFF2-40B4-BE49-F238E27FC236}">
                <a16:creationId xmlns:a16="http://schemas.microsoft.com/office/drawing/2014/main" id="{4A003DE4-EA5E-46BA-8884-ABC01BBDD20F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752600"/>
            <a:ext cx="6297613" cy="4533900"/>
            <a:chOff x="1676400" y="2078893"/>
            <a:chExt cx="6297613" cy="4534632"/>
          </a:xfrm>
        </p:grpSpPr>
        <p:pic>
          <p:nvPicPr>
            <p:cNvPr id="63492" name="Picture 4" descr="F:\LogicBook\PowerPoint\chapter4\figure4.4.wmf">
              <a:extLst>
                <a:ext uri="{FF2B5EF4-FFF2-40B4-BE49-F238E27FC236}">
                  <a16:creationId xmlns:a16="http://schemas.microsoft.com/office/drawing/2014/main" id="{F82BE69D-0CD7-47D5-BFF9-EB1FEFC679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2133600"/>
              <a:ext cx="6297613" cy="4479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493" name="TextBox 2">
              <a:extLst>
                <a:ext uri="{FF2B5EF4-FFF2-40B4-BE49-F238E27FC236}">
                  <a16:creationId xmlns:a16="http://schemas.microsoft.com/office/drawing/2014/main" id="{B23A0F26-6583-46F3-B910-7152957A3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1569" y="2078893"/>
              <a:ext cx="1159542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 s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 s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3</a:t>
              </a:r>
            </a:p>
          </p:txBody>
        </p:sp>
        <p:sp>
          <p:nvSpPr>
            <p:cNvPr id="63494" name="TextBox 7">
              <a:extLst>
                <a:ext uri="{FF2B5EF4-FFF2-40B4-BE49-F238E27FC236}">
                  <a16:creationId xmlns:a16="http://schemas.microsoft.com/office/drawing/2014/main" id="{F8C21C32-71DE-4B7B-AA8F-DACF6E1BB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1616" y="2287954"/>
              <a:ext cx="706343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</a:t>
              </a:r>
              <a:r>
                <a: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s</a:t>
              </a:r>
              <a:r>
                <a: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63495" name="TextBox 8">
              <a:extLst>
                <a:ext uri="{FF2B5EF4-FFF2-40B4-BE49-F238E27FC236}">
                  <a16:creationId xmlns:a16="http://schemas.microsoft.com/office/drawing/2014/main" id="{4B64DB0F-040A-497C-9E86-BEB687501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2738735"/>
              <a:ext cx="407033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</a:t>
              </a:r>
              <a:r>
                <a: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3</a:t>
              </a:r>
            </a:p>
          </p:txBody>
        </p:sp>
        <p:cxnSp>
          <p:nvCxnSpPr>
            <p:cNvPr id="63496" name="Straight Connector 10">
              <a:extLst>
                <a:ext uri="{FF2B5EF4-FFF2-40B4-BE49-F238E27FC236}">
                  <a16:creationId xmlns:a16="http://schemas.microsoft.com/office/drawing/2014/main" id="{0A3FE07B-6787-474F-8E7D-3D7C4D8392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972425" y="3190322"/>
              <a:ext cx="0" cy="13035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275B4CB-ABC0-4E64-A743-151044367786}"/>
              </a:ext>
            </a:extLst>
          </p:cNvPr>
          <p:cNvSpPr/>
          <p:nvPr/>
        </p:nvSpPr>
        <p:spPr bwMode="auto">
          <a:xfrm>
            <a:off x="5334000" y="3025775"/>
            <a:ext cx="4572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6BA949-ADE2-4871-AD27-9703764884F5}"/>
              </a:ext>
            </a:extLst>
          </p:cNvPr>
          <p:cNvSpPr/>
          <p:nvPr/>
        </p:nvSpPr>
        <p:spPr bwMode="auto">
          <a:xfrm>
            <a:off x="5943600" y="3025775"/>
            <a:ext cx="4572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1CA474-2562-42F7-BBBF-89E164172EC7}"/>
              </a:ext>
            </a:extLst>
          </p:cNvPr>
          <p:cNvSpPr/>
          <p:nvPr/>
        </p:nvSpPr>
        <p:spPr bwMode="auto">
          <a:xfrm>
            <a:off x="6592248" y="3025775"/>
            <a:ext cx="4572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ECA9CA-4F63-434D-984C-A669303ED4F8}"/>
              </a:ext>
            </a:extLst>
          </p:cNvPr>
          <p:cNvSpPr/>
          <p:nvPr/>
        </p:nvSpPr>
        <p:spPr bwMode="auto">
          <a:xfrm>
            <a:off x="7213160" y="3034076"/>
            <a:ext cx="4572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B97975-3157-437D-9AB3-9EC6580E8DA7}"/>
              </a:ext>
            </a:extLst>
          </p:cNvPr>
          <p:cNvSpPr/>
          <p:nvPr/>
        </p:nvSpPr>
        <p:spPr bwMode="auto">
          <a:xfrm>
            <a:off x="5334000" y="3627074"/>
            <a:ext cx="4572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151E0E-C73C-4217-A478-FEF53756D441}"/>
              </a:ext>
            </a:extLst>
          </p:cNvPr>
          <p:cNvSpPr/>
          <p:nvPr/>
        </p:nvSpPr>
        <p:spPr bwMode="auto">
          <a:xfrm>
            <a:off x="5945187" y="3627074"/>
            <a:ext cx="4572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72AED5-0E16-4633-9F9D-105AFB144496}"/>
              </a:ext>
            </a:extLst>
          </p:cNvPr>
          <p:cNvSpPr/>
          <p:nvPr/>
        </p:nvSpPr>
        <p:spPr bwMode="auto">
          <a:xfrm>
            <a:off x="6593835" y="3627074"/>
            <a:ext cx="4572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3C1385-6190-4B02-832D-2D8861B442A7}"/>
              </a:ext>
            </a:extLst>
          </p:cNvPr>
          <p:cNvSpPr/>
          <p:nvPr/>
        </p:nvSpPr>
        <p:spPr bwMode="auto">
          <a:xfrm>
            <a:off x="7214747" y="3635375"/>
            <a:ext cx="4572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F981F-7CFB-42D6-A3C3-B76E8FD9EF13}"/>
              </a:ext>
            </a:extLst>
          </p:cNvPr>
          <p:cNvSpPr txBox="1"/>
          <p:nvPr/>
        </p:nvSpPr>
        <p:spPr>
          <a:xfrm>
            <a:off x="5355942" y="3625997"/>
            <a:ext cx="2262158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                        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C6B545-0A90-4B88-BA4A-8AAAC4EFD5A9}"/>
              </a:ext>
            </a:extLst>
          </p:cNvPr>
          <p:cNvSpPr txBox="1"/>
          <p:nvPr/>
        </p:nvSpPr>
        <p:spPr>
          <a:xfrm>
            <a:off x="6565789" y="2863850"/>
            <a:ext cx="457201" cy="120032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                        </a:t>
            </a: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53F005FC-94D0-415D-A4B0-7032C760D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8707" y="4923737"/>
            <a:ext cx="47450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Simplified Expression: f = s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+ s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s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AF94BD-5F06-4460-A325-6A5289FC380E}"/>
              </a:ext>
            </a:extLst>
          </p:cNvPr>
          <p:cNvSpPr/>
          <p:nvPr/>
        </p:nvSpPr>
        <p:spPr>
          <a:xfrm>
            <a:off x="8316260" y="3593781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s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9CDB34-5391-4FB3-A584-77B8F7452BA2}"/>
              </a:ext>
            </a:extLst>
          </p:cNvPr>
          <p:cNvSpPr/>
          <p:nvPr/>
        </p:nvSpPr>
        <p:spPr>
          <a:xfrm>
            <a:off x="6467225" y="1657270"/>
            <a:ext cx="7072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s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s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DF9BF86-6497-4EBC-91AB-2F775339B29A}"/>
              </a:ext>
            </a:extLst>
          </p:cNvPr>
          <p:cNvCxnSpPr/>
          <p:nvPr/>
        </p:nvCxnSpPr>
        <p:spPr bwMode="auto">
          <a:xfrm flipV="1">
            <a:off x="6794389" y="2057400"/>
            <a:ext cx="0" cy="762000"/>
          </a:xfrm>
          <a:prstGeom prst="straightConnector1">
            <a:avLst/>
          </a:prstGeom>
          <a:ln>
            <a:solidFill>
              <a:srgbClr val="0070C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61DC1B-8929-45F9-BF7C-9F43C799EABF}"/>
              </a:ext>
            </a:extLst>
          </p:cNvPr>
          <p:cNvCxnSpPr>
            <a:stCxn id="21" idx="3"/>
            <a:endCxn id="5" idx="1"/>
          </p:cNvCxnSpPr>
          <p:nvPr/>
        </p:nvCxnSpPr>
        <p:spPr bwMode="auto">
          <a:xfrm flipV="1">
            <a:off x="7671947" y="3824614"/>
            <a:ext cx="644313" cy="1261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3863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56450038-21DA-460A-A7EC-2B255A40E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r>
              <a:rPr lang="en-US" altLang="en-US" dirty="0"/>
              <a:t>Example 7</a:t>
            </a:r>
          </a:p>
        </p:txBody>
      </p:sp>
      <p:sp>
        <p:nvSpPr>
          <p:cNvPr id="54274" name="Content Placeholder 2">
            <a:extLst>
              <a:ext uri="{FF2B5EF4-FFF2-40B4-BE49-F238E27FC236}">
                <a16:creationId xmlns:a16="http://schemas.microsoft.com/office/drawing/2014/main" id="{EBC175F2-7B02-4B65-AFD4-81C057DF6E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914400"/>
            <a:ext cx="7924800" cy="8382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en-US" altLang="en-US"/>
              <a:t>Use K-maps to find the minimum-cost SOP and POS </a:t>
            </a:r>
          </a:p>
          <a:p>
            <a:pPr marL="0" indent="0" algn="ctr">
              <a:buFontTx/>
              <a:buNone/>
            </a:pPr>
            <a:r>
              <a:rPr lang="en-US" altLang="en-US"/>
              <a:t>expression for the function</a:t>
            </a:r>
          </a:p>
          <a:p>
            <a:pPr marL="0" indent="0" algn="ctr">
              <a:buFontTx/>
              <a:buNone/>
            </a:pPr>
            <a:endParaRPr lang="en-US" altLang="en-US"/>
          </a:p>
          <a:p>
            <a:pPr marL="0" indent="0" algn="ctr">
              <a:buFontTx/>
              <a:buNone/>
            </a:pPr>
            <a:endParaRPr lang="en-US" altLang="en-US"/>
          </a:p>
        </p:txBody>
      </p:sp>
      <p:pic>
        <p:nvPicPr>
          <p:cNvPr id="54275" name="Picture 2" descr="Screen shot 2013-09-25 at 3.22.20 PM.png">
            <a:extLst>
              <a:ext uri="{FF2B5EF4-FFF2-40B4-BE49-F238E27FC236}">
                <a16:creationId xmlns:a16="http://schemas.microsoft.com/office/drawing/2014/main" id="{2F3DEB89-E04E-46F1-89A0-A59857CD1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09800"/>
            <a:ext cx="84582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545C0389-255D-4387-A1EA-494BAD4E6E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457200"/>
          </a:xfrm>
        </p:spPr>
        <p:txBody>
          <a:bodyPr/>
          <a:lstStyle/>
          <a:p>
            <a:r>
              <a:rPr lang="en-US" altLang="en-US" sz="3000" dirty="0"/>
              <a:t>Let’s map the expression to the K-Map</a:t>
            </a:r>
          </a:p>
        </p:txBody>
      </p:sp>
      <p:pic>
        <p:nvPicPr>
          <p:cNvPr id="55298" name="Picture 3" descr="F:\LogicBook\PowerPoint\chapter4\figure4.6.wmf">
            <a:extLst>
              <a:ext uri="{FF2B5EF4-FFF2-40B4-BE49-F238E27FC236}">
                <a16:creationId xmlns:a16="http://schemas.microsoft.com/office/drawing/2014/main" id="{A8C821F5-1A72-4CB9-8BF3-C286C8AB4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905000"/>
            <a:ext cx="4114800" cy="4055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299" name="Picture 2" descr="Screen shot 2013-09-25 at 3.25.19 PM.png">
            <a:extLst>
              <a:ext uri="{FF2B5EF4-FFF2-40B4-BE49-F238E27FC236}">
                <a16:creationId xmlns:a16="http://schemas.microsoft.com/office/drawing/2014/main" id="{C0DA9B63-522E-4826-BDE0-0439F9EC45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609600"/>
            <a:ext cx="7391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0" name="Picture 5" descr="Screen shot 2013-09-25 at 3.30.22 PM.png">
            <a:extLst>
              <a:ext uri="{FF2B5EF4-FFF2-40B4-BE49-F238E27FC236}">
                <a16:creationId xmlns:a16="http://schemas.microsoft.com/office/drawing/2014/main" id="{DF4F88C6-BFFF-44B0-A8F9-609C26EA6F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19200"/>
            <a:ext cx="24384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EF0BFC-6B1F-431F-9468-20ACF3D7D878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1981200"/>
          <a:ext cx="38100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CCE8040E-53CA-45FE-A36B-0BC315B8D9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1" y="1143001"/>
            <a:ext cx="609600" cy="838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E9FC3C-9C1B-4AAF-AA7F-4FF333E5F91D}"/>
                  </a:ext>
                </a:extLst>
              </p14:cNvPr>
              <p14:cNvContentPartPr/>
              <p14:nvPr/>
            </p14:nvContentPartPr>
            <p14:xfrm>
              <a:off x="2571840" y="0"/>
              <a:ext cx="6363000" cy="4977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E9FC3C-9C1B-4AAF-AA7F-4FF333E5F9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62480" y="-9360"/>
                <a:ext cx="6381720" cy="4996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75405302-6194-4805-8FD1-BB07E52155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533400"/>
          </a:xfrm>
        </p:spPr>
        <p:txBody>
          <a:bodyPr/>
          <a:lstStyle/>
          <a:p>
            <a:r>
              <a:rPr lang="en-US" altLang="en-US" sz="3000" dirty="0"/>
              <a:t>Let’s map the expression to the K-Map</a:t>
            </a:r>
          </a:p>
        </p:txBody>
      </p:sp>
      <p:pic>
        <p:nvPicPr>
          <p:cNvPr id="56322" name="Picture 3" descr="F:\LogicBook\PowerPoint\chapter4\figure4.6.wmf">
            <a:extLst>
              <a:ext uri="{FF2B5EF4-FFF2-40B4-BE49-F238E27FC236}">
                <a16:creationId xmlns:a16="http://schemas.microsoft.com/office/drawing/2014/main" id="{8F7C2F4D-EDD9-4898-B478-3A31F569A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600200"/>
            <a:ext cx="438785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3" name="Picture 5" descr="Screen shot 2013-09-25 at 3.30.22 PM.png">
            <a:extLst>
              <a:ext uri="{FF2B5EF4-FFF2-40B4-BE49-F238E27FC236}">
                <a16:creationId xmlns:a16="http://schemas.microsoft.com/office/drawing/2014/main" id="{8AD837E0-13E8-4309-95A8-B04D0EE68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95400"/>
            <a:ext cx="24384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TextBox 6">
            <a:extLst>
              <a:ext uri="{FF2B5EF4-FFF2-40B4-BE49-F238E27FC236}">
                <a16:creationId xmlns:a16="http://schemas.microsoft.com/office/drawing/2014/main" id="{AA75C904-5A9E-4665-92FE-2ED166181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75" y="2800350"/>
            <a:ext cx="508000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DE2C28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</a:t>
            </a:r>
          </a:p>
        </p:txBody>
      </p:sp>
      <p:sp>
        <p:nvSpPr>
          <p:cNvPr id="56325" name="TextBox 7">
            <a:extLst>
              <a:ext uri="{FF2B5EF4-FFF2-40B4-BE49-F238E27FC236}">
                <a16:creationId xmlns:a16="http://schemas.microsoft.com/office/drawing/2014/main" id="{EBF2621D-4EDA-46CA-9914-49FECAA80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2813" y="3419475"/>
            <a:ext cx="508000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DE2C28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</a:t>
            </a:r>
          </a:p>
        </p:txBody>
      </p:sp>
      <p:sp>
        <p:nvSpPr>
          <p:cNvPr id="56326" name="TextBox 8">
            <a:extLst>
              <a:ext uri="{FF2B5EF4-FFF2-40B4-BE49-F238E27FC236}">
                <a16:creationId xmlns:a16="http://schemas.microsoft.com/office/drawing/2014/main" id="{B531257B-0FA1-4580-8502-32A78CE63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7338" y="4705350"/>
            <a:ext cx="508000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DE2C28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</a:t>
            </a:r>
          </a:p>
        </p:txBody>
      </p:sp>
      <p:pic>
        <p:nvPicPr>
          <p:cNvPr id="56327" name="Picture 9" descr="Screen shot 2013-09-25 at 3.25.19 PM.png">
            <a:extLst>
              <a:ext uri="{FF2B5EF4-FFF2-40B4-BE49-F238E27FC236}">
                <a16:creationId xmlns:a16="http://schemas.microsoft.com/office/drawing/2014/main" id="{A8AF94C2-5455-4677-A014-4330408854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685800"/>
            <a:ext cx="7391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0441F245-C1D7-4EF6-AF8A-922F9F35B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457200"/>
          </a:xfrm>
        </p:spPr>
        <p:txBody>
          <a:bodyPr/>
          <a:lstStyle/>
          <a:p>
            <a:r>
              <a:rPr lang="en-US" altLang="en-US" sz="3000" dirty="0"/>
              <a:t>The SOP Expression</a:t>
            </a:r>
          </a:p>
        </p:txBody>
      </p:sp>
      <p:grpSp>
        <p:nvGrpSpPr>
          <p:cNvPr id="59394" name="Group 2">
            <a:extLst>
              <a:ext uri="{FF2B5EF4-FFF2-40B4-BE49-F238E27FC236}">
                <a16:creationId xmlns:a16="http://schemas.microsoft.com/office/drawing/2014/main" id="{442D78F5-5BD9-4762-A0EA-058096BA45B6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1295400"/>
            <a:ext cx="4387850" cy="4324350"/>
            <a:chOff x="2819400" y="2228850"/>
            <a:chExt cx="4387850" cy="4324350"/>
          </a:xfrm>
        </p:grpSpPr>
        <p:pic>
          <p:nvPicPr>
            <p:cNvPr id="59395" name="Picture 3" descr="F:\LogicBook\PowerPoint\chapter4\figure4.6.wmf">
              <a:extLst>
                <a:ext uri="{FF2B5EF4-FFF2-40B4-BE49-F238E27FC236}">
                  <a16:creationId xmlns:a16="http://schemas.microsoft.com/office/drawing/2014/main" id="{BF52302C-112D-47D5-8DF3-1BF650F8D2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2228850"/>
              <a:ext cx="4387850" cy="432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396" name="TextBox 5">
              <a:extLst>
                <a:ext uri="{FF2B5EF4-FFF2-40B4-BE49-F238E27FC236}">
                  <a16:creationId xmlns:a16="http://schemas.microsoft.com/office/drawing/2014/main" id="{5B1A78BB-696B-495F-BA82-05CCDC2DB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1474" y="3429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9397" name="TextBox 6">
              <a:extLst>
                <a:ext uri="{FF2B5EF4-FFF2-40B4-BE49-F238E27FC236}">
                  <a16:creationId xmlns:a16="http://schemas.microsoft.com/office/drawing/2014/main" id="{84DFD229-8EF7-4145-9ADD-1AE7DD4A4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9293" y="4048369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9398" name="TextBox 7">
              <a:extLst>
                <a:ext uri="{FF2B5EF4-FFF2-40B4-BE49-F238E27FC236}">
                  <a16:creationId xmlns:a16="http://schemas.microsoft.com/office/drawing/2014/main" id="{A03EBDF5-0DD7-485E-9D0E-53DEC3EAB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6475" y="3429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9399" name="TextBox 8">
              <a:extLst>
                <a:ext uri="{FF2B5EF4-FFF2-40B4-BE49-F238E27FC236}">
                  <a16:creationId xmlns:a16="http://schemas.microsoft.com/office/drawing/2014/main" id="{72E8E741-79E5-454A-8084-0185FC0FA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4294" y="404878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59400" name="TextBox 11">
              <a:extLst>
                <a:ext uri="{FF2B5EF4-FFF2-40B4-BE49-F238E27FC236}">
                  <a16:creationId xmlns:a16="http://schemas.microsoft.com/office/drawing/2014/main" id="{4378FDA8-8FAF-4368-9315-500A70A630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1243" y="471463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9401" name="TextBox 12">
              <a:extLst>
                <a:ext uri="{FF2B5EF4-FFF2-40B4-BE49-F238E27FC236}">
                  <a16:creationId xmlns:a16="http://schemas.microsoft.com/office/drawing/2014/main" id="{3FA8E95A-CAC8-4FC2-BE41-3348F0B37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062" y="5334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59402" name="TextBox 13">
              <a:extLst>
                <a:ext uri="{FF2B5EF4-FFF2-40B4-BE49-F238E27FC236}">
                  <a16:creationId xmlns:a16="http://schemas.microsoft.com/office/drawing/2014/main" id="{C345812B-671E-4E6A-8DCC-E0A77F862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6244" y="4715042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9403" name="TextBox 14">
              <a:extLst>
                <a:ext uri="{FF2B5EF4-FFF2-40B4-BE49-F238E27FC236}">
                  <a16:creationId xmlns:a16="http://schemas.microsoft.com/office/drawing/2014/main" id="{2E54EF4A-9E6A-45AB-98F8-22E13FD2B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4063" y="5334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59404" name="TextBox 15">
              <a:extLst>
                <a:ext uri="{FF2B5EF4-FFF2-40B4-BE49-F238E27FC236}">
                  <a16:creationId xmlns:a16="http://schemas.microsoft.com/office/drawing/2014/main" id="{4C198668-CB6F-4452-A60E-1CAA15CC4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8031" y="3429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59405" name="TextBox 16">
              <a:extLst>
                <a:ext uri="{FF2B5EF4-FFF2-40B4-BE49-F238E27FC236}">
                  <a16:creationId xmlns:a16="http://schemas.microsoft.com/office/drawing/2014/main" id="{957DE18B-55CC-44EA-A952-CE58CD144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5850" y="4048369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9406" name="TextBox 17">
              <a:extLst>
                <a:ext uri="{FF2B5EF4-FFF2-40B4-BE49-F238E27FC236}">
                  <a16:creationId xmlns:a16="http://schemas.microsoft.com/office/drawing/2014/main" id="{495F5C0A-E0F5-4ECB-A227-8F032AE45C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3032" y="3429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59407" name="TextBox 18">
              <a:extLst>
                <a:ext uri="{FF2B5EF4-FFF2-40B4-BE49-F238E27FC236}">
                  <a16:creationId xmlns:a16="http://schemas.microsoft.com/office/drawing/2014/main" id="{DCF80192-5C0D-4CC2-A3C7-E9EBA9002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0851" y="404878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59408" name="TextBox 19">
              <a:extLst>
                <a:ext uri="{FF2B5EF4-FFF2-40B4-BE49-F238E27FC236}">
                  <a16:creationId xmlns:a16="http://schemas.microsoft.com/office/drawing/2014/main" id="{BA6134E1-C44E-4FE4-91CF-A38E4E025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471463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9409" name="TextBox 20">
              <a:extLst>
                <a:ext uri="{FF2B5EF4-FFF2-40B4-BE49-F238E27FC236}">
                  <a16:creationId xmlns:a16="http://schemas.microsoft.com/office/drawing/2014/main" id="{23BC4814-D8CB-4D36-A9CC-3D64DD632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5619" y="5334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59410" name="TextBox 21">
              <a:extLst>
                <a:ext uri="{FF2B5EF4-FFF2-40B4-BE49-F238E27FC236}">
                  <a16:creationId xmlns:a16="http://schemas.microsoft.com/office/drawing/2014/main" id="{12359C2B-7A8A-4B30-8D9C-B55632F671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801" y="4715042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9411" name="TextBox 22">
              <a:extLst>
                <a:ext uri="{FF2B5EF4-FFF2-40B4-BE49-F238E27FC236}">
                  <a16:creationId xmlns:a16="http://schemas.microsoft.com/office/drawing/2014/main" id="{0283F042-C946-4715-8D72-3113BE2E8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0620" y="5334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</p:grpSp>
      <p:pic>
        <p:nvPicPr>
          <p:cNvPr id="21" name="Picture 2" descr="Screen shot 2013-09-25 at 3.25.19 PM.png">
            <a:extLst>
              <a:ext uri="{FF2B5EF4-FFF2-40B4-BE49-F238E27FC236}">
                <a16:creationId xmlns:a16="http://schemas.microsoft.com/office/drawing/2014/main" id="{2A82EBD6-DA37-4168-901F-BD9C1A8D1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609600"/>
            <a:ext cx="7391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5FC40DA-CF29-482C-A88C-EC13E84C4DBE}"/>
                  </a:ext>
                </a:extLst>
              </p14:cNvPr>
              <p14:cNvContentPartPr/>
              <p14:nvPr/>
            </p14:nvContentPartPr>
            <p14:xfrm>
              <a:off x="5159520" y="2471040"/>
              <a:ext cx="3222360" cy="3120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5FC40DA-CF29-482C-A88C-EC13E84C4D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50160" y="2461680"/>
                <a:ext cx="3241080" cy="313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12130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09DA3429-6D82-4028-9E86-F472271A55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533400"/>
          </a:xfrm>
        </p:spPr>
        <p:txBody>
          <a:bodyPr/>
          <a:lstStyle/>
          <a:p>
            <a:r>
              <a:rPr lang="en-US" altLang="en-US" sz="3000" dirty="0"/>
              <a:t>The SOP Expression</a:t>
            </a:r>
          </a:p>
        </p:txBody>
      </p:sp>
      <p:sp>
        <p:nvSpPr>
          <p:cNvPr id="58370" name="TextBox 125">
            <a:extLst>
              <a:ext uri="{FF2B5EF4-FFF2-40B4-BE49-F238E27FC236}">
                <a16:creationId xmlns:a16="http://schemas.microsoft.com/office/drawing/2014/main" id="{F2320433-3EE0-4796-869C-79E646B88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550025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2.68a from the textbook ]</a:t>
            </a:r>
          </a:p>
        </p:txBody>
      </p:sp>
      <p:pic>
        <p:nvPicPr>
          <p:cNvPr id="58371" name="Picture 2" descr="Screen shot 2013-09-25 at 1.03.04 PM.png">
            <a:extLst>
              <a:ext uri="{FF2B5EF4-FFF2-40B4-BE49-F238E27FC236}">
                <a16:creationId xmlns:a16="http://schemas.microsoft.com/office/drawing/2014/main" id="{77EF4238-C6DF-42FA-9B8B-0E40523F3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325" y="1143000"/>
            <a:ext cx="4359275" cy="385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2" name="Picture 5" descr="Screen shot 2013-09-25 at 3.25.19 PM.png">
            <a:extLst>
              <a:ext uri="{FF2B5EF4-FFF2-40B4-BE49-F238E27FC236}">
                <a16:creationId xmlns:a16="http://schemas.microsoft.com/office/drawing/2014/main" id="{F5D827E2-110C-4B44-B111-223EBF1651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25" y="609600"/>
            <a:ext cx="7391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3" name="Picture 6" descr="Screen shot 2013-09-25 at 3.36.16 PM.png">
            <a:extLst>
              <a:ext uri="{FF2B5EF4-FFF2-40B4-BE49-F238E27FC236}">
                <a16:creationId xmlns:a16="http://schemas.microsoft.com/office/drawing/2014/main" id="{D42869C3-AED3-4ED6-8927-970F9E38C1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5181600"/>
            <a:ext cx="5486400" cy="670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7B8A9A-EA8F-4B62-ACF2-EC52EC90939D}"/>
                  </a:ext>
                </a:extLst>
              </p14:cNvPr>
              <p14:cNvContentPartPr/>
              <p14:nvPr/>
            </p14:nvContentPartPr>
            <p14:xfrm>
              <a:off x="5691960" y="4961880"/>
              <a:ext cx="2587320" cy="990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7B8A9A-EA8F-4B62-ACF2-EC52EC9093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82600" y="4952520"/>
                <a:ext cx="2606040" cy="1008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0441F245-C1D7-4EF6-AF8A-922F9F35B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381000"/>
          </a:xfrm>
        </p:spPr>
        <p:txBody>
          <a:bodyPr/>
          <a:lstStyle/>
          <a:p>
            <a:r>
              <a:rPr lang="en-US" altLang="en-US" sz="3000" dirty="0"/>
              <a:t>What about the POS Expression?</a:t>
            </a:r>
          </a:p>
        </p:txBody>
      </p:sp>
      <p:grpSp>
        <p:nvGrpSpPr>
          <p:cNvPr id="59394" name="Group 2">
            <a:extLst>
              <a:ext uri="{FF2B5EF4-FFF2-40B4-BE49-F238E27FC236}">
                <a16:creationId xmlns:a16="http://schemas.microsoft.com/office/drawing/2014/main" id="{442D78F5-5BD9-4762-A0EA-058096BA45B6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533400"/>
            <a:ext cx="4387850" cy="4324350"/>
            <a:chOff x="2819400" y="2228850"/>
            <a:chExt cx="4387850" cy="4324350"/>
          </a:xfrm>
        </p:grpSpPr>
        <p:pic>
          <p:nvPicPr>
            <p:cNvPr id="59395" name="Picture 3" descr="F:\LogicBook\PowerPoint\chapter4\figure4.6.wmf">
              <a:extLst>
                <a:ext uri="{FF2B5EF4-FFF2-40B4-BE49-F238E27FC236}">
                  <a16:creationId xmlns:a16="http://schemas.microsoft.com/office/drawing/2014/main" id="{BF52302C-112D-47D5-8DF3-1BF650F8D2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2228850"/>
              <a:ext cx="4387850" cy="432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396" name="TextBox 5">
              <a:extLst>
                <a:ext uri="{FF2B5EF4-FFF2-40B4-BE49-F238E27FC236}">
                  <a16:creationId xmlns:a16="http://schemas.microsoft.com/office/drawing/2014/main" id="{5B1A78BB-696B-495F-BA82-05CCDC2DB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1474" y="3429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9397" name="TextBox 6">
              <a:extLst>
                <a:ext uri="{FF2B5EF4-FFF2-40B4-BE49-F238E27FC236}">
                  <a16:creationId xmlns:a16="http://schemas.microsoft.com/office/drawing/2014/main" id="{84DFD229-8EF7-4145-9ADD-1AE7DD4A4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9293" y="4048369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9398" name="TextBox 7">
              <a:extLst>
                <a:ext uri="{FF2B5EF4-FFF2-40B4-BE49-F238E27FC236}">
                  <a16:creationId xmlns:a16="http://schemas.microsoft.com/office/drawing/2014/main" id="{A03EBDF5-0DD7-485E-9D0E-53DEC3EAB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6475" y="3429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9399" name="TextBox 8">
              <a:extLst>
                <a:ext uri="{FF2B5EF4-FFF2-40B4-BE49-F238E27FC236}">
                  <a16:creationId xmlns:a16="http://schemas.microsoft.com/office/drawing/2014/main" id="{72E8E741-79E5-454A-8084-0185FC0FA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4294" y="404878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59400" name="TextBox 11">
              <a:extLst>
                <a:ext uri="{FF2B5EF4-FFF2-40B4-BE49-F238E27FC236}">
                  <a16:creationId xmlns:a16="http://schemas.microsoft.com/office/drawing/2014/main" id="{4378FDA8-8FAF-4368-9315-500A70A630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1243" y="471463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9401" name="TextBox 12">
              <a:extLst>
                <a:ext uri="{FF2B5EF4-FFF2-40B4-BE49-F238E27FC236}">
                  <a16:creationId xmlns:a16="http://schemas.microsoft.com/office/drawing/2014/main" id="{3FA8E95A-CAC8-4FC2-BE41-3348F0B37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062" y="5334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59402" name="TextBox 13">
              <a:extLst>
                <a:ext uri="{FF2B5EF4-FFF2-40B4-BE49-F238E27FC236}">
                  <a16:creationId xmlns:a16="http://schemas.microsoft.com/office/drawing/2014/main" id="{C345812B-671E-4E6A-8DCC-E0A77F862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6244" y="4715042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9403" name="TextBox 14">
              <a:extLst>
                <a:ext uri="{FF2B5EF4-FFF2-40B4-BE49-F238E27FC236}">
                  <a16:creationId xmlns:a16="http://schemas.microsoft.com/office/drawing/2014/main" id="{2E54EF4A-9E6A-45AB-98F8-22E13FD2B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4063" y="5334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59404" name="TextBox 15">
              <a:extLst>
                <a:ext uri="{FF2B5EF4-FFF2-40B4-BE49-F238E27FC236}">
                  <a16:creationId xmlns:a16="http://schemas.microsoft.com/office/drawing/2014/main" id="{4C198668-CB6F-4452-A60E-1CAA15CC4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8031" y="3429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59405" name="TextBox 16">
              <a:extLst>
                <a:ext uri="{FF2B5EF4-FFF2-40B4-BE49-F238E27FC236}">
                  <a16:creationId xmlns:a16="http://schemas.microsoft.com/office/drawing/2014/main" id="{957DE18B-55CC-44EA-A952-CE58CD144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5850" y="4048369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9406" name="TextBox 17">
              <a:extLst>
                <a:ext uri="{FF2B5EF4-FFF2-40B4-BE49-F238E27FC236}">
                  <a16:creationId xmlns:a16="http://schemas.microsoft.com/office/drawing/2014/main" id="{495F5C0A-E0F5-4ECB-A227-8F032AE45C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3032" y="3429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59407" name="TextBox 18">
              <a:extLst>
                <a:ext uri="{FF2B5EF4-FFF2-40B4-BE49-F238E27FC236}">
                  <a16:creationId xmlns:a16="http://schemas.microsoft.com/office/drawing/2014/main" id="{DCF80192-5C0D-4CC2-A3C7-E9EBA9002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0851" y="404878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59408" name="TextBox 19">
              <a:extLst>
                <a:ext uri="{FF2B5EF4-FFF2-40B4-BE49-F238E27FC236}">
                  <a16:creationId xmlns:a16="http://schemas.microsoft.com/office/drawing/2014/main" id="{BA6134E1-C44E-4FE4-91CF-A38E4E025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471463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9409" name="TextBox 20">
              <a:extLst>
                <a:ext uri="{FF2B5EF4-FFF2-40B4-BE49-F238E27FC236}">
                  <a16:creationId xmlns:a16="http://schemas.microsoft.com/office/drawing/2014/main" id="{23BC4814-D8CB-4D36-A9CC-3D64DD632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5619" y="5334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59410" name="TextBox 21">
              <a:extLst>
                <a:ext uri="{FF2B5EF4-FFF2-40B4-BE49-F238E27FC236}">
                  <a16:creationId xmlns:a16="http://schemas.microsoft.com/office/drawing/2014/main" id="{12359C2B-7A8A-4B30-8D9C-B55632F671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801" y="4715042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59411" name="TextBox 22">
              <a:extLst>
                <a:ext uri="{FF2B5EF4-FFF2-40B4-BE49-F238E27FC236}">
                  <a16:creationId xmlns:a16="http://schemas.microsoft.com/office/drawing/2014/main" id="{0283F042-C946-4715-8D72-3113BE2E8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0620" y="5334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>
            <a:extLst>
              <a:ext uri="{FF2B5EF4-FFF2-40B4-BE49-F238E27FC236}">
                <a16:creationId xmlns:a16="http://schemas.microsoft.com/office/drawing/2014/main" id="{8622E20A-9567-4E57-99C0-CE908436D2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5887"/>
            <a:ext cx="9144000" cy="493713"/>
          </a:xfrm>
        </p:spPr>
        <p:txBody>
          <a:bodyPr/>
          <a:lstStyle/>
          <a:p>
            <a:r>
              <a:rPr lang="en-US" altLang="en-US" sz="3000"/>
              <a:t>The POS Expression</a:t>
            </a:r>
          </a:p>
        </p:txBody>
      </p:sp>
      <p:sp>
        <p:nvSpPr>
          <p:cNvPr id="60418" name="TextBox 125">
            <a:extLst>
              <a:ext uri="{FF2B5EF4-FFF2-40B4-BE49-F238E27FC236}">
                <a16:creationId xmlns:a16="http://schemas.microsoft.com/office/drawing/2014/main" id="{344E7825-F01D-4D31-9472-3918EB18C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550025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2.68b from the textbook ]</a:t>
            </a:r>
          </a:p>
        </p:txBody>
      </p:sp>
      <p:pic>
        <p:nvPicPr>
          <p:cNvPr id="60419" name="Picture 3" descr="Screen shot 2013-09-25 at 1.03.16 PM.png">
            <a:extLst>
              <a:ext uri="{FF2B5EF4-FFF2-40B4-BE49-F238E27FC236}">
                <a16:creationId xmlns:a16="http://schemas.microsoft.com/office/drawing/2014/main" id="{0160FA09-DBEF-46C6-B86A-4AACDFFCC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685800"/>
            <a:ext cx="6346825" cy="3842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0" name="Picture 5" descr="Screen shot 2013-09-25 at 3.36.22 PM.png">
            <a:extLst>
              <a:ext uri="{FF2B5EF4-FFF2-40B4-BE49-F238E27FC236}">
                <a16:creationId xmlns:a16="http://schemas.microsoft.com/office/drawing/2014/main" id="{B2F00394-910B-48D7-B279-E742D309A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640584"/>
            <a:ext cx="8001000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E3F880F0-2AAD-45E7-A000-3DCAD3FCC5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/>
          <a:lstStyle/>
          <a:p>
            <a:r>
              <a:rPr lang="en-US" altLang="en-US" dirty="0"/>
              <a:t>Example 8</a:t>
            </a:r>
          </a:p>
        </p:txBody>
      </p:sp>
      <p:sp>
        <p:nvSpPr>
          <p:cNvPr id="66562" name="Content Placeholder 2">
            <a:extLst>
              <a:ext uri="{FF2B5EF4-FFF2-40B4-BE49-F238E27FC236}">
                <a16:creationId xmlns:a16="http://schemas.microsoft.com/office/drawing/2014/main" id="{773BEA6B-C68A-4FE9-B048-2CA81DB198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981200"/>
            <a:ext cx="7924800" cy="8382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en-US" altLang="en-US" dirty="0"/>
              <a:t>Write the Verilog code for the following circuit …</a:t>
            </a:r>
          </a:p>
          <a:p>
            <a:pPr marL="0" indent="0" algn="ctr">
              <a:buFontTx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11DB7826-6FE4-40B9-BCB8-C171010442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r>
              <a:rPr lang="en-US" altLang="en-US" sz="3000" dirty="0"/>
              <a:t>Logic Circuit</a:t>
            </a:r>
          </a:p>
        </p:txBody>
      </p:sp>
      <p:sp>
        <p:nvSpPr>
          <p:cNvPr id="67586" name="TextBox 125">
            <a:extLst>
              <a:ext uri="{FF2B5EF4-FFF2-40B4-BE49-F238E27FC236}">
                <a16:creationId xmlns:a16="http://schemas.microsoft.com/office/drawing/2014/main" id="{C830FEBC-5798-4F25-969F-F060E0002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84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2.70 from the textbook ]</a:t>
            </a:r>
          </a:p>
        </p:txBody>
      </p:sp>
      <p:pic>
        <p:nvPicPr>
          <p:cNvPr id="67587" name="Picture 2">
            <a:extLst>
              <a:ext uri="{FF2B5EF4-FFF2-40B4-BE49-F238E27FC236}">
                <a16:creationId xmlns:a16="http://schemas.microsoft.com/office/drawing/2014/main" id="{08C7EAD0-9715-43DF-B618-713595901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1219200"/>
            <a:ext cx="4833937" cy="259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11DB7826-6FE4-40B9-BCB8-C171010442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r>
              <a:rPr lang="en-US" altLang="en-US" sz="3000" dirty="0"/>
              <a:t>Logic Circuit</a:t>
            </a:r>
          </a:p>
        </p:txBody>
      </p:sp>
      <p:sp>
        <p:nvSpPr>
          <p:cNvPr id="67586" name="TextBox 125">
            <a:extLst>
              <a:ext uri="{FF2B5EF4-FFF2-40B4-BE49-F238E27FC236}">
                <a16:creationId xmlns:a16="http://schemas.microsoft.com/office/drawing/2014/main" id="{C830FEBC-5798-4F25-969F-F060E0002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84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2.70 from the textbook ]</a:t>
            </a:r>
          </a:p>
        </p:txBody>
      </p:sp>
      <p:pic>
        <p:nvPicPr>
          <p:cNvPr id="67587" name="Picture 2">
            <a:extLst>
              <a:ext uri="{FF2B5EF4-FFF2-40B4-BE49-F238E27FC236}">
                <a16:creationId xmlns:a16="http://schemas.microsoft.com/office/drawing/2014/main" id="{08C7EAD0-9715-43DF-B618-713595901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685800"/>
            <a:ext cx="4833937" cy="259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2">
            <a:extLst>
              <a:ext uri="{FF2B5EF4-FFF2-40B4-BE49-F238E27FC236}">
                <a16:creationId xmlns:a16="http://schemas.microsoft.com/office/drawing/2014/main" id="{AE731E93-1DB2-4F73-8795-95E8971EAEDF}"/>
              </a:ext>
            </a:extLst>
          </p:cNvPr>
          <p:cNvGrpSpPr>
            <a:grpSpLocks/>
          </p:cNvGrpSpPr>
          <p:nvPr/>
        </p:nvGrpSpPr>
        <p:grpSpPr bwMode="auto">
          <a:xfrm>
            <a:off x="2999572" y="3536950"/>
            <a:ext cx="6103938" cy="1997075"/>
            <a:chOff x="346075" y="4143375"/>
            <a:chExt cx="6103938" cy="1997075"/>
          </a:xfrm>
        </p:grpSpPr>
        <p:sp>
          <p:nvSpPr>
            <p:cNvPr id="6" name="Line 245">
              <a:extLst>
                <a:ext uri="{FF2B5EF4-FFF2-40B4-BE49-F238E27FC236}">
                  <a16:creationId xmlns:a16="http://schemas.microsoft.com/office/drawing/2014/main" id="{DBCFF696-FE86-4A9C-868F-1F1B5F6C625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50888" y="4514850"/>
              <a:ext cx="0" cy="27781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" name="Line 246">
              <a:extLst>
                <a:ext uri="{FF2B5EF4-FFF2-40B4-BE49-F238E27FC236}">
                  <a16:creationId xmlns:a16="http://schemas.microsoft.com/office/drawing/2014/main" id="{3B7BF6B9-CDE8-40FD-88DE-1FDEEAE33B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750888" y="4976813"/>
              <a:ext cx="0" cy="32226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" name="Freeform 247">
              <a:extLst>
                <a:ext uri="{FF2B5EF4-FFF2-40B4-BE49-F238E27FC236}">
                  <a16:creationId xmlns:a16="http://schemas.microsoft.com/office/drawing/2014/main" id="{293629A2-C218-4CF7-B7E5-099F413B412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19125" y="4773613"/>
              <a:ext cx="258763" cy="260350"/>
            </a:xfrm>
            <a:custGeom>
              <a:avLst/>
              <a:gdLst>
                <a:gd name="T0" fmla="*/ 2147483646 w 336"/>
                <a:gd name="T1" fmla="*/ 0 h 337"/>
                <a:gd name="T2" fmla="*/ 2147483646 w 336"/>
                <a:gd name="T3" fmla="*/ 2147483646 h 337"/>
                <a:gd name="T4" fmla="*/ 0 w 336"/>
                <a:gd name="T5" fmla="*/ 2147483646 h 337"/>
                <a:gd name="T6" fmla="*/ 2147483646 w 336"/>
                <a:gd name="T7" fmla="*/ 0 h 3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6" h="337">
                  <a:moveTo>
                    <a:pt x="168" y="0"/>
                  </a:moveTo>
                  <a:lnTo>
                    <a:pt x="336" y="337"/>
                  </a:lnTo>
                  <a:lnTo>
                    <a:pt x="0" y="337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" name="Freeform 248">
              <a:extLst>
                <a:ext uri="{FF2B5EF4-FFF2-40B4-BE49-F238E27FC236}">
                  <a16:creationId xmlns:a16="http://schemas.microsoft.com/office/drawing/2014/main" id="{3AF079B5-1C94-4B65-B588-216C4A2F651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06438" y="4679950"/>
              <a:ext cx="85725" cy="85725"/>
            </a:xfrm>
            <a:custGeom>
              <a:avLst/>
              <a:gdLst>
                <a:gd name="T0" fmla="*/ 0 w 109"/>
                <a:gd name="T1" fmla="*/ 2147483646 h 110"/>
                <a:gd name="T2" fmla="*/ 2147483646 w 109"/>
                <a:gd name="T3" fmla="*/ 2147483646 h 110"/>
                <a:gd name="T4" fmla="*/ 2147483646 w 109"/>
                <a:gd name="T5" fmla="*/ 2147483646 h 110"/>
                <a:gd name="T6" fmla="*/ 2147483646 w 109"/>
                <a:gd name="T7" fmla="*/ 2147483646 h 110"/>
                <a:gd name="T8" fmla="*/ 2147483646 w 109"/>
                <a:gd name="T9" fmla="*/ 2147483646 h 110"/>
                <a:gd name="T10" fmla="*/ 2147483646 w 109"/>
                <a:gd name="T11" fmla="*/ 2147483646 h 110"/>
                <a:gd name="T12" fmla="*/ 2147483646 w 109"/>
                <a:gd name="T13" fmla="*/ 2147483646 h 110"/>
                <a:gd name="T14" fmla="*/ 2147483646 w 109"/>
                <a:gd name="T15" fmla="*/ 2147483646 h 110"/>
                <a:gd name="T16" fmla="*/ 2147483646 w 109"/>
                <a:gd name="T17" fmla="*/ 2147483646 h 110"/>
                <a:gd name="T18" fmla="*/ 2147483646 w 109"/>
                <a:gd name="T19" fmla="*/ 2147483646 h 110"/>
                <a:gd name="T20" fmla="*/ 2147483646 w 109"/>
                <a:gd name="T21" fmla="*/ 2147483646 h 110"/>
                <a:gd name="T22" fmla="*/ 2147483646 w 109"/>
                <a:gd name="T23" fmla="*/ 2147483646 h 110"/>
                <a:gd name="T24" fmla="*/ 2147483646 w 109"/>
                <a:gd name="T25" fmla="*/ 2147483646 h 110"/>
                <a:gd name="T26" fmla="*/ 2147483646 w 109"/>
                <a:gd name="T27" fmla="*/ 2147483646 h 110"/>
                <a:gd name="T28" fmla="*/ 2147483646 w 109"/>
                <a:gd name="T29" fmla="*/ 2147483646 h 110"/>
                <a:gd name="T30" fmla="*/ 2147483646 w 109"/>
                <a:gd name="T31" fmla="*/ 2147483646 h 110"/>
                <a:gd name="T32" fmla="*/ 2147483646 w 109"/>
                <a:gd name="T33" fmla="*/ 2147483646 h 110"/>
                <a:gd name="T34" fmla="*/ 2147483646 w 109"/>
                <a:gd name="T35" fmla="*/ 2147483646 h 110"/>
                <a:gd name="T36" fmla="*/ 2147483646 w 109"/>
                <a:gd name="T37" fmla="*/ 2147483646 h 110"/>
                <a:gd name="T38" fmla="*/ 2147483646 w 109"/>
                <a:gd name="T39" fmla="*/ 2147483646 h 110"/>
                <a:gd name="T40" fmla="*/ 2147483646 w 109"/>
                <a:gd name="T41" fmla="*/ 2147483646 h 110"/>
                <a:gd name="T42" fmla="*/ 2147483646 w 109"/>
                <a:gd name="T43" fmla="*/ 2147483646 h 110"/>
                <a:gd name="T44" fmla="*/ 2147483646 w 109"/>
                <a:gd name="T45" fmla="*/ 2147483646 h 110"/>
                <a:gd name="T46" fmla="*/ 2147483646 w 109"/>
                <a:gd name="T47" fmla="*/ 2147483646 h 110"/>
                <a:gd name="T48" fmla="*/ 2147483646 w 109"/>
                <a:gd name="T49" fmla="*/ 2147483646 h 110"/>
                <a:gd name="T50" fmla="*/ 2147483646 w 109"/>
                <a:gd name="T51" fmla="*/ 2147483646 h 110"/>
                <a:gd name="T52" fmla="*/ 2147483646 w 109"/>
                <a:gd name="T53" fmla="*/ 2147483646 h 110"/>
                <a:gd name="T54" fmla="*/ 2147483646 w 109"/>
                <a:gd name="T55" fmla="*/ 2147483646 h 110"/>
                <a:gd name="T56" fmla="*/ 2147483646 w 109"/>
                <a:gd name="T57" fmla="*/ 2147483646 h 110"/>
                <a:gd name="T58" fmla="*/ 2147483646 w 109"/>
                <a:gd name="T59" fmla="*/ 2147483646 h 110"/>
                <a:gd name="T60" fmla="*/ 2147483646 w 109"/>
                <a:gd name="T61" fmla="*/ 2147483646 h 110"/>
                <a:gd name="T62" fmla="*/ 2147483646 w 109"/>
                <a:gd name="T63" fmla="*/ 2147483646 h 110"/>
                <a:gd name="T64" fmla="*/ 2147483646 w 109"/>
                <a:gd name="T65" fmla="*/ 0 h 110"/>
                <a:gd name="T66" fmla="*/ 2147483646 w 109"/>
                <a:gd name="T67" fmla="*/ 0 h 110"/>
                <a:gd name="T68" fmla="*/ 2147483646 w 109"/>
                <a:gd name="T69" fmla="*/ 2147483646 h 110"/>
                <a:gd name="T70" fmla="*/ 2147483646 w 109"/>
                <a:gd name="T71" fmla="*/ 2147483646 h 110"/>
                <a:gd name="T72" fmla="*/ 2147483646 w 109"/>
                <a:gd name="T73" fmla="*/ 2147483646 h 110"/>
                <a:gd name="T74" fmla="*/ 2147483646 w 109"/>
                <a:gd name="T75" fmla="*/ 2147483646 h 110"/>
                <a:gd name="T76" fmla="*/ 2147483646 w 109"/>
                <a:gd name="T77" fmla="*/ 2147483646 h 110"/>
                <a:gd name="T78" fmla="*/ 2147483646 w 109"/>
                <a:gd name="T79" fmla="*/ 2147483646 h 110"/>
                <a:gd name="T80" fmla="*/ 2147483646 w 109"/>
                <a:gd name="T81" fmla="*/ 2147483646 h 110"/>
                <a:gd name="T82" fmla="*/ 2147483646 w 109"/>
                <a:gd name="T83" fmla="*/ 2147483646 h 110"/>
                <a:gd name="T84" fmla="*/ 0 w 109"/>
                <a:gd name="T85" fmla="*/ 2147483646 h 110"/>
                <a:gd name="T86" fmla="*/ 0 w 109"/>
                <a:gd name="T87" fmla="*/ 2147483646 h 11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09" h="110">
                  <a:moveTo>
                    <a:pt x="0" y="55"/>
                  </a:moveTo>
                  <a:lnTo>
                    <a:pt x="0" y="57"/>
                  </a:lnTo>
                  <a:lnTo>
                    <a:pt x="0" y="61"/>
                  </a:lnTo>
                  <a:lnTo>
                    <a:pt x="0" y="63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72"/>
                  </a:lnTo>
                  <a:lnTo>
                    <a:pt x="2" y="74"/>
                  </a:lnTo>
                  <a:lnTo>
                    <a:pt x="3" y="77"/>
                  </a:lnTo>
                  <a:lnTo>
                    <a:pt x="4" y="79"/>
                  </a:lnTo>
                  <a:lnTo>
                    <a:pt x="6" y="81"/>
                  </a:lnTo>
                  <a:lnTo>
                    <a:pt x="7" y="84"/>
                  </a:lnTo>
                  <a:lnTo>
                    <a:pt x="8" y="86"/>
                  </a:lnTo>
                  <a:lnTo>
                    <a:pt x="10" y="87"/>
                  </a:lnTo>
                  <a:lnTo>
                    <a:pt x="12" y="90"/>
                  </a:lnTo>
                  <a:lnTo>
                    <a:pt x="13" y="92"/>
                  </a:lnTo>
                  <a:lnTo>
                    <a:pt x="15" y="93"/>
                  </a:lnTo>
                  <a:lnTo>
                    <a:pt x="16" y="96"/>
                  </a:lnTo>
                  <a:lnTo>
                    <a:pt x="19" y="97"/>
                  </a:lnTo>
                  <a:lnTo>
                    <a:pt x="21" y="99"/>
                  </a:lnTo>
                  <a:lnTo>
                    <a:pt x="24" y="101"/>
                  </a:lnTo>
                  <a:lnTo>
                    <a:pt x="25" y="102"/>
                  </a:lnTo>
                  <a:lnTo>
                    <a:pt x="27" y="103"/>
                  </a:lnTo>
                  <a:lnTo>
                    <a:pt x="30" y="104"/>
                  </a:lnTo>
                  <a:lnTo>
                    <a:pt x="32" y="105"/>
                  </a:lnTo>
                  <a:lnTo>
                    <a:pt x="34" y="107"/>
                  </a:lnTo>
                  <a:lnTo>
                    <a:pt x="38" y="108"/>
                  </a:lnTo>
                  <a:lnTo>
                    <a:pt x="40" y="108"/>
                  </a:lnTo>
                  <a:lnTo>
                    <a:pt x="43" y="109"/>
                  </a:lnTo>
                  <a:lnTo>
                    <a:pt x="45" y="109"/>
                  </a:lnTo>
                  <a:lnTo>
                    <a:pt x="48" y="110"/>
                  </a:lnTo>
                  <a:lnTo>
                    <a:pt x="51" y="110"/>
                  </a:lnTo>
                  <a:lnTo>
                    <a:pt x="54" y="110"/>
                  </a:lnTo>
                  <a:lnTo>
                    <a:pt x="57" y="110"/>
                  </a:lnTo>
                  <a:lnTo>
                    <a:pt x="60" y="110"/>
                  </a:lnTo>
                  <a:lnTo>
                    <a:pt x="62" y="109"/>
                  </a:lnTo>
                  <a:lnTo>
                    <a:pt x="64" y="109"/>
                  </a:lnTo>
                  <a:lnTo>
                    <a:pt x="68" y="108"/>
                  </a:lnTo>
                  <a:lnTo>
                    <a:pt x="70" y="108"/>
                  </a:lnTo>
                  <a:lnTo>
                    <a:pt x="73" y="107"/>
                  </a:lnTo>
                  <a:lnTo>
                    <a:pt x="75" y="105"/>
                  </a:lnTo>
                  <a:lnTo>
                    <a:pt x="78" y="104"/>
                  </a:lnTo>
                  <a:lnTo>
                    <a:pt x="80" y="103"/>
                  </a:lnTo>
                  <a:lnTo>
                    <a:pt x="82" y="102"/>
                  </a:lnTo>
                  <a:lnTo>
                    <a:pt x="85" y="101"/>
                  </a:lnTo>
                  <a:lnTo>
                    <a:pt x="86" y="99"/>
                  </a:lnTo>
                  <a:lnTo>
                    <a:pt x="88" y="97"/>
                  </a:lnTo>
                  <a:lnTo>
                    <a:pt x="91" y="96"/>
                  </a:lnTo>
                  <a:lnTo>
                    <a:pt x="92" y="93"/>
                  </a:lnTo>
                  <a:lnTo>
                    <a:pt x="94" y="92"/>
                  </a:lnTo>
                  <a:lnTo>
                    <a:pt x="96" y="90"/>
                  </a:lnTo>
                  <a:lnTo>
                    <a:pt x="98" y="87"/>
                  </a:lnTo>
                  <a:lnTo>
                    <a:pt x="99" y="86"/>
                  </a:lnTo>
                  <a:lnTo>
                    <a:pt x="100" y="84"/>
                  </a:lnTo>
                  <a:lnTo>
                    <a:pt x="102" y="81"/>
                  </a:lnTo>
                  <a:lnTo>
                    <a:pt x="103" y="79"/>
                  </a:lnTo>
                  <a:lnTo>
                    <a:pt x="104" y="77"/>
                  </a:lnTo>
                  <a:lnTo>
                    <a:pt x="105" y="74"/>
                  </a:lnTo>
                  <a:lnTo>
                    <a:pt x="106" y="72"/>
                  </a:lnTo>
                  <a:lnTo>
                    <a:pt x="106" y="68"/>
                  </a:lnTo>
                  <a:lnTo>
                    <a:pt x="108" y="66"/>
                  </a:lnTo>
                  <a:lnTo>
                    <a:pt x="108" y="63"/>
                  </a:lnTo>
                  <a:lnTo>
                    <a:pt x="109" y="61"/>
                  </a:lnTo>
                  <a:lnTo>
                    <a:pt x="109" y="57"/>
                  </a:lnTo>
                  <a:lnTo>
                    <a:pt x="109" y="55"/>
                  </a:lnTo>
                  <a:lnTo>
                    <a:pt x="109" y="53"/>
                  </a:lnTo>
                  <a:lnTo>
                    <a:pt x="109" y="49"/>
                  </a:lnTo>
                  <a:lnTo>
                    <a:pt x="108" y="47"/>
                  </a:lnTo>
                  <a:lnTo>
                    <a:pt x="108" y="44"/>
                  </a:lnTo>
                  <a:lnTo>
                    <a:pt x="106" y="42"/>
                  </a:lnTo>
                  <a:lnTo>
                    <a:pt x="106" y="38"/>
                  </a:lnTo>
                  <a:lnTo>
                    <a:pt x="105" y="36"/>
                  </a:lnTo>
                  <a:lnTo>
                    <a:pt x="104" y="33"/>
                  </a:lnTo>
                  <a:lnTo>
                    <a:pt x="103" y="31"/>
                  </a:lnTo>
                  <a:lnTo>
                    <a:pt x="102" y="29"/>
                  </a:lnTo>
                  <a:lnTo>
                    <a:pt x="100" y="26"/>
                  </a:lnTo>
                  <a:lnTo>
                    <a:pt x="99" y="24"/>
                  </a:lnTo>
                  <a:lnTo>
                    <a:pt x="98" y="23"/>
                  </a:lnTo>
                  <a:lnTo>
                    <a:pt x="96" y="20"/>
                  </a:lnTo>
                  <a:lnTo>
                    <a:pt x="94" y="18"/>
                  </a:lnTo>
                  <a:lnTo>
                    <a:pt x="92" y="17"/>
                  </a:lnTo>
                  <a:lnTo>
                    <a:pt x="91" y="14"/>
                  </a:lnTo>
                  <a:lnTo>
                    <a:pt x="88" y="13"/>
                  </a:lnTo>
                  <a:lnTo>
                    <a:pt x="86" y="11"/>
                  </a:lnTo>
                  <a:lnTo>
                    <a:pt x="85" y="9"/>
                  </a:lnTo>
                  <a:lnTo>
                    <a:pt x="82" y="8"/>
                  </a:lnTo>
                  <a:lnTo>
                    <a:pt x="80" y="7"/>
                  </a:lnTo>
                  <a:lnTo>
                    <a:pt x="78" y="6"/>
                  </a:lnTo>
                  <a:lnTo>
                    <a:pt x="75" y="5"/>
                  </a:lnTo>
                  <a:lnTo>
                    <a:pt x="73" y="3"/>
                  </a:lnTo>
                  <a:lnTo>
                    <a:pt x="70" y="2"/>
                  </a:lnTo>
                  <a:lnTo>
                    <a:pt x="68" y="2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4" y="0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5" y="1"/>
                  </a:lnTo>
                  <a:lnTo>
                    <a:pt x="43" y="1"/>
                  </a:lnTo>
                  <a:lnTo>
                    <a:pt x="40" y="2"/>
                  </a:lnTo>
                  <a:lnTo>
                    <a:pt x="38" y="2"/>
                  </a:lnTo>
                  <a:lnTo>
                    <a:pt x="34" y="3"/>
                  </a:lnTo>
                  <a:lnTo>
                    <a:pt x="32" y="5"/>
                  </a:lnTo>
                  <a:lnTo>
                    <a:pt x="30" y="6"/>
                  </a:lnTo>
                  <a:lnTo>
                    <a:pt x="27" y="7"/>
                  </a:lnTo>
                  <a:lnTo>
                    <a:pt x="25" y="8"/>
                  </a:lnTo>
                  <a:lnTo>
                    <a:pt x="24" y="9"/>
                  </a:lnTo>
                  <a:lnTo>
                    <a:pt x="21" y="11"/>
                  </a:lnTo>
                  <a:lnTo>
                    <a:pt x="19" y="13"/>
                  </a:lnTo>
                  <a:lnTo>
                    <a:pt x="16" y="14"/>
                  </a:lnTo>
                  <a:lnTo>
                    <a:pt x="15" y="17"/>
                  </a:lnTo>
                  <a:lnTo>
                    <a:pt x="13" y="18"/>
                  </a:lnTo>
                  <a:lnTo>
                    <a:pt x="12" y="20"/>
                  </a:lnTo>
                  <a:lnTo>
                    <a:pt x="10" y="23"/>
                  </a:lnTo>
                  <a:lnTo>
                    <a:pt x="8" y="24"/>
                  </a:lnTo>
                  <a:lnTo>
                    <a:pt x="7" y="26"/>
                  </a:lnTo>
                  <a:lnTo>
                    <a:pt x="6" y="29"/>
                  </a:lnTo>
                  <a:lnTo>
                    <a:pt x="4" y="31"/>
                  </a:lnTo>
                  <a:lnTo>
                    <a:pt x="3" y="33"/>
                  </a:lnTo>
                  <a:lnTo>
                    <a:pt x="2" y="36"/>
                  </a:lnTo>
                  <a:lnTo>
                    <a:pt x="2" y="38"/>
                  </a:lnTo>
                  <a:lnTo>
                    <a:pt x="1" y="42"/>
                  </a:lnTo>
                  <a:lnTo>
                    <a:pt x="0" y="44"/>
                  </a:lnTo>
                  <a:lnTo>
                    <a:pt x="0" y="47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0" y="55"/>
                  </a:lnTo>
                </a:path>
              </a:pathLst>
            </a:custGeom>
            <a:solidFill>
              <a:schemeClr val="bg1"/>
            </a:solidFill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" name="Rectangle 249">
              <a:extLst>
                <a:ext uri="{FF2B5EF4-FFF2-40B4-BE49-F238E27FC236}">
                  <a16:creationId xmlns:a16="http://schemas.microsoft.com/office/drawing/2014/main" id="{1B399F51-5A49-4432-BB82-133F143C7B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73438" y="4811713"/>
              <a:ext cx="1079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" name="Rectangle 250">
              <a:extLst>
                <a:ext uri="{FF2B5EF4-FFF2-40B4-BE49-F238E27FC236}">
                  <a16:creationId xmlns:a16="http://schemas.microsoft.com/office/drawing/2014/main" id="{9EBB2E5B-88F4-4D98-9F3D-FE9E4E2E81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6075" y="4143375"/>
              <a:ext cx="1412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" name="Rectangle 251">
              <a:extLst>
                <a:ext uri="{FF2B5EF4-FFF2-40B4-BE49-F238E27FC236}">
                  <a16:creationId xmlns:a16="http://schemas.microsoft.com/office/drawing/2014/main" id="{8F6955B5-FCB3-4907-81FC-84C87F5B5F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625" y="4230688"/>
              <a:ext cx="1270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" name="Rectangle 252">
              <a:extLst>
                <a:ext uri="{FF2B5EF4-FFF2-40B4-BE49-F238E27FC236}">
                  <a16:creationId xmlns:a16="http://schemas.microsoft.com/office/drawing/2014/main" id="{225A81C9-24FD-4415-971F-2A535365E3E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6075" y="5464175"/>
              <a:ext cx="1412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" name="Rectangle 253">
              <a:extLst>
                <a:ext uri="{FF2B5EF4-FFF2-40B4-BE49-F238E27FC236}">
                  <a16:creationId xmlns:a16="http://schemas.microsoft.com/office/drawing/2014/main" id="{EE9ADF76-A3BE-4F60-9FB7-A16DE38F5C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625" y="5553075"/>
              <a:ext cx="1270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5" name="Freeform 254">
              <a:extLst>
                <a:ext uri="{FF2B5EF4-FFF2-40B4-BE49-F238E27FC236}">
                  <a16:creationId xmlns:a16="http://schemas.microsoft.com/office/drawing/2014/main" id="{3514AB87-E563-47EE-9FCA-E63E3085249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38238" y="4529336"/>
              <a:ext cx="274637" cy="3175"/>
            </a:xfrm>
            <a:custGeom>
              <a:avLst/>
              <a:gdLst>
                <a:gd name="T0" fmla="*/ 2147483646 w 360"/>
                <a:gd name="T1" fmla="*/ 0 h 3175"/>
                <a:gd name="T2" fmla="*/ 0 w 360"/>
                <a:gd name="T3" fmla="*/ 0 h 3175"/>
                <a:gd name="T4" fmla="*/ 2147483646 w 360"/>
                <a:gd name="T5" fmla="*/ 0 h 31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0" h="3175">
                  <a:moveTo>
                    <a:pt x="360" y="0"/>
                  </a:moveTo>
                  <a:lnTo>
                    <a:pt x="0" y="0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6" name="Freeform 256">
              <a:extLst>
                <a:ext uri="{FF2B5EF4-FFF2-40B4-BE49-F238E27FC236}">
                  <a16:creationId xmlns:a16="http://schemas.microsoft.com/office/drawing/2014/main" id="{8EB18E86-40D5-4215-AEF1-D3B12A8798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38238" y="4257675"/>
              <a:ext cx="274637" cy="1588"/>
            </a:xfrm>
            <a:custGeom>
              <a:avLst/>
              <a:gdLst>
                <a:gd name="T0" fmla="*/ 2147483646 w 360"/>
                <a:gd name="T1" fmla="*/ 0 h 1588"/>
                <a:gd name="T2" fmla="*/ 0 w 360"/>
                <a:gd name="T3" fmla="*/ 0 h 1588"/>
                <a:gd name="T4" fmla="*/ 2147483646 w 360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0" h="1588">
                  <a:moveTo>
                    <a:pt x="360" y="0"/>
                  </a:moveTo>
                  <a:lnTo>
                    <a:pt x="0" y="0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7" name="Line 257">
              <a:extLst>
                <a:ext uri="{FF2B5EF4-FFF2-40B4-BE49-F238E27FC236}">
                  <a16:creationId xmlns:a16="http://schemas.microsoft.com/office/drawing/2014/main" id="{74209CEE-E378-41DF-91B7-AC896D9CD15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138238" y="4257675"/>
              <a:ext cx="274637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8" name="Freeform 258">
              <a:extLst>
                <a:ext uri="{FF2B5EF4-FFF2-40B4-BE49-F238E27FC236}">
                  <a16:creationId xmlns:a16="http://schemas.microsoft.com/office/drawing/2014/main" id="{6C541383-CC2B-40F6-9133-98341175BA6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31838" y="5291138"/>
              <a:ext cx="34925" cy="38100"/>
            </a:xfrm>
            <a:custGeom>
              <a:avLst/>
              <a:gdLst>
                <a:gd name="T0" fmla="*/ 2147483646 w 48"/>
                <a:gd name="T1" fmla="*/ 0 h 48"/>
                <a:gd name="T2" fmla="*/ 2147483646 w 48"/>
                <a:gd name="T3" fmla="*/ 0 h 48"/>
                <a:gd name="T4" fmla="*/ 2147483646 w 48"/>
                <a:gd name="T5" fmla="*/ 2147483646 h 48"/>
                <a:gd name="T6" fmla="*/ 2147483646 w 48"/>
                <a:gd name="T7" fmla="*/ 2147483646 h 48"/>
                <a:gd name="T8" fmla="*/ 2147483646 w 48"/>
                <a:gd name="T9" fmla="*/ 2147483646 h 48"/>
                <a:gd name="T10" fmla="*/ 2147483646 w 48"/>
                <a:gd name="T11" fmla="*/ 2147483646 h 48"/>
                <a:gd name="T12" fmla="*/ 2147483646 w 48"/>
                <a:gd name="T13" fmla="*/ 2147483646 h 48"/>
                <a:gd name="T14" fmla="*/ 2147483646 w 48"/>
                <a:gd name="T15" fmla="*/ 2147483646 h 48"/>
                <a:gd name="T16" fmla="*/ 2147483646 w 48"/>
                <a:gd name="T17" fmla="*/ 2147483646 h 48"/>
                <a:gd name="T18" fmla="*/ 2147483646 w 48"/>
                <a:gd name="T19" fmla="*/ 2147483646 h 48"/>
                <a:gd name="T20" fmla="*/ 0 w 48"/>
                <a:gd name="T21" fmla="*/ 2147483646 h 48"/>
                <a:gd name="T22" fmla="*/ 0 w 48"/>
                <a:gd name="T23" fmla="*/ 2147483646 h 48"/>
                <a:gd name="T24" fmla="*/ 2147483646 w 48"/>
                <a:gd name="T25" fmla="*/ 2147483646 h 48"/>
                <a:gd name="T26" fmla="*/ 2147483646 w 48"/>
                <a:gd name="T27" fmla="*/ 2147483646 h 48"/>
                <a:gd name="T28" fmla="*/ 2147483646 w 48"/>
                <a:gd name="T29" fmla="*/ 2147483646 h 48"/>
                <a:gd name="T30" fmla="*/ 2147483646 w 48"/>
                <a:gd name="T31" fmla="*/ 2147483646 h 48"/>
                <a:gd name="T32" fmla="*/ 2147483646 w 48"/>
                <a:gd name="T33" fmla="*/ 2147483646 h 48"/>
                <a:gd name="T34" fmla="*/ 2147483646 w 48"/>
                <a:gd name="T35" fmla="*/ 2147483646 h 48"/>
                <a:gd name="T36" fmla="*/ 2147483646 w 48"/>
                <a:gd name="T37" fmla="*/ 2147483646 h 48"/>
                <a:gd name="T38" fmla="*/ 2147483646 w 48"/>
                <a:gd name="T39" fmla="*/ 2147483646 h 48"/>
                <a:gd name="T40" fmla="*/ 2147483646 w 48"/>
                <a:gd name="T41" fmla="*/ 2147483646 h 48"/>
                <a:gd name="T42" fmla="*/ 2147483646 w 48"/>
                <a:gd name="T43" fmla="*/ 2147483646 h 48"/>
                <a:gd name="T44" fmla="*/ 2147483646 w 48"/>
                <a:gd name="T45" fmla="*/ 2147483646 h 48"/>
                <a:gd name="T46" fmla="*/ 2147483646 w 48"/>
                <a:gd name="T47" fmla="*/ 2147483646 h 48"/>
                <a:gd name="T48" fmla="*/ 2147483646 w 48"/>
                <a:gd name="T49" fmla="*/ 2147483646 h 48"/>
                <a:gd name="T50" fmla="*/ 2147483646 w 48"/>
                <a:gd name="T51" fmla="*/ 2147483646 h 48"/>
                <a:gd name="T52" fmla="*/ 2147483646 w 48"/>
                <a:gd name="T53" fmla="*/ 2147483646 h 48"/>
                <a:gd name="T54" fmla="*/ 2147483646 w 48"/>
                <a:gd name="T55" fmla="*/ 2147483646 h 48"/>
                <a:gd name="T56" fmla="*/ 2147483646 w 48"/>
                <a:gd name="T57" fmla="*/ 2147483646 h 48"/>
                <a:gd name="T58" fmla="*/ 2147483646 w 48"/>
                <a:gd name="T59" fmla="*/ 2147483646 h 48"/>
                <a:gd name="T60" fmla="*/ 2147483646 w 48"/>
                <a:gd name="T61" fmla="*/ 2147483646 h 48"/>
                <a:gd name="T62" fmla="*/ 2147483646 w 48"/>
                <a:gd name="T63" fmla="*/ 2147483646 h 48"/>
                <a:gd name="T64" fmla="*/ 2147483646 w 48"/>
                <a:gd name="T65" fmla="*/ 2147483646 h 48"/>
                <a:gd name="T66" fmla="*/ 2147483646 w 48"/>
                <a:gd name="T67" fmla="*/ 2147483646 h 48"/>
                <a:gd name="T68" fmla="*/ 2147483646 w 48"/>
                <a:gd name="T69" fmla="*/ 2147483646 h 48"/>
                <a:gd name="T70" fmla="*/ 2147483646 w 48"/>
                <a:gd name="T71" fmla="*/ 2147483646 h 48"/>
                <a:gd name="T72" fmla="*/ 2147483646 w 48"/>
                <a:gd name="T73" fmla="*/ 2147483646 h 48"/>
                <a:gd name="T74" fmla="*/ 2147483646 w 48"/>
                <a:gd name="T75" fmla="*/ 2147483646 h 48"/>
                <a:gd name="T76" fmla="*/ 2147483646 w 48"/>
                <a:gd name="T77" fmla="*/ 2147483646 h 48"/>
                <a:gd name="T78" fmla="*/ 2147483646 w 48"/>
                <a:gd name="T79" fmla="*/ 2147483646 h 48"/>
                <a:gd name="T80" fmla="*/ 2147483646 w 48"/>
                <a:gd name="T81" fmla="*/ 2147483646 h 48"/>
                <a:gd name="T82" fmla="*/ 2147483646 w 48"/>
                <a:gd name="T83" fmla="*/ 2147483646 h 48"/>
                <a:gd name="T84" fmla="*/ 2147483646 w 48"/>
                <a:gd name="T85" fmla="*/ 0 h 48"/>
                <a:gd name="T86" fmla="*/ 2147483646 w 48"/>
                <a:gd name="T87" fmla="*/ 0 h 48"/>
                <a:gd name="T88" fmla="*/ 2147483646 w 48"/>
                <a:gd name="T89" fmla="*/ 2147483646 h 4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8" h="48">
                  <a:moveTo>
                    <a:pt x="24" y="24"/>
                  </a:moveTo>
                  <a:lnTo>
                    <a:pt x="24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0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1" y="4"/>
                  </a:lnTo>
                  <a:lnTo>
                    <a:pt x="10" y="4"/>
                  </a:lnTo>
                  <a:lnTo>
                    <a:pt x="10" y="6"/>
                  </a:lnTo>
                  <a:lnTo>
                    <a:pt x="8" y="6"/>
                  </a:lnTo>
                  <a:lnTo>
                    <a:pt x="7" y="7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9"/>
                  </a:lnTo>
                  <a:lnTo>
                    <a:pt x="5" y="10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0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1" y="27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1" y="31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4" y="36"/>
                  </a:lnTo>
                  <a:lnTo>
                    <a:pt x="5" y="37"/>
                  </a:lnTo>
                  <a:lnTo>
                    <a:pt x="5" y="38"/>
                  </a:lnTo>
                  <a:lnTo>
                    <a:pt x="6" y="39"/>
                  </a:lnTo>
                  <a:lnTo>
                    <a:pt x="7" y="40"/>
                  </a:lnTo>
                  <a:lnTo>
                    <a:pt x="8" y="42"/>
                  </a:lnTo>
                  <a:lnTo>
                    <a:pt x="10" y="43"/>
                  </a:lnTo>
                  <a:lnTo>
                    <a:pt x="11" y="44"/>
                  </a:lnTo>
                  <a:lnTo>
                    <a:pt x="12" y="44"/>
                  </a:lnTo>
                  <a:lnTo>
                    <a:pt x="13" y="45"/>
                  </a:lnTo>
                  <a:lnTo>
                    <a:pt x="14" y="45"/>
                  </a:lnTo>
                  <a:lnTo>
                    <a:pt x="16" y="46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19" y="48"/>
                  </a:lnTo>
                  <a:lnTo>
                    <a:pt x="20" y="48"/>
                  </a:lnTo>
                  <a:lnTo>
                    <a:pt x="22" y="48"/>
                  </a:lnTo>
                  <a:lnTo>
                    <a:pt x="23" y="48"/>
                  </a:lnTo>
                  <a:lnTo>
                    <a:pt x="24" y="48"/>
                  </a:lnTo>
                  <a:lnTo>
                    <a:pt x="25" y="48"/>
                  </a:lnTo>
                  <a:lnTo>
                    <a:pt x="26" y="48"/>
                  </a:lnTo>
                  <a:lnTo>
                    <a:pt x="28" y="48"/>
                  </a:lnTo>
                  <a:lnTo>
                    <a:pt x="29" y="48"/>
                  </a:lnTo>
                  <a:lnTo>
                    <a:pt x="30" y="46"/>
                  </a:lnTo>
                  <a:lnTo>
                    <a:pt x="31" y="46"/>
                  </a:lnTo>
                  <a:lnTo>
                    <a:pt x="32" y="46"/>
                  </a:lnTo>
                  <a:lnTo>
                    <a:pt x="34" y="46"/>
                  </a:lnTo>
                  <a:lnTo>
                    <a:pt x="35" y="45"/>
                  </a:lnTo>
                  <a:lnTo>
                    <a:pt x="36" y="45"/>
                  </a:lnTo>
                  <a:lnTo>
                    <a:pt x="37" y="44"/>
                  </a:lnTo>
                  <a:lnTo>
                    <a:pt x="38" y="44"/>
                  </a:lnTo>
                  <a:lnTo>
                    <a:pt x="38" y="43"/>
                  </a:lnTo>
                  <a:lnTo>
                    <a:pt x="40" y="43"/>
                  </a:lnTo>
                  <a:lnTo>
                    <a:pt x="41" y="42"/>
                  </a:lnTo>
                  <a:lnTo>
                    <a:pt x="41" y="40"/>
                  </a:lnTo>
                  <a:lnTo>
                    <a:pt x="42" y="40"/>
                  </a:lnTo>
                  <a:lnTo>
                    <a:pt x="43" y="39"/>
                  </a:lnTo>
                  <a:lnTo>
                    <a:pt x="43" y="38"/>
                  </a:lnTo>
                  <a:lnTo>
                    <a:pt x="44" y="37"/>
                  </a:lnTo>
                  <a:lnTo>
                    <a:pt x="44" y="36"/>
                  </a:lnTo>
                  <a:lnTo>
                    <a:pt x="46" y="36"/>
                  </a:lnTo>
                  <a:lnTo>
                    <a:pt x="46" y="34"/>
                  </a:lnTo>
                  <a:lnTo>
                    <a:pt x="47" y="33"/>
                  </a:lnTo>
                  <a:lnTo>
                    <a:pt x="47" y="32"/>
                  </a:lnTo>
                  <a:lnTo>
                    <a:pt x="47" y="31"/>
                  </a:lnTo>
                  <a:lnTo>
                    <a:pt x="48" y="30"/>
                  </a:lnTo>
                  <a:lnTo>
                    <a:pt x="48" y="28"/>
                  </a:lnTo>
                  <a:lnTo>
                    <a:pt x="48" y="27"/>
                  </a:lnTo>
                  <a:lnTo>
                    <a:pt x="48" y="26"/>
                  </a:lnTo>
                  <a:lnTo>
                    <a:pt x="48" y="25"/>
                  </a:lnTo>
                  <a:lnTo>
                    <a:pt x="48" y="24"/>
                  </a:lnTo>
                  <a:lnTo>
                    <a:pt x="48" y="22"/>
                  </a:lnTo>
                  <a:lnTo>
                    <a:pt x="48" y="21"/>
                  </a:lnTo>
                  <a:lnTo>
                    <a:pt x="48" y="20"/>
                  </a:lnTo>
                  <a:lnTo>
                    <a:pt x="48" y="19"/>
                  </a:lnTo>
                  <a:lnTo>
                    <a:pt x="48" y="18"/>
                  </a:lnTo>
                  <a:lnTo>
                    <a:pt x="47" y="16"/>
                  </a:lnTo>
                  <a:lnTo>
                    <a:pt x="47" y="15"/>
                  </a:lnTo>
                  <a:lnTo>
                    <a:pt x="47" y="14"/>
                  </a:lnTo>
                  <a:lnTo>
                    <a:pt x="46" y="13"/>
                  </a:lnTo>
                  <a:lnTo>
                    <a:pt x="44" y="12"/>
                  </a:lnTo>
                  <a:lnTo>
                    <a:pt x="44" y="10"/>
                  </a:lnTo>
                  <a:lnTo>
                    <a:pt x="43" y="9"/>
                  </a:lnTo>
                  <a:lnTo>
                    <a:pt x="43" y="8"/>
                  </a:lnTo>
                  <a:lnTo>
                    <a:pt x="42" y="8"/>
                  </a:lnTo>
                  <a:lnTo>
                    <a:pt x="41" y="7"/>
                  </a:lnTo>
                  <a:lnTo>
                    <a:pt x="41" y="6"/>
                  </a:lnTo>
                  <a:lnTo>
                    <a:pt x="40" y="6"/>
                  </a:lnTo>
                  <a:lnTo>
                    <a:pt x="38" y="4"/>
                  </a:lnTo>
                  <a:lnTo>
                    <a:pt x="37" y="3"/>
                  </a:lnTo>
                  <a:lnTo>
                    <a:pt x="36" y="3"/>
                  </a:lnTo>
                  <a:lnTo>
                    <a:pt x="35" y="2"/>
                  </a:lnTo>
                  <a:lnTo>
                    <a:pt x="34" y="2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000000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9" name="Line 259">
              <a:extLst>
                <a:ext uri="{FF2B5EF4-FFF2-40B4-BE49-F238E27FC236}">
                  <a16:creationId xmlns:a16="http://schemas.microsoft.com/office/drawing/2014/main" id="{2AB4DCBA-80FF-421D-ACA4-31FA0BA3CC0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92338" y="4792663"/>
              <a:ext cx="274637" cy="15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0" name="Line 260">
              <a:extLst>
                <a:ext uri="{FF2B5EF4-FFF2-40B4-BE49-F238E27FC236}">
                  <a16:creationId xmlns:a16="http://schemas.microsoft.com/office/drawing/2014/main" id="{DF14D735-4682-4709-ADB5-7460417F262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92338" y="5051425"/>
              <a:ext cx="274637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1" name="Line 261">
              <a:extLst>
                <a:ext uri="{FF2B5EF4-FFF2-40B4-BE49-F238E27FC236}">
                  <a16:creationId xmlns:a16="http://schemas.microsoft.com/office/drawing/2014/main" id="{59F8CFB2-E3F3-4AAE-BC31-EB123AB4559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986088" y="4921250"/>
              <a:ext cx="13970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" name="Freeform 262">
              <a:extLst>
                <a:ext uri="{FF2B5EF4-FFF2-40B4-BE49-F238E27FC236}">
                  <a16:creationId xmlns:a16="http://schemas.microsoft.com/office/drawing/2014/main" id="{762B9DB5-0019-4ECD-B141-3EDFF72ACCE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12938" y="5440363"/>
              <a:ext cx="147637" cy="1587"/>
            </a:xfrm>
            <a:custGeom>
              <a:avLst/>
              <a:gdLst>
                <a:gd name="T0" fmla="*/ 2147483646 w 192"/>
                <a:gd name="T1" fmla="*/ 0 h 1587"/>
                <a:gd name="T2" fmla="*/ 0 w 192"/>
                <a:gd name="T3" fmla="*/ 0 h 1587"/>
                <a:gd name="T4" fmla="*/ 2147483646 w 192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1587">
                  <a:moveTo>
                    <a:pt x="192" y="0"/>
                  </a:moveTo>
                  <a:lnTo>
                    <a:pt x="0" y="0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" name="Line 263">
              <a:extLst>
                <a:ext uri="{FF2B5EF4-FFF2-40B4-BE49-F238E27FC236}">
                  <a16:creationId xmlns:a16="http://schemas.microsoft.com/office/drawing/2014/main" id="{964CB411-6DAF-4110-929C-457BA6EE44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912938" y="5440363"/>
              <a:ext cx="147637" cy="15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" name="Freeform 264">
              <a:extLst>
                <a:ext uri="{FF2B5EF4-FFF2-40B4-BE49-F238E27FC236}">
                  <a16:creationId xmlns:a16="http://schemas.microsoft.com/office/drawing/2014/main" id="{7E9B60D0-BCB6-40FA-8D91-EBBDDD95984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60575" y="4386263"/>
              <a:ext cx="131763" cy="406400"/>
            </a:xfrm>
            <a:custGeom>
              <a:avLst/>
              <a:gdLst>
                <a:gd name="T0" fmla="*/ 2147483646 w 168"/>
                <a:gd name="T1" fmla="*/ 2147483646 h 528"/>
                <a:gd name="T2" fmla="*/ 2147483646 w 168"/>
                <a:gd name="T3" fmla="*/ 0 h 528"/>
                <a:gd name="T4" fmla="*/ 0 w 168"/>
                <a:gd name="T5" fmla="*/ 0 h 5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528">
                  <a:moveTo>
                    <a:pt x="168" y="528"/>
                  </a:moveTo>
                  <a:lnTo>
                    <a:pt x="168" y="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5" name="Freeform 265">
              <a:extLst>
                <a:ext uri="{FF2B5EF4-FFF2-40B4-BE49-F238E27FC236}">
                  <a16:creationId xmlns:a16="http://schemas.microsoft.com/office/drawing/2014/main" id="{9885464E-F780-4DF2-8FF7-3A9AC1A46E1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60575" y="5051425"/>
              <a:ext cx="131763" cy="388938"/>
            </a:xfrm>
            <a:custGeom>
              <a:avLst/>
              <a:gdLst>
                <a:gd name="T0" fmla="*/ 2147483646 w 168"/>
                <a:gd name="T1" fmla="*/ 0 h 504"/>
                <a:gd name="T2" fmla="*/ 2147483646 w 168"/>
                <a:gd name="T3" fmla="*/ 2147483646 h 504"/>
                <a:gd name="T4" fmla="*/ 0 w 168"/>
                <a:gd name="T5" fmla="*/ 2147483646 h 5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504">
                  <a:moveTo>
                    <a:pt x="168" y="0"/>
                  </a:moveTo>
                  <a:lnTo>
                    <a:pt x="168" y="504"/>
                  </a:lnTo>
                  <a:lnTo>
                    <a:pt x="0" y="50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6" name="Line 266">
              <a:extLst>
                <a:ext uri="{FF2B5EF4-FFF2-40B4-BE49-F238E27FC236}">
                  <a16:creationId xmlns:a16="http://schemas.microsoft.com/office/drawing/2014/main" id="{C4B32C13-29E5-44FB-B89E-0ED9018E85A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114675" y="4921250"/>
              <a:ext cx="128588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7" name="Line 267">
              <a:extLst>
                <a:ext uri="{FF2B5EF4-FFF2-40B4-BE49-F238E27FC236}">
                  <a16:creationId xmlns:a16="http://schemas.microsoft.com/office/drawing/2014/main" id="{BA0BABD2-AD08-4B3B-A7BB-7EA7D5281D1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50888" y="4524375"/>
              <a:ext cx="3873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8" name="Line 268">
              <a:extLst>
                <a:ext uri="{FF2B5EF4-FFF2-40B4-BE49-F238E27FC236}">
                  <a16:creationId xmlns:a16="http://schemas.microsoft.com/office/drawing/2014/main" id="{E078C3AC-876D-45BC-B5B6-A5F4FC6748A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00075" y="4257675"/>
              <a:ext cx="538163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9" name="Rectangle 269">
              <a:extLst>
                <a:ext uri="{FF2B5EF4-FFF2-40B4-BE49-F238E27FC236}">
                  <a16:creationId xmlns:a16="http://schemas.microsoft.com/office/drawing/2014/main" id="{EE82FA66-68C4-4313-8FFA-E74A5DD630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763" y="5202238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s 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" name="Line 270">
              <a:extLst>
                <a:ext uri="{FF2B5EF4-FFF2-40B4-BE49-F238E27FC236}">
                  <a16:creationId xmlns:a16="http://schemas.microsoft.com/office/drawing/2014/main" id="{53B5418F-F3A7-45A6-B0C9-C2A9EB670C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425" y="5310188"/>
              <a:ext cx="7985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1" name="Line 271">
              <a:extLst>
                <a:ext uri="{FF2B5EF4-FFF2-40B4-BE49-F238E27FC236}">
                  <a16:creationId xmlns:a16="http://schemas.microsoft.com/office/drawing/2014/main" id="{1A56EB58-09C1-4F56-8385-2598593E17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8488" y="5580063"/>
              <a:ext cx="800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2" name="Line 272">
              <a:extLst>
                <a:ext uri="{FF2B5EF4-FFF2-40B4-BE49-F238E27FC236}">
                  <a16:creationId xmlns:a16="http://schemas.microsoft.com/office/drawing/2014/main" id="{67F28F5D-6BBA-4BA4-AB0F-08E7B51DFF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8338" y="4386263"/>
              <a:ext cx="12223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33" name="Group 273">
              <a:extLst>
                <a:ext uri="{FF2B5EF4-FFF2-40B4-BE49-F238E27FC236}">
                  <a16:creationId xmlns:a16="http://schemas.microsoft.com/office/drawing/2014/main" id="{BF6E9669-5AE5-4491-9B73-AF1EAEF006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0813" y="4162425"/>
              <a:ext cx="517525" cy="442913"/>
              <a:chOff x="3435" y="821"/>
              <a:chExt cx="421" cy="354"/>
            </a:xfrm>
          </p:grpSpPr>
          <p:sp>
            <p:nvSpPr>
              <p:cNvPr id="61" name="Line 274">
                <a:extLst>
                  <a:ext uri="{FF2B5EF4-FFF2-40B4-BE49-F238E27FC236}">
                    <a16:creationId xmlns:a16="http://schemas.microsoft.com/office/drawing/2014/main" id="{47E9671F-4A73-4E77-B02E-66384F7A9F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2" name="Line 275">
                <a:extLst>
                  <a:ext uri="{FF2B5EF4-FFF2-40B4-BE49-F238E27FC236}">
                    <a16:creationId xmlns:a16="http://schemas.microsoft.com/office/drawing/2014/main" id="{B8A5514F-89C6-49C4-A93C-345CDEB155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4"/>
                <a:ext cx="0" cy="351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3" name="Arc 276">
                <a:extLst>
                  <a:ext uri="{FF2B5EF4-FFF2-40B4-BE49-F238E27FC236}">
                    <a16:creationId xmlns:a16="http://schemas.microsoft.com/office/drawing/2014/main" id="{8BD0C314-97BD-4A6C-B2C3-33B44B0D5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4" name="Arc 277">
                <a:extLst>
                  <a:ext uri="{FF2B5EF4-FFF2-40B4-BE49-F238E27FC236}">
                    <a16:creationId xmlns:a16="http://schemas.microsoft.com/office/drawing/2014/main" id="{15ABE978-A111-4D31-B9A3-099A08E5763E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5" name="Line 278">
                <a:extLst>
                  <a:ext uri="{FF2B5EF4-FFF2-40B4-BE49-F238E27FC236}">
                    <a16:creationId xmlns:a16="http://schemas.microsoft.com/office/drawing/2014/main" id="{AAB169AA-08D0-4540-9D7D-029C9B83CA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2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4" name="Group 279">
              <a:extLst>
                <a:ext uri="{FF2B5EF4-FFF2-40B4-BE49-F238E27FC236}">
                  <a16:creationId xmlns:a16="http://schemas.microsoft.com/office/drawing/2014/main" id="{546E7913-FD8D-4FDF-8822-0A4A08FA2D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238" y="5218113"/>
              <a:ext cx="520700" cy="442912"/>
              <a:chOff x="3435" y="821"/>
              <a:chExt cx="421" cy="354"/>
            </a:xfrm>
          </p:grpSpPr>
          <p:sp>
            <p:nvSpPr>
              <p:cNvPr id="56" name="Line 280">
                <a:extLst>
                  <a:ext uri="{FF2B5EF4-FFF2-40B4-BE49-F238E27FC236}">
                    <a16:creationId xmlns:a16="http://schemas.microsoft.com/office/drawing/2014/main" id="{BB7E92E2-1A89-4B8A-9D77-1A2E6A8748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7" name="Line 281">
                <a:extLst>
                  <a:ext uri="{FF2B5EF4-FFF2-40B4-BE49-F238E27FC236}">
                    <a16:creationId xmlns:a16="http://schemas.microsoft.com/office/drawing/2014/main" id="{90FD6CE6-A352-45D9-99C7-DAF6C12B7F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4"/>
                <a:ext cx="0" cy="351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Arc 282">
                <a:extLst>
                  <a:ext uri="{FF2B5EF4-FFF2-40B4-BE49-F238E27FC236}">
                    <a16:creationId xmlns:a16="http://schemas.microsoft.com/office/drawing/2014/main" id="{33F90E9C-4BF0-4E97-A404-D83F631B3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9" name="Arc 283">
                <a:extLst>
                  <a:ext uri="{FF2B5EF4-FFF2-40B4-BE49-F238E27FC236}">
                    <a16:creationId xmlns:a16="http://schemas.microsoft.com/office/drawing/2014/main" id="{907C2BAD-E8EA-4202-B163-EC2BD0DB9E9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0" name="Line 284">
                <a:extLst>
                  <a:ext uri="{FF2B5EF4-FFF2-40B4-BE49-F238E27FC236}">
                    <a16:creationId xmlns:a16="http://schemas.microsoft.com/office/drawing/2014/main" id="{28BCA93A-0E31-4C81-B034-1E97682C6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2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5" name="Group 285">
              <a:extLst>
                <a:ext uri="{FF2B5EF4-FFF2-40B4-BE49-F238E27FC236}">
                  <a16:creationId xmlns:a16="http://schemas.microsoft.com/office/drawing/2014/main" id="{7C61977F-EE77-4E8B-89A0-F8E36FF97C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0938" y="4691063"/>
              <a:ext cx="565150" cy="463550"/>
              <a:chOff x="3108" y="782"/>
              <a:chExt cx="436" cy="345"/>
            </a:xfrm>
          </p:grpSpPr>
          <p:sp>
            <p:nvSpPr>
              <p:cNvPr id="52" name="Freeform 286">
                <a:extLst>
                  <a:ext uri="{FF2B5EF4-FFF2-40B4-BE49-F238E27FC236}">
                    <a16:creationId xmlns:a16="http://schemas.microsoft.com/office/drawing/2014/main" id="{A9777055-2DAA-4500-8541-90B57A9B95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14" y="782"/>
                <a:ext cx="430" cy="172"/>
              </a:xfrm>
              <a:custGeom>
                <a:avLst/>
                <a:gdLst>
                  <a:gd name="T0" fmla="*/ 1 w 717"/>
                  <a:gd name="T1" fmla="*/ 1 h 286"/>
                  <a:gd name="T2" fmla="*/ 1 w 717"/>
                  <a:gd name="T3" fmla="*/ 1 h 286"/>
                  <a:gd name="T4" fmla="*/ 1 w 717"/>
                  <a:gd name="T5" fmla="*/ 1 h 286"/>
                  <a:gd name="T6" fmla="*/ 1 w 717"/>
                  <a:gd name="T7" fmla="*/ 1 h 286"/>
                  <a:gd name="T8" fmla="*/ 1 w 717"/>
                  <a:gd name="T9" fmla="*/ 1 h 286"/>
                  <a:gd name="T10" fmla="*/ 1 w 717"/>
                  <a:gd name="T11" fmla="*/ 1 h 286"/>
                  <a:gd name="T12" fmla="*/ 1 w 717"/>
                  <a:gd name="T13" fmla="*/ 1 h 286"/>
                  <a:gd name="T14" fmla="*/ 1 w 717"/>
                  <a:gd name="T15" fmla="*/ 1 h 286"/>
                  <a:gd name="T16" fmla="*/ 1 w 717"/>
                  <a:gd name="T17" fmla="*/ 1 h 286"/>
                  <a:gd name="T18" fmla="*/ 1 w 717"/>
                  <a:gd name="T19" fmla="*/ 1 h 286"/>
                  <a:gd name="T20" fmla="*/ 1 w 717"/>
                  <a:gd name="T21" fmla="*/ 1 h 286"/>
                  <a:gd name="T22" fmla="*/ 1 w 717"/>
                  <a:gd name="T23" fmla="*/ 1 h 286"/>
                  <a:gd name="T24" fmla="*/ 1 w 717"/>
                  <a:gd name="T25" fmla="*/ 1 h 286"/>
                  <a:gd name="T26" fmla="*/ 1 w 717"/>
                  <a:gd name="T27" fmla="*/ 1 h 286"/>
                  <a:gd name="T28" fmla="*/ 1 w 717"/>
                  <a:gd name="T29" fmla="*/ 1 h 286"/>
                  <a:gd name="T30" fmla="*/ 1 w 717"/>
                  <a:gd name="T31" fmla="*/ 1 h 286"/>
                  <a:gd name="T32" fmla="*/ 1 w 717"/>
                  <a:gd name="T33" fmla="*/ 1 h 286"/>
                  <a:gd name="T34" fmla="*/ 1 w 717"/>
                  <a:gd name="T35" fmla="*/ 1 h 286"/>
                  <a:gd name="T36" fmla="*/ 1 w 717"/>
                  <a:gd name="T37" fmla="*/ 1 h 286"/>
                  <a:gd name="T38" fmla="*/ 1 w 717"/>
                  <a:gd name="T39" fmla="*/ 1 h 286"/>
                  <a:gd name="T40" fmla="*/ 1 w 717"/>
                  <a:gd name="T41" fmla="*/ 1 h 286"/>
                  <a:gd name="T42" fmla="*/ 1 w 717"/>
                  <a:gd name="T43" fmla="*/ 1 h 286"/>
                  <a:gd name="T44" fmla="*/ 1 w 717"/>
                  <a:gd name="T45" fmla="*/ 1 h 286"/>
                  <a:gd name="T46" fmla="*/ 1 w 717"/>
                  <a:gd name="T47" fmla="*/ 1 h 286"/>
                  <a:gd name="T48" fmla="*/ 1 w 717"/>
                  <a:gd name="T49" fmla="*/ 1 h 286"/>
                  <a:gd name="T50" fmla="*/ 1 w 717"/>
                  <a:gd name="T51" fmla="*/ 1 h 286"/>
                  <a:gd name="T52" fmla="*/ 1 w 717"/>
                  <a:gd name="T53" fmla="*/ 1 h 286"/>
                  <a:gd name="T54" fmla="*/ 1 w 717"/>
                  <a:gd name="T55" fmla="*/ 1 h 286"/>
                  <a:gd name="T56" fmla="*/ 1 w 717"/>
                  <a:gd name="T57" fmla="*/ 1 h 286"/>
                  <a:gd name="T58" fmla="*/ 1 w 717"/>
                  <a:gd name="T59" fmla="*/ 1 h 286"/>
                  <a:gd name="T60" fmla="*/ 1 w 717"/>
                  <a:gd name="T61" fmla="*/ 1 h 286"/>
                  <a:gd name="T62" fmla="*/ 1 w 717"/>
                  <a:gd name="T63" fmla="*/ 1 h 286"/>
                  <a:gd name="T64" fmla="*/ 1 w 717"/>
                  <a:gd name="T65" fmla="*/ 1 h 286"/>
                  <a:gd name="T66" fmla="*/ 1 w 717"/>
                  <a:gd name="T67" fmla="*/ 1 h 286"/>
                  <a:gd name="T68" fmla="*/ 1 w 717"/>
                  <a:gd name="T69" fmla="*/ 1 h 286"/>
                  <a:gd name="T70" fmla="*/ 1 w 717"/>
                  <a:gd name="T71" fmla="*/ 1 h 286"/>
                  <a:gd name="T72" fmla="*/ 1 w 717"/>
                  <a:gd name="T73" fmla="*/ 1 h 286"/>
                  <a:gd name="T74" fmla="*/ 1 w 717"/>
                  <a:gd name="T75" fmla="*/ 1 h 286"/>
                  <a:gd name="T76" fmla="*/ 1 w 717"/>
                  <a:gd name="T77" fmla="*/ 1 h 286"/>
                  <a:gd name="T78" fmla="*/ 1 w 717"/>
                  <a:gd name="T79" fmla="*/ 1 h 286"/>
                  <a:gd name="T80" fmla="*/ 1 w 717"/>
                  <a:gd name="T81" fmla="*/ 1 h 286"/>
                  <a:gd name="T82" fmla="*/ 1 w 717"/>
                  <a:gd name="T83" fmla="*/ 1 h 286"/>
                  <a:gd name="T84" fmla="*/ 1 w 717"/>
                  <a:gd name="T85" fmla="*/ 1 h 286"/>
                  <a:gd name="T86" fmla="*/ 1 w 717"/>
                  <a:gd name="T87" fmla="*/ 1 h 286"/>
                  <a:gd name="T88" fmla="*/ 1 w 717"/>
                  <a:gd name="T89" fmla="*/ 1 h 286"/>
                  <a:gd name="T90" fmla="*/ 1 w 717"/>
                  <a:gd name="T91" fmla="*/ 1 h 286"/>
                  <a:gd name="T92" fmla="*/ 1 w 717"/>
                  <a:gd name="T93" fmla="*/ 1 h 286"/>
                  <a:gd name="T94" fmla="*/ 1 w 717"/>
                  <a:gd name="T95" fmla="*/ 1 h 286"/>
                  <a:gd name="T96" fmla="*/ 1 w 717"/>
                  <a:gd name="T97" fmla="*/ 1 h 286"/>
                  <a:gd name="T98" fmla="*/ 1 w 717"/>
                  <a:gd name="T99" fmla="*/ 1 h 286"/>
                  <a:gd name="T100" fmla="*/ 1 w 717"/>
                  <a:gd name="T101" fmla="*/ 1 h 286"/>
                  <a:gd name="T102" fmla="*/ 1 w 717"/>
                  <a:gd name="T103" fmla="*/ 1 h 286"/>
                  <a:gd name="T104" fmla="*/ 1 w 717"/>
                  <a:gd name="T105" fmla="*/ 1 h 286"/>
                  <a:gd name="T106" fmla="*/ 1 w 717"/>
                  <a:gd name="T107" fmla="*/ 1 h 286"/>
                  <a:gd name="T108" fmla="*/ 1 w 717"/>
                  <a:gd name="T109" fmla="*/ 1 h 286"/>
                  <a:gd name="T110" fmla="*/ 1 w 717"/>
                  <a:gd name="T111" fmla="*/ 1 h 286"/>
                  <a:gd name="T112" fmla="*/ 1 w 717"/>
                  <a:gd name="T113" fmla="*/ 1 h 286"/>
                  <a:gd name="T114" fmla="*/ 1 w 717"/>
                  <a:gd name="T115" fmla="*/ 1 h 286"/>
                  <a:gd name="T116" fmla="*/ 1 w 717"/>
                  <a:gd name="T117" fmla="*/ 1 h 286"/>
                  <a:gd name="T118" fmla="*/ 1 w 717"/>
                  <a:gd name="T119" fmla="*/ 1 h 286"/>
                  <a:gd name="T120" fmla="*/ 1 w 717"/>
                  <a:gd name="T121" fmla="*/ 1 h 28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17" h="286">
                    <a:moveTo>
                      <a:pt x="0" y="0"/>
                    </a:moveTo>
                    <a:lnTo>
                      <a:pt x="27" y="0"/>
                    </a:lnTo>
                    <a:lnTo>
                      <a:pt x="54" y="0"/>
                    </a:lnTo>
                    <a:lnTo>
                      <a:pt x="78" y="0"/>
                    </a:lnTo>
                    <a:lnTo>
                      <a:pt x="99" y="0"/>
                    </a:lnTo>
                    <a:lnTo>
                      <a:pt x="121" y="0"/>
                    </a:lnTo>
                    <a:lnTo>
                      <a:pt x="140" y="2"/>
                    </a:lnTo>
                    <a:lnTo>
                      <a:pt x="158" y="2"/>
                    </a:lnTo>
                    <a:lnTo>
                      <a:pt x="175" y="2"/>
                    </a:lnTo>
                    <a:lnTo>
                      <a:pt x="191" y="2"/>
                    </a:lnTo>
                    <a:lnTo>
                      <a:pt x="205" y="2"/>
                    </a:lnTo>
                    <a:lnTo>
                      <a:pt x="217" y="2"/>
                    </a:lnTo>
                    <a:lnTo>
                      <a:pt x="229" y="2"/>
                    </a:lnTo>
                    <a:lnTo>
                      <a:pt x="240" y="2"/>
                    </a:lnTo>
                    <a:lnTo>
                      <a:pt x="249" y="2"/>
                    </a:lnTo>
                    <a:lnTo>
                      <a:pt x="259" y="2"/>
                    </a:lnTo>
                    <a:lnTo>
                      <a:pt x="267" y="2"/>
                    </a:lnTo>
                    <a:lnTo>
                      <a:pt x="273" y="2"/>
                    </a:lnTo>
                    <a:lnTo>
                      <a:pt x="281" y="2"/>
                    </a:lnTo>
                    <a:lnTo>
                      <a:pt x="287" y="2"/>
                    </a:lnTo>
                    <a:lnTo>
                      <a:pt x="291" y="2"/>
                    </a:lnTo>
                    <a:lnTo>
                      <a:pt x="296" y="2"/>
                    </a:lnTo>
                    <a:lnTo>
                      <a:pt x="300" y="2"/>
                    </a:lnTo>
                    <a:lnTo>
                      <a:pt x="303" y="2"/>
                    </a:lnTo>
                    <a:lnTo>
                      <a:pt x="306" y="2"/>
                    </a:lnTo>
                    <a:lnTo>
                      <a:pt x="309" y="2"/>
                    </a:lnTo>
                    <a:lnTo>
                      <a:pt x="312" y="2"/>
                    </a:lnTo>
                    <a:lnTo>
                      <a:pt x="314" y="2"/>
                    </a:lnTo>
                    <a:lnTo>
                      <a:pt x="315" y="2"/>
                    </a:lnTo>
                    <a:lnTo>
                      <a:pt x="318" y="2"/>
                    </a:lnTo>
                    <a:lnTo>
                      <a:pt x="319" y="2"/>
                    </a:lnTo>
                    <a:lnTo>
                      <a:pt x="321" y="3"/>
                    </a:lnTo>
                    <a:lnTo>
                      <a:pt x="324" y="3"/>
                    </a:lnTo>
                    <a:lnTo>
                      <a:pt x="325" y="3"/>
                    </a:lnTo>
                    <a:lnTo>
                      <a:pt x="327" y="3"/>
                    </a:lnTo>
                    <a:lnTo>
                      <a:pt x="329" y="3"/>
                    </a:lnTo>
                    <a:lnTo>
                      <a:pt x="331" y="3"/>
                    </a:lnTo>
                    <a:lnTo>
                      <a:pt x="332" y="3"/>
                    </a:lnTo>
                    <a:lnTo>
                      <a:pt x="333" y="3"/>
                    </a:lnTo>
                    <a:lnTo>
                      <a:pt x="335" y="3"/>
                    </a:lnTo>
                    <a:lnTo>
                      <a:pt x="336" y="3"/>
                    </a:lnTo>
                    <a:lnTo>
                      <a:pt x="338" y="4"/>
                    </a:lnTo>
                    <a:lnTo>
                      <a:pt x="339" y="4"/>
                    </a:lnTo>
                    <a:lnTo>
                      <a:pt x="341" y="4"/>
                    </a:lnTo>
                    <a:lnTo>
                      <a:pt x="342" y="4"/>
                    </a:lnTo>
                    <a:lnTo>
                      <a:pt x="343" y="4"/>
                    </a:lnTo>
                    <a:lnTo>
                      <a:pt x="344" y="4"/>
                    </a:lnTo>
                    <a:lnTo>
                      <a:pt x="345" y="4"/>
                    </a:lnTo>
                    <a:lnTo>
                      <a:pt x="347" y="4"/>
                    </a:lnTo>
                    <a:lnTo>
                      <a:pt x="348" y="4"/>
                    </a:lnTo>
                    <a:lnTo>
                      <a:pt x="349" y="4"/>
                    </a:lnTo>
                    <a:lnTo>
                      <a:pt x="350" y="5"/>
                    </a:lnTo>
                    <a:lnTo>
                      <a:pt x="351" y="5"/>
                    </a:lnTo>
                    <a:lnTo>
                      <a:pt x="353" y="5"/>
                    </a:lnTo>
                    <a:lnTo>
                      <a:pt x="354" y="5"/>
                    </a:lnTo>
                    <a:lnTo>
                      <a:pt x="355" y="5"/>
                    </a:lnTo>
                    <a:lnTo>
                      <a:pt x="356" y="5"/>
                    </a:lnTo>
                    <a:lnTo>
                      <a:pt x="357" y="5"/>
                    </a:lnTo>
                    <a:lnTo>
                      <a:pt x="360" y="6"/>
                    </a:lnTo>
                    <a:lnTo>
                      <a:pt x="361" y="6"/>
                    </a:lnTo>
                    <a:lnTo>
                      <a:pt x="362" y="6"/>
                    </a:lnTo>
                    <a:lnTo>
                      <a:pt x="365" y="6"/>
                    </a:lnTo>
                    <a:lnTo>
                      <a:pt x="366" y="6"/>
                    </a:lnTo>
                    <a:lnTo>
                      <a:pt x="368" y="8"/>
                    </a:lnTo>
                    <a:lnTo>
                      <a:pt x="369" y="8"/>
                    </a:lnTo>
                    <a:lnTo>
                      <a:pt x="372" y="8"/>
                    </a:lnTo>
                    <a:lnTo>
                      <a:pt x="373" y="8"/>
                    </a:lnTo>
                    <a:lnTo>
                      <a:pt x="374" y="8"/>
                    </a:lnTo>
                    <a:lnTo>
                      <a:pt x="377" y="9"/>
                    </a:lnTo>
                    <a:lnTo>
                      <a:pt x="378" y="9"/>
                    </a:lnTo>
                    <a:lnTo>
                      <a:pt x="379" y="9"/>
                    </a:lnTo>
                    <a:lnTo>
                      <a:pt x="380" y="9"/>
                    </a:lnTo>
                    <a:lnTo>
                      <a:pt x="381" y="9"/>
                    </a:lnTo>
                    <a:lnTo>
                      <a:pt x="383" y="9"/>
                    </a:lnTo>
                    <a:lnTo>
                      <a:pt x="384" y="10"/>
                    </a:lnTo>
                    <a:lnTo>
                      <a:pt x="385" y="10"/>
                    </a:lnTo>
                    <a:lnTo>
                      <a:pt x="386" y="10"/>
                    </a:lnTo>
                    <a:lnTo>
                      <a:pt x="387" y="10"/>
                    </a:lnTo>
                    <a:lnTo>
                      <a:pt x="389" y="11"/>
                    </a:lnTo>
                    <a:lnTo>
                      <a:pt x="390" y="11"/>
                    </a:lnTo>
                    <a:lnTo>
                      <a:pt x="391" y="11"/>
                    </a:lnTo>
                    <a:lnTo>
                      <a:pt x="392" y="11"/>
                    </a:lnTo>
                    <a:lnTo>
                      <a:pt x="393" y="12"/>
                    </a:lnTo>
                    <a:lnTo>
                      <a:pt x="395" y="12"/>
                    </a:lnTo>
                    <a:lnTo>
                      <a:pt x="396" y="12"/>
                    </a:lnTo>
                    <a:lnTo>
                      <a:pt x="397" y="14"/>
                    </a:lnTo>
                    <a:lnTo>
                      <a:pt x="398" y="14"/>
                    </a:lnTo>
                    <a:lnTo>
                      <a:pt x="399" y="14"/>
                    </a:lnTo>
                    <a:lnTo>
                      <a:pt x="402" y="15"/>
                    </a:lnTo>
                    <a:lnTo>
                      <a:pt x="403" y="15"/>
                    </a:lnTo>
                    <a:lnTo>
                      <a:pt x="405" y="16"/>
                    </a:lnTo>
                    <a:lnTo>
                      <a:pt x="407" y="16"/>
                    </a:lnTo>
                    <a:lnTo>
                      <a:pt x="409" y="17"/>
                    </a:lnTo>
                    <a:lnTo>
                      <a:pt x="411" y="17"/>
                    </a:lnTo>
                    <a:lnTo>
                      <a:pt x="414" y="18"/>
                    </a:lnTo>
                    <a:lnTo>
                      <a:pt x="415" y="18"/>
                    </a:lnTo>
                    <a:lnTo>
                      <a:pt x="417" y="20"/>
                    </a:lnTo>
                    <a:lnTo>
                      <a:pt x="420" y="20"/>
                    </a:lnTo>
                    <a:lnTo>
                      <a:pt x="421" y="21"/>
                    </a:lnTo>
                    <a:lnTo>
                      <a:pt x="422" y="21"/>
                    </a:lnTo>
                    <a:lnTo>
                      <a:pt x="425" y="22"/>
                    </a:lnTo>
                    <a:lnTo>
                      <a:pt x="426" y="22"/>
                    </a:lnTo>
                    <a:lnTo>
                      <a:pt x="427" y="22"/>
                    </a:lnTo>
                    <a:lnTo>
                      <a:pt x="428" y="23"/>
                    </a:lnTo>
                    <a:lnTo>
                      <a:pt x="429" y="23"/>
                    </a:lnTo>
                    <a:lnTo>
                      <a:pt x="431" y="23"/>
                    </a:lnTo>
                    <a:lnTo>
                      <a:pt x="432" y="24"/>
                    </a:lnTo>
                    <a:lnTo>
                      <a:pt x="433" y="24"/>
                    </a:lnTo>
                    <a:lnTo>
                      <a:pt x="434" y="24"/>
                    </a:lnTo>
                    <a:lnTo>
                      <a:pt x="435" y="26"/>
                    </a:lnTo>
                    <a:lnTo>
                      <a:pt x="437" y="27"/>
                    </a:lnTo>
                    <a:lnTo>
                      <a:pt x="438" y="27"/>
                    </a:lnTo>
                    <a:lnTo>
                      <a:pt x="439" y="27"/>
                    </a:lnTo>
                    <a:lnTo>
                      <a:pt x="440" y="28"/>
                    </a:lnTo>
                    <a:lnTo>
                      <a:pt x="441" y="28"/>
                    </a:lnTo>
                    <a:lnTo>
                      <a:pt x="443" y="29"/>
                    </a:lnTo>
                    <a:lnTo>
                      <a:pt x="444" y="29"/>
                    </a:lnTo>
                    <a:lnTo>
                      <a:pt x="445" y="30"/>
                    </a:lnTo>
                    <a:lnTo>
                      <a:pt x="446" y="30"/>
                    </a:lnTo>
                    <a:lnTo>
                      <a:pt x="447" y="32"/>
                    </a:lnTo>
                    <a:lnTo>
                      <a:pt x="450" y="32"/>
                    </a:lnTo>
                    <a:lnTo>
                      <a:pt x="451" y="33"/>
                    </a:lnTo>
                    <a:lnTo>
                      <a:pt x="452" y="34"/>
                    </a:lnTo>
                    <a:lnTo>
                      <a:pt x="455" y="34"/>
                    </a:lnTo>
                    <a:lnTo>
                      <a:pt x="456" y="35"/>
                    </a:lnTo>
                    <a:lnTo>
                      <a:pt x="458" y="36"/>
                    </a:lnTo>
                    <a:lnTo>
                      <a:pt x="459" y="38"/>
                    </a:lnTo>
                    <a:lnTo>
                      <a:pt x="462" y="39"/>
                    </a:lnTo>
                    <a:lnTo>
                      <a:pt x="463" y="39"/>
                    </a:lnTo>
                    <a:lnTo>
                      <a:pt x="464" y="40"/>
                    </a:lnTo>
                    <a:lnTo>
                      <a:pt x="467" y="40"/>
                    </a:lnTo>
                    <a:lnTo>
                      <a:pt x="468" y="41"/>
                    </a:lnTo>
                    <a:lnTo>
                      <a:pt x="469" y="41"/>
                    </a:lnTo>
                    <a:lnTo>
                      <a:pt x="470" y="42"/>
                    </a:lnTo>
                    <a:lnTo>
                      <a:pt x="471" y="42"/>
                    </a:lnTo>
                    <a:lnTo>
                      <a:pt x="473" y="44"/>
                    </a:lnTo>
                    <a:lnTo>
                      <a:pt x="474" y="45"/>
                    </a:lnTo>
                    <a:lnTo>
                      <a:pt x="475" y="45"/>
                    </a:lnTo>
                    <a:lnTo>
                      <a:pt x="476" y="46"/>
                    </a:lnTo>
                    <a:lnTo>
                      <a:pt x="477" y="46"/>
                    </a:lnTo>
                    <a:lnTo>
                      <a:pt x="479" y="47"/>
                    </a:lnTo>
                    <a:lnTo>
                      <a:pt x="480" y="47"/>
                    </a:lnTo>
                    <a:lnTo>
                      <a:pt x="481" y="48"/>
                    </a:lnTo>
                    <a:lnTo>
                      <a:pt x="482" y="48"/>
                    </a:lnTo>
                    <a:lnTo>
                      <a:pt x="483" y="50"/>
                    </a:lnTo>
                    <a:lnTo>
                      <a:pt x="485" y="50"/>
                    </a:lnTo>
                    <a:lnTo>
                      <a:pt x="486" y="51"/>
                    </a:lnTo>
                    <a:lnTo>
                      <a:pt x="487" y="52"/>
                    </a:lnTo>
                    <a:lnTo>
                      <a:pt x="488" y="52"/>
                    </a:lnTo>
                    <a:lnTo>
                      <a:pt x="489" y="53"/>
                    </a:lnTo>
                    <a:lnTo>
                      <a:pt x="491" y="53"/>
                    </a:lnTo>
                    <a:lnTo>
                      <a:pt x="493" y="54"/>
                    </a:lnTo>
                    <a:lnTo>
                      <a:pt x="494" y="56"/>
                    </a:lnTo>
                    <a:lnTo>
                      <a:pt x="495" y="57"/>
                    </a:lnTo>
                    <a:lnTo>
                      <a:pt x="498" y="57"/>
                    </a:lnTo>
                    <a:lnTo>
                      <a:pt x="499" y="58"/>
                    </a:lnTo>
                    <a:lnTo>
                      <a:pt x="500" y="59"/>
                    </a:lnTo>
                    <a:lnTo>
                      <a:pt x="503" y="60"/>
                    </a:lnTo>
                    <a:lnTo>
                      <a:pt x="504" y="60"/>
                    </a:lnTo>
                    <a:lnTo>
                      <a:pt x="505" y="62"/>
                    </a:lnTo>
                    <a:lnTo>
                      <a:pt x="506" y="62"/>
                    </a:lnTo>
                    <a:lnTo>
                      <a:pt x="507" y="63"/>
                    </a:lnTo>
                    <a:lnTo>
                      <a:pt x="509" y="63"/>
                    </a:lnTo>
                    <a:lnTo>
                      <a:pt x="509" y="64"/>
                    </a:lnTo>
                    <a:lnTo>
                      <a:pt x="510" y="64"/>
                    </a:lnTo>
                    <a:lnTo>
                      <a:pt x="511" y="65"/>
                    </a:lnTo>
                    <a:lnTo>
                      <a:pt x="512" y="65"/>
                    </a:lnTo>
                    <a:lnTo>
                      <a:pt x="512" y="66"/>
                    </a:lnTo>
                    <a:lnTo>
                      <a:pt x="513" y="66"/>
                    </a:lnTo>
                    <a:lnTo>
                      <a:pt x="515" y="66"/>
                    </a:lnTo>
                    <a:lnTo>
                      <a:pt x="515" y="68"/>
                    </a:lnTo>
                    <a:lnTo>
                      <a:pt x="516" y="68"/>
                    </a:lnTo>
                    <a:lnTo>
                      <a:pt x="517" y="69"/>
                    </a:lnTo>
                    <a:lnTo>
                      <a:pt x="518" y="69"/>
                    </a:lnTo>
                    <a:lnTo>
                      <a:pt x="519" y="70"/>
                    </a:lnTo>
                    <a:lnTo>
                      <a:pt x="521" y="71"/>
                    </a:lnTo>
                    <a:lnTo>
                      <a:pt x="522" y="71"/>
                    </a:lnTo>
                    <a:lnTo>
                      <a:pt x="523" y="72"/>
                    </a:lnTo>
                    <a:lnTo>
                      <a:pt x="524" y="72"/>
                    </a:lnTo>
                    <a:lnTo>
                      <a:pt x="524" y="74"/>
                    </a:lnTo>
                    <a:lnTo>
                      <a:pt x="525" y="74"/>
                    </a:lnTo>
                    <a:lnTo>
                      <a:pt x="527" y="75"/>
                    </a:lnTo>
                    <a:lnTo>
                      <a:pt x="529" y="76"/>
                    </a:lnTo>
                    <a:lnTo>
                      <a:pt x="530" y="76"/>
                    </a:lnTo>
                    <a:lnTo>
                      <a:pt x="531" y="77"/>
                    </a:lnTo>
                    <a:lnTo>
                      <a:pt x="533" y="78"/>
                    </a:lnTo>
                    <a:lnTo>
                      <a:pt x="534" y="80"/>
                    </a:lnTo>
                    <a:lnTo>
                      <a:pt x="535" y="80"/>
                    </a:lnTo>
                    <a:lnTo>
                      <a:pt x="536" y="81"/>
                    </a:lnTo>
                    <a:lnTo>
                      <a:pt x="537" y="82"/>
                    </a:lnTo>
                    <a:lnTo>
                      <a:pt x="539" y="82"/>
                    </a:lnTo>
                    <a:lnTo>
                      <a:pt x="540" y="83"/>
                    </a:lnTo>
                    <a:lnTo>
                      <a:pt x="541" y="84"/>
                    </a:lnTo>
                    <a:lnTo>
                      <a:pt x="542" y="84"/>
                    </a:lnTo>
                    <a:lnTo>
                      <a:pt x="543" y="86"/>
                    </a:lnTo>
                    <a:lnTo>
                      <a:pt x="545" y="87"/>
                    </a:lnTo>
                    <a:lnTo>
                      <a:pt x="546" y="87"/>
                    </a:lnTo>
                    <a:lnTo>
                      <a:pt x="546" y="88"/>
                    </a:lnTo>
                    <a:lnTo>
                      <a:pt x="547" y="88"/>
                    </a:lnTo>
                    <a:lnTo>
                      <a:pt x="548" y="89"/>
                    </a:lnTo>
                    <a:lnTo>
                      <a:pt x="549" y="89"/>
                    </a:lnTo>
                    <a:lnTo>
                      <a:pt x="549" y="90"/>
                    </a:lnTo>
                    <a:lnTo>
                      <a:pt x="551" y="90"/>
                    </a:lnTo>
                    <a:lnTo>
                      <a:pt x="551" y="92"/>
                    </a:lnTo>
                    <a:lnTo>
                      <a:pt x="552" y="92"/>
                    </a:lnTo>
                    <a:lnTo>
                      <a:pt x="553" y="93"/>
                    </a:lnTo>
                    <a:lnTo>
                      <a:pt x="554" y="94"/>
                    </a:lnTo>
                    <a:lnTo>
                      <a:pt x="555" y="94"/>
                    </a:lnTo>
                    <a:lnTo>
                      <a:pt x="557" y="95"/>
                    </a:lnTo>
                    <a:lnTo>
                      <a:pt x="557" y="96"/>
                    </a:lnTo>
                    <a:lnTo>
                      <a:pt x="558" y="96"/>
                    </a:lnTo>
                    <a:lnTo>
                      <a:pt x="559" y="98"/>
                    </a:lnTo>
                    <a:lnTo>
                      <a:pt x="560" y="99"/>
                    </a:lnTo>
                    <a:lnTo>
                      <a:pt x="561" y="99"/>
                    </a:lnTo>
                    <a:lnTo>
                      <a:pt x="561" y="100"/>
                    </a:lnTo>
                    <a:lnTo>
                      <a:pt x="563" y="100"/>
                    </a:lnTo>
                    <a:lnTo>
                      <a:pt x="564" y="101"/>
                    </a:lnTo>
                    <a:lnTo>
                      <a:pt x="565" y="101"/>
                    </a:lnTo>
                    <a:lnTo>
                      <a:pt x="565" y="102"/>
                    </a:lnTo>
                    <a:lnTo>
                      <a:pt x="566" y="102"/>
                    </a:lnTo>
                    <a:lnTo>
                      <a:pt x="566" y="104"/>
                    </a:lnTo>
                    <a:lnTo>
                      <a:pt x="567" y="104"/>
                    </a:lnTo>
                    <a:lnTo>
                      <a:pt x="569" y="105"/>
                    </a:lnTo>
                    <a:lnTo>
                      <a:pt x="570" y="105"/>
                    </a:lnTo>
                    <a:lnTo>
                      <a:pt x="570" y="106"/>
                    </a:lnTo>
                    <a:lnTo>
                      <a:pt x="571" y="106"/>
                    </a:lnTo>
                    <a:lnTo>
                      <a:pt x="571" y="107"/>
                    </a:lnTo>
                    <a:lnTo>
                      <a:pt x="572" y="107"/>
                    </a:lnTo>
                    <a:lnTo>
                      <a:pt x="573" y="108"/>
                    </a:lnTo>
                    <a:lnTo>
                      <a:pt x="575" y="110"/>
                    </a:lnTo>
                    <a:lnTo>
                      <a:pt x="576" y="110"/>
                    </a:lnTo>
                    <a:lnTo>
                      <a:pt x="577" y="111"/>
                    </a:lnTo>
                    <a:lnTo>
                      <a:pt x="578" y="111"/>
                    </a:lnTo>
                    <a:lnTo>
                      <a:pt x="579" y="112"/>
                    </a:lnTo>
                    <a:lnTo>
                      <a:pt x="579" y="113"/>
                    </a:lnTo>
                    <a:lnTo>
                      <a:pt x="581" y="113"/>
                    </a:lnTo>
                    <a:lnTo>
                      <a:pt x="582" y="115"/>
                    </a:lnTo>
                    <a:lnTo>
                      <a:pt x="583" y="115"/>
                    </a:lnTo>
                    <a:lnTo>
                      <a:pt x="583" y="116"/>
                    </a:lnTo>
                    <a:lnTo>
                      <a:pt x="584" y="116"/>
                    </a:lnTo>
                    <a:lnTo>
                      <a:pt x="585" y="117"/>
                    </a:lnTo>
                    <a:lnTo>
                      <a:pt x="587" y="117"/>
                    </a:lnTo>
                    <a:lnTo>
                      <a:pt x="587" y="118"/>
                    </a:lnTo>
                    <a:lnTo>
                      <a:pt x="588" y="118"/>
                    </a:lnTo>
                    <a:lnTo>
                      <a:pt x="588" y="119"/>
                    </a:lnTo>
                    <a:lnTo>
                      <a:pt x="589" y="119"/>
                    </a:lnTo>
                    <a:lnTo>
                      <a:pt x="590" y="121"/>
                    </a:lnTo>
                    <a:lnTo>
                      <a:pt x="591" y="122"/>
                    </a:lnTo>
                    <a:lnTo>
                      <a:pt x="593" y="123"/>
                    </a:lnTo>
                    <a:lnTo>
                      <a:pt x="594" y="124"/>
                    </a:lnTo>
                    <a:lnTo>
                      <a:pt x="595" y="125"/>
                    </a:lnTo>
                    <a:lnTo>
                      <a:pt x="596" y="127"/>
                    </a:lnTo>
                    <a:lnTo>
                      <a:pt x="597" y="128"/>
                    </a:lnTo>
                    <a:lnTo>
                      <a:pt x="599" y="129"/>
                    </a:lnTo>
                    <a:lnTo>
                      <a:pt x="600" y="130"/>
                    </a:lnTo>
                    <a:lnTo>
                      <a:pt x="600" y="131"/>
                    </a:lnTo>
                    <a:lnTo>
                      <a:pt x="601" y="131"/>
                    </a:lnTo>
                    <a:lnTo>
                      <a:pt x="602" y="133"/>
                    </a:lnTo>
                    <a:lnTo>
                      <a:pt x="603" y="135"/>
                    </a:lnTo>
                    <a:lnTo>
                      <a:pt x="605" y="135"/>
                    </a:lnTo>
                    <a:lnTo>
                      <a:pt x="606" y="136"/>
                    </a:lnTo>
                    <a:lnTo>
                      <a:pt x="607" y="137"/>
                    </a:lnTo>
                    <a:lnTo>
                      <a:pt x="608" y="139"/>
                    </a:lnTo>
                    <a:lnTo>
                      <a:pt x="608" y="140"/>
                    </a:lnTo>
                    <a:lnTo>
                      <a:pt x="609" y="141"/>
                    </a:lnTo>
                    <a:lnTo>
                      <a:pt x="611" y="141"/>
                    </a:lnTo>
                    <a:lnTo>
                      <a:pt x="611" y="142"/>
                    </a:lnTo>
                    <a:lnTo>
                      <a:pt x="612" y="143"/>
                    </a:lnTo>
                    <a:lnTo>
                      <a:pt x="613" y="145"/>
                    </a:lnTo>
                    <a:lnTo>
                      <a:pt x="614" y="146"/>
                    </a:lnTo>
                    <a:lnTo>
                      <a:pt x="615" y="147"/>
                    </a:lnTo>
                    <a:lnTo>
                      <a:pt x="617" y="148"/>
                    </a:lnTo>
                    <a:lnTo>
                      <a:pt x="618" y="149"/>
                    </a:lnTo>
                    <a:lnTo>
                      <a:pt x="618" y="151"/>
                    </a:lnTo>
                    <a:lnTo>
                      <a:pt x="619" y="151"/>
                    </a:lnTo>
                    <a:lnTo>
                      <a:pt x="620" y="152"/>
                    </a:lnTo>
                    <a:lnTo>
                      <a:pt x="620" y="153"/>
                    </a:lnTo>
                    <a:lnTo>
                      <a:pt x="621" y="154"/>
                    </a:lnTo>
                    <a:lnTo>
                      <a:pt x="623" y="155"/>
                    </a:lnTo>
                    <a:lnTo>
                      <a:pt x="623" y="157"/>
                    </a:lnTo>
                    <a:lnTo>
                      <a:pt x="624" y="158"/>
                    </a:lnTo>
                    <a:lnTo>
                      <a:pt x="625" y="159"/>
                    </a:lnTo>
                    <a:lnTo>
                      <a:pt x="626" y="160"/>
                    </a:lnTo>
                    <a:lnTo>
                      <a:pt x="627" y="161"/>
                    </a:lnTo>
                    <a:lnTo>
                      <a:pt x="629" y="163"/>
                    </a:lnTo>
                    <a:lnTo>
                      <a:pt x="630" y="165"/>
                    </a:lnTo>
                    <a:lnTo>
                      <a:pt x="631" y="166"/>
                    </a:lnTo>
                    <a:lnTo>
                      <a:pt x="633" y="167"/>
                    </a:lnTo>
                    <a:lnTo>
                      <a:pt x="635" y="170"/>
                    </a:lnTo>
                    <a:lnTo>
                      <a:pt x="635" y="171"/>
                    </a:lnTo>
                    <a:lnTo>
                      <a:pt x="636" y="172"/>
                    </a:lnTo>
                    <a:lnTo>
                      <a:pt x="637" y="173"/>
                    </a:lnTo>
                    <a:lnTo>
                      <a:pt x="638" y="175"/>
                    </a:lnTo>
                    <a:lnTo>
                      <a:pt x="639" y="176"/>
                    </a:lnTo>
                    <a:lnTo>
                      <a:pt x="639" y="177"/>
                    </a:lnTo>
                    <a:lnTo>
                      <a:pt x="641" y="177"/>
                    </a:lnTo>
                    <a:lnTo>
                      <a:pt x="642" y="178"/>
                    </a:lnTo>
                    <a:lnTo>
                      <a:pt x="642" y="179"/>
                    </a:lnTo>
                    <a:lnTo>
                      <a:pt x="643" y="181"/>
                    </a:lnTo>
                    <a:lnTo>
                      <a:pt x="644" y="181"/>
                    </a:lnTo>
                    <a:lnTo>
                      <a:pt x="644" y="182"/>
                    </a:lnTo>
                    <a:lnTo>
                      <a:pt x="645" y="183"/>
                    </a:lnTo>
                    <a:lnTo>
                      <a:pt x="645" y="184"/>
                    </a:lnTo>
                    <a:lnTo>
                      <a:pt x="647" y="185"/>
                    </a:lnTo>
                    <a:lnTo>
                      <a:pt x="648" y="185"/>
                    </a:lnTo>
                    <a:lnTo>
                      <a:pt x="648" y="187"/>
                    </a:lnTo>
                    <a:lnTo>
                      <a:pt x="649" y="188"/>
                    </a:lnTo>
                    <a:lnTo>
                      <a:pt x="650" y="189"/>
                    </a:lnTo>
                    <a:lnTo>
                      <a:pt x="650" y="190"/>
                    </a:lnTo>
                    <a:lnTo>
                      <a:pt x="651" y="191"/>
                    </a:lnTo>
                    <a:lnTo>
                      <a:pt x="653" y="193"/>
                    </a:lnTo>
                    <a:lnTo>
                      <a:pt x="653" y="194"/>
                    </a:lnTo>
                    <a:lnTo>
                      <a:pt x="654" y="195"/>
                    </a:lnTo>
                    <a:lnTo>
                      <a:pt x="655" y="196"/>
                    </a:lnTo>
                    <a:lnTo>
                      <a:pt x="656" y="199"/>
                    </a:lnTo>
                    <a:lnTo>
                      <a:pt x="657" y="200"/>
                    </a:lnTo>
                    <a:lnTo>
                      <a:pt x="659" y="202"/>
                    </a:lnTo>
                    <a:lnTo>
                      <a:pt x="660" y="203"/>
                    </a:lnTo>
                    <a:lnTo>
                      <a:pt x="661" y="206"/>
                    </a:lnTo>
                    <a:lnTo>
                      <a:pt x="663" y="207"/>
                    </a:lnTo>
                    <a:lnTo>
                      <a:pt x="665" y="209"/>
                    </a:lnTo>
                    <a:lnTo>
                      <a:pt x="665" y="211"/>
                    </a:lnTo>
                    <a:lnTo>
                      <a:pt x="666" y="212"/>
                    </a:lnTo>
                    <a:lnTo>
                      <a:pt x="667" y="213"/>
                    </a:lnTo>
                    <a:lnTo>
                      <a:pt x="668" y="215"/>
                    </a:lnTo>
                    <a:lnTo>
                      <a:pt x="669" y="217"/>
                    </a:lnTo>
                    <a:lnTo>
                      <a:pt x="669" y="218"/>
                    </a:lnTo>
                    <a:lnTo>
                      <a:pt x="671" y="219"/>
                    </a:lnTo>
                    <a:lnTo>
                      <a:pt x="672" y="220"/>
                    </a:lnTo>
                    <a:lnTo>
                      <a:pt x="673" y="221"/>
                    </a:lnTo>
                    <a:lnTo>
                      <a:pt x="674" y="223"/>
                    </a:lnTo>
                    <a:lnTo>
                      <a:pt x="674" y="224"/>
                    </a:lnTo>
                    <a:lnTo>
                      <a:pt x="675" y="225"/>
                    </a:lnTo>
                    <a:lnTo>
                      <a:pt x="677" y="226"/>
                    </a:lnTo>
                    <a:lnTo>
                      <a:pt x="678" y="227"/>
                    </a:lnTo>
                    <a:lnTo>
                      <a:pt x="678" y="229"/>
                    </a:lnTo>
                    <a:lnTo>
                      <a:pt x="679" y="230"/>
                    </a:lnTo>
                    <a:lnTo>
                      <a:pt x="680" y="231"/>
                    </a:lnTo>
                    <a:lnTo>
                      <a:pt x="680" y="232"/>
                    </a:lnTo>
                    <a:lnTo>
                      <a:pt x="681" y="233"/>
                    </a:lnTo>
                    <a:lnTo>
                      <a:pt x="683" y="235"/>
                    </a:lnTo>
                    <a:lnTo>
                      <a:pt x="684" y="236"/>
                    </a:lnTo>
                    <a:lnTo>
                      <a:pt x="685" y="238"/>
                    </a:lnTo>
                    <a:lnTo>
                      <a:pt x="686" y="239"/>
                    </a:lnTo>
                    <a:lnTo>
                      <a:pt x="687" y="241"/>
                    </a:lnTo>
                    <a:lnTo>
                      <a:pt x="689" y="243"/>
                    </a:lnTo>
                    <a:lnTo>
                      <a:pt x="690" y="244"/>
                    </a:lnTo>
                    <a:lnTo>
                      <a:pt x="691" y="247"/>
                    </a:lnTo>
                    <a:lnTo>
                      <a:pt x="692" y="249"/>
                    </a:lnTo>
                    <a:lnTo>
                      <a:pt x="693" y="250"/>
                    </a:lnTo>
                    <a:lnTo>
                      <a:pt x="695" y="253"/>
                    </a:lnTo>
                    <a:lnTo>
                      <a:pt x="696" y="254"/>
                    </a:lnTo>
                    <a:lnTo>
                      <a:pt x="697" y="255"/>
                    </a:lnTo>
                    <a:lnTo>
                      <a:pt x="698" y="256"/>
                    </a:lnTo>
                    <a:lnTo>
                      <a:pt x="699" y="257"/>
                    </a:lnTo>
                    <a:lnTo>
                      <a:pt x="701" y="260"/>
                    </a:lnTo>
                    <a:lnTo>
                      <a:pt x="701" y="261"/>
                    </a:lnTo>
                    <a:lnTo>
                      <a:pt x="702" y="262"/>
                    </a:lnTo>
                    <a:lnTo>
                      <a:pt x="703" y="262"/>
                    </a:lnTo>
                    <a:lnTo>
                      <a:pt x="703" y="263"/>
                    </a:lnTo>
                    <a:lnTo>
                      <a:pt x="704" y="265"/>
                    </a:lnTo>
                    <a:lnTo>
                      <a:pt x="704" y="266"/>
                    </a:lnTo>
                    <a:lnTo>
                      <a:pt x="705" y="267"/>
                    </a:lnTo>
                    <a:lnTo>
                      <a:pt x="707" y="268"/>
                    </a:lnTo>
                    <a:lnTo>
                      <a:pt x="708" y="269"/>
                    </a:lnTo>
                    <a:lnTo>
                      <a:pt x="708" y="271"/>
                    </a:lnTo>
                    <a:lnTo>
                      <a:pt x="709" y="272"/>
                    </a:lnTo>
                    <a:lnTo>
                      <a:pt x="710" y="273"/>
                    </a:lnTo>
                    <a:lnTo>
                      <a:pt x="710" y="274"/>
                    </a:lnTo>
                    <a:lnTo>
                      <a:pt x="711" y="275"/>
                    </a:lnTo>
                    <a:lnTo>
                      <a:pt x="711" y="277"/>
                    </a:lnTo>
                    <a:lnTo>
                      <a:pt x="713" y="278"/>
                    </a:lnTo>
                    <a:lnTo>
                      <a:pt x="713" y="279"/>
                    </a:lnTo>
                    <a:lnTo>
                      <a:pt x="714" y="280"/>
                    </a:lnTo>
                    <a:lnTo>
                      <a:pt x="715" y="281"/>
                    </a:lnTo>
                    <a:lnTo>
                      <a:pt x="715" y="283"/>
                    </a:lnTo>
                    <a:lnTo>
                      <a:pt x="716" y="285"/>
                    </a:lnTo>
                    <a:lnTo>
                      <a:pt x="717" y="286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3" name="Freeform 287">
                <a:extLst>
                  <a:ext uri="{FF2B5EF4-FFF2-40B4-BE49-F238E27FC236}">
                    <a16:creationId xmlns:a16="http://schemas.microsoft.com/office/drawing/2014/main" id="{B222CC99-CDF7-4388-B3BE-D210B5EF4B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14" y="954"/>
                <a:ext cx="430" cy="173"/>
              </a:xfrm>
              <a:custGeom>
                <a:avLst/>
                <a:gdLst>
                  <a:gd name="T0" fmla="*/ 1 w 717"/>
                  <a:gd name="T1" fmla="*/ 1 h 286"/>
                  <a:gd name="T2" fmla="*/ 1 w 717"/>
                  <a:gd name="T3" fmla="*/ 1 h 286"/>
                  <a:gd name="T4" fmla="*/ 1 w 717"/>
                  <a:gd name="T5" fmla="*/ 1 h 286"/>
                  <a:gd name="T6" fmla="*/ 1 w 717"/>
                  <a:gd name="T7" fmla="*/ 1 h 286"/>
                  <a:gd name="T8" fmla="*/ 1 w 717"/>
                  <a:gd name="T9" fmla="*/ 1 h 286"/>
                  <a:gd name="T10" fmla="*/ 1 w 717"/>
                  <a:gd name="T11" fmla="*/ 1 h 286"/>
                  <a:gd name="T12" fmla="*/ 1 w 717"/>
                  <a:gd name="T13" fmla="*/ 1 h 286"/>
                  <a:gd name="T14" fmla="*/ 1 w 717"/>
                  <a:gd name="T15" fmla="*/ 1 h 286"/>
                  <a:gd name="T16" fmla="*/ 1 w 717"/>
                  <a:gd name="T17" fmla="*/ 1 h 286"/>
                  <a:gd name="T18" fmla="*/ 1 w 717"/>
                  <a:gd name="T19" fmla="*/ 1 h 286"/>
                  <a:gd name="T20" fmla="*/ 1 w 717"/>
                  <a:gd name="T21" fmla="*/ 1 h 286"/>
                  <a:gd name="T22" fmla="*/ 1 w 717"/>
                  <a:gd name="T23" fmla="*/ 1 h 286"/>
                  <a:gd name="T24" fmla="*/ 1 w 717"/>
                  <a:gd name="T25" fmla="*/ 1 h 286"/>
                  <a:gd name="T26" fmla="*/ 1 w 717"/>
                  <a:gd name="T27" fmla="*/ 1 h 286"/>
                  <a:gd name="T28" fmla="*/ 1 w 717"/>
                  <a:gd name="T29" fmla="*/ 1 h 286"/>
                  <a:gd name="T30" fmla="*/ 1 w 717"/>
                  <a:gd name="T31" fmla="*/ 1 h 286"/>
                  <a:gd name="T32" fmla="*/ 1 w 717"/>
                  <a:gd name="T33" fmla="*/ 1 h 286"/>
                  <a:gd name="T34" fmla="*/ 1 w 717"/>
                  <a:gd name="T35" fmla="*/ 1 h 286"/>
                  <a:gd name="T36" fmla="*/ 1 w 717"/>
                  <a:gd name="T37" fmla="*/ 1 h 286"/>
                  <a:gd name="T38" fmla="*/ 1 w 717"/>
                  <a:gd name="T39" fmla="*/ 1 h 286"/>
                  <a:gd name="T40" fmla="*/ 1 w 717"/>
                  <a:gd name="T41" fmla="*/ 1 h 286"/>
                  <a:gd name="T42" fmla="*/ 1 w 717"/>
                  <a:gd name="T43" fmla="*/ 1 h 286"/>
                  <a:gd name="T44" fmla="*/ 1 w 717"/>
                  <a:gd name="T45" fmla="*/ 1 h 286"/>
                  <a:gd name="T46" fmla="*/ 1 w 717"/>
                  <a:gd name="T47" fmla="*/ 1 h 286"/>
                  <a:gd name="T48" fmla="*/ 1 w 717"/>
                  <a:gd name="T49" fmla="*/ 1 h 286"/>
                  <a:gd name="T50" fmla="*/ 1 w 717"/>
                  <a:gd name="T51" fmla="*/ 1 h 286"/>
                  <a:gd name="T52" fmla="*/ 1 w 717"/>
                  <a:gd name="T53" fmla="*/ 1 h 286"/>
                  <a:gd name="T54" fmla="*/ 1 w 717"/>
                  <a:gd name="T55" fmla="*/ 1 h 286"/>
                  <a:gd name="T56" fmla="*/ 1 w 717"/>
                  <a:gd name="T57" fmla="*/ 1 h 286"/>
                  <a:gd name="T58" fmla="*/ 1 w 717"/>
                  <a:gd name="T59" fmla="*/ 1 h 286"/>
                  <a:gd name="T60" fmla="*/ 1 w 717"/>
                  <a:gd name="T61" fmla="*/ 1 h 286"/>
                  <a:gd name="T62" fmla="*/ 1 w 717"/>
                  <a:gd name="T63" fmla="*/ 1 h 286"/>
                  <a:gd name="T64" fmla="*/ 1 w 717"/>
                  <a:gd name="T65" fmla="*/ 1 h 286"/>
                  <a:gd name="T66" fmla="*/ 1 w 717"/>
                  <a:gd name="T67" fmla="*/ 1 h 286"/>
                  <a:gd name="T68" fmla="*/ 1 w 717"/>
                  <a:gd name="T69" fmla="*/ 1 h 286"/>
                  <a:gd name="T70" fmla="*/ 1 w 717"/>
                  <a:gd name="T71" fmla="*/ 1 h 286"/>
                  <a:gd name="T72" fmla="*/ 1 w 717"/>
                  <a:gd name="T73" fmla="*/ 1 h 286"/>
                  <a:gd name="T74" fmla="*/ 1 w 717"/>
                  <a:gd name="T75" fmla="*/ 1 h 286"/>
                  <a:gd name="T76" fmla="*/ 1 w 717"/>
                  <a:gd name="T77" fmla="*/ 1 h 286"/>
                  <a:gd name="T78" fmla="*/ 1 w 717"/>
                  <a:gd name="T79" fmla="*/ 1 h 286"/>
                  <a:gd name="T80" fmla="*/ 1 w 717"/>
                  <a:gd name="T81" fmla="*/ 1 h 286"/>
                  <a:gd name="T82" fmla="*/ 1 w 717"/>
                  <a:gd name="T83" fmla="*/ 1 h 286"/>
                  <a:gd name="T84" fmla="*/ 1 w 717"/>
                  <a:gd name="T85" fmla="*/ 1 h 286"/>
                  <a:gd name="T86" fmla="*/ 1 w 717"/>
                  <a:gd name="T87" fmla="*/ 1 h 286"/>
                  <a:gd name="T88" fmla="*/ 1 w 717"/>
                  <a:gd name="T89" fmla="*/ 1 h 286"/>
                  <a:gd name="T90" fmla="*/ 1 w 717"/>
                  <a:gd name="T91" fmla="*/ 1 h 286"/>
                  <a:gd name="T92" fmla="*/ 1 w 717"/>
                  <a:gd name="T93" fmla="*/ 1 h 286"/>
                  <a:gd name="T94" fmla="*/ 1 w 717"/>
                  <a:gd name="T95" fmla="*/ 1 h 286"/>
                  <a:gd name="T96" fmla="*/ 1 w 717"/>
                  <a:gd name="T97" fmla="*/ 1 h 286"/>
                  <a:gd name="T98" fmla="*/ 1 w 717"/>
                  <a:gd name="T99" fmla="*/ 1 h 286"/>
                  <a:gd name="T100" fmla="*/ 1 w 717"/>
                  <a:gd name="T101" fmla="*/ 1 h 286"/>
                  <a:gd name="T102" fmla="*/ 1 w 717"/>
                  <a:gd name="T103" fmla="*/ 1 h 286"/>
                  <a:gd name="T104" fmla="*/ 1 w 717"/>
                  <a:gd name="T105" fmla="*/ 1 h 286"/>
                  <a:gd name="T106" fmla="*/ 1 w 717"/>
                  <a:gd name="T107" fmla="*/ 1 h 286"/>
                  <a:gd name="T108" fmla="*/ 1 w 717"/>
                  <a:gd name="T109" fmla="*/ 1 h 286"/>
                  <a:gd name="T110" fmla="*/ 1 w 717"/>
                  <a:gd name="T111" fmla="*/ 1 h 286"/>
                  <a:gd name="T112" fmla="*/ 1 w 717"/>
                  <a:gd name="T113" fmla="*/ 1 h 286"/>
                  <a:gd name="T114" fmla="*/ 1 w 717"/>
                  <a:gd name="T115" fmla="*/ 1 h 286"/>
                  <a:gd name="T116" fmla="*/ 1 w 717"/>
                  <a:gd name="T117" fmla="*/ 1 h 286"/>
                  <a:gd name="T118" fmla="*/ 1 w 717"/>
                  <a:gd name="T119" fmla="*/ 1 h 286"/>
                  <a:gd name="T120" fmla="*/ 1 w 717"/>
                  <a:gd name="T121" fmla="*/ 1 h 28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17" h="286">
                    <a:moveTo>
                      <a:pt x="0" y="286"/>
                    </a:moveTo>
                    <a:lnTo>
                      <a:pt x="27" y="286"/>
                    </a:lnTo>
                    <a:lnTo>
                      <a:pt x="54" y="286"/>
                    </a:lnTo>
                    <a:lnTo>
                      <a:pt x="78" y="286"/>
                    </a:lnTo>
                    <a:lnTo>
                      <a:pt x="99" y="286"/>
                    </a:lnTo>
                    <a:lnTo>
                      <a:pt x="121" y="286"/>
                    </a:lnTo>
                    <a:lnTo>
                      <a:pt x="140" y="286"/>
                    </a:lnTo>
                    <a:lnTo>
                      <a:pt x="158" y="286"/>
                    </a:lnTo>
                    <a:lnTo>
                      <a:pt x="175" y="286"/>
                    </a:lnTo>
                    <a:lnTo>
                      <a:pt x="191" y="286"/>
                    </a:lnTo>
                    <a:lnTo>
                      <a:pt x="205" y="286"/>
                    </a:lnTo>
                    <a:lnTo>
                      <a:pt x="217" y="286"/>
                    </a:lnTo>
                    <a:lnTo>
                      <a:pt x="229" y="286"/>
                    </a:lnTo>
                    <a:lnTo>
                      <a:pt x="240" y="286"/>
                    </a:lnTo>
                    <a:lnTo>
                      <a:pt x="249" y="286"/>
                    </a:lnTo>
                    <a:lnTo>
                      <a:pt x="259" y="286"/>
                    </a:lnTo>
                    <a:lnTo>
                      <a:pt x="267" y="286"/>
                    </a:lnTo>
                    <a:lnTo>
                      <a:pt x="273" y="286"/>
                    </a:lnTo>
                    <a:lnTo>
                      <a:pt x="281" y="285"/>
                    </a:lnTo>
                    <a:lnTo>
                      <a:pt x="287" y="285"/>
                    </a:lnTo>
                    <a:lnTo>
                      <a:pt x="291" y="285"/>
                    </a:lnTo>
                    <a:lnTo>
                      <a:pt x="296" y="285"/>
                    </a:lnTo>
                    <a:lnTo>
                      <a:pt x="300" y="285"/>
                    </a:lnTo>
                    <a:lnTo>
                      <a:pt x="303" y="285"/>
                    </a:lnTo>
                    <a:lnTo>
                      <a:pt x="306" y="285"/>
                    </a:lnTo>
                    <a:lnTo>
                      <a:pt x="309" y="285"/>
                    </a:lnTo>
                    <a:lnTo>
                      <a:pt x="312" y="285"/>
                    </a:lnTo>
                    <a:lnTo>
                      <a:pt x="314" y="285"/>
                    </a:lnTo>
                    <a:lnTo>
                      <a:pt x="315" y="285"/>
                    </a:lnTo>
                    <a:lnTo>
                      <a:pt x="318" y="285"/>
                    </a:lnTo>
                    <a:lnTo>
                      <a:pt x="319" y="285"/>
                    </a:lnTo>
                    <a:lnTo>
                      <a:pt x="321" y="285"/>
                    </a:lnTo>
                    <a:lnTo>
                      <a:pt x="324" y="284"/>
                    </a:lnTo>
                    <a:lnTo>
                      <a:pt x="325" y="284"/>
                    </a:lnTo>
                    <a:lnTo>
                      <a:pt x="327" y="284"/>
                    </a:lnTo>
                    <a:lnTo>
                      <a:pt x="329" y="284"/>
                    </a:lnTo>
                    <a:lnTo>
                      <a:pt x="331" y="284"/>
                    </a:lnTo>
                    <a:lnTo>
                      <a:pt x="332" y="284"/>
                    </a:lnTo>
                    <a:lnTo>
                      <a:pt x="333" y="284"/>
                    </a:lnTo>
                    <a:lnTo>
                      <a:pt x="335" y="284"/>
                    </a:lnTo>
                    <a:lnTo>
                      <a:pt x="336" y="284"/>
                    </a:lnTo>
                    <a:lnTo>
                      <a:pt x="338" y="284"/>
                    </a:lnTo>
                    <a:lnTo>
                      <a:pt x="339" y="284"/>
                    </a:lnTo>
                    <a:lnTo>
                      <a:pt x="341" y="282"/>
                    </a:lnTo>
                    <a:lnTo>
                      <a:pt x="342" y="282"/>
                    </a:lnTo>
                    <a:lnTo>
                      <a:pt x="343" y="282"/>
                    </a:lnTo>
                    <a:lnTo>
                      <a:pt x="344" y="282"/>
                    </a:lnTo>
                    <a:lnTo>
                      <a:pt x="345" y="282"/>
                    </a:lnTo>
                    <a:lnTo>
                      <a:pt x="347" y="282"/>
                    </a:lnTo>
                    <a:lnTo>
                      <a:pt x="348" y="282"/>
                    </a:lnTo>
                    <a:lnTo>
                      <a:pt x="349" y="282"/>
                    </a:lnTo>
                    <a:lnTo>
                      <a:pt x="350" y="282"/>
                    </a:lnTo>
                    <a:lnTo>
                      <a:pt x="351" y="281"/>
                    </a:lnTo>
                    <a:lnTo>
                      <a:pt x="353" y="281"/>
                    </a:lnTo>
                    <a:lnTo>
                      <a:pt x="354" y="281"/>
                    </a:lnTo>
                    <a:lnTo>
                      <a:pt x="355" y="281"/>
                    </a:lnTo>
                    <a:lnTo>
                      <a:pt x="356" y="281"/>
                    </a:lnTo>
                    <a:lnTo>
                      <a:pt x="357" y="281"/>
                    </a:lnTo>
                    <a:lnTo>
                      <a:pt x="360" y="281"/>
                    </a:lnTo>
                    <a:lnTo>
                      <a:pt x="361" y="280"/>
                    </a:lnTo>
                    <a:lnTo>
                      <a:pt x="362" y="280"/>
                    </a:lnTo>
                    <a:lnTo>
                      <a:pt x="365" y="280"/>
                    </a:lnTo>
                    <a:lnTo>
                      <a:pt x="366" y="280"/>
                    </a:lnTo>
                    <a:lnTo>
                      <a:pt x="368" y="279"/>
                    </a:lnTo>
                    <a:lnTo>
                      <a:pt x="369" y="279"/>
                    </a:lnTo>
                    <a:lnTo>
                      <a:pt x="372" y="279"/>
                    </a:lnTo>
                    <a:lnTo>
                      <a:pt x="373" y="279"/>
                    </a:lnTo>
                    <a:lnTo>
                      <a:pt x="374" y="279"/>
                    </a:lnTo>
                    <a:lnTo>
                      <a:pt x="377" y="279"/>
                    </a:lnTo>
                    <a:lnTo>
                      <a:pt x="378" y="278"/>
                    </a:lnTo>
                    <a:lnTo>
                      <a:pt x="379" y="278"/>
                    </a:lnTo>
                    <a:lnTo>
                      <a:pt x="380" y="278"/>
                    </a:lnTo>
                    <a:lnTo>
                      <a:pt x="381" y="278"/>
                    </a:lnTo>
                    <a:lnTo>
                      <a:pt x="383" y="278"/>
                    </a:lnTo>
                    <a:lnTo>
                      <a:pt x="384" y="278"/>
                    </a:lnTo>
                    <a:lnTo>
                      <a:pt x="385" y="276"/>
                    </a:lnTo>
                    <a:lnTo>
                      <a:pt x="386" y="276"/>
                    </a:lnTo>
                    <a:lnTo>
                      <a:pt x="387" y="276"/>
                    </a:lnTo>
                    <a:lnTo>
                      <a:pt x="389" y="276"/>
                    </a:lnTo>
                    <a:lnTo>
                      <a:pt x="390" y="275"/>
                    </a:lnTo>
                    <a:lnTo>
                      <a:pt x="391" y="275"/>
                    </a:lnTo>
                    <a:lnTo>
                      <a:pt x="392" y="275"/>
                    </a:lnTo>
                    <a:lnTo>
                      <a:pt x="393" y="275"/>
                    </a:lnTo>
                    <a:lnTo>
                      <a:pt x="395" y="274"/>
                    </a:lnTo>
                    <a:lnTo>
                      <a:pt x="396" y="274"/>
                    </a:lnTo>
                    <a:lnTo>
                      <a:pt x="397" y="274"/>
                    </a:lnTo>
                    <a:lnTo>
                      <a:pt x="398" y="273"/>
                    </a:lnTo>
                    <a:lnTo>
                      <a:pt x="399" y="273"/>
                    </a:lnTo>
                    <a:lnTo>
                      <a:pt x="402" y="272"/>
                    </a:lnTo>
                    <a:lnTo>
                      <a:pt x="403" y="272"/>
                    </a:lnTo>
                    <a:lnTo>
                      <a:pt x="405" y="272"/>
                    </a:lnTo>
                    <a:lnTo>
                      <a:pt x="407" y="270"/>
                    </a:lnTo>
                    <a:lnTo>
                      <a:pt x="409" y="269"/>
                    </a:lnTo>
                    <a:lnTo>
                      <a:pt x="411" y="269"/>
                    </a:lnTo>
                    <a:lnTo>
                      <a:pt x="414" y="268"/>
                    </a:lnTo>
                    <a:lnTo>
                      <a:pt x="415" y="268"/>
                    </a:lnTo>
                    <a:lnTo>
                      <a:pt x="417" y="267"/>
                    </a:lnTo>
                    <a:lnTo>
                      <a:pt x="420" y="267"/>
                    </a:lnTo>
                    <a:lnTo>
                      <a:pt x="421" y="266"/>
                    </a:lnTo>
                    <a:lnTo>
                      <a:pt x="422" y="266"/>
                    </a:lnTo>
                    <a:lnTo>
                      <a:pt x="425" y="266"/>
                    </a:lnTo>
                    <a:lnTo>
                      <a:pt x="426" y="264"/>
                    </a:lnTo>
                    <a:lnTo>
                      <a:pt x="427" y="264"/>
                    </a:lnTo>
                    <a:lnTo>
                      <a:pt x="428" y="263"/>
                    </a:lnTo>
                    <a:lnTo>
                      <a:pt x="429" y="263"/>
                    </a:lnTo>
                    <a:lnTo>
                      <a:pt x="431" y="263"/>
                    </a:lnTo>
                    <a:lnTo>
                      <a:pt x="432" y="262"/>
                    </a:lnTo>
                    <a:lnTo>
                      <a:pt x="433" y="262"/>
                    </a:lnTo>
                    <a:lnTo>
                      <a:pt x="434" y="262"/>
                    </a:lnTo>
                    <a:lnTo>
                      <a:pt x="435" y="261"/>
                    </a:lnTo>
                    <a:lnTo>
                      <a:pt x="437" y="261"/>
                    </a:lnTo>
                    <a:lnTo>
                      <a:pt x="438" y="260"/>
                    </a:lnTo>
                    <a:lnTo>
                      <a:pt x="439" y="260"/>
                    </a:lnTo>
                    <a:lnTo>
                      <a:pt x="440" y="258"/>
                    </a:lnTo>
                    <a:lnTo>
                      <a:pt x="441" y="258"/>
                    </a:lnTo>
                    <a:lnTo>
                      <a:pt x="443" y="258"/>
                    </a:lnTo>
                    <a:lnTo>
                      <a:pt x="444" y="257"/>
                    </a:lnTo>
                    <a:lnTo>
                      <a:pt x="445" y="257"/>
                    </a:lnTo>
                    <a:lnTo>
                      <a:pt x="446" y="256"/>
                    </a:lnTo>
                    <a:lnTo>
                      <a:pt x="447" y="255"/>
                    </a:lnTo>
                    <a:lnTo>
                      <a:pt x="450" y="255"/>
                    </a:lnTo>
                    <a:lnTo>
                      <a:pt x="451" y="254"/>
                    </a:lnTo>
                    <a:lnTo>
                      <a:pt x="452" y="252"/>
                    </a:lnTo>
                    <a:lnTo>
                      <a:pt x="455" y="252"/>
                    </a:lnTo>
                    <a:lnTo>
                      <a:pt x="456" y="251"/>
                    </a:lnTo>
                    <a:lnTo>
                      <a:pt x="458" y="250"/>
                    </a:lnTo>
                    <a:lnTo>
                      <a:pt x="459" y="249"/>
                    </a:lnTo>
                    <a:lnTo>
                      <a:pt x="462" y="249"/>
                    </a:lnTo>
                    <a:lnTo>
                      <a:pt x="463" y="248"/>
                    </a:lnTo>
                    <a:lnTo>
                      <a:pt x="464" y="246"/>
                    </a:lnTo>
                    <a:lnTo>
                      <a:pt x="467" y="246"/>
                    </a:lnTo>
                    <a:lnTo>
                      <a:pt x="468" y="245"/>
                    </a:lnTo>
                    <a:lnTo>
                      <a:pt x="469" y="245"/>
                    </a:lnTo>
                    <a:lnTo>
                      <a:pt x="470" y="244"/>
                    </a:lnTo>
                    <a:lnTo>
                      <a:pt x="471" y="244"/>
                    </a:lnTo>
                    <a:lnTo>
                      <a:pt x="473" y="243"/>
                    </a:lnTo>
                    <a:lnTo>
                      <a:pt x="474" y="243"/>
                    </a:lnTo>
                    <a:lnTo>
                      <a:pt x="475" y="242"/>
                    </a:lnTo>
                    <a:lnTo>
                      <a:pt x="476" y="242"/>
                    </a:lnTo>
                    <a:lnTo>
                      <a:pt x="477" y="240"/>
                    </a:lnTo>
                    <a:lnTo>
                      <a:pt x="479" y="239"/>
                    </a:lnTo>
                    <a:lnTo>
                      <a:pt x="480" y="239"/>
                    </a:lnTo>
                    <a:lnTo>
                      <a:pt x="481" y="239"/>
                    </a:lnTo>
                    <a:lnTo>
                      <a:pt x="482" y="238"/>
                    </a:lnTo>
                    <a:lnTo>
                      <a:pt x="483" y="237"/>
                    </a:lnTo>
                    <a:lnTo>
                      <a:pt x="485" y="237"/>
                    </a:lnTo>
                    <a:lnTo>
                      <a:pt x="486" y="236"/>
                    </a:lnTo>
                    <a:lnTo>
                      <a:pt x="487" y="236"/>
                    </a:lnTo>
                    <a:lnTo>
                      <a:pt x="488" y="234"/>
                    </a:lnTo>
                    <a:lnTo>
                      <a:pt x="489" y="233"/>
                    </a:lnTo>
                    <a:lnTo>
                      <a:pt x="491" y="233"/>
                    </a:lnTo>
                    <a:lnTo>
                      <a:pt x="493" y="232"/>
                    </a:lnTo>
                    <a:lnTo>
                      <a:pt x="494" y="231"/>
                    </a:lnTo>
                    <a:lnTo>
                      <a:pt x="495" y="230"/>
                    </a:lnTo>
                    <a:lnTo>
                      <a:pt x="498" y="230"/>
                    </a:lnTo>
                    <a:lnTo>
                      <a:pt x="499" y="228"/>
                    </a:lnTo>
                    <a:lnTo>
                      <a:pt x="500" y="227"/>
                    </a:lnTo>
                    <a:lnTo>
                      <a:pt x="503" y="227"/>
                    </a:lnTo>
                    <a:lnTo>
                      <a:pt x="504" y="226"/>
                    </a:lnTo>
                    <a:lnTo>
                      <a:pt x="505" y="225"/>
                    </a:lnTo>
                    <a:lnTo>
                      <a:pt x="506" y="225"/>
                    </a:lnTo>
                    <a:lnTo>
                      <a:pt x="507" y="224"/>
                    </a:lnTo>
                    <a:lnTo>
                      <a:pt x="509" y="224"/>
                    </a:lnTo>
                    <a:lnTo>
                      <a:pt x="509" y="222"/>
                    </a:lnTo>
                    <a:lnTo>
                      <a:pt x="510" y="222"/>
                    </a:lnTo>
                    <a:lnTo>
                      <a:pt x="511" y="221"/>
                    </a:lnTo>
                    <a:lnTo>
                      <a:pt x="512" y="221"/>
                    </a:lnTo>
                    <a:lnTo>
                      <a:pt x="513" y="220"/>
                    </a:lnTo>
                    <a:lnTo>
                      <a:pt x="515" y="220"/>
                    </a:lnTo>
                    <a:lnTo>
                      <a:pt x="515" y="219"/>
                    </a:lnTo>
                    <a:lnTo>
                      <a:pt x="516" y="219"/>
                    </a:lnTo>
                    <a:lnTo>
                      <a:pt x="517" y="219"/>
                    </a:lnTo>
                    <a:lnTo>
                      <a:pt x="517" y="218"/>
                    </a:lnTo>
                    <a:lnTo>
                      <a:pt x="518" y="218"/>
                    </a:lnTo>
                    <a:lnTo>
                      <a:pt x="519" y="216"/>
                    </a:lnTo>
                    <a:lnTo>
                      <a:pt x="521" y="215"/>
                    </a:lnTo>
                    <a:lnTo>
                      <a:pt x="522" y="215"/>
                    </a:lnTo>
                    <a:lnTo>
                      <a:pt x="523" y="214"/>
                    </a:lnTo>
                    <a:lnTo>
                      <a:pt x="524" y="214"/>
                    </a:lnTo>
                    <a:lnTo>
                      <a:pt x="524" y="213"/>
                    </a:lnTo>
                    <a:lnTo>
                      <a:pt x="525" y="213"/>
                    </a:lnTo>
                    <a:lnTo>
                      <a:pt x="527" y="212"/>
                    </a:lnTo>
                    <a:lnTo>
                      <a:pt x="529" y="210"/>
                    </a:lnTo>
                    <a:lnTo>
                      <a:pt x="530" y="209"/>
                    </a:lnTo>
                    <a:lnTo>
                      <a:pt x="531" y="209"/>
                    </a:lnTo>
                    <a:lnTo>
                      <a:pt x="533" y="208"/>
                    </a:lnTo>
                    <a:lnTo>
                      <a:pt x="534" y="207"/>
                    </a:lnTo>
                    <a:lnTo>
                      <a:pt x="535" y="207"/>
                    </a:lnTo>
                    <a:lnTo>
                      <a:pt x="536" y="206"/>
                    </a:lnTo>
                    <a:lnTo>
                      <a:pt x="537" y="204"/>
                    </a:lnTo>
                    <a:lnTo>
                      <a:pt x="539" y="204"/>
                    </a:lnTo>
                    <a:lnTo>
                      <a:pt x="540" y="203"/>
                    </a:lnTo>
                    <a:lnTo>
                      <a:pt x="541" y="202"/>
                    </a:lnTo>
                    <a:lnTo>
                      <a:pt x="542" y="202"/>
                    </a:lnTo>
                    <a:lnTo>
                      <a:pt x="543" y="201"/>
                    </a:lnTo>
                    <a:lnTo>
                      <a:pt x="545" y="201"/>
                    </a:lnTo>
                    <a:lnTo>
                      <a:pt x="545" y="200"/>
                    </a:lnTo>
                    <a:lnTo>
                      <a:pt x="546" y="200"/>
                    </a:lnTo>
                    <a:lnTo>
                      <a:pt x="547" y="198"/>
                    </a:lnTo>
                    <a:lnTo>
                      <a:pt x="548" y="197"/>
                    </a:lnTo>
                    <a:lnTo>
                      <a:pt x="549" y="197"/>
                    </a:lnTo>
                    <a:lnTo>
                      <a:pt x="549" y="196"/>
                    </a:lnTo>
                    <a:lnTo>
                      <a:pt x="551" y="196"/>
                    </a:lnTo>
                    <a:lnTo>
                      <a:pt x="551" y="195"/>
                    </a:lnTo>
                    <a:lnTo>
                      <a:pt x="552" y="195"/>
                    </a:lnTo>
                    <a:lnTo>
                      <a:pt x="553" y="194"/>
                    </a:lnTo>
                    <a:lnTo>
                      <a:pt x="554" y="192"/>
                    </a:lnTo>
                    <a:lnTo>
                      <a:pt x="555" y="191"/>
                    </a:lnTo>
                    <a:lnTo>
                      <a:pt x="557" y="191"/>
                    </a:lnTo>
                    <a:lnTo>
                      <a:pt x="557" y="190"/>
                    </a:lnTo>
                    <a:lnTo>
                      <a:pt x="558" y="190"/>
                    </a:lnTo>
                    <a:lnTo>
                      <a:pt x="559" y="189"/>
                    </a:lnTo>
                    <a:lnTo>
                      <a:pt x="560" y="188"/>
                    </a:lnTo>
                    <a:lnTo>
                      <a:pt x="561" y="188"/>
                    </a:lnTo>
                    <a:lnTo>
                      <a:pt x="561" y="186"/>
                    </a:lnTo>
                    <a:lnTo>
                      <a:pt x="563" y="186"/>
                    </a:lnTo>
                    <a:lnTo>
                      <a:pt x="564" y="185"/>
                    </a:lnTo>
                    <a:lnTo>
                      <a:pt x="565" y="185"/>
                    </a:lnTo>
                    <a:lnTo>
                      <a:pt x="565" y="184"/>
                    </a:lnTo>
                    <a:lnTo>
                      <a:pt x="566" y="184"/>
                    </a:lnTo>
                    <a:lnTo>
                      <a:pt x="566" y="183"/>
                    </a:lnTo>
                    <a:lnTo>
                      <a:pt x="567" y="183"/>
                    </a:lnTo>
                    <a:lnTo>
                      <a:pt x="569" y="182"/>
                    </a:lnTo>
                    <a:lnTo>
                      <a:pt x="570" y="182"/>
                    </a:lnTo>
                    <a:lnTo>
                      <a:pt x="570" y="180"/>
                    </a:lnTo>
                    <a:lnTo>
                      <a:pt x="571" y="180"/>
                    </a:lnTo>
                    <a:lnTo>
                      <a:pt x="572" y="179"/>
                    </a:lnTo>
                    <a:lnTo>
                      <a:pt x="573" y="179"/>
                    </a:lnTo>
                    <a:lnTo>
                      <a:pt x="573" y="178"/>
                    </a:lnTo>
                    <a:lnTo>
                      <a:pt x="575" y="178"/>
                    </a:lnTo>
                    <a:lnTo>
                      <a:pt x="576" y="177"/>
                    </a:lnTo>
                    <a:lnTo>
                      <a:pt x="577" y="177"/>
                    </a:lnTo>
                    <a:lnTo>
                      <a:pt x="578" y="176"/>
                    </a:lnTo>
                    <a:lnTo>
                      <a:pt x="579" y="174"/>
                    </a:lnTo>
                    <a:lnTo>
                      <a:pt x="581" y="173"/>
                    </a:lnTo>
                    <a:lnTo>
                      <a:pt x="582" y="173"/>
                    </a:lnTo>
                    <a:lnTo>
                      <a:pt x="583" y="172"/>
                    </a:lnTo>
                    <a:lnTo>
                      <a:pt x="584" y="171"/>
                    </a:lnTo>
                    <a:lnTo>
                      <a:pt x="585" y="171"/>
                    </a:lnTo>
                    <a:lnTo>
                      <a:pt x="585" y="170"/>
                    </a:lnTo>
                    <a:lnTo>
                      <a:pt x="587" y="170"/>
                    </a:lnTo>
                    <a:lnTo>
                      <a:pt x="587" y="168"/>
                    </a:lnTo>
                    <a:lnTo>
                      <a:pt x="588" y="168"/>
                    </a:lnTo>
                    <a:lnTo>
                      <a:pt x="589" y="167"/>
                    </a:lnTo>
                    <a:lnTo>
                      <a:pt x="590" y="166"/>
                    </a:lnTo>
                    <a:lnTo>
                      <a:pt x="591" y="165"/>
                    </a:lnTo>
                    <a:lnTo>
                      <a:pt x="593" y="165"/>
                    </a:lnTo>
                    <a:lnTo>
                      <a:pt x="593" y="164"/>
                    </a:lnTo>
                    <a:lnTo>
                      <a:pt x="594" y="162"/>
                    </a:lnTo>
                    <a:lnTo>
                      <a:pt x="595" y="161"/>
                    </a:lnTo>
                    <a:lnTo>
                      <a:pt x="596" y="161"/>
                    </a:lnTo>
                    <a:lnTo>
                      <a:pt x="596" y="160"/>
                    </a:lnTo>
                    <a:lnTo>
                      <a:pt x="597" y="159"/>
                    </a:lnTo>
                    <a:lnTo>
                      <a:pt x="599" y="158"/>
                    </a:lnTo>
                    <a:lnTo>
                      <a:pt x="600" y="158"/>
                    </a:lnTo>
                    <a:lnTo>
                      <a:pt x="600" y="156"/>
                    </a:lnTo>
                    <a:lnTo>
                      <a:pt x="601" y="155"/>
                    </a:lnTo>
                    <a:lnTo>
                      <a:pt x="602" y="154"/>
                    </a:lnTo>
                    <a:lnTo>
                      <a:pt x="603" y="153"/>
                    </a:lnTo>
                    <a:lnTo>
                      <a:pt x="605" y="152"/>
                    </a:lnTo>
                    <a:lnTo>
                      <a:pt x="606" y="150"/>
                    </a:lnTo>
                    <a:lnTo>
                      <a:pt x="607" y="149"/>
                    </a:lnTo>
                    <a:lnTo>
                      <a:pt x="608" y="148"/>
                    </a:lnTo>
                    <a:lnTo>
                      <a:pt x="608" y="147"/>
                    </a:lnTo>
                    <a:lnTo>
                      <a:pt x="609" y="147"/>
                    </a:lnTo>
                    <a:lnTo>
                      <a:pt x="611" y="146"/>
                    </a:lnTo>
                    <a:lnTo>
                      <a:pt x="611" y="144"/>
                    </a:lnTo>
                    <a:lnTo>
                      <a:pt x="612" y="144"/>
                    </a:lnTo>
                    <a:lnTo>
                      <a:pt x="612" y="143"/>
                    </a:lnTo>
                    <a:lnTo>
                      <a:pt x="613" y="142"/>
                    </a:lnTo>
                    <a:lnTo>
                      <a:pt x="614" y="141"/>
                    </a:lnTo>
                    <a:lnTo>
                      <a:pt x="615" y="141"/>
                    </a:lnTo>
                    <a:lnTo>
                      <a:pt x="615" y="140"/>
                    </a:lnTo>
                    <a:lnTo>
                      <a:pt x="617" y="138"/>
                    </a:lnTo>
                    <a:lnTo>
                      <a:pt x="618" y="137"/>
                    </a:lnTo>
                    <a:lnTo>
                      <a:pt x="618" y="136"/>
                    </a:lnTo>
                    <a:lnTo>
                      <a:pt x="619" y="136"/>
                    </a:lnTo>
                    <a:lnTo>
                      <a:pt x="620" y="135"/>
                    </a:lnTo>
                    <a:lnTo>
                      <a:pt x="620" y="134"/>
                    </a:lnTo>
                    <a:lnTo>
                      <a:pt x="621" y="132"/>
                    </a:lnTo>
                    <a:lnTo>
                      <a:pt x="623" y="131"/>
                    </a:lnTo>
                    <a:lnTo>
                      <a:pt x="624" y="130"/>
                    </a:lnTo>
                    <a:lnTo>
                      <a:pt x="625" y="128"/>
                    </a:lnTo>
                    <a:lnTo>
                      <a:pt x="626" y="126"/>
                    </a:lnTo>
                    <a:lnTo>
                      <a:pt x="627" y="125"/>
                    </a:lnTo>
                    <a:lnTo>
                      <a:pt x="629" y="124"/>
                    </a:lnTo>
                    <a:lnTo>
                      <a:pt x="630" y="122"/>
                    </a:lnTo>
                    <a:lnTo>
                      <a:pt x="631" y="120"/>
                    </a:lnTo>
                    <a:lnTo>
                      <a:pt x="633" y="119"/>
                    </a:lnTo>
                    <a:lnTo>
                      <a:pt x="635" y="118"/>
                    </a:lnTo>
                    <a:lnTo>
                      <a:pt x="635" y="117"/>
                    </a:lnTo>
                    <a:lnTo>
                      <a:pt x="636" y="114"/>
                    </a:lnTo>
                    <a:lnTo>
                      <a:pt x="637" y="113"/>
                    </a:lnTo>
                    <a:lnTo>
                      <a:pt x="638" y="112"/>
                    </a:lnTo>
                    <a:lnTo>
                      <a:pt x="639" y="112"/>
                    </a:lnTo>
                    <a:lnTo>
                      <a:pt x="639" y="111"/>
                    </a:lnTo>
                    <a:lnTo>
                      <a:pt x="641" y="110"/>
                    </a:lnTo>
                    <a:lnTo>
                      <a:pt x="642" y="108"/>
                    </a:lnTo>
                    <a:lnTo>
                      <a:pt x="642" y="107"/>
                    </a:lnTo>
                    <a:lnTo>
                      <a:pt x="643" y="106"/>
                    </a:lnTo>
                    <a:lnTo>
                      <a:pt x="644" y="106"/>
                    </a:lnTo>
                    <a:lnTo>
                      <a:pt x="644" y="105"/>
                    </a:lnTo>
                    <a:lnTo>
                      <a:pt x="645" y="104"/>
                    </a:lnTo>
                    <a:lnTo>
                      <a:pt x="645" y="102"/>
                    </a:lnTo>
                    <a:lnTo>
                      <a:pt x="647" y="102"/>
                    </a:lnTo>
                    <a:lnTo>
                      <a:pt x="648" y="101"/>
                    </a:lnTo>
                    <a:lnTo>
                      <a:pt x="648" y="100"/>
                    </a:lnTo>
                    <a:lnTo>
                      <a:pt x="649" y="99"/>
                    </a:lnTo>
                    <a:lnTo>
                      <a:pt x="650" y="98"/>
                    </a:lnTo>
                    <a:lnTo>
                      <a:pt x="650" y="96"/>
                    </a:lnTo>
                    <a:lnTo>
                      <a:pt x="651" y="95"/>
                    </a:lnTo>
                    <a:lnTo>
                      <a:pt x="653" y="94"/>
                    </a:lnTo>
                    <a:lnTo>
                      <a:pt x="653" y="93"/>
                    </a:lnTo>
                    <a:lnTo>
                      <a:pt x="654" y="92"/>
                    </a:lnTo>
                    <a:lnTo>
                      <a:pt x="655" y="90"/>
                    </a:lnTo>
                    <a:lnTo>
                      <a:pt x="656" y="88"/>
                    </a:lnTo>
                    <a:lnTo>
                      <a:pt x="657" y="87"/>
                    </a:lnTo>
                    <a:lnTo>
                      <a:pt x="659" y="84"/>
                    </a:lnTo>
                    <a:lnTo>
                      <a:pt x="660" y="83"/>
                    </a:lnTo>
                    <a:lnTo>
                      <a:pt x="661" y="81"/>
                    </a:lnTo>
                    <a:lnTo>
                      <a:pt x="663" y="80"/>
                    </a:lnTo>
                    <a:lnTo>
                      <a:pt x="665" y="77"/>
                    </a:lnTo>
                    <a:lnTo>
                      <a:pt x="665" y="76"/>
                    </a:lnTo>
                    <a:lnTo>
                      <a:pt x="666" y="75"/>
                    </a:lnTo>
                    <a:lnTo>
                      <a:pt x="667" y="74"/>
                    </a:lnTo>
                    <a:lnTo>
                      <a:pt x="668" y="72"/>
                    </a:lnTo>
                    <a:lnTo>
                      <a:pt x="669" y="71"/>
                    </a:lnTo>
                    <a:lnTo>
                      <a:pt x="669" y="70"/>
                    </a:lnTo>
                    <a:lnTo>
                      <a:pt x="671" y="69"/>
                    </a:lnTo>
                    <a:lnTo>
                      <a:pt x="672" y="68"/>
                    </a:lnTo>
                    <a:lnTo>
                      <a:pt x="672" y="66"/>
                    </a:lnTo>
                    <a:lnTo>
                      <a:pt x="673" y="65"/>
                    </a:lnTo>
                    <a:lnTo>
                      <a:pt x="674" y="64"/>
                    </a:lnTo>
                    <a:lnTo>
                      <a:pt x="674" y="63"/>
                    </a:lnTo>
                    <a:lnTo>
                      <a:pt x="675" y="62"/>
                    </a:lnTo>
                    <a:lnTo>
                      <a:pt x="677" y="62"/>
                    </a:lnTo>
                    <a:lnTo>
                      <a:pt x="677" y="60"/>
                    </a:lnTo>
                    <a:lnTo>
                      <a:pt x="678" y="59"/>
                    </a:lnTo>
                    <a:lnTo>
                      <a:pt x="678" y="58"/>
                    </a:lnTo>
                    <a:lnTo>
                      <a:pt x="679" y="57"/>
                    </a:lnTo>
                    <a:lnTo>
                      <a:pt x="680" y="56"/>
                    </a:lnTo>
                    <a:lnTo>
                      <a:pt x="680" y="54"/>
                    </a:lnTo>
                    <a:lnTo>
                      <a:pt x="681" y="53"/>
                    </a:lnTo>
                    <a:lnTo>
                      <a:pt x="683" y="52"/>
                    </a:lnTo>
                    <a:lnTo>
                      <a:pt x="684" y="51"/>
                    </a:lnTo>
                    <a:lnTo>
                      <a:pt x="685" y="50"/>
                    </a:lnTo>
                    <a:lnTo>
                      <a:pt x="686" y="47"/>
                    </a:lnTo>
                    <a:lnTo>
                      <a:pt x="687" y="46"/>
                    </a:lnTo>
                    <a:lnTo>
                      <a:pt x="689" y="45"/>
                    </a:lnTo>
                    <a:lnTo>
                      <a:pt x="690" y="42"/>
                    </a:lnTo>
                    <a:lnTo>
                      <a:pt x="691" y="40"/>
                    </a:lnTo>
                    <a:lnTo>
                      <a:pt x="692" y="39"/>
                    </a:lnTo>
                    <a:lnTo>
                      <a:pt x="693" y="36"/>
                    </a:lnTo>
                    <a:lnTo>
                      <a:pt x="695" y="35"/>
                    </a:lnTo>
                    <a:lnTo>
                      <a:pt x="696" y="33"/>
                    </a:lnTo>
                    <a:lnTo>
                      <a:pt x="697" y="32"/>
                    </a:lnTo>
                    <a:lnTo>
                      <a:pt x="698" y="30"/>
                    </a:lnTo>
                    <a:lnTo>
                      <a:pt x="699" y="29"/>
                    </a:lnTo>
                    <a:lnTo>
                      <a:pt x="701" y="28"/>
                    </a:lnTo>
                    <a:lnTo>
                      <a:pt x="701" y="27"/>
                    </a:lnTo>
                    <a:lnTo>
                      <a:pt x="702" y="26"/>
                    </a:lnTo>
                    <a:lnTo>
                      <a:pt x="703" y="24"/>
                    </a:lnTo>
                    <a:lnTo>
                      <a:pt x="703" y="23"/>
                    </a:lnTo>
                    <a:lnTo>
                      <a:pt x="704" y="22"/>
                    </a:lnTo>
                    <a:lnTo>
                      <a:pt x="704" y="21"/>
                    </a:lnTo>
                    <a:lnTo>
                      <a:pt x="705" y="20"/>
                    </a:lnTo>
                    <a:lnTo>
                      <a:pt x="707" y="20"/>
                    </a:lnTo>
                    <a:lnTo>
                      <a:pt x="707" y="18"/>
                    </a:lnTo>
                    <a:lnTo>
                      <a:pt x="708" y="17"/>
                    </a:lnTo>
                    <a:lnTo>
                      <a:pt x="708" y="16"/>
                    </a:lnTo>
                    <a:lnTo>
                      <a:pt x="709" y="16"/>
                    </a:lnTo>
                    <a:lnTo>
                      <a:pt x="709" y="15"/>
                    </a:lnTo>
                    <a:lnTo>
                      <a:pt x="710" y="14"/>
                    </a:lnTo>
                    <a:lnTo>
                      <a:pt x="710" y="12"/>
                    </a:lnTo>
                    <a:lnTo>
                      <a:pt x="711" y="11"/>
                    </a:lnTo>
                    <a:lnTo>
                      <a:pt x="711" y="10"/>
                    </a:lnTo>
                    <a:lnTo>
                      <a:pt x="713" y="9"/>
                    </a:lnTo>
                    <a:lnTo>
                      <a:pt x="713" y="8"/>
                    </a:lnTo>
                    <a:lnTo>
                      <a:pt x="714" y="6"/>
                    </a:lnTo>
                    <a:lnTo>
                      <a:pt x="715" y="5"/>
                    </a:lnTo>
                    <a:lnTo>
                      <a:pt x="715" y="4"/>
                    </a:lnTo>
                    <a:lnTo>
                      <a:pt x="716" y="3"/>
                    </a:lnTo>
                    <a:lnTo>
                      <a:pt x="717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4" name="Freeform 288">
                <a:extLst>
                  <a:ext uri="{FF2B5EF4-FFF2-40B4-BE49-F238E27FC236}">
                    <a16:creationId xmlns:a16="http://schemas.microsoft.com/office/drawing/2014/main" id="{48FD9FA0-F17C-44E3-8D01-0325FE102A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08" y="782"/>
                <a:ext cx="52" cy="172"/>
              </a:xfrm>
              <a:custGeom>
                <a:avLst/>
                <a:gdLst>
                  <a:gd name="T0" fmla="*/ 1 w 85"/>
                  <a:gd name="T1" fmla="*/ 1 h 287"/>
                  <a:gd name="T2" fmla="*/ 1 w 85"/>
                  <a:gd name="T3" fmla="*/ 1 h 287"/>
                  <a:gd name="T4" fmla="*/ 1 w 85"/>
                  <a:gd name="T5" fmla="*/ 1 h 287"/>
                  <a:gd name="T6" fmla="*/ 1 w 85"/>
                  <a:gd name="T7" fmla="*/ 1 h 287"/>
                  <a:gd name="T8" fmla="*/ 1 w 85"/>
                  <a:gd name="T9" fmla="*/ 1 h 287"/>
                  <a:gd name="T10" fmla="*/ 1 w 85"/>
                  <a:gd name="T11" fmla="*/ 1 h 287"/>
                  <a:gd name="T12" fmla="*/ 1 w 85"/>
                  <a:gd name="T13" fmla="*/ 1 h 287"/>
                  <a:gd name="T14" fmla="*/ 1 w 85"/>
                  <a:gd name="T15" fmla="*/ 1 h 287"/>
                  <a:gd name="T16" fmla="*/ 1 w 85"/>
                  <a:gd name="T17" fmla="*/ 1 h 287"/>
                  <a:gd name="T18" fmla="*/ 1 w 85"/>
                  <a:gd name="T19" fmla="*/ 1 h 287"/>
                  <a:gd name="T20" fmla="*/ 1 w 85"/>
                  <a:gd name="T21" fmla="*/ 1 h 287"/>
                  <a:gd name="T22" fmla="*/ 1 w 85"/>
                  <a:gd name="T23" fmla="*/ 1 h 287"/>
                  <a:gd name="T24" fmla="*/ 1 w 85"/>
                  <a:gd name="T25" fmla="*/ 1 h 287"/>
                  <a:gd name="T26" fmla="*/ 1 w 85"/>
                  <a:gd name="T27" fmla="*/ 1 h 287"/>
                  <a:gd name="T28" fmla="*/ 1 w 85"/>
                  <a:gd name="T29" fmla="*/ 1 h 287"/>
                  <a:gd name="T30" fmla="*/ 1 w 85"/>
                  <a:gd name="T31" fmla="*/ 1 h 287"/>
                  <a:gd name="T32" fmla="*/ 1 w 85"/>
                  <a:gd name="T33" fmla="*/ 1 h 287"/>
                  <a:gd name="T34" fmla="*/ 1 w 85"/>
                  <a:gd name="T35" fmla="*/ 1 h 287"/>
                  <a:gd name="T36" fmla="*/ 1 w 85"/>
                  <a:gd name="T37" fmla="*/ 1 h 287"/>
                  <a:gd name="T38" fmla="*/ 1 w 85"/>
                  <a:gd name="T39" fmla="*/ 1 h 287"/>
                  <a:gd name="T40" fmla="*/ 1 w 85"/>
                  <a:gd name="T41" fmla="*/ 1 h 287"/>
                  <a:gd name="T42" fmla="*/ 1 w 85"/>
                  <a:gd name="T43" fmla="*/ 1 h 287"/>
                  <a:gd name="T44" fmla="*/ 1 w 85"/>
                  <a:gd name="T45" fmla="*/ 1 h 287"/>
                  <a:gd name="T46" fmla="*/ 1 w 85"/>
                  <a:gd name="T47" fmla="*/ 1 h 287"/>
                  <a:gd name="T48" fmla="*/ 1 w 85"/>
                  <a:gd name="T49" fmla="*/ 1 h 287"/>
                  <a:gd name="T50" fmla="*/ 1 w 85"/>
                  <a:gd name="T51" fmla="*/ 1 h 287"/>
                  <a:gd name="T52" fmla="*/ 1 w 85"/>
                  <a:gd name="T53" fmla="*/ 1 h 287"/>
                  <a:gd name="T54" fmla="*/ 1 w 85"/>
                  <a:gd name="T55" fmla="*/ 1 h 287"/>
                  <a:gd name="T56" fmla="*/ 1 w 85"/>
                  <a:gd name="T57" fmla="*/ 1 h 287"/>
                  <a:gd name="T58" fmla="*/ 1 w 85"/>
                  <a:gd name="T59" fmla="*/ 1 h 287"/>
                  <a:gd name="T60" fmla="*/ 1 w 85"/>
                  <a:gd name="T61" fmla="*/ 1 h 287"/>
                  <a:gd name="T62" fmla="*/ 1 w 85"/>
                  <a:gd name="T63" fmla="*/ 1 h 287"/>
                  <a:gd name="T64" fmla="*/ 1 w 85"/>
                  <a:gd name="T65" fmla="*/ 1 h 287"/>
                  <a:gd name="T66" fmla="*/ 1 w 85"/>
                  <a:gd name="T67" fmla="*/ 1 h 287"/>
                  <a:gd name="T68" fmla="*/ 1 w 85"/>
                  <a:gd name="T69" fmla="*/ 1 h 287"/>
                  <a:gd name="T70" fmla="*/ 1 w 85"/>
                  <a:gd name="T71" fmla="*/ 1 h 287"/>
                  <a:gd name="T72" fmla="*/ 1 w 85"/>
                  <a:gd name="T73" fmla="*/ 1 h 287"/>
                  <a:gd name="T74" fmla="*/ 1 w 85"/>
                  <a:gd name="T75" fmla="*/ 1 h 287"/>
                  <a:gd name="T76" fmla="*/ 1 w 85"/>
                  <a:gd name="T77" fmla="*/ 1 h 287"/>
                  <a:gd name="T78" fmla="*/ 1 w 85"/>
                  <a:gd name="T79" fmla="*/ 1 h 287"/>
                  <a:gd name="T80" fmla="*/ 1 w 85"/>
                  <a:gd name="T81" fmla="*/ 1 h 287"/>
                  <a:gd name="T82" fmla="*/ 1 w 85"/>
                  <a:gd name="T83" fmla="*/ 1 h 287"/>
                  <a:gd name="T84" fmla="*/ 1 w 85"/>
                  <a:gd name="T85" fmla="*/ 1 h 287"/>
                  <a:gd name="T86" fmla="*/ 1 w 85"/>
                  <a:gd name="T87" fmla="*/ 1 h 287"/>
                  <a:gd name="T88" fmla="*/ 1 w 85"/>
                  <a:gd name="T89" fmla="*/ 1 h 287"/>
                  <a:gd name="T90" fmla="*/ 1 w 85"/>
                  <a:gd name="T91" fmla="*/ 1 h 287"/>
                  <a:gd name="T92" fmla="*/ 1 w 85"/>
                  <a:gd name="T93" fmla="*/ 1 h 287"/>
                  <a:gd name="T94" fmla="*/ 1 w 85"/>
                  <a:gd name="T95" fmla="*/ 1 h 287"/>
                  <a:gd name="T96" fmla="*/ 1 w 85"/>
                  <a:gd name="T97" fmla="*/ 1 h 287"/>
                  <a:gd name="T98" fmla="*/ 1 w 85"/>
                  <a:gd name="T99" fmla="*/ 1 h 287"/>
                  <a:gd name="T100" fmla="*/ 1 w 85"/>
                  <a:gd name="T101" fmla="*/ 1 h 287"/>
                  <a:gd name="T102" fmla="*/ 1 w 85"/>
                  <a:gd name="T103" fmla="*/ 1 h 287"/>
                  <a:gd name="T104" fmla="*/ 1 w 85"/>
                  <a:gd name="T105" fmla="*/ 1 h 287"/>
                  <a:gd name="T106" fmla="*/ 1 w 85"/>
                  <a:gd name="T107" fmla="*/ 1 h 287"/>
                  <a:gd name="T108" fmla="*/ 1 w 85"/>
                  <a:gd name="T109" fmla="*/ 1 h 287"/>
                  <a:gd name="T110" fmla="*/ 1 w 85"/>
                  <a:gd name="T111" fmla="*/ 1 h 287"/>
                  <a:gd name="T112" fmla="*/ 1 w 85"/>
                  <a:gd name="T113" fmla="*/ 1 h 28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5" h="287">
                    <a:moveTo>
                      <a:pt x="0" y="0"/>
                    </a:moveTo>
                    <a:lnTo>
                      <a:pt x="2" y="4"/>
                    </a:lnTo>
                    <a:lnTo>
                      <a:pt x="3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8" y="15"/>
                    </a:lnTo>
                    <a:lnTo>
                      <a:pt x="9" y="17"/>
                    </a:lnTo>
                    <a:lnTo>
                      <a:pt x="10" y="20"/>
                    </a:lnTo>
                    <a:lnTo>
                      <a:pt x="12" y="21"/>
                    </a:lnTo>
                    <a:lnTo>
                      <a:pt x="12" y="23"/>
                    </a:lnTo>
                    <a:lnTo>
                      <a:pt x="13" y="24"/>
                    </a:lnTo>
                    <a:lnTo>
                      <a:pt x="14" y="27"/>
                    </a:lnTo>
                    <a:lnTo>
                      <a:pt x="15" y="28"/>
                    </a:lnTo>
                    <a:lnTo>
                      <a:pt x="15" y="29"/>
                    </a:lnTo>
                    <a:lnTo>
                      <a:pt x="16" y="30"/>
                    </a:lnTo>
                    <a:lnTo>
                      <a:pt x="18" y="33"/>
                    </a:lnTo>
                    <a:lnTo>
                      <a:pt x="18" y="34"/>
                    </a:lnTo>
                    <a:lnTo>
                      <a:pt x="19" y="35"/>
                    </a:lnTo>
                    <a:lnTo>
                      <a:pt x="19" y="36"/>
                    </a:lnTo>
                    <a:lnTo>
                      <a:pt x="20" y="38"/>
                    </a:lnTo>
                    <a:lnTo>
                      <a:pt x="20" y="39"/>
                    </a:lnTo>
                    <a:lnTo>
                      <a:pt x="21" y="40"/>
                    </a:lnTo>
                    <a:lnTo>
                      <a:pt x="21" y="41"/>
                    </a:lnTo>
                    <a:lnTo>
                      <a:pt x="22" y="42"/>
                    </a:lnTo>
                    <a:lnTo>
                      <a:pt x="22" y="44"/>
                    </a:lnTo>
                    <a:lnTo>
                      <a:pt x="24" y="45"/>
                    </a:lnTo>
                    <a:lnTo>
                      <a:pt x="24" y="46"/>
                    </a:lnTo>
                    <a:lnTo>
                      <a:pt x="25" y="47"/>
                    </a:lnTo>
                    <a:lnTo>
                      <a:pt x="25" y="48"/>
                    </a:lnTo>
                    <a:lnTo>
                      <a:pt x="26" y="51"/>
                    </a:lnTo>
                    <a:lnTo>
                      <a:pt x="26" y="52"/>
                    </a:lnTo>
                    <a:lnTo>
                      <a:pt x="27" y="53"/>
                    </a:lnTo>
                    <a:lnTo>
                      <a:pt x="27" y="56"/>
                    </a:lnTo>
                    <a:lnTo>
                      <a:pt x="28" y="57"/>
                    </a:lnTo>
                    <a:lnTo>
                      <a:pt x="28" y="58"/>
                    </a:lnTo>
                    <a:lnTo>
                      <a:pt x="30" y="59"/>
                    </a:lnTo>
                    <a:lnTo>
                      <a:pt x="30" y="60"/>
                    </a:lnTo>
                    <a:lnTo>
                      <a:pt x="31" y="62"/>
                    </a:lnTo>
                    <a:lnTo>
                      <a:pt x="31" y="63"/>
                    </a:lnTo>
                    <a:lnTo>
                      <a:pt x="31" y="64"/>
                    </a:lnTo>
                    <a:lnTo>
                      <a:pt x="32" y="65"/>
                    </a:lnTo>
                    <a:lnTo>
                      <a:pt x="32" y="66"/>
                    </a:lnTo>
                    <a:lnTo>
                      <a:pt x="32" y="68"/>
                    </a:lnTo>
                    <a:lnTo>
                      <a:pt x="33" y="69"/>
                    </a:lnTo>
                    <a:lnTo>
                      <a:pt x="33" y="70"/>
                    </a:lnTo>
                    <a:lnTo>
                      <a:pt x="34" y="71"/>
                    </a:lnTo>
                    <a:lnTo>
                      <a:pt x="34" y="72"/>
                    </a:lnTo>
                    <a:lnTo>
                      <a:pt x="36" y="74"/>
                    </a:lnTo>
                    <a:lnTo>
                      <a:pt x="36" y="75"/>
                    </a:lnTo>
                    <a:lnTo>
                      <a:pt x="36" y="76"/>
                    </a:lnTo>
                    <a:lnTo>
                      <a:pt x="37" y="77"/>
                    </a:lnTo>
                    <a:lnTo>
                      <a:pt x="37" y="78"/>
                    </a:lnTo>
                    <a:lnTo>
                      <a:pt x="37" y="80"/>
                    </a:lnTo>
                    <a:lnTo>
                      <a:pt x="38" y="81"/>
                    </a:lnTo>
                    <a:lnTo>
                      <a:pt x="38" y="82"/>
                    </a:lnTo>
                    <a:lnTo>
                      <a:pt x="38" y="83"/>
                    </a:lnTo>
                    <a:lnTo>
                      <a:pt x="39" y="84"/>
                    </a:lnTo>
                    <a:lnTo>
                      <a:pt x="39" y="86"/>
                    </a:lnTo>
                    <a:lnTo>
                      <a:pt x="40" y="88"/>
                    </a:lnTo>
                    <a:lnTo>
                      <a:pt x="40" y="89"/>
                    </a:lnTo>
                    <a:lnTo>
                      <a:pt x="42" y="92"/>
                    </a:lnTo>
                    <a:lnTo>
                      <a:pt x="43" y="93"/>
                    </a:lnTo>
                    <a:lnTo>
                      <a:pt x="43" y="95"/>
                    </a:lnTo>
                    <a:lnTo>
                      <a:pt x="44" y="98"/>
                    </a:lnTo>
                    <a:lnTo>
                      <a:pt x="44" y="99"/>
                    </a:lnTo>
                    <a:lnTo>
                      <a:pt x="45" y="100"/>
                    </a:lnTo>
                    <a:lnTo>
                      <a:pt x="46" y="102"/>
                    </a:lnTo>
                    <a:lnTo>
                      <a:pt x="46" y="104"/>
                    </a:lnTo>
                    <a:lnTo>
                      <a:pt x="46" y="105"/>
                    </a:lnTo>
                    <a:lnTo>
                      <a:pt x="48" y="106"/>
                    </a:lnTo>
                    <a:lnTo>
                      <a:pt x="48" y="107"/>
                    </a:lnTo>
                    <a:lnTo>
                      <a:pt x="49" y="108"/>
                    </a:lnTo>
                    <a:lnTo>
                      <a:pt x="49" y="110"/>
                    </a:lnTo>
                    <a:lnTo>
                      <a:pt x="49" y="111"/>
                    </a:lnTo>
                    <a:lnTo>
                      <a:pt x="50" y="112"/>
                    </a:lnTo>
                    <a:lnTo>
                      <a:pt x="50" y="113"/>
                    </a:lnTo>
                    <a:lnTo>
                      <a:pt x="50" y="115"/>
                    </a:lnTo>
                    <a:lnTo>
                      <a:pt x="51" y="115"/>
                    </a:lnTo>
                    <a:lnTo>
                      <a:pt x="51" y="116"/>
                    </a:lnTo>
                    <a:lnTo>
                      <a:pt x="51" y="117"/>
                    </a:lnTo>
                    <a:lnTo>
                      <a:pt x="51" y="118"/>
                    </a:lnTo>
                    <a:lnTo>
                      <a:pt x="52" y="119"/>
                    </a:lnTo>
                    <a:lnTo>
                      <a:pt x="52" y="121"/>
                    </a:lnTo>
                    <a:lnTo>
                      <a:pt x="52" y="122"/>
                    </a:lnTo>
                    <a:lnTo>
                      <a:pt x="54" y="123"/>
                    </a:lnTo>
                    <a:lnTo>
                      <a:pt x="54" y="124"/>
                    </a:lnTo>
                    <a:lnTo>
                      <a:pt x="54" y="125"/>
                    </a:lnTo>
                    <a:lnTo>
                      <a:pt x="55" y="127"/>
                    </a:lnTo>
                    <a:lnTo>
                      <a:pt x="55" y="128"/>
                    </a:lnTo>
                    <a:lnTo>
                      <a:pt x="55" y="130"/>
                    </a:lnTo>
                    <a:lnTo>
                      <a:pt x="56" y="131"/>
                    </a:lnTo>
                    <a:lnTo>
                      <a:pt x="56" y="133"/>
                    </a:lnTo>
                    <a:lnTo>
                      <a:pt x="57" y="135"/>
                    </a:lnTo>
                    <a:lnTo>
                      <a:pt x="57" y="136"/>
                    </a:lnTo>
                    <a:lnTo>
                      <a:pt x="58" y="139"/>
                    </a:lnTo>
                    <a:lnTo>
                      <a:pt x="58" y="141"/>
                    </a:lnTo>
                    <a:lnTo>
                      <a:pt x="60" y="142"/>
                    </a:lnTo>
                    <a:lnTo>
                      <a:pt x="60" y="145"/>
                    </a:lnTo>
                    <a:lnTo>
                      <a:pt x="61" y="146"/>
                    </a:lnTo>
                    <a:lnTo>
                      <a:pt x="61" y="147"/>
                    </a:lnTo>
                    <a:lnTo>
                      <a:pt x="61" y="148"/>
                    </a:lnTo>
                    <a:lnTo>
                      <a:pt x="62" y="149"/>
                    </a:lnTo>
                    <a:lnTo>
                      <a:pt x="62" y="151"/>
                    </a:lnTo>
                    <a:lnTo>
                      <a:pt x="62" y="152"/>
                    </a:lnTo>
                    <a:lnTo>
                      <a:pt x="63" y="153"/>
                    </a:lnTo>
                    <a:lnTo>
                      <a:pt x="63" y="154"/>
                    </a:lnTo>
                    <a:lnTo>
                      <a:pt x="63" y="155"/>
                    </a:lnTo>
                    <a:lnTo>
                      <a:pt x="63" y="157"/>
                    </a:lnTo>
                    <a:lnTo>
                      <a:pt x="64" y="158"/>
                    </a:lnTo>
                    <a:lnTo>
                      <a:pt x="64" y="159"/>
                    </a:lnTo>
                    <a:lnTo>
                      <a:pt x="64" y="160"/>
                    </a:lnTo>
                    <a:lnTo>
                      <a:pt x="66" y="161"/>
                    </a:lnTo>
                    <a:lnTo>
                      <a:pt x="66" y="163"/>
                    </a:lnTo>
                    <a:lnTo>
                      <a:pt x="66" y="164"/>
                    </a:lnTo>
                    <a:lnTo>
                      <a:pt x="67" y="165"/>
                    </a:lnTo>
                    <a:lnTo>
                      <a:pt x="67" y="166"/>
                    </a:lnTo>
                    <a:lnTo>
                      <a:pt x="67" y="167"/>
                    </a:lnTo>
                    <a:lnTo>
                      <a:pt x="67" y="169"/>
                    </a:lnTo>
                    <a:lnTo>
                      <a:pt x="68" y="170"/>
                    </a:lnTo>
                    <a:lnTo>
                      <a:pt x="68" y="172"/>
                    </a:lnTo>
                    <a:lnTo>
                      <a:pt x="69" y="173"/>
                    </a:lnTo>
                    <a:lnTo>
                      <a:pt x="69" y="175"/>
                    </a:lnTo>
                    <a:lnTo>
                      <a:pt x="69" y="177"/>
                    </a:lnTo>
                    <a:lnTo>
                      <a:pt x="70" y="178"/>
                    </a:lnTo>
                    <a:lnTo>
                      <a:pt x="70" y="181"/>
                    </a:lnTo>
                    <a:lnTo>
                      <a:pt x="72" y="183"/>
                    </a:lnTo>
                    <a:lnTo>
                      <a:pt x="72" y="184"/>
                    </a:lnTo>
                    <a:lnTo>
                      <a:pt x="73" y="187"/>
                    </a:lnTo>
                    <a:lnTo>
                      <a:pt x="73" y="188"/>
                    </a:lnTo>
                    <a:lnTo>
                      <a:pt x="74" y="189"/>
                    </a:lnTo>
                    <a:lnTo>
                      <a:pt x="74" y="190"/>
                    </a:lnTo>
                    <a:lnTo>
                      <a:pt x="74" y="191"/>
                    </a:lnTo>
                    <a:lnTo>
                      <a:pt x="75" y="194"/>
                    </a:lnTo>
                    <a:lnTo>
                      <a:pt x="75" y="195"/>
                    </a:lnTo>
                    <a:lnTo>
                      <a:pt x="75" y="196"/>
                    </a:lnTo>
                    <a:lnTo>
                      <a:pt x="76" y="196"/>
                    </a:lnTo>
                    <a:lnTo>
                      <a:pt x="76" y="197"/>
                    </a:lnTo>
                    <a:lnTo>
                      <a:pt x="76" y="199"/>
                    </a:lnTo>
                    <a:lnTo>
                      <a:pt x="76" y="200"/>
                    </a:lnTo>
                    <a:lnTo>
                      <a:pt x="76" y="201"/>
                    </a:lnTo>
                    <a:lnTo>
                      <a:pt x="78" y="202"/>
                    </a:lnTo>
                    <a:lnTo>
                      <a:pt x="78" y="203"/>
                    </a:lnTo>
                    <a:lnTo>
                      <a:pt x="78" y="205"/>
                    </a:lnTo>
                    <a:lnTo>
                      <a:pt x="78" y="206"/>
                    </a:lnTo>
                    <a:lnTo>
                      <a:pt x="78" y="207"/>
                    </a:lnTo>
                    <a:lnTo>
                      <a:pt x="78" y="208"/>
                    </a:lnTo>
                    <a:lnTo>
                      <a:pt x="79" y="209"/>
                    </a:lnTo>
                    <a:lnTo>
                      <a:pt x="79" y="211"/>
                    </a:lnTo>
                    <a:lnTo>
                      <a:pt x="79" y="212"/>
                    </a:lnTo>
                    <a:lnTo>
                      <a:pt x="79" y="213"/>
                    </a:lnTo>
                    <a:lnTo>
                      <a:pt x="79" y="214"/>
                    </a:lnTo>
                    <a:lnTo>
                      <a:pt x="79" y="215"/>
                    </a:lnTo>
                    <a:lnTo>
                      <a:pt x="79" y="218"/>
                    </a:lnTo>
                    <a:lnTo>
                      <a:pt x="79" y="219"/>
                    </a:lnTo>
                    <a:lnTo>
                      <a:pt x="79" y="220"/>
                    </a:lnTo>
                    <a:lnTo>
                      <a:pt x="79" y="223"/>
                    </a:lnTo>
                    <a:lnTo>
                      <a:pt x="80" y="224"/>
                    </a:lnTo>
                    <a:lnTo>
                      <a:pt x="80" y="226"/>
                    </a:lnTo>
                    <a:lnTo>
                      <a:pt x="80" y="227"/>
                    </a:lnTo>
                    <a:lnTo>
                      <a:pt x="80" y="229"/>
                    </a:lnTo>
                    <a:lnTo>
                      <a:pt x="80" y="230"/>
                    </a:lnTo>
                    <a:lnTo>
                      <a:pt x="80" y="231"/>
                    </a:lnTo>
                    <a:lnTo>
                      <a:pt x="80" y="232"/>
                    </a:lnTo>
                    <a:lnTo>
                      <a:pt x="80" y="233"/>
                    </a:lnTo>
                    <a:lnTo>
                      <a:pt x="80" y="235"/>
                    </a:lnTo>
                    <a:lnTo>
                      <a:pt x="80" y="236"/>
                    </a:lnTo>
                    <a:lnTo>
                      <a:pt x="81" y="237"/>
                    </a:lnTo>
                    <a:lnTo>
                      <a:pt x="81" y="238"/>
                    </a:lnTo>
                    <a:lnTo>
                      <a:pt x="81" y="239"/>
                    </a:lnTo>
                    <a:lnTo>
                      <a:pt x="81" y="241"/>
                    </a:lnTo>
                    <a:lnTo>
                      <a:pt x="81" y="242"/>
                    </a:lnTo>
                    <a:lnTo>
                      <a:pt x="81" y="243"/>
                    </a:lnTo>
                    <a:lnTo>
                      <a:pt x="81" y="244"/>
                    </a:lnTo>
                    <a:lnTo>
                      <a:pt x="82" y="245"/>
                    </a:lnTo>
                    <a:lnTo>
                      <a:pt x="82" y="247"/>
                    </a:lnTo>
                    <a:lnTo>
                      <a:pt x="82" y="248"/>
                    </a:lnTo>
                    <a:lnTo>
                      <a:pt x="82" y="249"/>
                    </a:lnTo>
                    <a:lnTo>
                      <a:pt x="82" y="250"/>
                    </a:lnTo>
                    <a:lnTo>
                      <a:pt x="84" y="251"/>
                    </a:lnTo>
                    <a:lnTo>
                      <a:pt x="84" y="253"/>
                    </a:lnTo>
                    <a:lnTo>
                      <a:pt x="84" y="254"/>
                    </a:lnTo>
                    <a:lnTo>
                      <a:pt x="84" y="255"/>
                    </a:lnTo>
                    <a:lnTo>
                      <a:pt x="84" y="256"/>
                    </a:lnTo>
                    <a:lnTo>
                      <a:pt x="84" y="257"/>
                    </a:lnTo>
                    <a:lnTo>
                      <a:pt x="85" y="257"/>
                    </a:lnTo>
                    <a:lnTo>
                      <a:pt x="85" y="259"/>
                    </a:lnTo>
                    <a:lnTo>
                      <a:pt x="85" y="260"/>
                    </a:lnTo>
                    <a:lnTo>
                      <a:pt x="85" y="261"/>
                    </a:lnTo>
                    <a:lnTo>
                      <a:pt x="85" y="262"/>
                    </a:lnTo>
                    <a:lnTo>
                      <a:pt x="85" y="263"/>
                    </a:lnTo>
                    <a:lnTo>
                      <a:pt x="85" y="265"/>
                    </a:lnTo>
                    <a:lnTo>
                      <a:pt x="85" y="266"/>
                    </a:lnTo>
                    <a:lnTo>
                      <a:pt x="85" y="267"/>
                    </a:lnTo>
                    <a:lnTo>
                      <a:pt x="85" y="268"/>
                    </a:lnTo>
                    <a:lnTo>
                      <a:pt x="85" y="269"/>
                    </a:lnTo>
                    <a:lnTo>
                      <a:pt x="85" y="271"/>
                    </a:lnTo>
                    <a:lnTo>
                      <a:pt x="85" y="272"/>
                    </a:lnTo>
                    <a:lnTo>
                      <a:pt x="85" y="273"/>
                    </a:lnTo>
                    <a:lnTo>
                      <a:pt x="85" y="274"/>
                    </a:lnTo>
                    <a:lnTo>
                      <a:pt x="85" y="275"/>
                    </a:lnTo>
                    <a:lnTo>
                      <a:pt x="85" y="278"/>
                    </a:lnTo>
                    <a:lnTo>
                      <a:pt x="84" y="279"/>
                    </a:lnTo>
                    <a:lnTo>
                      <a:pt x="84" y="281"/>
                    </a:lnTo>
                    <a:lnTo>
                      <a:pt x="84" y="284"/>
                    </a:lnTo>
                    <a:lnTo>
                      <a:pt x="84" y="285"/>
                    </a:lnTo>
                    <a:lnTo>
                      <a:pt x="84" y="287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5" name="Freeform 289">
                <a:extLst>
                  <a:ext uri="{FF2B5EF4-FFF2-40B4-BE49-F238E27FC236}">
                    <a16:creationId xmlns:a16="http://schemas.microsoft.com/office/drawing/2014/main" id="{1C52F6A2-FFCD-4AF9-A807-597C4240ED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08" y="954"/>
                <a:ext cx="52" cy="173"/>
              </a:xfrm>
              <a:custGeom>
                <a:avLst/>
                <a:gdLst>
                  <a:gd name="T0" fmla="*/ 1 w 85"/>
                  <a:gd name="T1" fmla="*/ 1 h 287"/>
                  <a:gd name="T2" fmla="*/ 1 w 85"/>
                  <a:gd name="T3" fmla="*/ 1 h 287"/>
                  <a:gd name="T4" fmla="*/ 1 w 85"/>
                  <a:gd name="T5" fmla="*/ 1 h 287"/>
                  <a:gd name="T6" fmla="*/ 1 w 85"/>
                  <a:gd name="T7" fmla="*/ 1 h 287"/>
                  <a:gd name="T8" fmla="*/ 1 w 85"/>
                  <a:gd name="T9" fmla="*/ 1 h 287"/>
                  <a:gd name="T10" fmla="*/ 1 w 85"/>
                  <a:gd name="T11" fmla="*/ 1 h 287"/>
                  <a:gd name="T12" fmla="*/ 1 w 85"/>
                  <a:gd name="T13" fmla="*/ 1 h 287"/>
                  <a:gd name="T14" fmla="*/ 1 w 85"/>
                  <a:gd name="T15" fmla="*/ 1 h 287"/>
                  <a:gd name="T16" fmla="*/ 1 w 85"/>
                  <a:gd name="T17" fmla="*/ 1 h 287"/>
                  <a:gd name="T18" fmla="*/ 1 w 85"/>
                  <a:gd name="T19" fmla="*/ 1 h 287"/>
                  <a:gd name="T20" fmla="*/ 1 w 85"/>
                  <a:gd name="T21" fmla="*/ 1 h 287"/>
                  <a:gd name="T22" fmla="*/ 1 w 85"/>
                  <a:gd name="T23" fmla="*/ 1 h 287"/>
                  <a:gd name="T24" fmla="*/ 1 w 85"/>
                  <a:gd name="T25" fmla="*/ 1 h 287"/>
                  <a:gd name="T26" fmla="*/ 1 w 85"/>
                  <a:gd name="T27" fmla="*/ 1 h 287"/>
                  <a:gd name="T28" fmla="*/ 1 w 85"/>
                  <a:gd name="T29" fmla="*/ 1 h 287"/>
                  <a:gd name="T30" fmla="*/ 1 w 85"/>
                  <a:gd name="T31" fmla="*/ 1 h 287"/>
                  <a:gd name="T32" fmla="*/ 1 w 85"/>
                  <a:gd name="T33" fmla="*/ 1 h 287"/>
                  <a:gd name="T34" fmla="*/ 1 w 85"/>
                  <a:gd name="T35" fmla="*/ 1 h 287"/>
                  <a:gd name="T36" fmla="*/ 1 w 85"/>
                  <a:gd name="T37" fmla="*/ 1 h 287"/>
                  <a:gd name="T38" fmla="*/ 1 w 85"/>
                  <a:gd name="T39" fmla="*/ 1 h 287"/>
                  <a:gd name="T40" fmla="*/ 1 w 85"/>
                  <a:gd name="T41" fmla="*/ 1 h 287"/>
                  <a:gd name="T42" fmla="*/ 1 w 85"/>
                  <a:gd name="T43" fmla="*/ 1 h 287"/>
                  <a:gd name="T44" fmla="*/ 1 w 85"/>
                  <a:gd name="T45" fmla="*/ 1 h 287"/>
                  <a:gd name="T46" fmla="*/ 1 w 85"/>
                  <a:gd name="T47" fmla="*/ 1 h 287"/>
                  <a:gd name="T48" fmla="*/ 1 w 85"/>
                  <a:gd name="T49" fmla="*/ 1 h 287"/>
                  <a:gd name="T50" fmla="*/ 1 w 85"/>
                  <a:gd name="T51" fmla="*/ 1 h 287"/>
                  <a:gd name="T52" fmla="*/ 1 w 85"/>
                  <a:gd name="T53" fmla="*/ 1 h 287"/>
                  <a:gd name="T54" fmla="*/ 1 w 85"/>
                  <a:gd name="T55" fmla="*/ 1 h 287"/>
                  <a:gd name="T56" fmla="*/ 1 w 85"/>
                  <a:gd name="T57" fmla="*/ 1 h 287"/>
                  <a:gd name="T58" fmla="*/ 1 w 85"/>
                  <a:gd name="T59" fmla="*/ 1 h 287"/>
                  <a:gd name="T60" fmla="*/ 1 w 85"/>
                  <a:gd name="T61" fmla="*/ 1 h 287"/>
                  <a:gd name="T62" fmla="*/ 1 w 85"/>
                  <a:gd name="T63" fmla="*/ 1 h 287"/>
                  <a:gd name="T64" fmla="*/ 1 w 85"/>
                  <a:gd name="T65" fmla="*/ 1 h 287"/>
                  <a:gd name="T66" fmla="*/ 1 w 85"/>
                  <a:gd name="T67" fmla="*/ 1 h 287"/>
                  <a:gd name="T68" fmla="*/ 1 w 85"/>
                  <a:gd name="T69" fmla="*/ 1 h 287"/>
                  <a:gd name="T70" fmla="*/ 1 w 85"/>
                  <a:gd name="T71" fmla="*/ 1 h 287"/>
                  <a:gd name="T72" fmla="*/ 1 w 85"/>
                  <a:gd name="T73" fmla="*/ 1 h 287"/>
                  <a:gd name="T74" fmla="*/ 1 w 85"/>
                  <a:gd name="T75" fmla="*/ 1 h 287"/>
                  <a:gd name="T76" fmla="*/ 1 w 85"/>
                  <a:gd name="T77" fmla="*/ 1 h 287"/>
                  <a:gd name="T78" fmla="*/ 1 w 85"/>
                  <a:gd name="T79" fmla="*/ 1 h 287"/>
                  <a:gd name="T80" fmla="*/ 1 w 85"/>
                  <a:gd name="T81" fmla="*/ 1 h 287"/>
                  <a:gd name="T82" fmla="*/ 1 w 85"/>
                  <a:gd name="T83" fmla="*/ 1 h 287"/>
                  <a:gd name="T84" fmla="*/ 1 w 85"/>
                  <a:gd name="T85" fmla="*/ 1 h 287"/>
                  <a:gd name="T86" fmla="*/ 1 w 85"/>
                  <a:gd name="T87" fmla="*/ 1 h 287"/>
                  <a:gd name="T88" fmla="*/ 1 w 85"/>
                  <a:gd name="T89" fmla="*/ 1 h 287"/>
                  <a:gd name="T90" fmla="*/ 1 w 85"/>
                  <a:gd name="T91" fmla="*/ 1 h 287"/>
                  <a:gd name="T92" fmla="*/ 1 w 85"/>
                  <a:gd name="T93" fmla="*/ 1 h 287"/>
                  <a:gd name="T94" fmla="*/ 1 w 85"/>
                  <a:gd name="T95" fmla="*/ 1 h 287"/>
                  <a:gd name="T96" fmla="*/ 1 w 85"/>
                  <a:gd name="T97" fmla="*/ 1 h 287"/>
                  <a:gd name="T98" fmla="*/ 1 w 85"/>
                  <a:gd name="T99" fmla="*/ 1 h 287"/>
                  <a:gd name="T100" fmla="*/ 1 w 85"/>
                  <a:gd name="T101" fmla="*/ 1 h 287"/>
                  <a:gd name="T102" fmla="*/ 1 w 85"/>
                  <a:gd name="T103" fmla="*/ 1 h 287"/>
                  <a:gd name="T104" fmla="*/ 1 w 85"/>
                  <a:gd name="T105" fmla="*/ 1 h 287"/>
                  <a:gd name="T106" fmla="*/ 1 w 85"/>
                  <a:gd name="T107" fmla="*/ 1 h 287"/>
                  <a:gd name="T108" fmla="*/ 1 w 85"/>
                  <a:gd name="T109" fmla="*/ 1 h 287"/>
                  <a:gd name="T110" fmla="*/ 1 w 85"/>
                  <a:gd name="T111" fmla="*/ 1 h 287"/>
                  <a:gd name="T112" fmla="*/ 1 w 85"/>
                  <a:gd name="T113" fmla="*/ 1 h 28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5" h="287">
                    <a:moveTo>
                      <a:pt x="0" y="287"/>
                    </a:moveTo>
                    <a:lnTo>
                      <a:pt x="2" y="283"/>
                    </a:lnTo>
                    <a:lnTo>
                      <a:pt x="3" y="281"/>
                    </a:lnTo>
                    <a:lnTo>
                      <a:pt x="4" y="277"/>
                    </a:lnTo>
                    <a:lnTo>
                      <a:pt x="6" y="275"/>
                    </a:lnTo>
                    <a:lnTo>
                      <a:pt x="8" y="273"/>
                    </a:lnTo>
                    <a:lnTo>
                      <a:pt x="9" y="270"/>
                    </a:lnTo>
                    <a:lnTo>
                      <a:pt x="10" y="268"/>
                    </a:lnTo>
                    <a:lnTo>
                      <a:pt x="12" y="267"/>
                    </a:lnTo>
                    <a:lnTo>
                      <a:pt x="12" y="264"/>
                    </a:lnTo>
                    <a:lnTo>
                      <a:pt x="13" y="263"/>
                    </a:lnTo>
                    <a:lnTo>
                      <a:pt x="14" y="261"/>
                    </a:lnTo>
                    <a:lnTo>
                      <a:pt x="15" y="259"/>
                    </a:lnTo>
                    <a:lnTo>
                      <a:pt x="15" y="258"/>
                    </a:lnTo>
                    <a:lnTo>
                      <a:pt x="16" y="257"/>
                    </a:lnTo>
                    <a:lnTo>
                      <a:pt x="18" y="256"/>
                    </a:lnTo>
                    <a:lnTo>
                      <a:pt x="18" y="255"/>
                    </a:lnTo>
                    <a:lnTo>
                      <a:pt x="19" y="253"/>
                    </a:lnTo>
                    <a:lnTo>
                      <a:pt x="19" y="252"/>
                    </a:lnTo>
                    <a:lnTo>
                      <a:pt x="20" y="251"/>
                    </a:lnTo>
                    <a:lnTo>
                      <a:pt x="20" y="250"/>
                    </a:lnTo>
                    <a:lnTo>
                      <a:pt x="20" y="249"/>
                    </a:lnTo>
                    <a:lnTo>
                      <a:pt x="21" y="247"/>
                    </a:lnTo>
                    <a:lnTo>
                      <a:pt x="21" y="246"/>
                    </a:lnTo>
                    <a:lnTo>
                      <a:pt x="22" y="245"/>
                    </a:lnTo>
                    <a:lnTo>
                      <a:pt x="22" y="244"/>
                    </a:lnTo>
                    <a:lnTo>
                      <a:pt x="24" y="243"/>
                    </a:lnTo>
                    <a:lnTo>
                      <a:pt x="24" y="241"/>
                    </a:lnTo>
                    <a:lnTo>
                      <a:pt x="25" y="240"/>
                    </a:lnTo>
                    <a:lnTo>
                      <a:pt x="25" y="239"/>
                    </a:lnTo>
                    <a:lnTo>
                      <a:pt x="26" y="238"/>
                    </a:lnTo>
                    <a:lnTo>
                      <a:pt x="26" y="235"/>
                    </a:lnTo>
                    <a:lnTo>
                      <a:pt x="27" y="234"/>
                    </a:lnTo>
                    <a:lnTo>
                      <a:pt x="27" y="233"/>
                    </a:lnTo>
                    <a:lnTo>
                      <a:pt x="28" y="231"/>
                    </a:lnTo>
                    <a:lnTo>
                      <a:pt x="28" y="229"/>
                    </a:lnTo>
                    <a:lnTo>
                      <a:pt x="30" y="228"/>
                    </a:lnTo>
                    <a:lnTo>
                      <a:pt x="30" y="227"/>
                    </a:lnTo>
                    <a:lnTo>
                      <a:pt x="31" y="226"/>
                    </a:lnTo>
                    <a:lnTo>
                      <a:pt x="31" y="225"/>
                    </a:lnTo>
                    <a:lnTo>
                      <a:pt x="31" y="223"/>
                    </a:lnTo>
                    <a:lnTo>
                      <a:pt x="32" y="222"/>
                    </a:lnTo>
                    <a:lnTo>
                      <a:pt x="32" y="221"/>
                    </a:lnTo>
                    <a:lnTo>
                      <a:pt x="32" y="220"/>
                    </a:lnTo>
                    <a:lnTo>
                      <a:pt x="33" y="220"/>
                    </a:lnTo>
                    <a:lnTo>
                      <a:pt x="33" y="219"/>
                    </a:lnTo>
                    <a:lnTo>
                      <a:pt x="33" y="217"/>
                    </a:lnTo>
                    <a:lnTo>
                      <a:pt x="34" y="216"/>
                    </a:lnTo>
                    <a:lnTo>
                      <a:pt x="34" y="215"/>
                    </a:lnTo>
                    <a:lnTo>
                      <a:pt x="36" y="214"/>
                    </a:lnTo>
                    <a:lnTo>
                      <a:pt x="36" y="213"/>
                    </a:lnTo>
                    <a:lnTo>
                      <a:pt x="36" y="211"/>
                    </a:lnTo>
                    <a:lnTo>
                      <a:pt x="37" y="210"/>
                    </a:lnTo>
                    <a:lnTo>
                      <a:pt x="37" y="209"/>
                    </a:lnTo>
                    <a:lnTo>
                      <a:pt x="38" y="208"/>
                    </a:lnTo>
                    <a:lnTo>
                      <a:pt x="38" y="205"/>
                    </a:lnTo>
                    <a:lnTo>
                      <a:pt x="38" y="204"/>
                    </a:lnTo>
                    <a:lnTo>
                      <a:pt x="39" y="203"/>
                    </a:lnTo>
                    <a:lnTo>
                      <a:pt x="39" y="202"/>
                    </a:lnTo>
                    <a:lnTo>
                      <a:pt x="40" y="201"/>
                    </a:lnTo>
                    <a:lnTo>
                      <a:pt x="40" y="198"/>
                    </a:lnTo>
                    <a:lnTo>
                      <a:pt x="42" y="197"/>
                    </a:lnTo>
                    <a:lnTo>
                      <a:pt x="43" y="195"/>
                    </a:lnTo>
                    <a:lnTo>
                      <a:pt x="43" y="192"/>
                    </a:lnTo>
                    <a:lnTo>
                      <a:pt x="44" y="191"/>
                    </a:lnTo>
                    <a:lnTo>
                      <a:pt x="44" y="189"/>
                    </a:lnTo>
                    <a:lnTo>
                      <a:pt x="45" y="187"/>
                    </a:lnTo>
                    <a:lnTo>
                      <a:pt x="46" y="186"/>
                    </a:lnTo>
                    <a:lnTo>
                      <a:pt x="46" y="184"/>
                    </a:lnTo>
                    <a:lnTo>
                      <a:pt x="46" y="183"/>
                    </a:lnTo>
                    <a:lnTo>
                      <a:pt x="48" y="181"/>
                    </a:lnTo>
                    <a:lnTo>
                      <a:pt x="48" y="180"/>
                    </a:lnTo>
                    <a:lnTo>
                      <a:pt x="49" y="179"/>
                    </a:lnTo>
                    <a:lnTo>
                      <a:pt x="49" y="178"/>
                    </a:lnTo>
                    <a:lnTo>
                      <a:pt x="49" y="177"/>
                    </a:lnTo>
                    <a:lnTo>
                      <a:pt x="50" y="175"/>
                    </a:lnTo>
                    <a:lnTo>
                      <a:pt x="50" y="174"/>
                    </a:lnTo>
                    <a:lnTo>
                      <a:pt x="51" y="173"/>
                    </a:lnTo>
                    <a:lnTo>
                      <a:pt x="51" y="172"/>
                    </a:lnTo>
                    <a:lnTo>
                      <a:pt x="51" y="171"/>
                    </a:lnTo>
                    <a:lnTo>
                      <a:pt x="51" y="169"/>
                    </a:lnTo>
                    <a:lnTo>
                      <a:pt x="52" y="168"/>
                    </a:lnTo>
                    <a:lnTo>
                      <a:pt x="52" y="167"/>
                    </a:lnTo>
                    <a:lnTo>
                      <a:pt x="52" y="166"/>
                    </a:lnTo>
                    <a:lnTo>
                      <a:pt x="54" y="165"/>
                    </a:lnTo>
                    <a:lnTo>
                      <a:pt x="54" y="163"/>
                    </a:lnTo>
                    <a:lnTo>
                      <a:pt x="54" y="162"/>
                    </a:lnTo>
                    <a:lnTo>
                      <a:pt x="55" y="161"/>
                    </a:lnTo>
                    <a:lnTo>
                      <a:pt x="55" y="160"/>
                    </a:lnTo>
                    <a:lnTo>
                      <a:pt x="55" y="159"/>
                    </a:lnTo>
                    <a:lnTo>
                      <a:pt x="56" y="156"/>
                    </a:lnTo>
                    <a:lnTo>
                      <a:pt x="56" y="155"/>
                    </a:lnTo>
                    <a:lnTo>
                      <a:pt x="57" y="153"/>
                    </a:lnTo>
                    <a:lnTo>
                      <a:pt x="57" y="150"/>
                    </a:lnTo>
                    <a:lnTo>
                      <a:pt x="58" y="149"/>
                    </a:lnTo>
                    <a:lnTo>
                      <a:pt x="58" y="147"/>
                    </a:lnTo>
                    <a:lnTo>
                      <a:pt x="60" y="145"/>
                    </a:lnTo>
                    <a:lnTo>
                      <a:pt x="60" y="144"/>
                    </a:lnTo>
                    <a:lnTo>
                      <a:pt x="61" y="142"/>
                    </a:lnTo>
                    <a:lnTo>
                      <a:pt x="61" y="141"/>
                    </a:lnTo>
                    <a:lnTo>
                      <a:pt x="61" y="139"/>
                    </a:lnTo>
                    <a:lnTo>
                      <a:pt x="62" y="138"/>
                    </a:lnTo>
                    <a:lnTo>
                      <a:pt x="62" y="137"/>
                    </a:lnTo>
                    <a:lnTo>
                      <a:pt x="62" y="136"/>
                    </a:lnTo>
                    <a:lnTo>
                      <a:pt x="63" y="135"/>
                    </a:lnTo>
                    <a:lnTo>
                      <a:pt x="63" y="133"/>
                    </a:lnTo>
                    <a:lnTo>
                      <a:pt x="63" y="132"/>
                    </a:lnTo>
                    <a:lnTo>
                      <a:pt x="63" y="131"/>
                    </a:lnTo>
                    <a:lnTo>
                      <a:pt x="64" y="130"/>
                    </a:lnTo>
                    <a:lnTo>
                      <a:pt x="64" y="129"/>
                    </a:lnTo>
                    <a:lnTo>
                      <a:pt x="64" y="127"/>
                    </a:lnTo>
                    <a:lnTo>
                      <a:pt x="66" y="126"/>
                    </a:lnTo>
                    <a:lnTo>
                      <a:pt x="66" y="125"/>
                    </a:lnTo>
                    <a:lnTo>
                      <a:pt x="66" y="124"/>
                    </a:lnTo>
                    <a:lnTo>
                      <a:pt x="67" y="123"/>
                    </a:lnTo>
                    <a:lnTo>
                      <a:pt x="67" y="121"/>
                    </a:lnTo>
                    <a:lnTo>
                      <a:pt x="67" y="120"/>
                    </a:lnTo>
                    <a:lnTo>
                      <a:pt x="67" y="119"/>
                    </a:lnTo>
                    <a:lnTo>
                      <a:pt x="68" y="118"/>
                    </a:lnTo>
                    <a:lnTo>
                      <a:pt x="68" y="117"/>
                    </a:lnTo>
                    <a:lnTo>
                      <a:pt x="69" y="114"/>
                    </a:lnTo>
                    <a:lnTo>
                      <a:pt x="69" y="113"/>
                    </a:lnTo>
                    <a:lnTo>
                      <a:pt x="69" y="112"/>
                    </a:lnTo>
                    <a:lnTo>
                      <a:pt x="70" y="109"/>
                    </a:lnTo>
                    <a:lnTo>
                      <a:pt x="70" y="107"/>
                    </a:lnTo>
                    <a:lnTo>
                      <a:pt x="72" y="106"/>
                    </a:lnTo>
                    <a:lnTo>
                      <a:pt x="72" y="103"/>
                    </a:lnTo>
                    <a:lnTo>
                      <a:pt x="73" y="102"/>
                    </a:lnTo>
                    <a:lnTo>
                      <a:pt x="73" y="100"/>
                    </a:lnTo>
                    <a:lnTo>
                      <a:pt x="74" y="99"/>
                    </a:lnTo>
                    <a:lnTo>
                      <a:pt x="74" y="97"/>
                    </a:lnTo>
                    <a:lnTo>
                      <a:pt x="74" y="96"/>
                    </a:lnTo>
                    <a:lnTo>
                      <a:pt x="75" y="95"/>
                    </a:lnTo>
                    <a:lnTo>
                      <a:pt x="75" y="94"/>
                    </a:lnTo>
                    <a:lnTo>
                      <a:pt x="75" y="93"/>
                    </a:lnTo>
                    <a:lnTo>
                      <a:pt x="76" y="91"/>
                    </a:lnTo>
                    <a:lnTo>
                      <a:pt x="76" y="90"/>
                    </a:lnTo>
                    <a:lnTo>
                      <a:pt x="76" y="89"/>
                    </a:lnTo>
                    <a:lnTo>
                      <a:pt x="76" y="88"/>
                    </a:lnTo>
                    <a:lnTo>
                      <a:pt x="76" y="87"/>
                    </a:lnTo>
                    <a:lnTo>
                      <a:pt x="78" y="87"/>
                    </a:lnTo>
                    <a:lnTo>
                      <a:pt x="78" y="85"/>
                    </a:lnTo>
                    <a:lnTo>
                      <a:pt x="78" y="84"/>
                    </a:lnTo>
                    <a:lnTo>
                      <a:pt x="78" y="83"/>
                    </a:lnTo>
                    <a:lnTo>
                      <a:pt x="78" y="82"/>
                    </a:lnTo>
                    <a:lnTo>
                      <a:pt x="78" y="81"/>
                    </a:lnTo>
                    <a:lnTo>
                      <a:pt x="78" y="79"/>
                    </a:lnTo>
                    <a:lnTo>
                      <a:pt x="79" y="78"/>
                    </a:lnTo>
                    <a:lnTo>
                      <a:pt x="79" y="77"/>
                    </a:lnTo>
                    <a:lnTo>
                      <a:pt x="79" y="76"/>
                    </a:lnTo>
                    <a:lnTo>
                      <a:pt x="79" y="75"/>
                    </a:lnTo>
                    <a:lnTo>
                      <a:pt x="79" y="73"/>
                    </a:lnTo>
                    <a:lnTo>
                      <a:pt x="79" y="72"/>
                    </a:lnTo>
                    <a:lnTo>
                      <a:pt x="79" y="70"/>
                    </a:lnTo>
                    <a:lnTo>
                      <a:pt x="79" y="69"/>
                    </a:lnTo>
                    <a:lnTo>
                      <a:pt x="79" y="66"/>
                    </a:lnTo>
                    <a:lnTo>
                      <a:pt x="79" y="65"/>
                    </a:lnTo>
                    <a:lnTo>
                      <a:pt x="80" y="64"/>
                    </a:lnTo>
                    <a:lnTo>
                      <a:pt x="80" y="61"/>
                    </a:lnTo>
                    <a:lnTo>
                      <a:pt x="80" y="60"/>
                    </a:lnTo>
                    <a:lnTo>
                      <a:pt x="80" y="59"/>
                    </a:lnTo>
                    <a:lnTo>
                      <a:pt x="80" y="58"/>
                    </a:lnTo>
                    <a:lnTo>
                      <a:pt x="80" y="57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3"/>
                    </a:lnTo>
                    <a:lnTo>
                      <a:pt x="82" y="43"/>
                    </a:lnTo>
                    <a:lnTo>
                      <a:pt x="82" y="42"/>
                    </a:lnTo>
                    <a:lnTo>
                      <a:pt x="82" y="41"/>
                    </a:lnTo>
                    <a:lnTo>
                      <a:pt x="82" y="40"/>
                    </a:lnTo>
                    <a:lnTo>
                      <a:pt x="82" y="39"/>
                    </a:lnTo>
                    <a:lnTo>
                      <a:pt x="82" y="37"/>
                    </a:lnTo>
                    <a:lnTo>
                      <a:pt x="82" y="36"/>
                    </a:lnTo>
                    <a:lnTo>
                      <a:pt x="84" y="36"/>
                    </a:lnTo>
                    <a:lnTo>
                      <a:pt x="84" y="35"/>
                    </a:lnTo>
                    <a:lnTo>
                      <a:pt x="84" y="34"/>
                    </a:lnTo>
                    <a:lnTo>
                      <a:pt x="84" y="33"/>
                    </a:lnTo>
                    <a:lnTo>
                      <a:pt x="84" y="31"/>
                    </a:lnTo>
                    <a:lnTo>
                      <a:pt x="84" y="30"/>
                    </a:lnTo>
                    <a:lnTo>
                      <a:pt x="85" y="30"/>
                    </a:lnTo>
                    <a:lnTo>
                      <a:pt x="85" y="29"/>
                    </a:lnTo>
                    <a:lnTo>
                      <a:pt x="85" y="28"/>
                    </a:lnTo>
                    <a:lnTo>
                      <a:pt x="85" y="27"/>
                    </a:lnTo>
                    <a:lnTo>
                      <a:pt x="85" y="25"/>
                    </a:lnTo>
                    <a:lnTo>
                      <a:pt x="85" y="24"/>
                    </a:lnTo>
                    <a:lnTo>
                      <a:pt x="85" y="23"/>
                    </a:lnTo>
                    <a:lnTo>
                      <a:pt x="85" y="22"/>
                    </a:lnTo>
                    <a:lnTo>
                      <a:pt x="85" y="21"/>
                    </a:lnTo>
                    <a:lnTo>
                      <a:pt x="85" y="19"/>
                    </a:lnTo>
                    <a:lnTo>
                      <a:pt x="85" y="18"/>
                    </a:lnTo>
                    <a:lnTo>
                      <a:pt x="85" y="17"/>
                    </a:lnTo>
                    <a:lnTo>
                      <a:pt x="85" y="15"/>
                    </a:lnTo>
                    <a:lnTo>
                      <a:pt x="85" y="13"/>
                    </a:lnTo>
                    <a:lnTo>
                      <a:pt x="85" y="12"/>
                    </a:lnTo>
                    <a:lnTo>
                      <a:pt x="85" y="10"/>
                    </a:lnTo>
                    <a:lnTo>
                      <a:pt x="84" y="9"/>
                    </a:lnTo>
                    <a:lnTo>
                      <a:pt x="84" y="6"/>
                    </a:lnTo>
                    <a:lnTo>
                      <a:pt x="84" y="5"/>
                    </a:lnTo>
                    <a:lnTo>
                      <a:pt x="84" y="3"/>
                    </a:lnTo>
                    <a:lnTo>
                      <a:pt x="84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" name="Line 290">
              <a:extLst>
                <a:ext uri="{FF2B5EF4-FFF2-40B4-BE49-F238E27FC236}">
                  <a16:creationId xmlns:a16="http://schemas.microsoft.com/office/drawing/2014/main" id="{E103D7D8-11C0-4271-81C3-7DC7D488DEE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862513" y="4870450"/>
              <a:ext cx="274637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" name="Line 291">
              <a:extLst>
                <a:ext uri="{FF2B5EF4-FFF2-40B4-BE49-F238E27FC236}">
                  <a16:creationId xmlns:a16="http://schemas.microsoft.com/office/drawing/2014/main" id="{BD5C3676-BB25-4456-A020-571C3019278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833938" y="5278438"/>
              <a:ext cx="295275" cy="15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8" name="Line 292">
              <a:extLst>
                <a:ext uri="{FF2B5EF4-FFF2-40B4-BE49-F238E27FC236}">
                  <a16:creationId xmlns:a16="http://schemas.microsoft.com/office/drawing/2014/main" id="{FE0DE505-1B9E-44D0-86A4-7A75DAFE641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5518150" y="5073650"/>
              <a:ext cx="287338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9" name="Freeform 293">
              <a:extLst>
                <a:ext uri="{FF2B5EF4-FFF2-40B4-BE49-F238E27FC236}">
                  <a16:creationId xmlns:a16="http://schemas.microsoft.com/office/drawing/2014/main" id="{4F56EDBB-13AC-4035-BD97-B4D7D46B2BC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29213" y="4575175"/>
              <a:ext cx="388937" cy="998538"/>
            </a:xfrm>
            <a:custGeom>
              <a:avLst/>
              <a:gdLst>
                <a:gd name="T0" fmla="*/ 2147483646 w 505"/>
                <a:gd name="T1" fmla="*/ 2147483646 h 1297"/>
                <a:gd name="T2" fmla="*/ 2147483646 w 505"/>
                <a:gd name="T3" fmla="*/ 2147483646 h 1297"/>
                <a:gd name="T4" fmla="*/ 0 w 505"/>
                <a:gd name="T5" fmla="*/ 0 h 1297"/>
                <a:gd name="T6" fmla="*/ 0 w 505"/>
                <a:gd name="T7" fmla="*/ 2147483646 h 1297"/>
                <a:gd name="T8" fmla="*/ 2147483646 w 505"/>
                <a:gd name="T9" fmla="*/ 2147483646 h 12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5" h="1297">
                  <a:moveTo>
                    <a:pt x="505" y="1033"/>
                  </a:moveTo>
                  <a:lnTo>
                    <a:pt x="505" y="264"/>
                  </a:lnTo>
                  <a:lnTo>
                    <a:pt x="0" y="0"/>
                  </a:lnTo>
                  <a:lnTo>
                    <a:pt x="0" y="1297"/>
                  </a:lnTo>
                  <a:lnTo>
                    <a:pt x="505" y="1033"/>
                  </a:lnTo>
                  <a:close/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" name="Line 294">
              <a:extLst>
                <a:ext uri="{FF2B5EF4-FFF2-40B4-BE49-F238E27FC236}">
                  <a16:creationId xmlns:a16="http://schemas.microsoft.com/office/drawing/2014/main" id="{38EA349C-CB6E-4223-AEE4-8ED26C1EF21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13363" y="4279900"/>
              <a:ext cx="3175" cy="3873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1" name="Rectangle 295">
              <a:extLst>
                <a:ext uri="{FF2B5EF4-FFF2-40B4-BE49-F238E27FC236}">
                  <a16:creationId xmlns:a16="http://schemas.microsoft.com/office/drawing/2014/main" id="{53CE328F-6164-40F7-B546-CE3345FCF83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69000" y="4991100"/>
              <a:ext cx="1079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2" name="Line 296">
              <a:extLst>
                <a:ext uri="{FF2B5EF4-FFF2-40B4-BE49-F238E27FC236}">
                  <a16:creationId xmlns:a16="http://schemas.microsoft.com/office/drawing/2014/main" id="{F4C76838-C371-4924-9F67-2A46504494D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833938" y="4279900"/>
              <a:ext cx="479425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" name="Rectangle 297">
              <a:extLst>
                <a:ext uri="{FF2B5EF4-FFF2-40B4-BE49-F238E27FC236}">
                  <a16:creationId xmlns:a16="http://schemas.microsoft.com/office/drawing/2014/main" id="{C96D4C8A-8938-47AA-AC05-301EEDDB2AB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59313" y="4189413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s 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4" name="Rectangle 298">
              <a:extLst>
                <a:ext uri="{FF2B5EF4-FFF2-40B4-BE49-F238E27FC236}">
                  <a16:creationId xmlns:a16="http://schemas.microsoft.com/office/drawing/2014/main" id="{074D15D5-6A61-410F-8EA9-8A59BA8D5C6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70413" y="4749800"/>
              <a:ext cx="141287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" name="Rectangle 299">
              <a:extLst>
                <a:ext uri="{FF2B5EF4-FFF2-40B4-BE49-F238E27FC236}">
                  <a16:creationId xmlns:a16="http://schemas.microsoft.com/office/drawing/2014/main" id="{FA00B511-F306-43F6-8BDD-1C6C559B0C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49788" y="4838700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6" name="Rectangle 300">
              <a:extLst>
                <a:ext uri="{FF2B5EF4-FFF2-40B4-BE49-F238E27FC236}">
                  <a16:creationId xmlns:a16="http://schemas.microsoft.com/office/drawing/2014/main" id="{AC5B8BAC-03C0-4193-A53E-19C3D59316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70413" y="5148263"/>
              <a:ext cx="141287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" name="Rectangle 301">
              <a:extLst>
                <a:ext uri="{FF2B5EF4-FFF2-40B4-BE49-F238E27FC236}">
                  <a16:creationId xmlns:a16="http://schemas.microsoft.com/office/drawing/2014/main" id="{52657365-1E8A-4FA6-8DF4-7C050E8FE0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49788" y="523557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8" name="Rectangle 302">
              <a:extLst>
                <a:ext uri="{FF2B5EF4-FFF2-40B4-BE49-F238E27FC236}">
                  <a16:creationId xmlns:a16="http://schemas.microsoft.com/office/drawing/2014/main" id="{2C7768FF-D774-444A-B4D9-AA25B5856F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05413" y="4827588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" name="Rectangle 303">
              <a:extLst>
                <a:ext uri="{FF2B5EF4-FFF2-40B4-BE49-F238E27FC236}">
                  <a16:creationId xmlns:a16="http://schemas.microsoft.com/office/drawing/2014/main" id="{6356D56B-2D84-4305-B81B-BDF601D4F3B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05413" y="5219700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" name="Rectangle 304">
              <a:extLst>
                <a:ext uri="{FF2B5EF4-FFF2-40B4-BE49-F238E27FC236}">
                  <a16:creationId xmlns:a16="http://schemas.microsoft.com/office/drawing/2014/main" id="{AAA8BBB8-DEE7-4A8A-A0DC-021B5825B2F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76738" y="5853113"/>
              <a:ext cx="20732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(c) Graphical symbol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" name="Rectangle 305">
              <a:extLst>
                <a:ext uri="{FF2B5EF4-FFF2-40B4-BE49-F238E27FC236}">
                  <a16:creationId xmlns:a16="http://schemas.microsoft.com/office/drawing/2014/main" id="{19AE35CA-3466-475B-89C9-3DECB5690E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1738" y="5895975"/>
              <a:ext cx="938212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(b) Circuit </a:t>
              </a: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66" name="Group 46">
            <a:extLst>
              <a:ext uri="{FF2B5EF4-FFF2-40B4-BE49-F238E27FC236}">
                <a16:creationId xmlns:a16="http://schemas.microsoft.com/office/drawing/2014/main" id="{C41211E2-9745-4BCB-A2CC-2499578123D7}"/>
              </a:ext>
            </a:extLst>
          </p:cNvPr>
          <p:cNvGrpSpPr>
            <a:grpSpLocks/>
          </p:cNvGrpSpPr>
          <p:nvPr/>
        </p:nvGrpSpPr>
        <p:grpSpPr bwMode="auto">
          <a:xfrm>
            <a:off x="2805112" y="5638800"/>
            <a:ext cx="4433888" cy="609600"/>
            <a:chOff x="533400" y="4495800"/>
            <a:chExt cx="4433230" cy="609600"/>
          </a:xfrm>
        </p:grpSpPr>
        <p:sp>
          <p:nvSpPr>
            <p:cNvPr id="67" name="TextBox 36">
              <a:extLst>
                <a:ext uri="{FF2B5EF4-FFF2-40B4-BE49-F238E27FC236}">
                  <a16:creationId xmlns:a16="http://schemas.microsoft.com/office/drawing/2014/main" id="{C96BE1DF-0E8A-4724-A535-26998BD8C5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233412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(s, x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1,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 =</a:t>
              </a:r>
              <a:endParaRPr kumimoji="0" lang="en-US" altLang="en-US" sz="32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68" name="Group 37">
              <a:extLst>
                <a:ext uri="{FF2B5EF4-FFF2-40B4-BE49-F238E27FC236}">
                  <a16:creationId xmlns:a16="http://schemas.microsoft.com/office/drawing/2014/main" id="{F8ED15E9-872F-4969-B813-77AA5CD026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1447" y="4520624"/>
              <a:ext cx="865581" cy="584776"/>
              <a:chOff x="5791200" y="2667000"/>
              <a:chExt cx="865581" cy="584776"/>
            </a:xfrm>
          </p:grpSpPr>
          <p:sp>
            <p:nvSpPr>
              <p:cNvPr id="71" name="TextBox 43">
                <a:extLst>
                  <a:ext uri="{FF2B5EF4-FFF2-40B4-BE49-F238E27FC236}">
                    <a16:creationId xmlns:a16="http://schemas.microsoft.com/office/drawing/2014/main" id="{EA713F13-8931-47BD-9ADE-EB89DFA6B2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91200" y="2667000"/>
                <a:ext cx="865581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3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s x</a:t>
                </a:r>
                <a:r>
                  <a:rPr kumimoji="0" lang="en-US" altLang="en-US" sz="3200" b="0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1</a:t>
                </a:r>
                <a:r>
                  <a:rPr kumimoji="0" lang="en-US" altLang="en-US" sz="3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</a:t>
                </a:r>
                <a:r>
                  <a:rPr kumimoji="0" lang="en-US" altLang="en-US" sz="3200" b="0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 </a:t>
                </a:r>
              </a:p>
            </p:txBody>
          </p:sp>
          <p:cxnSp>
            <p:nvCxnSpPr>
              <p:cNvPr id="72" name="Straight Connector 70">
                <a:extLst>
                  <a:ext uri="{FF2B5EF4-FFF2-40B4-BE49-F238E27FC236}">
                    <a16:creationId xmlns:a16="http://schemas.microsoft.com/office/drawing/2014/main" id="{1DC5F620-6B60-4CAC-AE3E-F2F62538E56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67224" y="2819976"/>
                <a:ext cx="22856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69" name="TextBox 41">
              <a:extLst>
                <a:ext uri="{FF2B5EF4-FFF2-40B4-BE49-F238E27FC236}">
                  <a16:creationId xmlns:a16="http://schemas.microsoft.com/office/drawing/2014/main" id="{06FF26DB-623E-413A-A9B3-955AE3533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4520624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70" name="TextBox 39">
              <a:extLst>
                <a:ext uri="{FF2B5EF4-FFF2-40B4-BE49-F238E27FC236}">
                  <a16:creationId xmlns:a16="http://schemas.microsoft.com/office/drawing/2014/main" id="{5ECDF5A8-7591-46C7-BCBE-81ECDD0CDF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4520624"/>
              <a:ext cx="544089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  <a:endParaRPr kumimoji="0" lang="en-US" altLang="en-US" sz="32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73" name="Title 1">
            <a:extLst>
              <a:ext uri="{FF2B5EF4-FFF2-40B4-BE49-F238E27FC236}">
                <a16:creationId xmlns:a16="http://schemas.microsoft.com/office/drawing/2014/main" id="{7CF22761-3391-4FA3-B545-E4EB7802B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6075" y="2967431"/>
            <a:ext cx="4029077" cy="380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400" kern="0"/>
              <a:t>Circuit for 2-1 Multiplexer</a:t>
            </a:r>
            <a:endParaRPr lang="en-US" altLang="en-US" sz="2400" kern="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B2486D-DDDF-41C4-9153-3C9A9E18C25A}"/>
                  </a:ext>
                </a:extLst>
              </p14:cNvPr>
              <p14:cNvContentPartPr/>
              <p14:nvPr/>
            </p14:nvContentPartPr>
            <p14:xfrm>
              <a:off x="4912920" y="5530680"/>
              <a:ext cx="2448000" cy="1091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B2486D-DDDF-41C4-9153-3C9A9E18C2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03560" y="5521320"/>
                <a:ext cx="2466720" cy="111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67596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>
            <a:extLst>
              <a:ext uri="{FF2B5EF4-FFF2-40B4-BE49-F238E27FC236}">
                <a16:creationId xmlns:a16="http://schemas.microsoft.com/office/drawing/2014/main" id="{4D885114-9747-4C48-9C33-E12E1D6A07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Logic Circuit vs Verilog Code</a:t>
            </a:r>
          </a:p>
        </p:txBody>
      </p:sp>
      <p:sp>
        <p:nvSpPr>
          <p:cNvPr id="69634" name="TextBox 125">
            <a:extLst>
              <a:ext uri="{FF2B5EF4-FFF2-40B4-BE49-F238E27FC236}">
                <a16:creationId xmlns:a16="http://schemas.microsoft.com/office/drawing/2014/main" id="{7C163EFF-D406-4A43-8154-841EAED5F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0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2.71 from the textbook ]</a:t>
            </a:r>
          </a:p>
        </p:txBody>
      </p:sp>
      <p:pic>
        <p:nvPicPr>
          <p:cNvPr id="69635" name="Picture 2">
            <a:extLst>
              <a:ext uri="{FF2B5EF4-FFF2-40B4-BE49-F238E27FC236}">
                <a16:creationId xmlns:a16="http://schemas.microsoft.com/office/drawing/2014/main" id="{1AFAD2C7-328C-4E71-8F16-D9EF02AB5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2054225"/>
            <a:ext cx="4833937" cy="259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6" name="Picture 2">
            <a:extLst>
              <a:ext uri="{FF2B5EF4-FFF2-40B4-BE49-F238E27FC236}">
                <a16:creationId xmlns:a16="http://schemas.microsoft.com/office/drawing/2014/main" id="{AC84624F-E9EC-4258-8A2A-EDB26A06B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375497"/>
            <a:ext cx="4114800" cy="3425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TextBox 125">
            <a:extLst>
              <a:ext uri="{FF2B5EF4-FFF2-40B4-BE49-F238E27FC236}">
                <a16:creationId xmlns:a16="http://schemas.microsoft.com/office/drawing/2014/main" id="{62B0CFA4-8660-4949-9EB2-9B6AB64EE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84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2.70 from the textbook 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6E151A4-3C6A-4828-B4C8-AEE038C3318D}"/>
                  </a:ext>
                </a:extLst>
              </p14:cNvPr>
              <p14:cNvContentPartPr/>
              <p14:nvPr/>
            </p14:nvContentPartPr>
            <p14:xfrm>
              <a:off x="2345400" y="1399320"/>
              <a:ext cx="2620440" cy="932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6E151A4-3C6A-4828-B4C8-AEE038C331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36040" y="1389960"/>
                <a:ext cx="2639160" cy="95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>
            <a:extLst>
              <a:ext uri="{FF2B5EF4-FFF2-40B4-BE49-F238E27FC236}">
                <a16:creationId xmlns:a16="http://schemas.microsoft.com/office/drawing/2014/main" id="{CB07B2D0-9F0C-4394-9980-3C7DD370B0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/>
          <a:lstStyle/>
          <a:p>
            <a:r>
              <a:rPr lang="en-US" altLang="en-US"/>
              <a:t>Example 9</a:t>
            </a:r>
          </a:p>
        </p:txBody>
      </p:sp>
      <p:sp>
        <p:nvSpPr>
          <p:cNvPr id="70658" name="Content Placeholder 2">
            <a:extLst>
              <a:ext uri="{FF2B5EF4-FFF2-40B4-BE49-F238E27FC236}">
                <a16:creationId xmlns:a16="http://schemas.microsoft.com/office/drawing/2014/main" id="{2E31744C-65C6-4565-9521-D876A56F1E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981200"/>
            <a:ext cx="7924800" cy="8382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en-US" altLang="en-US"/>
              <a:t>Write the Verilog code for the following circuit …</a:t>
            </a:r>
          </a:p>
          <a:p>
            <a:pPr marL="0" indent="0" algn="ctr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>
            <a:extLst>
              <a:ext uri="{FF2B5EF4-FFF2-40B4-BE49-F238E27FC236}">
                <a16:creationId xmlns:a16="http://schemas.microsoft.com/office/drawing/2014/main" id="{9A8D1207-883F-451C-BA67-9C5480FC5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r>
              <a:rPr lang="en-US" altLang="en-US" sz="3000" dirty="0"/>
              <a:t>The Logic Circuit for this Example</a:t>
            </a:r>
          </a:p>
        </p:txBody>
      </p:sp>
      <p:sp>
        <p:nvSpPr>
          <p:cNvPr id="71682" name="TextBox 125">
            <a:extLst>
              <a:ext uri="{FF2B5EF4-FFF2-40B4-BE49-F238E27FC236}">
                <a16:creationId xmlns:a16="http://schemas.microsoft.com/office/drawing/2014/main" id="{44D2FB25-E84F-4C8B-BA5F-4E404FE1C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0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2.72 from the textbook ]</a:t>
            </a:r>
          </a:p>
        </p:txBody>
      </p:sp>
      <p:pic>
        <p:nvPicPr>
          <p:cNvPr id="71683" name="Picture 2">
            <a:extLst>
              <a:ext uri="{FF2B5EF4-FFF2-40B4-BE49-F238E27FC236}">
                <a16:creationId xmlns:a16="http://schemas.microsoft.com/office/drawing/2014/main" id="{6F8260DC-2ED5-4070-ADCB-DDEE26573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609600"/>
            <a:ext cx="5019675" cy="344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DD8C3AD9-D055-1145-ACBA-6714166FF16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Addition of Binary Numbers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pic>
        <p:nvPicPr>
          <p:cNvPr id="73730" name="Picture 2" descr="Screen shot 2013-08-30 at 10.05.25 AM.png">
            <a:extLst>
              <a:ext uri="{FF2B5EF4-FFF2-40B4-BE49-F238E27FC236}">
                <a16:creationId xmlns:a16="http://schemas.microsoft.com/office/drawing/2014/main" id="{B68E4930-B343-48E3-A9D2-FAE63F78B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962400"/>
            <a:ext cx="3027363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1" name="Picture 1" descr="281_logo.png">
            <a:extLst>
              <a:ext uri="{FF2B5EF4-FFF2-40B4-BE49-F238E27FC236}">
                <a16:creationId xmlns:a16="http://schemas.microsoft.com/office/drawing/2014/main" id="{4BBAFBA7-02C2-4BFD-96CC-8E9BFF1E5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295400"/>
            <a:ext cx="2667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:a16="http://schemas.microsoft.com/office/drawing/2014/main" id="{CE46B009-6662-47F9-88AF-EFD98DF7C6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938"/>
            <a:ext cx="9144000" cy="685800"/>
          </a:xfrm>
        </p:spPr>
        <p:txBody>
          <a:bodyPr/>
          <a:lstStyle/>
          <a:p>
            <a:r>
              <a:rPr lang="en-US" altLang="en-US"/>
              <a:t>Logic Circuit vs Verilog Code</a:t>
            </a:r>
          </a:p>
        </p:txBody>
      </p:sp>
      <p:sp>
        <p:nvSpPr>
          <p:cNvPr id="74754" name="TextBox 125">
            <a:extLst>
              <a:ext uri="{FF2B5EF4-FFF2-40B4-BE49-F238E27FC236}">
                <a16:creationId xmlns:a16="http://schemas.microsoft.com/office/drawing/2014/main" id="{30A889D2-9EB2-4F09-AC9E-D57315E5A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0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2.73 from the textbook ]</a:t>
            </a:r>
          </a:p>
        </p:txBody>
      </p:sp>
      <p:pic>
        <p:nvPicPr>
          <p:cNvPr id="74755" name="Picture 2">
            <a:extLst>
              <a:ext uri="{FF2B5EF4-FFF2-40B4-BE49-F238E27FC236}">
                <a16:creationId xmlns:a16="http://schemas.microsoft.com/office/drawing/2014/main" id="{DC05310F-7690-4CE3-AE15-55FB3B4BD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762000"/>
            <a:ext cx="4776787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1F6F80-940F-4CC8-AE50-632A7C5A3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320" y="875506"/>
            <a:ext cx="3190630" cy="12580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DAE688A-7D0D-44CB-BC38-ED426D28D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4452256"/>
            <a:ext cx="1447800" cy="11811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:a16="http://schemas.microsoft.com/office/drawing/2014/main" id="{CE46B009-6662-47F9-88AF-EFD98DF7C6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938"/>
            <a:ext cx="9144000" cy="685800"/>
          </a:xfrm>
        </p:spPr>
        <p:txBody>
          <a:bodyPr/>
          <a:lstStyle/>
          <a:p>
            <a:r>
              <a:rPr lang="en-US" altLang="en-US"/>
              <a:t>Logic Circuit vs Verilog Code</a:t>
            </a:r>
          </a:p>
        </p:txBody>
      </p:sp>
      <p:sp>
        <p:nvSpPr>
          <p:cNvPr id="74754" name="TextBox 125">
            <a:extLst>
              <a:ext uri="{FF2B5EF4-FFF2-40B4-BE49-F238E27FC236}">
                <a16:creationId xmlns:a16="http://schemas.microsoft.com/office/drawing/2014/main" id="{30A889D2-9EB2-4F09-AC9E-D57315E5A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0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2.73 from the textbook ]</a:t>
            </a:r>
          </a:p>
        </p:txBody>
      </p:sp>
      <p:pic>
        <p:nvPicPr>
          <p:cNvPr id="74755" name="Picture 2">
            <a:extLst>
              <a:ext uri="{FF2B5EF4-FFF2-40B4-BE49-F238E27FC236}">
                <a16:creationId xmlns:a16="http://schemas.microsoft.com/office/drawing/2014/main" id="{DC05310F-7690-4CE3-AE15-55FB3B4BD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762000"/>
            <a:ext cx="4776787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1F6F80-940F-4CC8-AE50-632A7C5A3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320" y="875506"/>
            <a:ext cx="3190630" cy="12580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B8D503-331A-49D2-BB90-5581C13D3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438400"/>
            <a:ext cx="2552700" cy="1493329"/>
          </a:xfrm>
          <a:prstGeom prst="rect">
            <a:avLst/>
          </a:prstGeom>
        </p:spPr>
      </p:pic>
      <p:pic>
        <p:nvPicPr>
          <p:cNvPr id="7" name="Picture 1" descr="281_logo.png">
            <a:extLst>
              <a:ext uri="{FF2B5EF4-FFF2-40B4-BE49-F238E27FC236}">
                <a16:creationId xmlns:a16="http://schemas.microsoft.com/office/drawing/2014/main" id="{BA888E2C-6F9B-46B5-8297-738A493414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62462"/>
            <a:ext cx="1876161" cy="160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A77D0E6-781B-470F-8DF0-64EEF8EC5F15}"/>
              </a:ext>
            </a:extLst>
          </p:cNvPr>
          <p:cNvGrpSpPr/>
          <p:nvPr/>
        </p:nvGrpSpPr>
        <p:grpSpPr>
          <a:xfrm>
            <a:off x="930067" y="4614284"/>
            <a:ext cx="140400" cy="532800"/>
            <a:chOff x="930067" y="4614284"/>
            <a:chExt cx="140400" cy="53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F404747-943F-4E76-A83B-FE8F9A3206E9}"/>
                    </a:ext>
                  </a:extLst>
                </p14:cNvPr>
                <p14:cNvContentPartPr/>
                <p14:nvPr/>
              </p14:nvContentPartPr>
              <p14:xfrm>
                <a:off x="930067" y="4614284"/>
                <a:ext cx="117000" cy="207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F404747-943F-4E76-A83B-FE8F9A3206E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1067" y="4605644"/>
                  <a:ext cx="1346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5BB002B-2E23-4427-9D20-D6CB3D586B19}"/>
                    </a:ext>
                  </a:extLst>
                </p14:cNvPr>
                <p14:cNvContentPartPr/>
                <p14:nvPr/>
              </p14:nvContentPartPr>
              <p14:xfrm>
                <a:off x="932587" y="4909484"/>
                <a:ext cx="137880" cy="237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5BB002B-2E23-4427-9D20-D6CB3D586B1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3947" y="4900484"/>
                  <a:ext cx="15552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6A81E18-C060-4B03-8B43-657DD484EDF8}"/>
              </a:ext>
            </a:extLst>
          </p:cNvPr>
          <p:cNvGrpSpPr/>
          <p:nvPr/>
        </p:nvGrpSpPr>
        <p:grpSpPr>
          <a:xfrm>
            <a:off x="2842027" y="4667564"/>
            <a:ext cx="214200" cy="239760"/>
            <a:chOff x="2842027" y="4667564"/>
            <a:chExt cx="21420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E1F8C8B-677E-4450-83FD-1AB6AC0247F5}"/>
                    </a:ext>
                  </a:extLst>
                </p14:cNvPr>
                <p14:cNvContentPartPr/>
                <p14:nvPr/>
              </p14:nvContentPartPr>
              <p14:xfrm>
                <a:off x="2842027" y="4667564"/>
                <a:ext cx="110160" cy="239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E1F8C8B-677E-4450-83FD-1AB6AC0247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33027" y="4658564"/>
                  <a:ext cx="1278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EA80446-F07D-48E7-8706-CB8F6BE25DDD}"/>
                    </a:ext>
                  </a:extLst>
                </p14:cNvPr>
                <p14:cNvContentPartPr/>
                <p14:nvPr/>
              </p14:nvContentPartPr>
              <p14:xfrm>
                <a:off x="2977747" y="4790324"/>
                <a:ext cx="78480" cy="60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EA80446-F07D-48E7-8706-CB8F6BE25DD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68747" y="4781324"/>
                  <a:ext cx="9612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35941B-DFC7-436B-B798-4E7FBE037479}"/>
              </a:ext>
            </a:extLst>
          </p:cNvPr>
          <p:cNvGrpSpPr/>
          <p:nvPr/>
        </p:nvGrpSpPr>
        <p:grpSpPr>
          <a:xfrm>
            <a:off x="2818267" y="5562164"/>
            <a:ext cx="126360" cy="277920"/>
            <a:chOff x="2818267" y="5562164"/>
            <a:chExt cx="12636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DFF9A9D-9F11-4B92-9C77-DB4FB60A0ADA}"/>
                    </a:ext>
                  </a:extLst>
                </p14:cNvPr>
                <p14:cNvContentPartPr/>
                <p14:nvPr/>
              </p14:nvContentPartPr>
              <p14:xfrm>
                <a:off x="2818267" y="5562164"/>
                <a:ext cx="98280" cy="250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DFF9A9D-9F11-4B92-9C77-DB4FB60A0AD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09267" y="5553164"/>
                  <a:ext cx="1159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6FCF6B0-92C6-4AF4-A60C-08476F4B8FF2}"/>
                    </a:ext>
                  </a:extLst>
                </p14:cNvPr>
                <p14:cNvContentPartPr/>
                <p14:nvPr/>
              </p14:nvContentPartPr>
              <p14:xfrm>
                <a:off x="2921227" y="5655044"/>
                <a:ext cx="23400" cy="185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6FCF6B0-92C6-4AF4-A60C-08476F4B8FF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12227" y="5646404"/>
                  <a:ext cx="41040" cy="20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8D68F66-587E-4011-BED3-90ECFFCEC5C1}"/>
                  </a:ext>
                </a:extLst>
              </p14:cNvPr>
              <p14:cNvContentPartPr/>
              <p14:nvPr/>
            </p14:nvContentPartPr>
            <p14:xfrm>
              <a:off x="4257360" y="1132560"/>
              <a:ext cx="4798800" cy="5646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8D68F66-587E-4011-BED3-90ECFFCEC5C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48000" y="1123200"/>
                <a:ext cx="4817520" cy="566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25101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:a16="http://schemas.microsoft.com/office/drawing/2014/main" id="{CE46B009-6662-47F9-88AF-EFD98DF7C6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938"/>
            <a:ext cx="9144000" cy="685800"/>
          </a:xfrm>
        </p:spPr>
        <p:txBody>
          <a:bodyPr/>
          <a:lstStyle/>
          <a:p>
            <a:r>
              <a:rPr lang="en-US" altLang="en-US"/>
              <a:t>Logic Circuit vs Verilog Code</a:t>
            </a:r>
          </a:p>
        </p:txBody>
      </p:sp>
      <p:sp>
        <p:nvSpPr>
          <p:cNvPr id="74754" name="TextBox 125">
            <a:extLst>
              <a:ext uri="{FF2B5EF4-FFF2-40B4-BE49-F238E27FC236}">
                <a16:creationId xmlns:a16="http://schemas.microsoft.com/office/drawing/2014/main" id="{30A889D2-9EB2-4F09-AC9E-D57315E5A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0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2.73 from the textbook ]</a:t>
            </a:r>
          </a:p>
        </p:txBody>
      </p:sp>
      <p:pic>
        <p:nvPicPr>
          <p:cNvPr id="74755" name="Picture 2">
            <a:extLst>
              <a:ext uri="{FF2B5EF4-FFF2-40B4-BE49-F238E27FC236}">
                <a16:creationId xmlns:a16="http://schemas.microsoft.com/office/drawing/2014/main" id="{DC05310F-7690-4CE3-AE15-55FB3B4BD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685800"/>
            <a:ext cx="4776787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1F6F80-940F-4CC8-AE50-632A7C5A3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320" y="875506"/>
            <a:ext cx="3190630" cy="12580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B8D503-331A-49D2-BB90-5581C13D3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438400"/>
            <a:ext cx="2552700" cy="14933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06AB74-3A28-4128-89BA-36B56F194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3320" y="4236529"/>
            <a:ext cx="3345763" cy="193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5550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6597-0E44-4F9E-9167-9A8E3C21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09600"/>
          </a:xfrm>
        </p:spPr>
        <p:txBody>
          <a:bodyPr/>
          <a:lstStyle/>
          <a:p>
            <a:r>
              <a:rPr lang="en-US" sz="4800" dirty="0" err="1"/>
              <a:t>Lec</a:t>
            </a:r>
            <a:r>
              <a:rPr lang="en-US" sz="4800" dirty="0"/>
              <a:t> 12: Test Q1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BAC1C-2592-44F2-852C-C27A9C1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15075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6597-0E44-4F9E-9167-9A8E3C21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09600"/>
          </a:xfrm>
        </p:spPr>
        <p:txBody>
          <a:bodyPr/>
          <a:lstStyle/>
          <a:p>
            <a:r>
              <a:rPr lang="en-US" sz="4800" dirty="0"/>
              <a:t>END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BAC1C-2592-44F2-852C-C27A9C1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Picture 2" descr="Q &amp; A – Mechatronics World">
            <a:extLst>
              <a:ext uri="{FF2B5EF4-FFF2-40B4-BE49-F238E27FC236}">
                <a16:creationId xmlns:a16="http://schemas.microsoft.com/office/drawing/2014/main" id="{B84F8481-55AC-4F48-B0CC-DA3B1C72777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34" y="1295400"/>
            <a:ext cx="7971420" cy="478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628557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27F5C48263E44CA0E4BF48DA5842DF" ma:contentTypeVersion="10" ma:contentTypeDescription="Create a new document." ma:contentTypeScope="" ma:versionID="cc6a9fdc59c3920af0e32ab9cc6bc759">
  <xsd:schema xmlns:xsd="http://www.w3.org/2001/XMLSchema" xmlns:xs="http://www.w3.org/2001/XMLSchema" xmlns:p="http://schemas.microsoft.com/office/2006/metadata/properties" xmlns:ns3="2545ccdc-34fc-4cec-a48d-ba29d7877a97" targetNamespace="http://schemas.microsoft.com/office/2006/metadata/properties" ma:root="true" ma:fieldsID="7474bca7c2d6847eb37e3847f5421f7f" ns3:_="">
    <xsd:import namespace="2545ccdc-34fc-4cec-a48d-ba29d7877a9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5ccdc-34fc-4cec-a48d-ba29d7877a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C638D98-A44F-4A29-B2B9-D9FD8ACC44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56FE2E-B4F1-4025-B184-05238CA68B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5ccdc-34fc-4cec-a48d-ba29d7877a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D90360-3B21-4048-9E84-CD66033C6025}">
  <ds:schemaRefs>
    <ds:schemaRef ds:uri="http://schemas.microsoft.com/office/2006/metadata/properties"/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2545ccdc-34fc-4cec-a48d-ba29d7877a9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7783</TotalTime>
  <Words>1319</Words>
  <Application>Microsoft Office PowerPoint</Application>
  <PresentationFormat>On-screen Show (4:3)</PresentationFormat>
  <Paragraphs>314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7" baseType="lpstr">
      <vt:lpstr>MS PGothic</vt:lpstr>
      <vt:lpstr>MS PGothic</vt:lpstr>
      <vt:lpstr>Calibri</vt:lpstr>
      <vt:lpstr>Helvetica</vt:lpstr>
      <vt:lpstr>Times</vt:lpstr>
      <vt:lpstr>Times New Roman</vt:lpstr>
      <vt:lpstr>Times-Roman</vt:lpstr>
      <vt:lpstr>Wingdings</vt:lpstr>
      <vt:lpstr>Default Design</vt:lpstr>
      <vt:lpstr>PowerPoint Presentation</vt:lpstr>
      <vt:lpstr>Administrative Stuff</vt:lpstr>
      <vt:lpstr>12–Examples</vt:lpstr>
      <vt:lpstr>Midterm 1 - Syllabus</vt:lpstr>
      <vt:lpstr>Midterm 1 - Topics</vt:lpstr>
      <vt:lpstr>PowerPoint Presentation</vt:lpstr>
      <vt:lpstr>Example 1</vt:lpstr>
      <vt:lpstr>PowerPoint Presentation</vt:lpstr>
      <vt:lpstr>Left-Hand Side (LHS)</vt:lpstr>
      <vt:lpstr>Left-Hand Side (LHS)</vt:lpstr>
      <vt:lpstr>Left-Hand Side (LHS)</vt:lpstr>
      <vt:lpstr>Right-Hand Side (RHS)</vt:lpstr>
      <vt:lpstr>Right-Hand Side (RHS)</vt:lpstr>
      <vt:lpstr>Right-Hand Side (RHS)</vt:lpstr>
      <vt:lpstr>PowerPoint Presentation</vt:lpstr>
      <vt:lpstr>Example 2</vt:lpstr>
      <vt:lpstr>Minterms and Maxterms (with three variables)</vt:lpstr>
      <vt:lpstr>Minterms and Maxterms (with three variables)</vt:lpstr>
      <vt:lpstr>Minterms and Maxterms (with three variables)</vt:lpstr>
      <vt:lpstr>Two different ways to specify the same function f of three variables</vt:lpstr>
      <vt:lpstr>The POS Expression</vt:lpstr>
      <vt:lpstr>The Minimum POS Expression</vt:lpstr>
      <vt:lpstr>Alternative Solution Using K-Maps</vt:lpstr>
      <vt:lpstr>Alternative Solution Using K-Maps</vt:lpstr>
      <vt:lpstr>Alternative Solution Using K-Maps</vt:lpstr>
      <vt:lpstr>Alternative Solution Using K-Maps</vt:lpstr>
      <vt:lpstr>Example 3</vt:lpstr>
      <vt:lpstr>Condition A</vt:lpstr>
      <vt:lpstr>Condition A</vt:lpstr>
      <vt:lpstr>Condition B</vt:lpstr>
      <vt:lpstr>Condition B</vt:lpstr>
      <vt:lpstr>Condition C</vt:lpstr>
      <vt:lpstr>Condition C</vt:lpstr>
      <vt:lpstr>The output of the circuit can be expressed as  f = AB + AC + BC</vt:lpstr>
      <vt:lpstr>The output of the circuit can be expressed as  f = AB + AC + BC</vt:lpstr>
      <vt:lpstr>The output of the circuit can be expressed as  f = AB + AC + BC</vt:lpstr>
      <vt:lpstr>The output of the circuit can be expressed as  f = AB + AC + BC</vt:lpstr>
      <vt:lpstr>Finally, we get </vt:lpstr>
      <vt:lpstr>Example 4</vt:lpstr>
      <vt:lpstr>Venn Diagrams (find the areas that are shaded at least two times)</vt:lpstr>
      <vt:lpstr>Example 5</vt:lpstr>
      <vt:lpstr>Example 5</vt:lpstr>
      <vt:lpstr>The SOP Expression</vt:lpstr>
      <vt:lpstr>What about the POS Expression?</vt:lpstr>
      <vt:lpstr>The POS Expression</vt:lpstr>
      <vt:lpstr>Example 6</vt:lpstr>
      <vt:lpstr>First, expand the expression using property 12a</vt:lpstr>
      <vt:lpstr>Construct the K-Map for this expression</vt:lpstr>
      <vt:lpstr>Construct the K-Map for this expression</vt:lpstr>
      <vt:lpstr>Example 7</vt:lpstr>
      <vt:lpstr>Let’s map the expression to the K-Map</vt:lpstr>
      <vt:lpstr>Let’s map the expression to the K-Map</vt:lpstr>
      <vt:lpstr>The SOP Expression</vt:lpstr>
      <vt:lpstr>The SOP Expression</vt:lpstr>
      <vt:lpstr>What about the POS Expression?</vt:lpstr>
      <vt:lpstr>The POS Expression</vt:lpstr>
      <vt:lpstr>Example 8</vt:lpstr>
      <vt:lpstr>Logic Circuit</vt:lpstr>
      <vt:lpstr>Logic Circuit</vt:lpstr>
      <vt:lpstr>Logic Circuit vs Verilog Code</vt:lpstr>
      <vt:lpstr>Example 9</vt:lpstr>
      <vt:lpstr>The Logic Circuit for this Example</vt:lpstr>
      <vt:lpstr>PowerPoint Presentation</vt:lpstr>
      <vt:lpstr>Logic Circuit vs Verilog Code</vt:lpstr>
      <vt:lpstr>Logic Circuit vs Verilog Code</vt:lpstr>
      <vt:lpstr>Logic Circuit vs Verilog Code</vt:lpstr>
      <vt:lpstr>Lec 12: Test Q1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Copyright 2004 Pearson Addison-Wesley</dc:creator>
  <cp:lastModifiedBy>Ahamed, Md Maruf [E CPE]</cp:lastModifiedBy>
  <cp:revision>223</cp:revision>
  <dcterms:created xsi:type="dcterms:W3CDTF">2003-05-23T15:49:24Z</dcterms:created>
  <dcterms:modified xsi:type="dcterms:W3CDTF">2022-02-14T23:22:56Z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0x010100D927F5C48263E44CA0E4BF48DA5842DF</vt:lpwstr>
  </property>
</Properties>
</file>